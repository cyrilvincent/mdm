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57" autoAdjust="0"/>
    <p:restoredTop sz="94590" autoAdjust="0"/>
  </p:normalViewPr>
  <p:slideViewPr>
    <p:cSldViewPr>
      <p:cViewPr varScale="1">
        <p:scale>
          <a:sx n="70" d="100"/>
          <a:sy n="70" d="100"/>
        </p:scale>
        <p:origin x="1474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13</a:t>
            </a:r>
          </a:p>
          <a:p>
            <a:pPr eaLnBrk="1" hangingPunct="1"/>
            <a:r>
              <a:rPr lang="fr-FR" altLang="fr-FR" dirty="0"/>
              <a:t>Qualité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4DCAE-EC72-A49D-35B0-16F1DEF0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 et interopérabilité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B59C8-C22F-7217-9A8F-4C26E7EA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ercle, disque compact, Appareil de stockage de données&#10;&#10;Le contenu généré par l’IA peut être incorrect.">
            <a:extLst>
              <a:ext uri="{FF2B5EF4-FFF2-40B4-BE49-F238E27FC236}">
                <a16:creationId xmlns:a16="http://schemas.microsoft.com/office/drawing/2014/main" id="{D5C29B28-7BC8-3C2C-20BE-F1CBAF064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12" y="1052181"/>
            <a:ext cx="5020376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B7445-89C2-7A61-67A6-37BFA141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50F5F-52DA-EA9B-481B-B61F1A9E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Absolument indispensable</a:t>
            </a:r>
          </a:p>
          <a:p>
            <a:r>
              <a:rPr lang="fr-FR" dirty="0"/>
              <a:t>La donnée est un actif uniquement si elle est de qualité</a:t>
            </a:r>
          </a:p>
          <a:p>
            <a:r>
              <a:rPr lang="fr-FR" dirty="0"/>
              <a:t>Obligatoire pour l'IA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7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EC763-6368-D0A8-0262-89341F9C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qualités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69E2B0-3DDD-2978-5796-C380BAEEA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Accuracy</a:t>
            </a:r>
            <a:r>
              <a:rPr lang="fr-FR" dirty="0"/>
              <a:t> – Justesse</a:t>
            </a:r>
          </a:p>
          <a:p>
            <a:r>
              <a:rPr lang="fr-FR" dirty="0" err="1"/>
              <a:t>Precision</a:t>
            </a:r>
            <a:r>
              <a:rPr lang="fr-FR" dirty="0"/>
              <a:t> - Précise</a:t>
            </a:r>
          </a:p>
          <a:p>
            <a:r>
              <a:rPr lang="fr-FR" dirty="0"/>
              <a:t>Complète</a:t>
            </a:r>
          </a:p>
          <a:p>
            <a:r>
              <a:rPr lang="fr-FR" dirty="0" err="1"/>
              <a:t>Consistente</a:t>
            </a:r>
            <a:endParaRPr lang="fr-FR" dirty="0"/>
          </a:p>
          <a:p>
            <a:r>
              <a:rPr lang="fr-FR" dirty="0"/>
              <a:t>Intègre</a:t>
            </a:r>
          </a:p>
          <a:p>
            <a:r>
              <a:rPr lang="fr-FR" dirty="0"/>
              <a:t>Raisonnable - Conforme aux attentes</a:t>
            </a:r>
          </a:p>
          <a:p>
            <a:r>
              <a:rPr lang="fr-FR" dirty="0"/>
              <a:t>A jour</a:t>
            </a:r>
          </a:p>
          <a:p>
            <a:r>
              <a:rPr lang="fr-FR" dirty="0"/>
              <a:t>Unique – Non dupliquée</a:t>
            </a:r>
          </a:p>
          <a:p>
            <a:r>
              <a:rPr lang="fr-FR" dirty="0"/>
              <a:t>Valide</a:t>
            </a:r>
          </a:p>
          <a:p>
            <a:r>
              <a:rPr lang="fr-FR" dirty="0"/>
              <a:t>Accessible</a:t>
            </a:r>
          </a:p>
        </p:txBody>
      </p:sp>
    </p:spTree>
    <p:extLst>
      <p:ext uri="{BB962C8B-B14F-4D97-AF65-F5344CB8AC3E}">
        <p14:creationId xmlns:p14="http://schemas.microsoft.com/office/powerpoint/2010/main" val="75759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45893-F70E-FF75-1BEF-53FC7E41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correctif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658B04-A029-D7C4-E441-73F3E1088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Mettre en place des outils pour vérifier la qualité de données ne suffit</a:t>
            </a:r>
          </a:p>
          <a:p>
            <a:r>
              <a:rPr lang="fr-FR" dirty="0"/>
              <a:t>Il faut également pouvoir les modifier</a:t>
            </a:r>
          </a:p>
        </p:txBody>
      </p:sp>
    </p:spTree>
    <p:extLst>
      <p:ext uri="{BB962C8B-B14F-4D97-AF65-F5344CB8AC3E}">
        <p14:creationId xmlns:p14="http://schemas.microsoft.com/office/powerpoint/2010/main" val="356968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48F98B-7FA4-7421-C35B-B600C3E6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DMBok</a:t>
            </a:r>
            <a:r>
              <a:rPr lang="fr-FR" dirty="0"/>
              <a:t> </a:t>
            </a:r>
            <a:r>
              <a:rPr lang="fr-FR" dirty="0" err="1"/>
              <a:t>Quality</a:t>
            </a:r>
            <a:r>
              <a:rPr lang="fr-FR"/>
              <a:t> Group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1599C1-2804-8423-0B00-F19F900DB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</a:t>
            </a:r>
            <a:r>
              <a:rPr lang="fr-FR"/>
              <a:t>pdf</a:t>
            </a:r>
          </a:p>
        </p:txBody>
      </p:sp>
    </p:spTree>
    <p:extLst>
      <p:ext uri="{BB962C8B-B14F-4D97-AF65-F5344CB8AC3E}">
        <p14:creationId xmlns:p14="http://schemas.microsoft.com/office/powerpoint/2010/main" val="333730521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4900</TotalTime>
  <Words>75</Words>
  <Application>Microsoft Office PowerPoint</Application>
  <PresentationFormat>Affichage à l'écran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Intégration et interopérabilité</vt:lpstr>
      <vt:lpstr>Qualité</vt:lpstr>
      <vt:lpstr>Les qualités</vt:lpstr>
      <vt:lpstr>Plan correctif</vt:lpstr>
      <vt:lpstr>DMBok Quality Group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259</cp:revision>
  <dcterms:created xsi:type="dcterms:W3CDTF">2000-04-10T19:33:12Z</dcterms:created>
  <dcterms:modified xsi:type="dcterms:W3CDTF">2025-12-30T19:57:17Z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