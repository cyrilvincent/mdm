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4"/>
  </p:notesMasterIdLst>
  <p:handoutMasterIdLst>
    <p:handoutMasterId r:id="rId35"/>
  </p:handoutMasterIdLst>
  <p:sldIdLst>
    <p:sldId id="264" r:id="rId2"/>
    <p:sldId id="265" r:id="rId3"/>
    <p:sldId id="266" r:id="rId4"/>
    <p:sldId id="267" r:id="rId5"/>
    <p:sldId id="268" r:id="rId6"/>
    <p:sldId id="269" r:id="rId7"/>
    <p:sldId id="270" r:id="rId8"/>
    <p:sldId id="271" r:id="rId9"/>
    <p:sldId id="272" r:id="rId10"/>
    <p:sldId id="313" r:id="rId11"/>
    <p:sldId id="314" r:id="rId12"/>
    <p:sldId id="315" r:id="rId13"/>
    <p:sldId id="316" r:id="rId14"/>
    <p:sldId id="317" r:id="rId15"/>
    <p:sldId id="344" r:id="rId16"/>
    <p:sldId id="345" r:id="rId17"/>
    <p:sldId id="343" r:id="rId18"/>
    <p:sldId id="273" r:id="rId19"/>
    <p:sldId id="258" r:id="rId20"/>
    <p:sldId id="274" r:id="rId21"/>
    <p:sldId id="323" r:id="rId22"/>
    <p:sldId id="346" r:id="rId23"/>
    <p:sldId id="260" r:id="rId24"/>
    <p:sldId id="259" r:id="rId25"/>
    <p:sldId id="263" r:id="rId26"/>
    <p:sldId id="348" r:id="rId27"/>
    <p:sldId id="349" r:id="rId28"/>
    <p:sldId id="350" r:id="rId29"/>
    <p:sldId id="351" r:id="rId30"/>
    <p:sldId id="352" r:id="rId31"/>
    <p:sldId id="353" r:id="rId32"/>
    <p:sldId id="354" r:id="rId33"/>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57" autoAdjust="0"/>
    <p:restoredTop sz="94590" autoAdjust="0"/>
  </p:normalViewPr>
  <p:slideViewPr>
    <p:cSldViewPr>
      <p:cViewPr varScale="1">
        <p:scale>
          <a:sx n="70" d="100"/>
          <a:sy n="70" d="100"/>
        </p:scale>
        <p:origin x="672"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63A1B04-6120-4918-4434-1CB36324771E}"/>
              </a:ext>
            </a:extLst>
          </p:cNvPr>
          <p:cNvSpPr>
            <a:spLocks noGrp="1" noChangeArrowheads="1"/>
          </p:cNvSpPr>
          <p:nvPr>
            <p:ph type="body" idx="1"/>
          </p:nvPr>
        </p:nvSpPr>
        <p:spPr>
          <a:noFill/>
          <a:ln/>
        </p:spPr>
        <p:txBody>
          <a:bodyPr/>
          <a:lstStyle/>
          <a:p>
            <a:r>
              <a:rPr lang="fr-FR" altLang="fr-FR"/>
              <a:t>Les SGBD ont déjà plus de trente ans d'histoire.</a:t>
            </a:r>
          </a:p>
          <a:p>
            <a:r>
              <a:rPr lang="fr-FR" altLang="fr-FR"/>
              <a:t>1960 : Premier développement des bases de données sous forme de fichiers reliés par des pointeurs. Les fichiers sont composés d'articles stockés les uns à la suite des autres et accessibles par des valeurs de données appelées clés. Les systèmes IDS.I (Honeywell ) et IMS.I (IBM) développés pour les programmes de conquête spatiale (APOLLO notamment) sont les précurseurs des SGBD modernes.</a:t>
            </a:r>
          </a:p>
          <a:p>
            <a:r>
              <a:rPr lang="fr-FR" altLang="fr-FR"/>
              <a:t>1970 : Première génération des SGBD basée sur le modèle réseau ou sur le modèle hiérarchique. La description des données et leur manipulation par des programmes applicatifs sont séparées. Les langages d'accès navigationnels font leur apparition. Ils permettent de se déplacer dans des structures de type graphe et d'obtenir un par un les articles de fichiers. Les types d'articles constituent les noeuds d'un graphe et sont reliés par types de pointeurs composant les arcs du graphe. Les SGBD TOTAL, IDMS, IDS 2, IMS 2 en sont des exemples. Plus de la moitié du volume des données est aujourd'hui gérée par ces SGBD.</a:t>
            </a:r>
          </a:p>
          <a:p>
            <a:r>
              <a:rPr lang="fr-FR" altLang="fr-FR"/>
              <a:t>1982 : Première commercialisation des systèmes de deuxième génération. Ils sont construits à partir du modèle relationnel. Ils visent à faciliter l'accès aux données pour les utilisateurs. Les recherches et mises à jour de données sont réalisées à l'aide d'un langage non procédural qui décrit le QUOI sans indiquer le COMMENT. Le meilleur chemin d'accès est déterminé par le SGBD. Les principaux systèmes sont ORACLE, INGRES, SYBASE, INFORMIX, DB2 et RDB.</a:t>
            </a:r>
          </a:p>
          <a:p>
            <a:r>
              <a:rPr lang="fr-FR" altLang="fr-FR"/>
              <a:t>La troisième génération est basée sur  les modèles à objets. Ils intègrent une structuration conjointe des programmes et des données en classes ainsi que des règles dérivées de la modélisation logique des données. Ces règles permettent de mieux maintenir la cohérence des données en répercutant des mises à jour d'un objet sur d'autres objets dépendants. Elles permettent également de calculer des réponses élaborées à des questions complexes. Certains  systèmes relationnels étendus intègrent déjà de telles potentialités (exemple : INGRES, voire ORACLE). Des systèmes à objets comme ONTOS, VERSANT, ORION,O2 sont commercialisés.</a:t>
            </a:r>
          </a:p>
        </p:txBody>
      </p:sp>
      <p:sp>
        <p:nvSpPr>
          <p:cNvPr id="9219" name="Rectangle 3">
            <a:extLst>
              <a:ext uri="{FF2B5EF4-FFF2-40B4-BE49-F238E27FC236}">
                <a16:creationId xmlns:a16="http://schemas.microsoft.com/office/drawing/2014/main" id="{EF9FA275-591A-F0D2-5111-79E534C726E1}"/>
              </a:ext>
            </a:extLst>
          </p:cNvPr>
          <p:cNvSpPr>
            <a:spLocks noGrp="1" noRot="1" noChangeAspect="1" noChangeArrowheads="1" noTextEdit="1"/>
          </p:cNvSpPr>
          <p:nvPr>
            <p:ph type="sldImg"/>
          </p:nvPr>
        </p:nvSpPr>
        <p:spPr>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hidden="1"/>
          <p:cNvSpPr txBox="1"/>
          <p:nvPr/>
        </p:nvSpPr>
        <p:spPr>
          <a:xfrm>
            <a:off x="2215470" y="407618"/>
            <a:ext cx="3692450" cy="215444"/>
          </a:xfrm>
          <a:prstGeom prst="rect">
            <a:avLst/>
          </a:prstGeom>
          <a:noFill/>
        </p:spPr>
        <p:txBody>
          <a:bodyPr vert="horz" rtlCol="0">
            <a:spAutoFit/>
          </a:bodyPr>
          <a:lstStyle/>
          <a:p>
            <a:r>
              <a:rPr lang="pt-BR" sz="800" dirty="0">
                <a:solidFill>
                  <a:srgbClr val="000000"/>
                </a:solidFill>
                <a:latin typeface="Arial"/>
              </a:rPr>
              <a:t>&lt;*s*o*u*r*c*e*&gt;*1*3*7*a*2*-*1*-*5*&lt;*/*s*o*u*r*c*e*&gt;</a:t>
            </a:r>
            <a:endParaRPr lang="en-US" sz="800" dirty="0">
              <a:solidFill>
                <a:srgbClr val="000000"/>
              </a:solidFill>
              <a:latin typeface="Arial"/>
            </a:endParaRPr>
          </a:p>
        </p:txBody>
      </p:sp>
      <p:sp>
        <p:nvSpPr>
          <p:cNvPr id="658436" name="Rectangle 4"/>
          <p:cNvSpPr>
            <a:spLocks noGrp="1" noRot="1" noChangeAspect="1" noChangeArrowheads="1" noTextEdit="1"/>
          </p:cNvSpPr>
          <p:nvPr>
            <p:ph type="sldImg"/>
          </p:nvPr>
        </p:nvSpPr>
        <p:spPr>
          <a:xfrm>
            <a:off x="877888" y="733425"/>
            <a:ext cx="4892675" cy="3670300"/>
          </a:xfrm>
          <a:ln/>
        </p:spPr>
      </p:sp>
      <p:sp>
        <p:nvSpPr>
          <p:cNvPr id="658437" name="Rectangle 5"/>
          <p:cNvSpPr>
            <a:spLocks noGrp="1" noChangeArrowheads="1"/>
          </p:cNvSpPr>
          <p:nvPr>
            <p:ph type="body" idx="1"/>
          </p:nvPr>
        </p:nvSpPr>
        <p:spPr>
          <a:xfrm>
            <a:off x="221548" y="4234131"/>
            <a:ext cx="6287935" cy="1236957"/>
          </a:xfrm>
        </p:spPr>
        <p:txBody>
          <a:bodyPr/>
          <a:lstStyle/>
          <a:p>
            <a:r>
              <a:rPr lang="en-US" dirty="0"/>
              <a:t>Jogger text: What Is SQL Server?</a:t>
            </a:r>
          </a:p>
          <a:p>
            <a:r>
              <a:rPr lang="en-US" dirty="0"/>
              <a:t>Direction: Left</a:t>
            </a:r>
          </a:p>
          <a:p>
            <a:r>
              <a:rPr lang="en-US" dirty="0"/>
              <a:t>Instructor notes:</a:t>
            </a:r>
          </a:p>
          <a:p>
            <a:endParaRPr lang="en-US" dirty="0"/>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58484C9A-BFDA-4C43-B8AE-63AB359D6FFB}"/>
              </a:ext>
            </a:extLst>
          </p:cNvPr>
          <p:cNvSpPr>
            <a:spLocks noGrp="1" noRot="1" noChangeAspect="1" noChangeArrowheads="1"/>
          </p:cNvSpPr>
          <p:nvPr>
            <p:ph type="sldImg"/>
          </p:nvPr>
        </p:nvSpPr>
        <p:spPr>
          <a:xfrm>
            <a:off x="1143000" y="685800"/>
            <a:ext cx="4572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6" name="Text Box 2">
            <a:extLst>
              <a:ext uri="{FF2B5EF4-FFF2-40B4-BE49-F238E27FC236}">
                <a16:creationId xmlns:a16="http://schemas.microsoft.com/office/drawing/2014/main" id="{1493D5DB-788A-4F39-96C4-AEA382505C4D}"/>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r>
              <a:rPr lang="en-US" altLang="fr-FR">
                <a:latin typeface="Times New Roman" panose="02020603050405020304" pitchFamily="18" charset="0"/>
              </a:rPr>
              <a:t>Une session est établie lorsqu’on un client (PgAdmin, Qgis, PSQL, etc.) se connecte au serveur PG.</a:t>
            </a:r>
          </a:p>
          <a:p>
            <a:r>
              <a:rPr lang="en-US" altLang="fr-FR">
                <a:latin typeface="Times New Roman" panose="02020603050405020304" pitchFamily="18" charset="0"/>
              </a:rPr>
              <a:t>Le processus principal postgres reste disponible pour répondre à de nouvelles demandes de connexions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5D8B84AA-0551-46D8-8280-EAE10E361389}"/>
              </a:ext>
            </a:extLst>
          </p:cNvPr>
          <p:cNvSpPr>
            <a:spLocks noGrp="1" noRot="1" noChangeAspect="1" noChangeArrowheads="1"/>
          </p:cNvSpPr>
          <p:nvPr>
            <p:ph type="sldImg"/>
          </p:nvPr>
        </p:nvSpPr>
        <p:spPr>
          <a:xfrm>
            <a:off x="1143000" y="685800"/>
            <a:ext cx="4572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6" name="Text Box 2">
            <a:extLst>
              <a:ext uri="{FF2B5EF4-FFF2-40B4-BE49-F238E27FC236}">
                <a16:creationId xmlns:a16="http://schemas.microsoft.com/office/drawing/2014/main" id="{5B47520E-E102-4AA8-9A57-141CC9296B1E}"/>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dirty="0">
              <a:ea typeface="ＭＳ Ｐゴシック" charset="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CADBF557-D708-4924-8A14-D0601D6FC41D}"/>
              </a:ext>
            </a:extLst>
          </p:cNvPr>
          <p:cNvSpPr>
            <a:spLocks noGrp="1" noRot="1" noChangeAspect="1" noChangeArrowheads="1"/>
          </p:cNvSpPr>
          <p:nvPr>
            <p:ph type="sldImg"/>
          </p:nvPr>
        </p:nvSpPr>
        <p:spPr>
          <a:xfrm>
            <a:off x="1143000" y="685800"/>
            <a:ext cx="4572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6" name="Text Box 2">
            <a:extLst>
              <a:ext uri="{FF2B5EF4-FFF2-40B4-BE49-F238E27FC236}">
                <a16:creationId xmlns:a16="http://schemas.microsoft.com/office/drawing/2014/main" id="{3279A0FE-CB7F-4650-A34B-9DB81741FDF3}"/>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r>
              <a:rPr lang="en-US" altLang="fr-FR">
                <a:latin typeface="Times New Roman" panose="02020603050405020304" pitchFamily="18" charset="0"/>
              </a:rPr>
              <a:t>Une session est établie lorsqu’on un client (PgAdmin, Qgis, PSQL, etc.) se connecte au serveur PG.</a:t>
            </a:r>
          </a:p>
          <a:p>
            <a:r>
              <a:rPr lang="en-US" altLang="fr-FR">
                <a:latin typeface="Times New Roman" panose="02020603050405020304" pitchFamily="18" charset="0"/>
              </a:rPr>
              <a:t>Le processus principal postgres reste disponible pour répondre à de nouvelles demandes de connexions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AA0FD477-7281-4D92-B547-20225FCBC91B}"/>
              </a:ext>
            </a:extLst>
          </p:cNvPr>
          <p:cNvSpPr>
            <a:spLocks noGrp="1" noRot="1" noChangeAspect="1" noChangeArrowheads="1"/>
          </p:cNvSpPr>
          <p:nvPr>
            <p:ph type="sldImg"/>
          </p:nvPr>
        </p:nvSpPr>
        <p:spPr>
          <a:xfrm>
            <a:off x="1143000" y="685800"/>
            <a:ext cx="4572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6" name="Text Box 2">
            <a:extLst>
              <a:ext uri="{FF2B5EF4-FFF2-40B4-BE49-F238E27FC236}">
                <a16:creationId xmlns:a16="http://schemas.microsoft.com/office/drawing/2014/main" id="{103223E6-65C2-40FA-9FCB-E8C8C8482217}"/>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r>
              <a:rPr lang="en-US" dirty="0">
                <a:ea typeface="ＭＳ Ｐゴシック" charset="0"/>
                <a:cs typeface="+mn-cs"/>
              </a:rPr>
              <a:t>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C2ED98EC-A5DF-4958-AD9E-352CA8882374}"/>
              </a:ext>
            </a:extLst>
          </p:cNvPr>
          <p:cNvSpPr>
            <a:spLocks noGrp="1" noRot="1" noChangeAspect="1" noChangeArrowheads="1"/>
          </p:cNvSpPr>
          <p:nvPr>
            <p:ph type="sldImg"/>
          </p:nvPr>
        </p:nvSpPr>
        <p:spPr>
          <a:xfrm>
            <a:off x="1143000" y="685800"/>
            <a:ext cx="4572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6" name="Text Box 2">
            <a:extLst>
              <a:ext uri="{FF2B5EF4-FFF2-40B4-BE49-F238E27FC236}">
                <a16:creationId xmlns:a16="http://schemas.microsoft.com/office/drawing/2014/main" id="{A45953D7-288B-4A7C-981B-3172CE4AC9B4}"/>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r>
              <a:rPr lang="en-US">
                <a:ea typeface="ＭＳ Ｐゴシック" charset="0"/>
                <a:cs typeface="+mn-cs"/>
              </a:rPr>
              <a:t>N</a:t>
            </a:r>
            <a:endParaRPr lang="en-US" dirty="0">
              <a:ea typeface="ＭＳ Ｐゴシック" charset="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EDE70A0E-FA36-411C-AB24-B690595A9189}"/>
              </a:ext>
            </a:extLst>
          </p:cNvPr>
          <p:cNvSpPr>
            <a:spLocks noGrp="1" noRot="1" noChangeAspect="1" noChangeArrowheads="1"/>
          </p:cNvSpPr>
          <p:nvPr>
            <p:ph type="sldImg"/>
          </p:nvPr>
        </p:nvSpPr>
        <p:spPr>
          <a:xfrm>
            <a:off x="1143000" y="685800"/>
            <a:ext cx="4572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6" name="Text Box 2">
            <a:extLst>
              <a:ext uri="{FF2B5EF4-FFF2-40B4-BE49-F238E27FC236}">
                <a16:creationId xmlns:a16="http://schemas.microsoft.com/office/drawing/2014/main" id="{A71BF84B-836F-48B4-9EAD-C5B00F60F2E1}"/>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r>
              <a:rPr lang="en-US">
                <a:ea typeface="ＭＳ Ｐゴシック" charset="0"/>
                <a:cs typeface="+mn-cs"/>
              </a:rPr>
              <a:t>N</a:t>
            </a:r>
            <a:endParaRPr lang="en-US" dirty="0">
              <a:ea typeface="ＭＳ Ｐゴシック" charset="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5" name="Text Box 1">
            <a:extLst>
              <a:ext uri="{FF2B5EF4-FFF2-40B4-BE49-F238E27FC236}">
                <a16:creationId xmlns:a16="http://schemas.microsoft.com/office/drawing/2014/main" id="{38C036BA-D5A6-47FE-9257-C33834ED9332}"/>
              </a:ext>
            </a:extLst>
          </p:cNvPr>
          <p:cNvSpPr>
            <a:spLocks noGrp="1" noRot="1" noChangeAspect="1" noChangeArrowheads="1"/>
          </p:cNvSpPr>
          <p:nvPr>
            <p:ph type="sldImg"/>
          </p:nvPr>
        </p:nvSpPr>
        <p:spPr>
          <a:xfrm>
            <a:off x="1143000" y="685800"/>
            <a:ext cx="4572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6386" name="Text Box 2">
            <a:extLst>
              <a:ext uri="{FF2B5EF4-FFF2-40B4-BE49-F238E27FC236}">
                <a16:creationId xmlns:a16="http://schemas.microsoft.com/office/drawing/2014/main" id="{8AA28CC6-63DC-45B7-BDEE-9191C5445E7D}"/>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r>
              <a:rPr lang="en-US">
                <a:ea typeface="ＭＳ Ｐゴシック" charset="0"/>
                <a:cs typeface="+mn-cs"/>
              </a:rPr>
              <a:t>N</a:t>
            </a:r>
            <a:endParaRPr lang="en-US" dirty="0">
              <a:ea typeface="ＭＳ Ｐゴシック" charset="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latin typeface="+mj-lt"/>
              </a:rPr>
              <a:t>MDM</a:t>
            </a:r>
            <a:endParaRPr lang="fr-FR" dirty="0">
              <a:latin typeface="+mj-lt"/>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1.emf"/><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6</a:t>
            </a:r>
          </a:p>
          <a:p>
            <a:pPr eaLnBrk="1" hangingPunct="1"/>
            <a:r>
              <a:rPr lang="fr-FR" altLang="fr-FR" dirty="0"/>
              <a:t>Stockage</a:t>
            </a:r>
          </a:p>
        </p:txBody>
      </p:sp>
      <p:sp>
        <p:nvSpPr>
          <p:cNvPr id="3" name="ZoneTexte 2"/>
          <p:cNvSpPr txBox="1"/>
          <p:nvPr/>
        </p:nvSpPr>
        <p:spPr>
          <a:xfrm>
            <a:off x="2581711" y="1988840"/>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44DCAE-EC72-A49D-35B0-16F1DEF03794}"/>
              </a:ext>
            </a:extLst>
          </p:cNvPr>
          <p:cNvSpPr>
            <a:spLocks noGrp="1"/>
          </p:cNvSpPr>
          <p:nvPr>
            <p:ph type="title"/>
          </p:nvPr>
        </p:nvSpPr>
        <p:spPr/>
        <p:txBody>
          <a:bodyPr/>
          <a:lstStyle/>
          <a:p>
            <a:r>
              <a:rPr lang="fr-FR" dirty="0"/>
              <a:t>Data Storage &amp; Operations</a:t>
            </a:r>
          </a:p>
        </p:txBody>
      </p:sp>
      <p:sp>
        <p:nvSpPr>
          <p:cNvPr id="3" name="Espace réservé du contenu 2">
            <a:extLst>
              <a:ext uri="{FF2B5EF4-FFF2-40B4-BE49-F238E27FC236}">
                <a16:creationId xmlns:a16="http://schemas.microsoft.com/office/drawing/2014/main" id="{204B59C8-C22F-7217-9A8F-4C26E7EA3158}"/>
              </a:ext>
            </a:extLst>
          </p:cNvPr>
          <p:cNvSpPr>
            <a:spLocks noGrp="1"/>
          </p:cNvSpPr>
          <p:nvPr>
            <p:ph idx="1"/>
          </p:nvPr>
        </p:nvSpPr>
        <p:spPr/>
        <p:txBody>
          <a:bodyPr/>
          <a:lstStyle/>
          <a:p>
            <a:endParaRPr lang="fr-FR"/>
          </a:p>
        </p:txBody>
      </p:sp>
      <p:pic>
        <p:nvPicPr>
          <p:cNvPr id="5" name="Image 4" descr="Une image contenant texte, cercle, disque compact, capture d’écran&#10;&#10;Le contenu généré par l’IA peut être incorrect.">
            <a:extLst>
              <a:ext uri="{FF2B5EF4-FFF2-40B4-BE49-F238E27FC236}">
                <a16:creationId xmlns:a16="http://schemas.microsoft.com/office/drawing/2014/main" id="{2C0FF734-2C4B-4AC5-AFF4-622275CA2DE7}"/>
              </a:ext>
            </a:extLst>
          </p:cNvPr>
          <p:cNvPicPr>
            <a:picLocks noChangeAspect="1"/>
          </p:cNvPicPr>
          <p:nvPr/>
        </p:nvPicPr>
        <p:blipFill>
          <a:blip r:embed="rId2"/>
          <a:stretch>
            <a:fillRect/>
          </a:stretch>
        </p:blipFill>
        <p:spPr>
          <a:xfrm>
            <a:off x="2128496" y="1052181"/>
            <a:ext cx="4887007" cy="4753638"/>
          </a:xfrm>
          <a:prstGeom prst="rect">
            <a:avLst/>
          </a:prstGeom>
        </p:spPr>
      </p:pic>
    </p:spTree>
    <p:extLst>
      <p:ext uri="{BB962C8B-B14F-4D97-AF65-F5344CB8AC3E}">
        <p14:creationId xmlns:p14="http://schemas.microsoft.com/office/powerpoint/2010/main" val="174683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B7445-89C2-7A61-67A6-37BFA1414E12}"/>
              </a:ext>
            </a:extLst>
          </p:cNvPr>
          <p:cNvSpPr>
            <a:spLocks noGrp="1"/>
          </p:cNvSpPr>
          <p:nvPr>
            <p:ph type="title"/>
          </p:nvPr>
        </p:nvSpPr>
        <p:spPr/>
        <p:txBody>
          <a:bodyPr/>
          <a:lstStyle/>
          <a:p>
            <a:r>
              <a:rPr lang="fr-FR" dirty="0"/>
              <a:t>Définition</a:t>
            </a:r>
          </a:p>
        </p:txBody>
      </p:sp>
      <p:sp>
        <p:nvSpPr>
          <p:cNvPr id="3" name="Espace réservé du contenu 2">
            <a:extLst>
              <a:ext uri="{FF2B5EF4-FFF2-40B4-BE49-F238E27FC236}">
                <a16:creationId xmlns:a16="http://schemas.microsoft.com/office/drawing/2014/main" id="{A8F50F5F-52DA-EA9B-481B-B61F1A9EC1A6}"/>
              </a:ext>
            </a:extLst>
          </p:cNvPr>
          <p:cNvSpPr>
            <a:spLocks noGrp="1"/>
          </p:cNvSpPr>
          <p:nvPr>
            <p:ph idx="1"/>
          </p:nvPr>
        </p:nvSpPr>
        <p:spPr/>
        <p:txBody>
          <a:bodyPr/>
          <a:lstStyle/>
          <a:p>
            <a:r>
              <a:rPr lang="fr-FR" dirty="0"/>
              <a:t>La conception, la mise en œuvre et le support des données stockées afin d'en maximiser la valeur</a:t>
            </a:r>
          </a:p>
        </p:txBody>
      </p:sp>
    </p:spTree>
    <p:extLst>
      <p:ext uri="{BB962C8B-B14F-4D97-AF65-F5344CB8AC3E}">
        <p14:creationId xmlns:p14="http://schemas.microsoft.com/office/powerpoint/2010/main" val="2067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C635DD-F7BE-F10B-30FB-2CA6A55181DD}"/>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A9568B6-73A1-39D5-AC35-E70C31ED9947}"/>
              </a:ext>
            </a:extLst>
          </p:cNvPr>
          <p:cNvSpPr>
            <a:spLocks noGrp="1"/>
          </p:cNvSpPr>
          <p:nvPr>
            <p:ph idx="1"/>
          </p:nvPr>
        </p:nvSpPr>
        <p:spPr/>
        <p:txBody>
          <a:bodyPr/>
          <a:lstStyle/>
          <a:p>
            <a:r>
              <a:rPr lang="fr-FR" dirty="0"/>
              <a:t>Gérer la disponibilité des données tout au long de leur cycle de vie</a:t>
            </a:r>
          </a:p>
          <a:p>
            <a:r>
              <a:rPr lang="fr-FR" dirty="0"/>
              <a:t>Garantir l'intégrité des actifs de données</a:t>
            </a:r>
          </a:p>
          <a:p>
            <a:r>
              <a:rPr lang="fr-FR" dirty="0"/>
              <a:t>Gérer la performance des transactions de données.</a:t>
            </a:r>
          </a:p>
        </p:txBody>
      </p:sp>
    </p:spTree>
    <p:extLst>
      <p:ext uri="{BB962C8B-B14F-4D97-AF65-F5344CB8AC3E}">
        <p14:creationId xmlns:p14="http://schemas.microsoft.com/office/powerpoint/2010/main" val="324592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EBFF27-D818-19A3-9D28-E00FC84CB9C1}"/>
              </a:ext>
            </a:extLst>
          </p:cNvPr>
          <p:cNvSpPr>
            <a:spLocks noGrp="1"/>
          </p:cNvSpPr>
          <p:nvPr>
            <p:ph type="title"/>
          </p:nvPr>
        </p:nvSpPr>
        <p:spPr/>
        <p:txBody>
          <a:bodyPr/>
          <a:lstStyle/>
          <a:p>
            <a:r>
              <a:rPr lang="fr-FR" dirty="0"/>
              <a:t>Architecture générale</a:t>
            </a:r>
          </a:p>
        </p:txBody>
      </p:sp>
      <p:sp>
        <p:nvSpPr>
          <p:cNvPr id="3" name="Espace réservé du contenu 2">
            <a:extLst>
              <a:ext uri="{FF2B5EF4-FFF2-40B4-BE49-F238E27FC236}">
                <a16:creationId xmlns:a16="http://schemas.microsoft.com/office/drawing/2014/main" id="{75A4AAFF-5674-E456-A5D9-2EC1439921B8}"/>
              </a:ext>
            </a:extLst>
          </p:cNvPr>
          <p:cNvSpPr>
            <a:spLocks noGrp="1"/>
          </p:cNvSpPr>
          <p:nvPr>
            <p:ph idx="1"/>
          </p:nvPr>
        </p:nvSpPr>
        <p:spPr/>
        <p:txBody>
          <a:bodyPr/>
          <a:lstStyle/>
          <a:p>
            <a:endParaRPr lang="fr-FR"/>
          </a:p>
        </p:txBody>
      </p:sp>
      <p:pic>
        <p:nvPicPr>
          <p:cNvPr id="6" name="Image 5" descr="Une image contenant texte, capture d’écran, Police, conception&#10;&#10;Le contenu généré par l’IA peut être incorrect.">
            <a:extLst>
              <a:ext uri="{FF2B5EF4-FFF2-40B4-BE49-F238E27FC236}">
                <a16:creationId xmlns:a16="http://schemas.microsoft.com/office/drawing/2014/main" id="{15BB1C4C-9B6A-AEB4-5375-A38EACAB78E7}"/>
              </a:ext>
            </a:extLst>
          </p:cNvPr>
          <p:cNvPicPr>
            <a:picLocks noChangeAspect="1"/>
          </p:cNvPicPr>
          <p:nvPr/>
        </p:nvPicPr>
        <p:blipFill>
          <a:blip r:embed="rId2"/>
          <a:stretch>
            <a:fillRect/>
          </a:stretch>
        </p:blipFill>
        <p:spPr>
          <a:xfrm>
            <a:off x="1475656" y="976887"/>
            <a:ext cx="6644341" cy="5848769"/>
          </a:xfrm>
          <a:prstGeom prst="rect">
            <a:avLst/>
          </a:prstGeom>
        </p:spPr>
      </p:pic>
    </p:spTree>
    <p:extLst>
      <p:ext uri="{BB962C8B-B14F-4D97-AF65-F5344CB8AC3E}">
        <p14:creationId xmlns:p14="http://schemas.microsoft.com/office/powerpoint/2010/main" val="3200730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BE4116-B201-C25B-4D4E-EF15D9A4AE58}"/>
              </a:ext>
            </a:extLst>
          </p:cNvPr>
          <p:cNvSpPr>
            <a:spLocks noGrp="1"/>
          </p:cNvSpPr>
          <p:nvPr>
            <p:ph type="title"/>
          </p:nvPr>
        </p:nvSpPr>
        <p:spPr/>
        <p:txBody>
          <a:bodyPr/>
          <a:lstStyle/>
          <a:p>
            <a:r>
              <a:rPr lang="fr-FR" dirty="0"/>
              <a:t>Terminologie</a:t>
            </a:r>
          </a:p>
        </p:txBody>
      </p:sp>
      <p:sp>
        <p:nvSpPr>
          <p:cNvPr id="3" name="Espace réservé du contenu 2">
            <a:extLst>
              <a:ext uri="{FF2B5EF4-FFF2-40B4-BE49-F238E27FC236}">
                <a16:creationId xmlns:a16="http://schemas.microsoft.com/office/drawing/2014/main" id="{25B65886-1BF7-40F7-3036-F52783A7EAF2}"/>
              </a:ext>
            </a:extLst>
          </p:cNvPr>
          <p:cNvSpPr>
            <a:spLocks noGrp="1"/>
          </p:cNvSpPr>
          <p:nvPr>
            <p:ph idx="1"/>
          </p:nvPr>
        </p:nvSpPr>
        <p:spPr/>
        <p:txBody>
          <a:bodyPr/>
          <a:lstStyle/>
          <a:p>
            <a:r>
              <a:rPr lang="fr-FR" sz="2400" dirty="0" err="1"/>
              <a:t>Database</a:t>
            </a:r>
            <a:endParaRPr lang="fr-FR" sz="2400" dirty="0"/>
          </a:p>
          <a:p>
            <a:pPr lvl="1"/>
            <a:r>
              <a:rPr lang="fr-FR" sz="2000" dirty="0"/>
              <a:t>Stockage de données</a:t>
            </a:r>
          </a:p>
          <a:p>
            <a:r>
              <a:rPr lang="fr-FR" sz="2400" dirty="0"/>
              <a:t>DBMS – SGBD</a:t>
            </a:r>
          </a:p>
          <a:p>
            <a:pPr lvl="1"/>
            <a:r>
              <a:rPr lang="fr-FR" sz="2000" dirty="0"/>
              <a:t>Système de gestion des bases de données</a:t>
            </a:r>
          </a:p>
          <a:p>
            <a:r>
              <a:rPr lang="fr-FR" sz="2400" dirty="0"/>
              <a:t>DBA</a:t>
            </a:r>
          </a:p>
          <a:p>
            <a:pPr lvl="1"/>
            <a:r>
              <a:rPr lang="fr-FR" sz="2000" dirty="0" err="1"/>
              <a:t>Database</a:t>
            </a:r>
            <a:r>
              <a:rPr lang="fr-FR" sz="2000" dirty="0"/>
              <a:t> </a:t>
            </a:r>
            <a:r>
              <a:rPr lang="fr-FR" sz="2000" dirty="0" err="1"/>
              <a:t>Administrator</a:t>
            </a:r>
            <a:endParaRPr lang="fr-FR" sz="2000" dirty="0"/>
          </a:p>
          <a:p>
            <a:r>
              <a:rPr lang="fr-FR" sz="2400" dirty="0"/>
              <a:t>Instance</a:t>
            </a:r>
          </a:p>
          <a:p>
            <a:pPr lvl="1"/>
            <a:r>
              <a:rPr lang="fr-FR" sz="2000" dirty="0"/>
              <a:t>1 base de données</a:t>
            </a:r>
          </a:p>
          <a:p>
            <a:pPr lvl="1"/>
            <a:r>
              <a:rPr lang="fr-FR" sz="2000" dirty="0"/>
              <a:t>SGBD -* Instance</a:t>
            </a:r>
          </a:p>
          <a:p>
            <a:r>
              <a:rPr lang="fr-FR" sz="2400" dirty="0"/>
              <a:t>Schéma</a:t>
            </a:r>
          </a:p>
          <a:p>
            <a:pPr lvl="1"/>
            <a:r>
              <a:rPr lang="fr-FR" sz="2000" dirty="0"/>
              <a:t>Une instance possède plusieurs schémas qui représentent le découpage logique des données</a:t>
            </a:r>
          </a:p>
          <a:p>
            <a:pPr lvl="1"/>
            <a:r>
              <a:rPr lang="fr-FR" sz="2000" dirty="0"/>
              <a:t>Instance -* </a:t>
            </a:r>
            <a:r>
              <a:rPr lang="fr-FR" sz="2000" dirty="0" err="1"/>
              <a:t>Schema</a:t>
            </a:r>
            <a:endParaRPr lang="fr-FR" sz="2000" dirty="0"/>
          </a:p>
          <a:p>
            <a:pPr lvl="1"/>
            <a:endParaRPr lang="fr-FR" sz="2000" dirty="0"/>
          </a:p>
          <a:p>
            <a:endParaRPr lang="fr-FR" sz="2400" dirty="0"/>
          </a:p>
        </p:txBody>
      </p:sp>
    </p:spTree>
    <p:extLst>
      <p:ext uri="{BB962C8B-B14F-4D97-AF65-F5344CB8AC3E}">
        <p14:creationId xmlns:p14="http://schemas.microsoft.com/office/powerpoint/2010/main" val="378484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C37A6-AA45-38EC-E03B-ACDCA4FE567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30A4D6F-8658-AC87-4C11-438112277740}"/>
              </a:ext>
            </a:extLst>
          </p:cNvPr>
          <p:cNvSpPr>
            <a:spLocks noGrp="1"/>
          </p:cNvSpPr>
          <p:nvPr>
            <p:ph type="title"/>
          </p:nvPr>
        </p:nvSpPr>
        <p:spPr/>
        <p:txBody>
          <a:bodyPr/>
          <a:lstStyle/>
          <a:p>
            <a:r>
              <a:rPr lang="fr-FR" dirty="0"/>
              <a:t>Terminologie</a:t>
            </a:r>
          </a:p>
        </p:txBody>
      </p:sp>
      <p:sp>
        <p:nvSpPr>
          <p:cNvPr id="3" name="Espace réservé du contenu 2">
            <a:extLst>
              <a:ext uri="{FF2B5EF4-FFF2-40B4-BE49-F238E27FC236}">
                <a16:creationId xmlns:a16="http://schemas.microsoft.com/office/drawing/2014/main" id="{3D2E6EB5-3AAD-AFE6-35DA-110E7A497BAF}"/>
              </a:ext>
            </a:extLst>
          </p:cNvPr>
          <p:cNvSpPr>
            <a:spLocks noGrp="1"/>
          </p:cNvSpPr>
          <p:nvPr>
            <p:ph idx="1"/>
          </p:nvPr>
        </p:nvSpPr>
        <p:spPr/>
        <p:txBody>
          <a:bodyPr/>
          <a:lstStyle/>
          <a:p>
            <a:r>
              <a:rPr lang="fr-FR" sz="2400" dirty="0"/>
              <a:t>Table</a:t>
            </a:r>
          </a:p>
          <a:p>
            <a:pPr lvl="1"/>
            <a:r>
              <a:rPr lang="fr-FR" dirty="0"/>
              <a:t>L'unité de stockage d'une information structurée</a:t>
            </a:r>
          </a:p>
          <a:p>
            <a:pPr lvl="1"/>
            <a:r>
              <a:rPr lang="fr-FR" dirty="0"/>
              <a:t>Contient des lignes et des colonnes</a:t>
            </a:r>
          </a:p>
          <a:p>
            <a:pPr lvl="1"/>
            <a:r>
              <a:rPr lang="fr-FR" dirty="0" err="1"/>
              <a:t>Schema</a:t>
            </a:r>
            <a:r>
              <a:rPr lang="fr-FR" dirty="0"/>
              <a:t> -* Table</a:t>
            </a:r>
          </a:p>
          <a:p>
            <a:r>
              <a:rPr lang="fr-FR" sz="2400" dirty="0"/>
              <a:t>Node</a:t>
            </a:r>
          </a:p>
          <a:p>
            <a:pPr lvl="1"/>
            <a:r>
              <a:rPr lang="fr-FR" sz="2000" dirty="0"/>
              <a:t>Un ordinateur qui stocke une BD</a:t>
            </a:r>
          </a:p>
          <a:p>
            <a:pPr lvl="1"/>
            <a:endParaRPr lang="fr-FR" dirty="0"/>
          </a:p>
          <a:p>
            <a:pPr lvl="1"/>
            <a:endParaRPr lang="fr-FR" sz="2000" dirty="0"/>
          </a:p>
          <a:p>
            <a:endParaRPr lang="fr-FR" sz="2400" dirty="0"/>
          </a:p>
        </p:txBody>
      </p:sp>
    </p:spTree>
    <p:extLst>
      <p:ext uri="{BB962C8B-B14F-4D97-AF65-F5344CB8AC3E}">
        <p14:creationId xmlns:p14="http://schemas.microsoft.com/office/powerpoint/2010/main" val="541999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AEAFB0-3BAE-1BA0-844D-971F760B6FEC}"/>
              </a:ext>
            </a:extLst>
          </p:cNvPr>
          <p:cNvSpPr>
            <a:spLocks noGrp="1"/>
          </p:cNvSpPr>
          <p:nvPr>
            <p:ph type="title"/>
          </p:nvPr>
        </p:nvSpPr>
        <p:spPr/>
        <p:txBody>
          <a:bodyPr/>
          <a:lstStyle/>
          <a:p>
            <a:r>
              <a:rPr lang="fr-FR" dirty="0"/>
              <a:t>Les différentes BD</a:t>
            </a:r>
          </a:p>
        </p:txBody>
      </p:sp>
      <p:sp>
        <p:nvSpPr>
          <p:cNvPr id="3" name="Espace réservé du contenu 2">
            <a:extLst>
              <a:ext uri="{FF2B5EF4-FFF2-40B4-BE49-F238E27FC236}">
                <a16:creationId xmlns:a16="http://schemas.microsoft.com/office/drawing/2014/main" id="{5F2FE6F0-4232-4F5B-9ABD-1219300B933E}"/>
              </a:ext>
            </a:extLst>
          </p:cNvPr>
          <p:cNvSpPr>
            <a:spLocks noGrp="1"/>
          </p:cNvSpPr>
          <p:nvPr>
            <p:ph idx="1"/>
          </p:nvPr>
        </p:nvSpPr>
        <p:spPr/>
        <p:txBody>
          <a:bodyPr/>
          <a:lstStyle/>
          <a:p>
            <a:r>
              <a:rPr lang="fr-FR" dirty="0"/>
              <a:t>Production</a:t>
            </a:r>
          </a:p>
          <a:p>
            <a:pPr lvl="1"/>
            <a:r>
              <a:rPr lang="fr-FR" dirty="0"/>
              <a:t>BD utilisée en production</a:t>
            </a:r>
          </a:p>
          <a:p>
            <a:pPr lvl="1"/>
            <a:r>
              <a:rPr lang="fr-FR" dirty="0"/>
              <a:t>Sécurisée ++ et administration très </a:t>
            </a:r>
            <a:r>
              <a:rPr lang="fr-FR" dirty="0" err="1"/>
              <a:t>selective</a:t>
            </a:r>
            <a:endParaRPr lang="fr-FR" dirty="0"/>
          </a:p>
          <a:p>
            <a:r>
              <a:rPr lang="fr-FR" dirty="0"/>
              <a:t>Pre Prod</a:t>
            </a:r>
          </a:p>
          <a:p>
            <a:pPr lvl="1"/>
            <a:r>
              <a:rPr lang="fr-FR" dirty="0"/>
              <a:t>Clone de la production</a:t>
            </a:r>
          </a:p>
          <a:p>
            <a:pPr lvl="1"/>
            <a:r>
              <a:rPr lang="fr-FR" dirty="0"/>
              <a:t>Utile pour les tests de charge</a:t>
            </a:r>
          </a:p>
          <a:p>
            <a:r>
              <a:rPr lang="fr-FR" dirty="0"/>
              <a:t>Intégration</a:t>
            </a:r>
          </a:p>
          <a:p>
            <a:pPr lvl="1"/>
            <a:r>
              <a:rPr lang="fr-FR" dirty="0"/>
              <a:t>Permet d'effectuer les tests d'intégration</a:t>
            </a:r>
          </a:p>
          <a:p>
            <a:pPr lvl="1"/>
            <a:r>
              <a:rPr lang="fr-FR" dirty="0"/>
              <a:t>Git</a:t>
            </a:r>
          </a:p>
          <a:p>
            <a:r>
              <a:rPr lang="fr-FR" dirty="0"/>
              <a:t>Dev – </a:t>
            </a:r>
            <a:r>
              <a:rPr lang="fr-FR" dirty="0" err="1"/>
              <a:t>Lab</a:t>
            </a:r>
            <a:endParaRPr lang="fr-FR" dirty="0"/>
          </a:p>
          <a:p>
            <a:pPr lvl="1"/>
            <a:r>
              <a:rPr lang="fr-FR" dirty="0"/>
              <a:t>BD pour les développeurs</a:t>
            </a:r>
          </a:p>
        </p:txBody>
      </p:sp>
    </p:spTree>
    <p:extLst>
      <p:ext uri="{BB962C8B-B14F-4D97-AF65-F5344CB8AC3E}">
        <p14:creationId xmlns:p14="http://schemas.microsoft.com/office/powerpoint/2010/main" val="607437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260157-E1AF-C390-9527-47276397BC1A}"/>
              </a:ext>
            </a:extLst>
          </p:cNvPr>
          <p:cNvSpPr>
            <a:spLocks noGrp="1"/>
          </p:cNvSpPr>
          <p:nvPr>
            <p:ph type="title"/>
          </p:nvPr>
        </p:nvSpPr>
        <p:spPr/>
        <p:txBody>
          <a:bodyPr/>
          <a:lstStyle/>
          <a:p>
            <a:r>
              <a:rPr lang="fr-FR" dirty="0"/>
              <a:t>Les différentes architectures</a:t>
            </a:r>
          </a:p>
        </p:txBody>
      </p:sp>
      <p:pic>
        <p:nvPicPr>
          <p:cNvPr id="7" name="Espace réservé du contenu 6" descr="Une image contenant capture d’écran, ligne, diagramme, texte&#10;&#10;Le contenu généré par l’IA peut être incorrect.">
            <a:extLst>
              <a:ext uri="{FF2B5EF4-FFF2-40B4-BE49-F238E27FC236}">
                <a16:creationId xmlns:a16="http://schemas.microsoft.com/office/drawing/2014/main" id="{1E419E5D-6B4E-E947-4CA9-644BC3C93183}"/>
              </a:ext>
            </a:extLst>
          </p:cNvPr>
          <p:cNvPicPr>
            <a:picLocks noGrp="1" noChangeAspect="1"/>
          </p:cNvPicPr>
          <p:nvPr>
            <p:ph idx="1"/>
          </p:nvPr>
        </p:nvPicPr>
        <p:blipFill>
          <a:blip r:embed="rId2"/>
          <a:stretch>
            <a:fillRect/>
          </a:stretch>
        </p:blipFill>
        <p:spPr bwMode="auto">
          <a:xfrm>
            <a:off x="2958089" y="3819574"/>
            <a:ext cx="3528392" cy="3017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Image 4" descr="Une image contenant capture d’écran, texte, cercle, conception&#10;&#10;Le contenu généré par l’IA peut être incorrect.">
            <a:extLst>
              <a:ext uri="{FF2B5EF4-FFF2-40B4-BE49-F238E27FC236}">
                <a16:creationId xmlns:a16="http://schemas.microsoft.com/office/drawing/2014/main" id="{A5BD4CE2-907A-A9C7-D7DB-A0C89F317C80}"/>
              </a:ext>
            </a:extLst>
          </p:cNvPr>
          <p:cNvPicPr>
            <a:picLocks noChangeAspect="1"/>
          </p:cNvPicPr>
          <p:nvPr/>
        </p:nvPicPr>
        <p:blipFill>
          <a:blip r:embed="rId3"/>
          <a:stretch>
            <a:fillRect/>
          </a:stretch>
        </p:blipFill>
        <p:spPr>
          <a:xfrm>
            <a:off x="1754833" y="980728"/>
            <a:ext cx="5934903" cy="2838846"/>
          </a:xfrm>
          <a:prstGeom prst="rect">
            <a:avLst/>
          </a:prstGeom>
        </p:spPr>
      </p:pic>
    </p:spTree>
    <p:extLst>
      <p:ext uri="{BB962C8B-B14F-4D97-AF65-F5344CB8AC3E}">
        <p14:creationId xmlns:p14="http://schemas.microsoft.com/office/powerpoint/2010/main" val="3473827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C09963-907A-104D-2A5A-CE4E33B23828}"/>
              </a:ext>
            </a:extLst>
          </p:cNvPr>
          <p:cNvSpPr>
            <a:spLocks noGrp="1"/>
          </p:cNvSpPr>
          <p:nvPr>
            <p:ph type="title"/>
          </p:nvPr>
        </p:nvSpPr>
        <p:spPr/>
        <p:txBody>
          <a:bodyPr/>
          <a:lstStyle/>
          <a:p>
            <a:r>
              <a:rPr lang="fr-FR" dirty="0"/>
              <a:t>Les 4 dimensions</a:t>
            </a:r>
          </a:p>
        </p:txBody>
      </p:sp>
      <p:sp>
        <p:nvSpPr>
          <p:cNvPr id="3" name="Espace réservé du contenu 2">
            <a:extLst>
              <a:ext uri="{FF2B5EF4-FFF2-40B4-BE49-F238E27FC236}">
                <a16:creationId xmlns:a16="http://schemas.microsoft.com/office/drawing/2014/main" id="{C6DF6A77-BA5C-E50F-DCBA-E12E834ED32A}"/>
              </a:ext>
            </a:extLst>
          </p:cNvPr>
          <p:cNvSpPr>
            <a:spLocks noGrp="1"/>
          </p:cNvSpPr>
          <p:nvPr>
            <p:ph idx="1"/>
          </p:nvPr>
        </p:nvSpPr>
        <p:spPr/>
        <p:txBody>
          <a:bodyPr/>
          <a:lstStyle/>
          <a:p>
            <a:r>
              <a:rPr lang="fr-FR" dirty="0"/>
              <a:t>Les bases de données possèdent quatre dimensions principales :</a:t>
            </a:r>
          </a:p>
          <a:p>
            <a:pPr lvl="1"/>
            <a:r>
              <a:rPr lang="fr-FR" dirty="0"/>
              <a:t>La disponibilité des données</a:t>
            </a:r>
          </a:p>
          <a:p>
            <a:pPr lvl="1"/>
            <a:r>
              <a:rPr lang="fr-FR" dirty="0"/>
              <a:t>L’utilisabilité des données</a:t>
            </a:r>
          </a:p>
          <a:p>
            <a:pPr lvl="1"/>
            <a:r>
              <a:rPr lang="fr-FR" dirty="0"/>
              <a:t>L’intégrité des données</a:t>
            </a:r>
          </a:p>
          <a:p>
            <a:pPr lvl="1"/>
            <a:r>
              <a:rPr lang="fr-FR" dirty="0"/>
              <a:t>La sécurité des données</a:t>
            </a:r>
          </a:p>
        </p:txBody>
      </p:sp>
    </p:spTree>
    <p:extLst>
      <p:ext uri="{BB962C8B-B14F-4D97-AF65-F5344CB8AC3E}">
        <p14:creationId xmlns:p14="http://schemas.microsoft.com/office/powerpoint/2010/main" val="3932508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BAB247-AE91-30CE-0D5F-E344C8C77C48}"/>
              </a:ext>
            </a:extLst>
          </p:cNvPr>
          <p:cNvSpPr>
            <a:spLocks noGrp="1"/>
          </p:cNvSpPr>
          <p:nvPr>
            <p:ph type="title"/>
          </p:nvPr>
        </p:nvSpPr>
        <p:spPr/>
        <p:txBody>
          <a:bodyPr/>
          <a:lstStyle/>
          <a:p>
            <a:r>
              <a:rPr lang="fr-FR" dirty="0"/>
              <a:t>La disponibilité</a:t>
            </a:r>
          </a:p>
        </p:txBody>
      </p:sp>
      <p:sp>
        <p:nvSpPr>
          <p:cNvPr id="3" name="Espace réservé du contenu 2">
            <a:extLst>
              <a:ext uri="{FF2B5EF4-FFF2-40B4-BE49-F238E27FC236}">
                <a16:creationId xmlns:a16="http://schemas.microsoft.com/office/drawing/2014/main" id="{B7C8E5FD-D66E-6EC0-2244-CC9E81EC720D}"/>
              </a:ext>
            </a:extLst>
          </p:cNvPr>
          <p:cNvSpPr>
            <a:spLocks noGrp="1"/>
          </p:cNvSpPr>
          <p:nvPr>
            <p:ph idx="1"/>
          </p:nvPr>
        </p:nvSpPr>
        <p:spPr/>
        <p:txBody>
          <a:bodyPr/>
          <a:lstStyle/>
          <a:p>
            <a:r>
              <a:rPr lang="fr-FR" dirty="0"/>
              <a:t>Cela concerne leur sauvegarde, leur stockage, leur mise à jour, leur diffusion et de leur partage au sein de l'entreprise, tout en gérant et sécurisant les accès des différents utilisateurs et profils</a:t>
            </a:r>
          </a:p>
        </p:txBody>
      </p:sp>
    </p:spTree>
    <p:extLst>
      <p:ext uri="{BB962C8B-B14F-4D97-AF65-F5344CB8AC3E}">
        <p14:creationId xmlns:p14="http://schemas.microsoft.com/office/powerpoint/2010/main" val="1723836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DCF93A-0BB1-7997-0F7A-94338E06A618}"/>
              </a:ext>
            </a:extLst>
          </p:cNvPr>
          <p:cNvSpPr>
            <a:spLocks noGrp="1"/>
          </p:cNvSpPr>
          <p:nvPr>
            <p:ph type="title"/>
          </p:nvPr>
        </p:nvSpPr>
        <p:spPr/>
        <p:txBody>
          <a:bodyPr/>
          <a:lstStyle/>
          <a:p>
            <a:r>
              <a:rPr lang="fr-FR" dirty="0"/>
              <a:t>L’utilisabilité</a:t>
            </a:r>
          </a:p>
        </p:txBody>
      </p:sp>
      <p:sp>
        <p:nvSpPr>
          <p:cNvPr id="3" name="Espace réservé du contenu 2">
            <a:extLst>
              <a:ext uri="{FF2B5EF4-FFF2-40B4-BE49-F238E27FC236}">
                <a16:creationId xmlns:a16="http://schemas.microsoft.com/office/drawing/2014/main" id="{99A75CBA-EE58-75E8-BDAB-9C26086FE445}"/>
              </a:ext>
            </a:extLst>
          </p:cNvPr>
          <p:cNvSpPr>
            <a:spLocks noGrp="1"/>
          </p:cNvSpPr>
          <p:nvPr>
            <p:ph idx="1"/>
          </p:nvPr>
        </p:nvSpPr>
        <p:spPr/>
        <p:txBody>
          <a:bodyPr/>
          <a:lstStyle/>
          <a:p>
            <a:r>
              <a:rPr lang="fr-FR" dirty="0"/>
              <a:t>E</a:t>
            </a:r>
            <a:r>
              <a:rPr lang="fr-FR"/>
              <a:t>lle </a:t>
            </a:r>
            <a:r>
              <a:rPr lang="fr-FR" dirty="0"/>
              <a:t>doit veiller à ce que les données soient à jour, cohérentes, et facile d'accès pour les utilisateurs et usages définis dans l'entreprise</a:t>
            </a:r>
          </a:p>
        </p:txBody>
      </p:sp>
    </p:spTree>
    <p:extLst>
      <p:ext uri="{BB962C8B-B14F-4D97-AF65-F5344CB8AC3E}">
        <p14:creationId xmlns:p14="http://schemas.microsoft.com/office/powerpoint/2010/main" val="4085287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6D1291-C697-482B-3AB8-A224AB256B37}"/>
              </a:ext>
            </a:extLst>
          </p:cNvPr>
          <p:cNvSpPr>
            <a:spLocks noGrp="1"/>
          </p:cNvSpPr>
          <p:nvPr>
            <p:ph type="title"/>
          </p:nvPr>
        </p:nvSpPr>
        <p:spPr/>
        <p:txBody>
          <a:bodyPr/>
          <a:lstStyle/>
          <a:p>
            <a:r>
              <a:rPr lang="fr-FR" dirty="0"/>
              <a:t>L’intégrité</a:t>
            </a:r>
          </a:p>
        </p:txBody>
      </p:sp>
      <p:sp>
        <p:nvSpPr>
          <p:cNvPr id="3" name="Espace réservé du contenu 2">
            <a:extLst>
              <a:ext uri="{FF2B5EF4-FFF2-40B4-BE49-F238E27FC236}">
                <a16:creationId xmlns:a16="http://schemas.microsoft.com/office/drawing/2014/main" id="{2CCDB93B-A198-4DDA-D7F2-66F44496054A}"/>
              </a:ext>
            </a:extLst>
          </p:cNvPr>
          <p:cNvSpPr>
            <a:spLocks noGrp="1"/>
          </p:cNvSpPr>
          <p:nvPr>
            <p:ph idx="1"/>
          </p:nvPr>
        </p:nvSpPr>
        <p:spPr/>
        <p:txBody>
          <a:bodyPr/>
          <a:lstStyle/>
          <a:p>
            <a:r>
              <a:rPr lang="fr-FR" dirty="0"/>
              <a:t>Les données doivent être sécurisées de telle sorte à ce qu'elles soient cohérentes, fiables, pertinentes et valides</a:t>
            </a:r>
          </a:p>
        </p:txBody>
      </p:sp>
    </p:spTree>
    <p:extLst>
      <p:ext uri="{BB962C8B-B14F-4D97-AF65-F5344CB8AC3E}">
        <p14:creationId xmlns:p14="http://schemas.microsoft.com/office/powerpoint/2010/main" val="363554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5613D4-C94B-25FC-210E-360363796354}"/>
              </a:ext>
            </a:extLst>
          </p:cNvPr>
          <p:cNvSpPr>
            <a:spLocks noGrp="1"/>
          </p:cNvSpPr>
          <p:nvPr>
            <p:ph type="title"/>
          </p:nvPr>
        </p:nvSpPr>
        <p:spPr/>
        <p:txBody>
          <a:bodyPr/>
          <a:lstStyle/>
          <a:p>
            <a:r>
              <a:rPr lang="fr-FR" dirty="0"/>
              <a:t>La sécurité</a:t>
            </a:r>
          </a:p>
        </p:txBody>
      </p:sp>
      <p:sp>
        <p:nvSpPr>
          <p:cNvPr id="3" name="Espace réservé du contenu 2">
            <a:extLst>
              <a:ext uri="{FF2B5EF4-FFF2-40B4-BE49-F238E27FC236}">
                <a16:creationId xmlns:a16="http://schemas.microsoft.com/office/drawing/2014/main" id="{4F372042-04DD-DCCA-53AE-73016AE5B1A0}"/>
              </a:ext>
            </a:extLst>
          </p:cNvPr>
          <p:cNvSpPr>
            <a:spLocks noGrp="1"/>
          </p:cNvSpPr>
          <p:nvPr>
            <p:ph idx="1"/>
          </p:nvPr>
        </p:nvSpPr>
        <p:spPr/>
        <p:txBody>
          <a:bodyPr/>
          <a:lstStyle/>
          <a:p>
            <a:r>
              <a:rPr lang="fr-FR"/>
              <a:t>Cela </a:t>
            </a:r>
            <a:r>
              <a:rPr lang="fr-FR" dirty="0"/>
              <a:t>implique de mettre en place une politique de sécurisation des informations de l’entreprise et de ses clients, et doit permettre d’assurer la continuité des trois notions précédentes.</a:t>
            </a:r>
          </a:p>
        </p:txBody>
      </p:sp>
    </p:spTree>
    <p:extLst>
      <p:ext uri="{BB962C8B-B14F-4D97-AF65-F5344CB8AC3E}">
        <p14:creationId xmlns:p14="http://schemas.microsoft.com/office/powerpoint/2010/main" val="338240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DD4210-B75F-4E33-CD4A-0179C7FB8273}"/>
              </a:ext>
            </a:extLst>
          </p:cNvPr>
          <p:cNvSpPr>
            <a:spLocks noGrp="1"/>
          </p:cNvSpPr>
          <p:nvPr>
            <p:ph type="title"/>
          </p:nvPr>
        </p:nvSpPr>
        <p:spPr/>
        <p:txBody>
          <a:bodyPr/>
          <a:lstStyle/>
          <a:p>
            <a:r>
              <a:rPr lang="fr-FR" dirty="0"/>
              <a:t>2 types</a:t>
            </a:r>
          </a:p>
        </p:txBody>
      </p:sp>
      <p:sp>
        <p:nvSpPr>
          <p:cNvPr id="3" name="Espace réservé du contenu 2">
            <a:extLst>
              <a:ext uri="{FF2B5EF4-FFF2-40B4-BE49-F238E27FC236}">
                <a16:creationId xmlns:a16="http://schemas.microsoft.com/office/drawing/2014/main" id="{AB02F1B4-A99B-AEFD-8904-E1EE98326093}"/>
              </a:ext>
            </a:extLst>
          </p:cNvPr>
          <p:cNvSpPr>
            <a:spLocks noGrp="1"/>
          </p:cNvSpPr>
          <p:nvPr>
            <p:ph idx="1"/>
          </p:nvPr>
        </p:nvSpPr>
        <p:spPr/>
        <p:txBody>
          <a:bodyPr/>
          <a:lstStyle/>
          <a:p>
            <a:r>
              <a:rPr lang="fr-FR" dirty="0"/>
              <a:t>On peut distinguer deux grandes familles de données :</a:t>
            </a:r>
          </a:p>
          <a:p>
            <a:pPr lvl="1"/>
            <a:r>
              <a:rPr lang="fr-FR" dirty="0"/>
              <a:t>Celles qui ne nous concernent pas directement en tant qu’être humain. </a:t>
            </a:r>
            <a:r>
              <a:rPr lang="fr-FR"/>
              <a:t>Il </a:t>
            </a:r>
            <a:r>
              <a:rPr lang="fr-FR" dirty="0"/>
              <a:t>s’agit principalement des données d’ordre technique et scientifique ;</a:t>
            </a:r>
          </a:p>
          <a:p>
            <a:pPr lvl="1"/>
            <a:r>
              <a:rPr lang="fr-FR"/>
              <a:t>celles </a:t>
            </a:r>
            <a:r>
              <a:rPr lang="fr-FR" dirty="0"/>
              <a:t>dont nous sommes en réalité la matière première. Il s’agit des données que nous fournissons, volontairement ou pas tout au long de notre vie quotidienne. Il peut s’agir de nos déplacements, de la musique que l’on écoute, des séries qu'on regarde, de ce qu'on achète, de ce qu'on lit, des sites Web que l’on visite ou des photos que l’on poste sur son réseau social préféré.</a:t>
            </a:r>
          </a:p>
        </p:txBody>
      </p:sp>
    </p:spTree>
    <p:extLst>
      <p:ext uri="{BB962C8B-B14F-4D97-AF65-F5344CB8AC3E}">
        <p14:creationId xmlns:p14="http://schemas.microsoft.com/office/powerpoint/2010/main" val="3455868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2D75BB-5942-F2A2-25BC-1EC8534517AD}"/>
              </a:ext>
            </a:extLst>
          </p:cNvPr>
          <p:cNvSpPr>
            <a:spLocks noGrp="1"/>
          </p:cNvSpPr>
          <p:nvPr>
            <p:ph type="title"/>
          </p:nvPr>
        </p:nvSpPr>
        <p:spPr/>
        <p:txBody>
          <a:bodyPr/>
          <a:lstStyle/>
          <a:p>
            <a:r>
              <a:rPr lang="fr-FR" dirty="0"/>
              <a:t>Typologies</a:t>
            </a:r>
          </a:p>
        </p:txBody>
      </p:sp>
      <p:sp>
        <p:nvSpPr>
          <p:cNvPr id="3" name="Espace réservé du contenu 2">
            <a:extLst>
              <a:ext uri="{FF2B5EF4-FFF2-40B4-BE49-F238E27FC236}">
                <a16:creationId xmlns:a16="http://schemas.microsoft.com/office/drawing/2014/main" id="{4D76E714-3253-F068-7D48-693A823525F5}"/>
              </a:ext>
            </a:extLst>
          </p:cNvPr>
          <p:cNvSpPr>
            <a:spLocks noGrp="1"/>
          </p:cNvSpPr>
          <p:nvPr>
            <p:ph idx="1"/>
          </p:nvPr>
        </p:nvSpPr>
        <p:spPr/>
        <p:txBody>
          <a:bodyPr/>
          <a:lstStyle/>
          <a:p>
            <a:r>
              <a:rPr lang="fr-FR" dirty="0"/>
              <a:t>Les différentes sources de données</a:t>
            </a:r>
          </a:p>
          <a:p>
            <a:pPr lvl="1"/>
            <a:r>
              <a:rPr lang="fr-FR" dirty="0"/>
              <a:t>Libre </a:t>
            </a:r>
            <a:r>
              <a:rPr lang="fr-FR" dirty="0" err="1"/>
              <a:t>data.gouv</a:t>
            </a:r>
            <a:endParaRPr lang="fr-FR" dirty="0"/>
          </a:p>
          <a:p>
            <a:pPr lvl="1"/>
            <a:r>
              <a:rPr lang="fr-FR" dirty="0"/>
              <a:t>Payante</a:t>
            </a:r>
          </a:p>
          <a:p>
            <a:pPr lvl="1"/>
            <a:r>
              <a:rPr lang="fr-FR" dirty="0"/>
              <a:t>Logiciel interne</a:t>
            </a:r>
          </a:p>
          <a:p>
            <a:r>
              <a:rPr lang="fr-FR" dirty="0"/>
              <a:t>Les différents formats</a:t>
            </a:r>
          </a:p>
          <a:p>
            <a:pPr lvl="1"/>
            <a:r>
              <a:rPr lang="fr-FR" dirty="0"/>
              <a:t>Audio, Vidéo, Numérique, Office, …</a:t>
            </a:r>
          </a:p>
          <a:p>
            <a:r>
              <a:rPr lang="fr-FR" dirty="0"/>
              <a:t>Les différentes structurations</a:t>
            </a:r>
          </a:p>
          <a:p>
            <a:pPr lvl="1"/>
            <a:r>
              <a:rPr lang="fr-FR" dirty="0"/>
              <a:t>Structuré</a:t>
            </a:r>
          </a:p>
          <a:p>
            <a:pPr lvl="1"/>
            <a:r>
              <a:rPr lang="fr-FR" dirty="0"/>
              <a:t>Semi-structuré</a:t>
            </a:r>
          </a:p>
          <a:p>
            <a:pPr lvl="1"/>
            <a:r>
              <a:rPr lang="fr-FR" dirty="0"/>
              <a:t>Non structuré</a:t>
            </a:r>
          </a:p>
        </p:txBody>
      </p:sp>
    </p:spTree>
    <p:extLst>
      <p:ext uri="{BB962C8B-B14F-4D97-AF65-F5344CB8AC3E}">
        <p14:creationId xmlns:p14="http://schemas.microsoft.com/office/powerpoint/2010/main" val="953000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7D66F9-E288-8E28-E8F6-6DA243176D2E}"/>
              </a:ext>
            </a:extLst>
          </p:cNvPr>
          <p:cNvSpPr>
            <a:spLocks noGrp="1"/>
          </p:cNvSpPr>
          <p:nvPr>
            <p:ph type="title"/>
          </p:nvPr>
        </p:nvSpPr>
        <p:spPr/>
        <p:txBody>
          <a:bodyPr/>
          <a:lstStyle/>
          <a:p>
            <a:r>
              <a:rPr lang="fr-FR" dirty="0"/>
              <a:t>Les différents types de base de données</a:t>
            </a:r>
          </a:p>
        </p:txBody>
      </p:sp>
      <p:sp>
        <p:nvSpPr>
          <p:cNvPr id="3" name="Espace réservé du contenu 2">
            <a:extLst>
              <a:ext uri="{FF2B5EF4-FFF2-40B4-BE49-F238E27FC236}">
                <a16:creationId xmlns:a16="http://schemas.microsoft.com/office/drawing/2014/main" id="{E7AD7BD4-5055-F3CF-2F2B-00A9EDDDA5A2}"/>
              </a:ext>
            </a:extLst>
          </p:cNvPr>
          <p:cNvSpPr>
            <a:spLocks noGrp="1"/>
          </p:cNvSpPr>
          <p:nvPr>
            <p:ph idx="1"/>
          </p:nvPr>
        </p:nvSpPr>
        <p:spPr/>
        <p:txBody>
          <a:bodyPr/>
          <a:lstStyle/>
          <a:p>
            <a:r>
              <a:rPr lang="fr-FR" dirty="0"/>
              <a:t>Base de données</a:t>
            </a:r>
          </a:p>
          <a:p>
            <a:pPr lvl="1"/>
            <a:r>
              <a:rPr lang="fr-FR" dirty="0"/>
              <a:t>Stockage des données</a:t>
            </a:r>
          </a:p>
          <a:p>
            <a:pPr lvl="1"/>
            <a:r>
              <a:rPr lang="fr-FR" dirty="0"/>
              <a:t>Fiable, permet de retrouvé facilement la donnée</a:t>
            </a:r>
          </a:p>
          <a:p>
            <a:r>
              <a:rPr lang="fr-FR" dirty="0"/>
              <a:t>Structurée</a:t>
            </a:r>
          </a:p>
          <a:p>
            <a:pPr lvl="1"/>
            <a:r>
              <a:rPr lang="fr-FR" dirty="0"/>
              <a:t>Tabulaire : </a:t>
            </a:r>
            <a:r>
              <a:rPr lang="fr-FR" dirty="0" err="1"/>
              <a:t>Sql</a:t>
            </a:r>
            <a:endParaRPr lang="fr-FR" dirty="0"/>
          </a:p>
          <a:p>
            <a:r>
              <a:rPr lang="fr-FR" dirty="0"/>
              <a:t>Non structurée</a:t>
            </a:r>
          </a:p>
          <a:p>
            <a:pPr lvl="1"/>
            <a:r>
              <a:rPr lang="fr-FR" dirty="0"/>
              <a:t>Filesystem, Big Data, Hadoop</a:t>
            </a:r>
          </a:p>
          <a:p>
            <a:r>
              <a:rPr lang="fr-FR" dirty="0"/>
              <a:t>Semi structuré</a:t>
            </a:r>
          </a:p>
          <a:p>
            <a:pPr lvl="1"/>
            <a:r>
              <a:rPr lang="fr-FR" dirty="0"/>
              <a:t>JSON, XML, </a:t>
            </a:r>
            <a:r>
              <a:rPr lang="fr-FR" dirty="0" err="1"/>
              <a:t>MongoDb</a:t>
            </a:r>
            <a:endParaRPr lang="fr-FR" dirty="0"/>
          </a:p>
        </p:txBody>
      </p:sp>
    </p:spTree>
    <p:extLst>
      <p:ext uri="{BB962C8B-B14F-4D97-AF65-F5344CB8AC3E}">
        <p14:creationId xmlns:p14="http://schemas.microsoft.com/office/powerpoint/2010/main" val="1568262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7DF18-1738-E406-FC53-F414EBCA658A}"/>
              </a:ext>
            </a:extLst>
          </p:cNvPr>
          <p:cNvSpPr>
            <a:spLocks noGrp="1"/>
          </p:cNvSpPr>
          <p:nvPr>
            <p:ph type="title"/>
          </p:nvPr>
        </p:nvSpPr>
        <p:spPr/>
        <p:txBody>
          <a:bodyPr/>
          <a:lstStyle/>
          <a:p>
            <a:r>
              <a:rPr lang="fr-FR" dirty="0"/>
              <a:t>Les différents types</a:t>
            </a:r>
          </a:p>
        </p:txBody>
      </p:sp>
      <p:sp>
        <p:nvSpPr>
          <p:cNvPr id="3" name="Espace réservé du contenu 2">
            <a:extLst>
              <a:ext uri="{FF2B5EF4-FFF2-40B4-BE49-F238E27FC236}">
                <a16:creationId xmlns:a16="http://schemas.microsoft.com/office/drawing/2014/main" id="{52FFDE36-0EA8-B3E5-7576-DEBD535FE170}"/>
              </a:ext>
            </a:extLst>
          </p:cNvPr>
          <p:cNvSpPr>
            <a:spLocks noGrp="1"/>
          </p:cNvSpPr>
          <p:nvPr>
            <p:ph idx="1"/>
          </p:nvPr>
        </p:nvSpPr>
        <p:spPr/>
        <p:txBody>
          <a:bodyPr/>
          <a:lstStyle/>
          <a:p>
            <a:r>
              <a:rPr lang="fr-FR" dirty="0" err="1"/>
              <a:t>Hierachiques</a:t>
            </a:r>
            <a:endParaRPr lang="fr-FR" dirty="0"/>
          </a:p>
          <a:p>
            <a:pPr lvl="1"/>
            <a:r>
              <a:rPr lang="fr-FR" dirty="0"/>
              <a:t>Anciennes</a:t>
            </a:r>
          </a:p>
          <a:p>
            <a:r>
              <a:rPr lang="fr-FR" dirty="0"/>
              <a:t>Relationnelles</a:t>
            </a:r>
          </a:p>
          <a:p>
            <a:pPr lvl="1"/>
            <a:r>
              <a:rPr lang="fr-FR" dirty="0"/>
              <a:t>SGBDR</a:t>
            </a:r>
          </a:p>
          <a:p>
            <a:pPr lvl="1"/>
            <a:r>
              <a:rPr lang="fr-FR" dirty="0"/>
              <a:t>Très courantes</a:t>
            </a:r>
          </a:p>
          <a:p>
            <a:r>
              <a:rPr lang="fr-FR" dirty="0"/>
              <a:t>Non relationnelle</a:t>
            </a:r>
          </a:p>
          <a:p>
            <a:pPr lvl="1"/>
            <a:r>
              <a:rPr lang="fr-FR" dirty="0"/>
              <a:t>Objets</a:t>
            </a:r>
          </a:p>
          <a:p>
            <a:pPr lvl="1"/>
            <a:r>
              <a:rPr lang="fr-FR" dirty="0" err="1"/>
              <a:t>NoSql</a:t>
            </a:r>
            <a:endParaRPr lang="fr-FR" dirty="0"/>
          </a:p>
          <a:p>
            <a:pPr lvl="1"/>
            <a:r>
              <a:rPr lang="fr-FR" dirty="0"/>
              <a:t>Récentes</a:t>
            </a:r>
          </a:p>
        </p:txBody>
      </p:sp>
      <p:pic>
        <p:nvPicPr>
          <p:cNvPr id="5" name="Image 4" descr="Une image contenant texte, Police, capture d’écran, logo&#10;&#10;Le contenu généré par l’IA peut être incorrect.">
            <a:extLst>
              <a:ext uri="{FF2B5EF4-FFF2-40B4-BE49-F238E27FC236}">
                <a16:creationId xmlns:a16="http://schemas.microsoft.com/office/drawing/2014/main" id="{63F0CD04-49D8-BBD6-67DB-67E068138FCB}"/>
              </a:ext>
            </a:extLst>
          </p:cNvPr>
          <p:cNvPicPr>
            <a:picLocks noChangeAspect="1"/>
          </p:cNvPicPr>
          <p:nvPr/>
        </p:nvPicPr>
        <p:blipFill>
          <a:blip r:embed="rId2"/>
          <a:stretch>
            <a:fillRect/>
          </a:stretch>
        </p:blipFill>
        <p:spPr>
          <a:xfrm>
            <a:off x="3995936" y="1988840"/>
            <a:ext cx="4448796" cy="2648320"/>
          </a:xfrm>
          <a:prstGeom prst="rect">
            <a:avLst/>
          </a:prstGeom>
        </p:spPr>
      </p:pic>
    </p:spTree>
    <p:extLst>
      <p:ext uri="{BB962C8B-B14F-4D97-AF65-F5344CB8AC3E}">
        <p14:creationId xmlns:p14="http://schemas.microsoft.com/office/powerpoint/2010/main" val="3269653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2F5AAD1-8E02-EF51-36E0-1835986A4D3D}"/>
              </a:ext>
            </a:extLst>
          </p:cNvPr>
          <p:cNvSpPr>
            <a:spLocks noGrp="1" noChangeArrowheads="1"/>
          </p:cNvSpPr>
          <p:nvPr>
            <p:ph type="title"/>
          </p:nvPr>
        </p:nvSpPr>
        <p:spPr>
          <a:noFill/>
          <a:ln/>
        </p:spPr>
        <p:txBody>
          <a:bodyPr lIns="107950" tIns="53975" rIns="107950" bIns="53975"/>
          <a:lstStyle/>
          <a:p>
            <a:r>
              <a:rPr lang="fr-FR" altLang="fr-FR"/>
              <a:t>Historique</a:t>
            </a:r>
          </a:p>
        </p:txBody>
      </p:sp>
      <p:sp>
        <p:nvSpPr>
          <p:cNvPr id="8195" name="Rectangle 3">
            <a:extLst>
              <a:ext uri="{FF2B5EF4-FFF2-40B4-BE49-F238E27FC236}">
                <a16:creationId xmlns:a16="http://schemas.microsoft.com/office/drawing/2014/main" id="{499792D9-4F58-A5A8-C6BB-0BE9C3D99E6B}"/>
              </a:ext>
            </a:extLst>
          </p:cNvPr>
          <p:cNvSpPr>
            <a:spLocks noGrp="1" noChangeArrowheads="1"/>
          </p:cNvSpPr>
          <p:nvPr>
            <p:ph type="body" idx="1"/>
          </p:nvPr>
        </p:nvSpPr>
        <p:spPr>
          <a:ln/>
        </p:spPr>
        <p:txBody>
          <a:bodyPr lIns="107950" tIns="53975" rIns="107950" bIns="53975"/>
          <a:lstStyle/>
          <a:p>
            <a:endParaRPr lang="fr-FR" altLang="fr-FR"/>
          </a:p>
        </p:txBody>
      </p:sp>
      <p:graphicFrame>
        <p:nvGraphicFramePr>
          <p:cNvPr id="8196" name="Object 4">
            <a:extLst>
              <a:ext uri="{FF2B5EF4-FFF2-40B4-BE49-F238E27FC236}">
                <a16:creationId xmlns:a16="http://schemas.microsoft.com/office/drawing/2014/main" id="{39936B23-32F7-A9C3-AB80-0E7F7D11B7FA}"/>
              </a:ext>
            </a:extLst>
          </p:cNvPr>
          <p:cNvGraphicFramePr>
            <a:graphicFrameLocks/>
          </p:cNvGraphicFramePr>
          <p:nvPr/>
        </p:nvGraphicFramePr>
        <p:xfrm>
          <a:off x="627063" y="1139825"/>
          <a:ext cx="7726362" cy="5167313"/>
        </p:xfrm>
        <a:graphic>
          <a:graphicData uri="http://schemas.openxmlformats.org/presentationml/2006/ole">
            <mc:AlternateContent xmlns:mc="http://schemas.openxmlformats.org/markup-compatibility/2006">
              <mc:Choice xmlns:v="urn:schemas-microsoft-com:vml" Requires="v">
                <p:oleObj name="VISIO" r:id="rId3" imgW="6909840" imgH="4747320" progId="Visio.Drawing.4">
                  <p:embed/>
                </p:oleObj>
              </mc:Choice>
              <mc:Fallback>
                <p:oleObj name="VISIO" r:id="rId3" imgW="6909840" imgH="4747320" progId="Visio.Drawing.4">
                  <p:embed/>
                  <p:pic>
                    <p:nvPicPr>
                      <p:cNvPr id="8196" name="Object 4">
                        <a:extLst>
                          <a:ext uri="{FF2B5EF4-FFF2-40B4-BE49-F238E27FC236}">
                            <a16:creationId xmlns:a16="http://schemas.microsoft.com/office/drawing/2014/main" id="{39936B23-32F7-A9C3-AB80-0E7F7D11B7F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63" y="1139825"/>
                        <a:ext cx="7726362" cy="5167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1A09BD-F557-AA3A-CD67-904EDD6146A0}"/>
              </a:ext>
            </a:extLst>
          </p:cNvPr>
          <p:cNvSpPr>
            <a:spLocks noGrp="1"/>
          </p:cNvSpPr>
          <p:nvPr>
            <p:ph type="title"/>
          </p:nvPr>
        </p:nvSpPr>
        <p:spPr/>
        <p:txBody>
          <a:bodyPr/>
          <a:lstStyle/>
          <a:p>
            <a:r>
              <a:rPr lang="fr-FR" dirty="0"/>
              <a:t>Les SGBDR</a:t>
            </a:r>
          </a:p>
        </p:txBody>
      </p:sp>
      <p:sp>
        <p:nvSpPr>
          <p:cNvPr id="3" name="Espace réservé du contenu 2">
            <a:extLst>
              <a:ext uri="{FF2B5EF4-FFF2-40B4-BE49-F238E27FC236}">
                <a16:creationId xmlns:a16="http://schemas.microsoft.com/office/drawing/2014/main" id="{DFCFD357-46B1-8E0A-18F7-1004B83BAA64}"/>
              </a:ext>
            </a:extLst>
          </p:cNvPr>
          <p:cNvSpPr>
            <a:spLocks noGrp="1"/>
          </p:cNvSpPr>
          <p:nvPr>
            <p:ph idx="1"/>
          </p:nvPr>
        </p:nvSpPr>
        <p:spPr/>
        <p:txBody>
          <a:bodyPr/>
          <a:lstStyle/>
          <a:p>
            <a:r>
              <a:rPr lang="fr-FR" dirty="0"/>
              <a:t>Basé sur des relations entre des tables</a:t>
            </a:r>
          </a:p>
          <a:p>
            <a:r>
              <a:rPr lang="fr-FR" dirty="0"/>
              <a:t>Pour des données structurées</a:t>
            </a:r>
          </a:p>
          <a:p>
            <a:r>
              <a:rPr lang="fr-FR" dirty="0"/>
              <a:t>Oracle</a:t>
            </a:r>
          </a:p>
          <a:p>
            <a:r>
              <a:rPr lang="fr-FR" dirty="0"/>
              <a:t>Microsoft </a:t>
            </a:r>
            <a:r>
              <a:rPr lang="fr-FR" dirty="0" err="1"/>
              <a:t>Sql</a:t>
            </a:r>
            <a:r>
              <a:rPr lang="fr-FR" dirty="0"/>
              <a:t> Server</a:t>
            </a:r>
          </a:p>
          <a:p>
            <a:r>
              <a:rPr lang="fr-FR" dirty="0" err="1"/>
              <a:t>PostgreSql</a:t>
            </a:r>
            <a:endParaRPr lang="fr-FR" dirty="0"/>
          </a:p>
          <a:p>
            <a:r>
              <a:rPr lang="fr-FR" dirty="0" err="1"/>
              <a:t>MariaDb</a:t>
            </a:r>
            <a:r>
              <a:rPr lang="fr-FR" dirty="0"/>
              <a:t> – </a:t>
            </a:r>
            <a:r>
              <a:rPr lang="fr-FR" dirty="0" err="1"/>
              <a:t>MySql</a:t>
            </a:r>
            <a:endParaRPr lang="fr-FR" dirty="0"/>
          </a:p>
          <a:p>
            <a:r>
              <a:rPr lang="fr-FR"/>
              <a:t>Sqlite</a:t>
            </a:r>
            <a:endParaRPr lang="fr-FR" dirty="0"/>
          </a:p>
        </p:txBody>
      </p:sp>
    </p:spTree>
    <p:extLst>
      <p:ext uri="{BB962C8B-B14F-4D97-AF65-F5344CB8AC3E}">
        <p14:creationId xmlns:p14="http://schemas.microsoft.com/office/powerpoint/2010/main" val="29607564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ACID</a:t>
            </a:r>
          </a:p>
        </p:txBody>
      </p:sp>
      <p:sp>
        <p:nvSpPr>
          <p:cNvPr id="3" name="Espace réservé du contenu 2"/>
          <p:cNvSpPr>
            <a:spLocks noGrp="1"/>
          </p:cNvSpPr>
          <p:nvPr>
            <p:ph idx="1"/>
          </p:nvPr>
        </p:nvSpPr>
        <p:spPr/>
        <p:txBody>
          <a:bodyPr/>
          <a:lstStyle/>
          <a:p>
            <a:r>
              <a:rPr lang="fr-FR" dirty="0"/>
              <a:t>Les bases SGBDR sont ACID</a:t>
            </a:r>
          </a:p>
          <a:p>
            <a:pPr lvl="1"/>
            <a:r>
              <a:rPr lang="fr-FR"/>
              <a:t>Atomique</a:t>
            </a:r>
            <a:endParaRPr lang="fr-FR" dirty="0"/>
          </a:p>
          <a:p>
            <a:pPr lvl="1"/>
            <a:r>
              <a:rPr lang="fr-FR" dirty="0"/>
              <a:t>Cohérente</a:t>
            </a:r>
          </a:p>
          <a:p>
            <a:pPr lvl="1"/>
            <a:r>
              <a:rPr lang="fr-FR" dirty="0"/>
              <a:t>Intègre</a:t>
            </a:r>
          </a:p>
          <a:p>
            <a:pPr lvl="1"/>
            <a:r>
              <a:rPr lang="fr-FR" dirty="0"/>
              <a:t>Disponible</a:t>
            </a:r>
          </a:p>
        </p:txBody>
      </p:sp>
    </p:spTree>
    <p:extLst>
      <p:ext uri="{BB962C8B-B14F-4D97-AF65-F5344CB8AC3E}">
        <p14:creationId xmlns:p14="http://schemas.microsoft.com/office/powerpoint/2010/main" val="3705158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045527-1844-C149-75C8-9DF1138D20C6}"/>
              </a:ext>
            </a:extLst>
          </p:cNvPr>
          <p:cNvSpPr>
            <a:spLocks noGrp="1"/>
          </p:cNvSpPr>
          <p:nvPr>
            <p:ph type="title"/>
          </p:nvPr>
        </p:nvSpPr>
        <p:spPr/>
        <p:txBody>
          <a:bodyPr/>
          <a:lstStyle/>
          <a:p>
            <a:r>
              <a:rPr lang="fr-FR" dirty="0"/>
              <a:t>Oracle</a:t>
            </a:r>
          </a:p>
        </p:txBody>
      </p:sp>
      <p:sp>
        <p:nvSpPr>
          <p:cNvPr id="3" name="Espace réservé du contenu 2">
            <a:extLst>
              <a:ext uri="{FF2B5EF4-FFF2-40B4-BE49-F238E27FC236}">
                <a16:creationId xmlns:a16="http://schemas.microsoft.com/office/drawing/2014/main" id="{6E542408-04BF-1ACC-2A13-3C25738A5E91}"/>
              </a:ext>
            </a:extLst>
          </p:cNvPr>
          <p:cNvSpPr>
            <a:spLocks noGrp="1"/>
          </p:cNvSpPr>
          <p:nvPr>
            <p:ph idx="1"/>
          </p:nvPr>
        </p:nvSpPr>
        <p:spPr/>
        <p:txBody>
          <a:bodyPr/>
          <a:lstStyle/>
          <a:p>
            <a:r>
              <a:rPr lang="fr-FR" dirty="0"/>
              <a:t>Base de données disponible dés les années 80</a:t>
            </a:r>
          </a:p>
          <a:p>
            <a:r>
              <a:rPr lang="fr-FR" dirty="0"/>
              <a:t>C'est l'entreprise qui a popularisé les SGBDR</a:t>
            </a:r>
          </a:p>
          <a:p>
            <a:r>
              <a:rPr lang="fr-FR" dirty="0"/>
              <a:t>Lourd, couteux, dépassé</a:t>
            </a:r>
          </a:p>
        </p:txBody>
      </p:sp>
    </p:spTree>
    <p:extLst>
      <p:ext uri="{BB962C8B-B14F-4D97-AF65-F5344CB8AC3E}">
        <p14:creationId xmlns:p14="http://schemas.microsoft.com/office/powerpoint/2010/main" val="35388306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Titre 861"/>
          <p:cNvSpPr>
            <a:spLocks noGrp="1"/>
          </p:cNvSpPr>
          <p:nvPr>
            <p:ph type="title"/>
          </p:nvPr>
        </p:nvSpPr>
        <p:spPr/>
        <p:txBody>
          <a:bodyPr/>
          <a:lstStyle/>
          <a:p>
            <a:r>
              <a:rPr lang="fr-FR" noProof="0" dirty="0"/>
              <a:t>Qu’est-ce que SQL Server ?</a:t>
            </a:r>
          </a:p>
        </p:txBody>
      </p:sp>
      <p:sp>
        <p:nvSpPr>
          <p:cNvPr id="657411" name="Rectangle 3"/>
          <p:cNvSpPr>
            <a:spLocks noGrp="1" noChangeArrowheads="1"/>
          </p:cNvSpPr>
          <p:nvPr>
            <p:ph idx="1"/>
          </p:nvPr>
        </p:nvSpPr>
        <p:spPr>
          <a:noFill/>
        </p:spPr>
        <p:txBody>
          <a:bodyPr/>
          <a:lstStyle/>
          <a:p>
            <a:pPr>
              <a:spcBef>
                <a:spcPts val="1200"/>
              </a:spcBef>
              <a:spcAft>
                <a:spcPts val="300"/>
              </a:spcAft>
            </a:pPr>
            <a:r>
              <a:rPr lang="fr-FR" sz="2000" noProof="0" dirty="0"/>
              <a:t>SQL Server est un système de gestion de base de données</a:t>
            </a:r>
          </a:p>
          <a:p>
            <a:pPr lvl="1"/>
            <a:r>
              <a:rPr lang="fr-FR" sz="1800" noProof="0" dirty="0"/>
              <a:t>Une base de données est un emplacement de stockage pour les données</a:t>
            </a:r>
          </a:p>
          <a:p>
            <a:pPr lvl="1"/>
            <a:r>
              <a:rPr lang="fr-FR" sz="1800" noProof="0" dirty="0"/>
              <a:t>Une application accède aux données d’une base de données</a:t>
            </a:r>
          </a:p>
          <a:p>
            <a:pPr lvl="2"/>
            <a:r>
              <a:rPr lang="fr-FR" sz="1600" noProof="0" dirty="0"/>
              <a:t>Elle présente les données aux utilisateurs </a:t>
            </a:r>
          </a:p>
          <a:p>
            <a:pPr>
              <a:spcBef>
                <a:spcPts val="1200"/>
              </a:spcBef>
              <a:spcAft>
                <a:spcPts val="300"/>
              </a:spcAft>
            </a:pPr>
            <a:r>
              <a:rPr lang="fr-FR" sz="2000" noProof="0" dirty="0"/>
              <a:t>Les systèmes de base de données sont puissants</a:t>
            </a:r>
          </a:p>
          <a:p>
            <a:pPr lvl="1"/>
            <a:r>
              <a:rPr lang="fr-FR" sz="1800" noProof="0" dirty="0"/>
              <a:t>Les données sont organisées</a:t>
            </a:r>
          </a:p>
          <a:p>
            <a:pPr lvl="1"/>
            <a:r>
              <a:rPr lang="fr-FR" sz="1800" noProof="0" dirty="0"/>
              <a:t>Une base de données catalogue les données</a:t>
            </a:r>
          </a:p>
          <a:p>
            <a:pPr lvl="1"/>
            <a:r>
              <a:rPr lang="fr-FR" sz="1800" noProof="0" dirty="0"/>
              <a:t>Un système de base de données est composé de deux éléments</a:t>
            </a:r>
          </a:p>
          <a:p>
            <a:pPr lvl="2"/>
            <a:r>
              <a:rPr lang="fr-FR" sz="1600" noProof="0" dirty="0"/>
              <a:t>Les fichiers qui contiennent la base de données physique</a:t>
            </a:r>
          </a:p>
          <a:p>
            <a:pPr lvl="2"/>
            <a:r>
              <a:rPr lang="fr-FR" sz="1600" noProof="0" dirty="0"/>
              <a:t>Le logiciel de Système de Gestion de Base de Données (SGDB)</a:t>
            </a:r>
          </a:p>
        </p:txBody>
      </p:sp>
      <p:grpSp>
        <p:nvGrpSpPr>
          <p:cNvPr id="657412" name="Group 4"/>
          <p:cNvGrpSpPr>
            <a:grpSpLocks/>
          </p:cNvGrpSpPr>
          <p:nvPr/>
        </p:nvGrpSpPr>
        <p:grpSpPr bwMode="auto">
          <a:xfrm>
            <a:off x="8374063" y="6289675"/>
            <a:ext cx="622300" cy="461963"/>
            <a:chOff x="5275" y="3962"/>
            <a:chExt cx="392" cy="291"/>
          </a:xfrm>
        </p:grpSpPr>
        <p:grpSp>
          <p:nvGrpSpPr>
            <p:cNvPr id="657413" name="Group 5"/>
            <p:cNvGrpSpPr>
              <a:grpSpLocks/>
            </p:cNvGrpSpPr>
            <p:nvPr/>
          </p:nvGrpSpPr>
          <p:grpSpPr bwMode="auto">
            <a:xfrm>
              <a:off x="5279" y="3962"/>
              <a:ext cx="380" cy="288"/>
              <a:chOff x="5279" y="3962"/>
              <a:chExt cx="380" cy="288"/>
            </a:xfrm>
          </p:grpSpPr>
          <p:sp>
            <p:nvSpPr>
              <p:cNvPr id="657414" name="Freeform 6"/>
              <p:cNvSpPr>
                <a:spLocks noChangeAspect="1"/>
              </p:cNvSpPr>
              <p:nvPr/>
            </p:nvSpPr>
            <p:spPr bwMode="black">
              <a:xfrm>
                <a:off x="5282" y="3969"/>
                <a:ext cx="375" cy="281"/>
              </a:xfrm>
              <a:custGeom>
                <a:avLst/>
                <a:gdLst/>
                <a:ahLst/>
                <a:cxnLst>
                  <a:cxn ang="0">
                    <a:pos x="133" y="1294"/>
                  </a:cxn>
                  <a:cxn ang="0">
                    <a:pos x="274" y="1324"/>
                  </a:cxn>
                  <a:cxn ang="0">
                    <a:pos x="399" y="1324"/>
                  </a:cxn>
                  <a:cxn ang="0">
                    <a:pos x="641" y="1324"/>
                  </a:cxn>
                  <a:cxn ang="0">
                    <a:pos x="935" y="1324"/>
                  </a:cxn>
                  <a:cxn ang="0">
                    <a:pos x="1215" y="1324"/>
                  </a:cxn>
                  <a:cxn ang="0">
                    <a:pos x="1417" y="1324"/>
                  </a:cxn>
                  <a:cxn ang="0">
                    <a:pos x="1513" y="1322"/>
                  </a:cxn>
                  <a:cxn ang="0">
                    <a:pos x="1698" y="1248"/>
                  </a:cxn>
                  <a:cxn ang="0">
                    <a:pos x="1736" y="1171"/>
                  </a:cxn>
                  <a:cxn ang="0">
                    <a:pos x="1560" y="1171"/>
                  </a:cxn>
                  <a:cxn ang="0">
                    <a:pos x="1239" y="1168"/>
                  </a:cxn>
                  <a:cxn ang="0">
                    <a:pos x="1071" y="1118"/>
                  </a:cxn>
                  <a:cxn ang="0">
                    <a:pos x="984" y="1032"/>
                  </a:cxn>
                  <a:cxn ang="0">
                    <a:pos x="965" y="831"/>
                  </a:cxn>
                  <a:cxn ang="0">
                    <a:pos x="1120" y="654"/>
                  </a:cxn>
                  <a:cxn ang="0">
                    <a:pos x="1238" y="633"/>
                  </a:cxn>
                  <a:cxn ang="0">
                    <a:pos x="1420" y="574"/>
                  </a:cxn>
                  <a:cxn ang="0">
                    <a:pos x="1258" y="538"/>
                  </a:cxn>
                  <a:cxn ang="0">
                    <a:pos x="1014" y="603"/>
                  </a:cxn>
                  <a:cxn ang="0">
                    <a:pos x="1129" y="513"/>
                  </a:cxn>
                  <a:cxn ang="0">
                    <a:pos x="1340" y="475"/>
                  </a:cxn>
                  <a:cxn ang="0">
                    <a:pos x="1413" y="442"/>
                  </a:cxn>
                  <a:cxn ang="0">
                    <a:pos x="1181" y="406"/>
                  </a:cxn>
                  <a:cxn ang="0">
                    <a:pos x="1042" y="475"/>
                  </a:cxn>
                  <a:cxn ang="0">
                    <a:pos x="1174" y="371"/>
                  </a:cxn>
                  <a:cxn ang="0">
                    <a:pos x="1357" y="308"/>
                  </a:cxn>
                  <a:cxn ang="0">
                    <a:pos x="1180" y="274"/>
                  </a:cxn>
                  <a:cxn ang="0">
                    <a:pos x="1022" y="361"/>
                  </a:cxn>
                  <a:cxn ang="0">
                    <a:pos x="1163" y="215"/>
                  </a:cxn>
                  <a:cxn ang="0">
                    <a:pos x="1237" y="130"/>
                  </a:cxn>
                  <a:cxn ang="0">
                    <a:pos x="1054" y="204"/>
                  </a:cxn>
                  <a:cxn ang="0">
                    <a:pos x="986" y="237"/>
                  </a:cxn>
                  <a:cxn ang="0">
                    <a:pos x="1113" y="58"/>
                  </a:cxn>
                  <a:cxn ang="0">
                    <a:pos x="947" y="137"/>
                  </a:cxn>
                  <a:cxn ang="0">
                    <a:pos x="922" y="2"/>
                  </a:cxn>
                  <a:cxn ang="0">
                    <a:pos x="844" y="95"/>
                  </a:cxn>
                  <a:cxn ang="0">
                    <a:pos x="750" y="54"/>
                  </a:cxn>
                  <a:cxn ang="0">
                    <a:pos x="684" y="100"/>
                  </a:cxn>
                  <a:cxn ang="0">
                    <a:pos x="783" y="284"/>
                  </a:cxn>
                  <a:cxn ang="0">
                    <a:pos x="614" y="131"/>
                  </a:cxn>
                  <a:cxn ang="0">
                    <a:pos x="514" y="162"/>
                  </a:cxn>
                  <a:cxn ang="0">
                    <a:pos x="689" y="293"/>
                  </a:cxn>
                  <a:cxn ang="0">
                    <a:pos x="702" y="335"/>
                  </a:cxn>
                  <a:cxn ang="0">
                    <a:pos x="460" y="235"/>
                  </a:cxn>
                  <a:cxn ang="0">
                    <a:pos x="423" y="316"/>
                  </a:cxn>
                  <a:cxn ang="0">
                    <a:pos x="637" y="401"/>
                  </a:cxn>
                  <a:cxn ang="0">
                    <a:pos x="706" y="464"/>
                  </a:cxn>
                  <a:cxn ang="0">
                    <a:pos x="522" y="394"/>
                  </a:cxn>
                  <a:cxn ang="0">
                    <a:pos x="346" y="474"/>
                  </a:cxn>
                  <a:cxn ang="0">
                    <a:pos x="451" y="477"/>
                  </a:cxn>
                  <a:cxn ang="0">
                    <a:pos x="662" y="530"/>
                  </a:cxn>
                  <a:cxn ang="0">
                    <a:pos x="724" y="594"/>
                  </a:cxn>
                  <a:cxn ang="0">
                    <a:pos x="469" y="538"/>
                  </a:cxn>
                  <a:cxn ang="0">
                    <a:pos x="326" y="595"/>
                  </a:cxn>
                  <a:cxn ang="0">
                    <a:pos x="520" y="633"/>
                  </a:cxn>
                  <a:cxn ang="0">
                    <a:pos x="633" y="650"/>
                  </a:cxn>
                  <a:cxn ang="0">
                    <a:pos x="773" y="801"/>
                  </a:cxn>
                  <a:cxn ang="0">
                    <a:pos x="772" y="1013"/>
                  </a:cxn>
                  <a:cxn ang="0">
                    <a:pos x="684" y="1113"/>
                  </a:cxn>
                  <a:cxn ang="0">
                    <a:pos x="545" y="1164"/>
                  </a:cxn>
                  <a:cxn ang="0">
                    <a:pos x="221" y="1171"/>
                  </a:cxn>
                  <a:cxn ang="0">
                    <a:pos x="20" y="1171"/>
                  </a:cxn>
                </a:cxnLst>
                <a:rect l="0" t="0" r="r" b="b"/>
                <a:pathLst>
                  <a:path w="1766" h="1324">
                    <a:moveTo>
                      <a:pt x="0" y="1171"/>
                    </a:moveTo>
                    <a:lnTo>
                      <a:pt x="6" y="1180"/>
                    </a:lnTo>
                    <a:lnTo>
                      <a:pt x="13" y="1191"/>
                    </a:lnTo>
                    <a:lnTo>
                      <a:pt x="20" y="1200"/>
                    </a:lnTo>
                    <a:lnTo>
                      <a:pt x="27" y="1209"/>
                    </a:lnTo>
                    <a:lnTo>
                      <a:pt x="35" y="1218"/>
                    </a:lnTo>
                    <a:lnTo>
                      <a:pt x="42" y="1226"/>
                    </a:lnTo>
                    <a:lnTo>
                      <a:pt x="50" y="1234"/>
                    </a:lnTo>
                    <a:lnTo>
                      <a:pt x="58" y="1242"/>
                    </a:lnTo>
                    <a:lnTo>
                      <a:pt x="67" y="1251"/>
                    </a:lnTo>
                    <a:lnTo>
                      <a:pt x="75" y="1257"/>
                    </a:lnTo>
                    <a:lnTo>
                      <a:pt x="84" y="1264"/>
                    </a:lnTo>
                    <a:lnTo>
                      <a:pt x="94" y="1271"/>
                    </a:lnTo>
                    <a:lnTo>
                      <a:pt x="103" y="1277"/>
                    </a:lnTo>
                    <a:lnTo>
                      <a:pt x="113" y="1283"/>
                    </a:lnTo>
                    <a:lnTo>
                      <a:pt x="122" y="1289"/>
                    </a:lnTo>
                    <a:lnTo>
                      <a:pt x="133" y="1294"/>
                    </a:lnTo>
                    <a:lnTo>
                      <a:pt x="143" y="1299"/>
                    </a:lnTo>
                    <a:lnTo>
                      <a:pt x="153" y="1302"/>
                    </a:lnTo>
                    <a:lnTo>
                      <a:pt x="164" y="1307"/>
                    </a:lnTo>
                    <a:lnTo>
                      <a:pt x="175" y="1310"/>
                    </a:lnTo>
                    <a:lnTo>
                      <a:pt x="187" y="1314"/>
                    </a:lnTo>
                    <a:lnTo>
                      <a:pt x="197" y="1316"/>
                    </a:lnTo>
                    <a:lnTo>
                      <a:pt x="209" y="1319"/>
                    </a:lnTo>
                    <a:lnTo>
                      <a:pt x="220" y="1321"/>
                    </a:lnTo>
                    <a:lnTo>
                      <a:pt x="233" y="1322"/>
                    </a:lnTo>
                    <a:lnTo>
                      <a:pt x="244" y="1323"/>
                    </a:lnTo>
                    <a:lnTo>
                      <a:pt x="257" y="1324"/>
                    </a:lnTo>
                    <a:lnTo>
                      <a:pt x="269" y="1324"/>
                    </a:lnTo>
                    <a:lnTo>
                      <a:pt x="269" y="1324"/>
                    </a:lnTo>
                    <a:lnTo>
                      <a:pt x="269" y="1324"/>
                    </a:lnTo>
                    <a:lnTo>
                      <a:pt x="270" y="1324"/>
                    </a:lnTo>
                    <a:lnTo>
                      <a:pt x="272" y="1324"/>
                    </a:lnTo>
                    <a:lnTo>
                      <a:pt x="274" y="1324"/>
                    </a:lnTo>
                    <a:lnTo>
                      <a:pt x="277" y="1324"/>
                    </a:lnTo>
                    <a:lnTo>
                      <a:pt x="280" y="1324"/>
                    </a:lnTo>
                    <a:lnTo>
                      <a:pt x="285" y="1324"/>
                    </a:lnTo>
                    <a:lnTo>
                      <a:pt x="289" y="1324"/>
                    </a:lnTo>
                    <a:lnTo>
                      <a:pt x="295" y="1324"/>
                    </a:lnTo>
                    <a:lnTo>
                      <a:pt x="301" y="1324"/>
                    </a:lnTo>
                    <a:lnTo>
                      <a:pt x="308" y="1324"/>
                    </a:lnTo>
                    <a:lnTo>
                      <a:pt x="315" y="1324"/>
                    </a:lnTo>
                    <a:lnTo>
                      <a:pt x="322" y="1324"/>
                    </a:lnTo>
                    <a:lnTo>
                      <a:pt x="330" y="1324"/>
                    </a:lnTo>
                    <a:lnTo>
                      <a:pt x="338" y="1324"/>
                    </a:lnTo>
                    <a:lnTo>
                      <a:pt x="347" y="1324"/>
                    </a:lnTo>
                    <a:lnTo>
                      <a:pt x="357" y="1324"/>
                    </a:lnTo>
                    <a:lnTo>
                      <a:pt x="367" y="1324"/>
                    </a:lnTo>
                    <a:lnTo>
                      <a:pt x="377" y="1324"/>
                    </a:lnTo>
                    <a:lnTo>
                      <a:pt x="388" y="1324"/>
                    </a:lnTo>
                    <a:lnTo>
                      <a:pt x="399" y="1324"/>
                    </a:lnTo>
                    <a:lnTo>
                      <a:pt x="410" y="1324"/>
                    </a:lnTo>
                    <a:lnTo>
                      <a:pt x="423" y="1324"/>
                    </a:lnTo>
                    <a:lnTo>
                      <a:pt x="436" y="1324"/>
                    </a:lnTo>
                    <a:lnTo>
                      <a:pt x="448" y="1324"/>
                    </a:lnTo>
                    <a:lnTo>
                      <a:pt x="461" y="1324"/>
                    </a:lnTo>
                    <a:lnTo>
                      <a:pt x="475" y="1324"/>
                    </a:lnTo>
                    <a:lnTo>
                      <a:pt x="489" y="1324"/>
                    </a:lnTo>
                    <a:lnTo>
                      <a:pt x="502" y="1324"/>
                    </a:lnTo>
                    <a:lnTo>
                      <a:pt x="517" y="1324"/>
                    </a:lnTo>
                    <a:lnTo>
                      <a:pt x="531" y="1324"/>
                    </a:lnTo>
                    <a:lnTo>
                      <a:pt x="546" y="1324"/>
                    </a:lnTo>
                    <a:lnTo>
                      <a:pt x="561" y="1324"/>
                    </a:lnTo>
                    <a:lnTo>
                      <a:pt x="577" y="1324"/>
                    </a:lnTo>
                    <a:lnTo>
                      <a:pt x="592" y="1324"/>
                    </a:lnTo>
                    <a:lnTo>
                      <a:pt x="608" y="1324"/>
                    </a:lnTo>
                    <a:lnTo>
                      <a:pt x="624" y="1324"/>
                    </a:lnTo>
                    <a:lnTo>
                      <a:pt x="641" y="1324"/>
                    </a:lnTo>
                    <a:lnTo>
                      <a:pt x="658" y="1324"/>
                    </a:lnTo>
                    <a:lnTo>
                      <a:pt x="674" y="1324"/>
                    </a:lnTo>
                    <a:lnTo>
                      <a:pt x="691" y="1324"/>
                    </a:lnTo>
                    <a:lnTo>
                      <a:pt x="709" y="1324"/>
                    </a:lnTo>
                    <a:lnTo>
                      <a:pt x="725" y="1324"/>
                    </a:lnTo>
                    <a:lnTo>
                      <a:pt x="742" y="1324"/>
                    </a:lnTo>
                    <a:lnTo>
                      <a:pt x="759" y="1324"/>
                    </a:lnTo>
                    <a:lnTo>
                      <a:pt x="776" y="1324"/>
                    </a:lnTo>
                    <a:lnTo>
                      <a:pt x="795" y="1324"/>
                    </a:lnTo>
                    <a:lnTo>
                      <a:pt x="812" y="1324"/>
                    </a:lnTo>
                    <a:lnTo>
                      <a:pt x="829" y="1324"/>
                    </a:lnTo>
                    <a:lnTo>
                      <a:pt x="847" y="1324"/>
                    </a:lnTo>
                    <a:lnTo>
                      <a:pt x="865" y="1324"/>
                    </a:lnTo>
                    <a:lnTo>
                      <a:pt x="882" y="1324"/>
                    </a:lnTo>
                    <a:lnTo>
                      <a:pt x="900" y="1324"/>
                    </a:lnTo>
                    <a:lnTo>
                      <a:pt x="917" y="1324"/>
                    </a:lnTo>
                    <a:lnTo>
                      <a:pt x="935" y="1324"/>
                    </a:lnTo>
                    <a:lnTo>
                      <a:pt x="953" y="1324"/>
                    </a:lnTo>
                    <a:lnTo>
                      <a:pt x="970" y="1324"/>
                    </a:lnTo>
                    <a:lnTo>
                      <a:pt x="987" y="1324"/>
                    </a:lnTo>
                    <a:lnTo>
                      <a:pt x="1004" y="1324"/>
                    </a:lnTo>
                    <a:lnTo>
                      <a:pt x="1022" y="1324"/>
                    </a:lnTo>
                    <a:lnTo>
                      <a:pt x="1039" y="1324"/>
                    </a:lnTo>
                    <a:lnTo>
                      <a:pt x="1056" y="1324"/>
                    </a:lnTo>
                    <a:lnTo>
                      <a:pt x="1072" y="1324"/>
                    </a:lnTo>
                    <a:lnTo>
                      <a:pt x="1090" y="1324"/>
                    </a:lnTo>
                    <a:lnTo>
                      <a:pt x="1106" y="1324"/>
                    </a:lnTo>
                    <a:lnTo>
                      <a:pt x="1122" y="1324"/>
                    </a:lnTo>
                    <a:lnTo>
                      <a:pt x="1138" y="1324"/>
                    </a:lnTo>
                    <a:lnTo>
                      <a:pt x="1154" y="1324"/>
                    </a:lnTo>
                    <a:lnTo>
                      <a:pt x="1169" y="1324"/>
                    </a:lnTo>
                    <a:lnTo>
                      <a:pt x="1185" y="1324"/>
                    </a:lnTo>
                    <a:lnTo>
                      <a:pt x="1200" y="1324"/>
                    </a:lnTo>
                    <a:lnTo>
                      <a:pt x="1215" y="1324"/>
                    </a:lnTo>
                    <a:lnTo>
                      <a:pt x="1230" y="1324"/>
                    </a:lnTo>
                    <a:lnTo>
                      <a:pt x="1244" y="1324"/>
                    </a:lnTo>
                    <a:lnTo>
                      <a:pt x="1259" y="1324"/>
                    </a:lnTo>
                    <a:lnTo>
                      <a:pt x="1273" y="1324"/>
                    </a:lnTo>
                    <a:lnTo>
                      <a:pt x="1285" y="1324"/>
                    </a:lnTo>
                    <a:lnTo>
                      <a:pt x="1299" y="1324"/>
                    </a:lnTo>
                    <a:lnTo>
                      <a:pt x="1312" y="1324"/>
                    </a:lnTo>
                    <a:lnTo>
                      <a:pt x="1323" y="1324"/>
                    </a:lnTo>
                    <a:lnTo>
                      <a:pt x="1336" y="1324"/>
                    </a:lnTo>
                    <a:lnTo>
                      <a:pt x="1348" y="1324"/>
                    </a:lnTo>
                    <a:lnTo>
                      <a:pt x="1359" y="1324"/>
                    </a:lnTo>
                    <a:lnTo>
                      <a:pt x="1370" y="1324"/>
                    </a:lnTo>
                    <a:lnTo>
                      <a:pt x="1380" y="1324"/>
                    </a:lnTo>
                    <a:lnTo>
                      <a:pt x="1390" y="1324"/>
                    </a:lnTo>
                    <a:lnTo>
                      <a:pt x="1399" y="1324"/>
                    </a:lnTo>
                    <a:lnTo>
                      <a:pt x="1409" y="1324"/>
                    </a:lnTo>
                    <a:lnTo>
                      <a:pt x="1417" y="1324"/>
                    </a:lnTo>
                    <a:lnTo>
                      <a:pt x="1425" y="1324"/>
                    </a:lnTo>
                    <a:lnTo>
                      <a:pt x="1433" y="1324"/>
                    </a:lnTo>
                    <a:lnTo>
                      <a:pt x="1440" y="1324"/>
                    </a:lnTo>
                    <a:lnTo>
                      <a:pt x="1446" y="1324"/>
                    </a:lnTo>
                    <a:lnTo>
                      <a:pt x="1452" y="1324"/>
                    </a:lnTo>
                    <a:lnTo>
                      <a:pt x="1457" y="1324"/>
                    </a:lnTo>
                    <a:lnTo>
                      <a:pt x="1462" y="1324"/>
                    </a:lnTo>
                    <a:lnTo>
                      <a:pt x="1466" y="1324"/>
                    </a:lnTo>
                    <a:lnTo>
                      <a:pt x="1470" y="1324"/>
                    </a:lnTo>
                    <a:lnTo>
                      <a:pt x="1473" y="1324"/>
                    </a:lnTo>
                    <a:lnTo>
                      <a:pt x="1475" y="1324"/>
                    </a:lnTo>
                    <a:lnTo>
                      <a:pt x="1477" y="1324"/>
                    </a:lnTo>
                    <a:lnTo>
                      <a:pt x="1478" y="1324"/>
                    </a:lnTo>
                    <a:lnTo>
                      <a:pt x="1478" y="1324"/>
                    </a:lnTo>
                    <a:lnTo>
                      <a:pt x="1490" y="1324"/>
                    </a:lnTo>
                    <a:lnTo>
                      <a:pt x="1502" y="1323"/>
                    </a:lnTo>
                    <a:lnTo>
                      <a:pt x="1513" y="1322"/>
                    </a:lnTo>
                    <a:lnTo>
                      <a:pt x="1525" y="1321"/>
                    </a:lnTo>
                    <a:lnTo>
                      <a:pt x="1538" y="1319"/>
                    </a:lnTo>
                    <a:lnTo>
                      <a:pt x="1549" y="1317"/>
                    </a:lnTo>
                    <a:lnTo>
                      <a:pt x="1561" y="1314"/>
                    </a:lnTo>
                    <a:lnTo>
                      <a:pt x="1572" y="1312"/>
                    </a:lnTo>
                    <a:lnTo>
                      <a:pt x="1584" y="1308"/>
                    </a:lnTo>
                    <a:lnTo>
                      <a:pt x="1595" y="1305"/>
                    </a:lnTo>
                    <a:lnTo>
                      <a:pt x="1606" y="1300"/>
                    </a:lnTo>
                    <a:lnTo>
                      <a:pt x="1617" y="1295"/>
                    </a:lnTo>
                    <a:lnTo>
                      <a:pt x="1628" y="1291"/>
                    </a:lnTo>
                    <a:lnTo>
                      <a:pt x="1638" y="1286"/>
                    </a:lnTo>
                    <a:lnTo>
                      <a:pt x="1648" y="1280"/>
                    </a:lnTo>
                    <a:lnTo>
                      <a:pt x="1659" y="1275"/>
                    </a:lnTo>
                    <a:lnTo>
                      <a:pt x="1669" y="1269"/>
                    </a:lnTo>
                    <a:lnTo>
                      <a:pt x="1678" y="1262"/>
                    </a:lnTo>
                    <a:lnTo>
                      <a:pt x="1689" y="1255"/>
                    </a:lnTo>
                    <a:lnTo>
                      <a:pt x="1698" y="1248"/>
                    </a:lnTo>
                    <a:lnTo>
                      <a:pt x="1706" y="1241"/>
                    </a:lnTo>
                    <a:lnTo>
                      <a:pt x="1715" y="1233"/>
                    </a:lnTo>
                    <a:lnTo>
                      <a:pt x="1723" y="1225"/>
                    </a:lnTo>
                    <a:lnTo>
                      <a:pt x="1731" y="1217"/>
                    </a:lnTo>
                    <a:lnTo>
                      <a:pt x="1739" y="1208"/>
                    </a:lnTo>
                    <a:lnTo>
                      <a:pt x="1746" y="1199"/>
                    </a:lnTo>
                    <a:lnTo>
                      <a:pt x="1753" y="1190"/>
                    </a:lnTo>
                    <a:lnTo>
                      <a:pt x="1760" y="1180"/>
                    </a:lnTo>
                    <a:lnTo>
                      <a:pt x="1766" y="1171"/>
                    </a:lnTo>
                    <a:lnTo>
                      <a:pt x="1761" y="1171"/>
                    </a:lnTo>
                    <a:lnTo>
                      <a:pt x="1752" y="1171"/>
                    </a:lnTo>
                    <a:lnTo>
                      <a:pt x="1746" y="1171"/>
                    </a:lnTo>
                    <a:lnTo>
                      <a:pt x="1746" y="1171"/>
                    </a:lnTo>
                    <a:lnTo>
                      <a:pt x="1745" y="1171"/>
                    </a:lnTo>
                    <a:lnTo>
                      <a:pt x="1743" y="1171"/>
                    </a:lnTo>
                    <a:lnTo>
                      <a:pt x="1740" y="1171"/>
                    </a:lnTo>
                    <a:lnTo>
                      <a:pt x="1736" y="1171"/>
                    </a:lnTo>
                    <a:lnTo>
                      <a:pt x="1732" y="1171"/>
                    </a:lnTo>
                    <a:lnTo>
                      <a:pt x="1727" y="1171"/>
                    </a:lnTo>
                    <a:lnTo>
                      <a:pt x="1721" y="1171"/>
                    </a:lnTo>
                    <a:lnTo>
                      <a:pt x="1714" y="1171"/>
                    </a:lnTo>
                    <a:lnTo>
                      <a:pt x="1706" y="1171"/>
                    </a:lnTo>
                    <a:lnTo>
                      <a:pt x="1698" y="1171"/>
                    </a:lnTo>
                    <a:lnTo>
                      <a:pt x="1689" y="1171"/>
                    </a:lnTo>
                    <a:lnTo>
                      <a:pt x="1678" y="1171"/>
                    </a:lnTo>
                    <a:lnTo>
                      <a:pt x="1668" y="1171"/>
                    </a:lnTo>
                    <a:lnTo>
                      <a:pt x="1657" y="1171"/>
                    </a:lnTo>
                    <a:lnTo>
                      <a:pt x="1645" y="1171"/>
                    </a:lnTo>
                    <a:lnTo>
                      <a:pt x="1632" y="1171"/>
                    </a:lnTo>
                    <a:lnTo>
                      <a:pt x="1619" y="1171"/>
                    </a:lnTo>
                    <a:lnTo>
                      <a:pt x="1604" y="1171"/>
                    </a:lnTo>
                    <a:lnTo>
                      <a:pt x="1591" y="1171"/>
                    </a:lnTo>
                    <a:lnTo>
                      <a:pt x="1575" y="1171"/>
                    </a:lnTo>
                    <a:lnTo>
                      <a:pt x="1560" y="1171"/>
                    </a:lnTo>
                    <a:lnTo>
                      <a:pt x="1542" y="1171"/>
                    </a:lnTo>
                    <a:lnTo>
                      <a:pt x="1525" y="1171"/>
                    </a:lnTo>
                    <a:lnTo>
                      <a:pt x="1508" y="1171"/>
                    </a:lnTo>
                    <a:lnTo>
                      <a:pt x="1489" y="1171"/>
                    </a:lnTo>
                    <a:lnTo>
                      <a:pt x="1470" y="1171"/>
                    </a:lnTo>
                    <a:lnTo>
                      <a:pt x="1450" y="1171"/>
                    </a:lnTo>
                    <a:lnTo>
                      <a:pt x="1431" y="1171"/>
                    </a:lnTo>
                    <a:lnTo>
                      <a:pt x="1409" y="1171"/>
                    </a:lnTo>
                    <a:lnTo>
                      <a:pt x="1388" y="1171"/>
                    </a:lnTo>
                    <a:lnTo>
                      <a:pt x="1366" y="1171"/>
                    </a:lnTo>
                    <a:lnTo>
                      <a:pt x="1343" y="1171"/>
                    </a:lnTo>
                    <a:lnTo>
                      <a:pt x="1343" y="1171"/>
                    </a:lnTo>
                    <a:lnTo>
                      <a:pt x="1320" y="1170"/>
                    </a:lnTo>
                    <a:lnTo>
                      <a:pt x="1297" y="1170"/>
                    </a:lnTo>
                    <a:lnTo>
                      <a:pt x="1276" y="1169"/>
                    </a:lnTo>
                    <a:lnTo>
                      <a:pt x="1257" y="1169"/>
                    </a:lnTo>
                    <a:lnTo>
                      <a:pt x="1239" y="1168"/>
                    </a:lnTo>
                    <a:lnTo>
                      <a:pt x="1222" y="1165"/>
                    </a:lnTo>
                    <a:lnTo>
                      <a:pt x="1206" y="1164"/>
                    </a:lnTo>
                    <a:lnTo>
                      <a:pt x="1192" y="1162"/>
                    </a:lnTo>
                    <a:lnTo>
                      <a:pt x="1178" y="1160"/>
                    </a:lnTo>
                    <a:lnTo>
                      <a:pt x="1166" y="1157"/>
                    </a:lnTo>
                    <a:lnTo>
                      <a:pt x="1155" y="1155"/>
                    </a:lnTo>
                    <a:lnTo>
                      <a:pt x="1144" y="1153"/>
                    </a:lnTo>
                    <a:lnTo>
                      <a:pt x="1135" y="1149"/>
                    </a:lnTo>
                    <a:lnTo>
                      <a:pt x="1125" y="1147"/>
                    </a:lnTo>
                    <a:lnTo>
                      <a:pt x="1117" y="1143"/>
                    </a:lnTo>
                    <a:lnTo>
                      <a:pt x="1109" y="1140"/>
                    </a:lnTo>
                    <a:lnTo>
                      <a:pt x="1101" y="1137"/>
                    </a:lnTo>
                    <a:lnTo>
                      <a:pt x="1095" y="1133"/>
                    </a:lnTo>
                    <a:lnTo>
                      <a:pt x="1089" y="1130"/>
                    </a:lnTo>
                    <a:lnTo>
                      <a:pt x="1083" y="1126"/>
                    </a:lnTo>
                    <a:lnTo>
                      <a:pt x="1076" y="1122"/>
                    </a:lnTo>
                    <a:lnTo>
                      <a:pt x="1071" y="1118"/>
                    </a:lnTo>
                    <a:lnTo>
                      <a:pt x="1066" y="1115"/>
                    </a:lnTo>
                    <a:lnTo>
                      <a:pt x="1060" y="1110"/>
                    </a:lnTo>
                    <a:lnTo>
                      <a:pt x="1054" y="1107"/>
                    </a:lnTo>
                    <a:lnTo>
                      <a:pt x="1048" y="1102"/>
                    </a:lnTo>
                    <a:lnTo>
                      <a:pt x="1042" y="1097"/>
                    </a:lnTo>
                    <a:lnTo>
                      <a:pt x="1037" y="1094"/>
                    </a:lnTo>
                    <a:lnTo>
                      <a:pt x="1037" y="1094"/>
                    </a:lnTo>
                    <a:lnTo>
                      <a:pt x="1031" y="1089"/>
                    </a:lnTo>
                    <a:lnTo>
                      <a:pt x="1025" y="1085"/>
                    </a:lnTo>
                    <a:lnTo>
                      <a:pt x="1019" y="1080"/>
                    </a:lnTo>
                    <a:lnTo>
                      <a:pt x="1014" y="1074"/>
                    </a:lnTo>
                    <a:lnTo>
                      <a:pt x="1008" y="1069"/>
                    </a:lnTo>
                    <a:lnTo>
                      <a:pt x="1003" y="1062"/>
                    </a:lnTo>
                    <a:lnTo>
                      <a:pt x="998" y="1055"/>
                    </a:lnTo>
                    <a:lnTo>
                      <a:pt x="993" y="1048"/>
                    </a:lnTo>
                    <a:lnTo>
                      <a:pt x="988" y="1040"/>
                    </a:lnTo>
                    <a:lnTo>
                      <a:pt x="984" y="1032"/>
                    </a:lnTo>
                    <a:lnTo>
                      <a:pt x="979" y="1023"/>
                    </a:lnTo>
                    <a:lnTo>
                      <a:pt x="975" y="1013"/>
                    </a:lnTo>
                    <a:lnTo>
                      <a:pt x="971" y="1004"/>
                    </a:lnTo>
                    <a:lnTo>
                      <a:pt x="968" y="994"/>
                    </a:lnTo>
                    <a:lnTo>
                      <a:pt x="964" y="983"/>
                    </a:lnTo>
                    <a:lnTo>
                      <a:pt x="962" y="973"/>
                    </a:lnTo>
                    <a:lnTo>
                      <a:pt x="960" y="961"/>
                    </a:lnTo>
                    <a:lnTo>
                      <a:pt x="957" y="950"/>
                    </a:lnTo>
                    <a:lnTo>
                      <a:pt x="956" y="938"/>
                    </a:lnTo>
                    <a:lnTo>
                      <a:pt x="955" y="926"/>
                    </a:lnTo>
                    <a:lnTo>
                      <a:pt x="955" y="913"/>
                    </a:lnTo>
                    <a:lnTo>
                      <a:pt x="955" y="900"/>
                    </a:lnTo>
                    <a:lnTo>
                      <a:pt x="956" y="888"/>
                    </a:lnTo>
                    <a:lnTo>
                      <a:pt x="957" y="874"/>
                    </a:lnTo>
                    <a:lnTo>
                      <a:pt x="960" y="860"/>
                    </a:lnTo>
                    <a:lnTo>
                      <a:pt x="962" y="846"/>
                    </a:lnTo>
                    <a:lnTo>
                      <a:pt x="965" y="831"/>
                    </a:lnTo>
                    <a:lnTo>
                      <a:pt x="969" y="816"/>
                    </a:lnTo>
                    <a:lnTo>
                      <a:pt x="973" y="801"/>
                    </a:lnTo>
                    <a:lnTo>
                      <a:pt x="979" y="786"/>
                    </a:lnTo>
                    <a:lnTo>
                      <a:pt x="985" y="771"/>
                    </a:lnTo>
                    <a:lnTo>
                      <a:pt x="993" y="756"/>
                    </a:lnTo>
                    <a:lnTo>
                      <a:pt x="1001" y="744"/>
                    </a:lnTo>
                    <a:lnTo>
                      <a:pt x="1009" y="731"/>
                    </a:lnTo>
                    <a:lnTo>
                      <a:pt x="1019" y="720"/>
                    </a:lnTo>
                    <a:lnTo>
                      <a:pt x="1029" y="709"/>
                    </a:lnTo>
                    <a:lnTo>
                      <a:pt x="1039" y="700"/>
                    </a:lnTo>
                    <a:lnTo>
                      <a:pt x="1051" y="691"/>
                    </a:lnTo>
                    <a:lnTo>
                      <a:pt x="1062" y="684"/>
                    </a:lnTo>
                    <a:lnTo>
                      <a:pt x="1074" y="676"/>
                    </a:lnTo>
                    <a:lnTo>
                      <a:pt x="1085" y="670"/>
                    </a:lnTo>
                    <a:lnTo>
                      <a:pt x="1097" y="664"/>
                    </a:lnTo>
                    <a:lnTo>
                      <a:pt x="1108" y="659"/>
                    </a:lnTo>
                    <a:lnTo>
                      <a:pt x="1120" y="654"/>
                    </a:lnTo>
                    <a:lnTo>
                      <a:pt x="1131" y="650"/>
                    </a:lnTo>
                    <a:lnTo>
                      <a:pt x="1143" y="647"/>
                    </a:lnTo>
                    <a:lnTo>
                      <a:pt x="1153" y="644"/>
                    </a:lnTo>
                    <a:lnTo>
                      <a:pt x="1163" y="641"/>
                    </a:lnTo>
                    <a:lnTo>
                      <a:pt x="1174" y="639"/>
                    </a:lnTo>
                    <a:lnTo>
                      <a:pt x="1183" y="638"/>
                    </a:lnTo>
                    <a:lnTo>
                      <a:pt x="1191" y="637"/>
                    </a:lnTo>
                    <a:lnTo>
                      <a:pt x="1199" y="636"/>
                    </a:lnTo>
                    <a:lnTo>
                      <a:pt x="1207" y="634"/>
                    </a:lnTo>
                    <a:lnTo>
                      <a:pt x="1213" y="634"/>
                    </a:lnTo>
                    <a:lnTo>
                      <a:pt x="1219" y="633"/>
                    </a:lnTo>
                    <a:lnTo>
                      <a:pt x="1222" y="633"/>
                    </a:lnTo>
                    <a:lnTo>
                      <a:pt x="1226" y="633"/>
                    </a:lnTo>
                    <a:lnTo>
                      <a:pt x="1228" y="633"/>
                    </a:lnTo>
                    <a:lnTo>
                      <a:pt x="1228" y="633"/>
                    </a:lnTo>
                    <a:lnTo>
                      <a:pt x="1231" y="633"/>
                    </a:lnTo>
                    <a:lnTo>
                      <a:pt x="1238" y="633"/>
                    </a:lnTo>
                    <a:lnTo>
                      <a:pt x="1249" y="633"/>
                    </a:lnTo>
                    <a:lnTo>
                      <a:pt x="1262" y="633"/>
                    </a:lnTo>
                    <a:lnTo>
                      <a:pt x="1279" y="633"/>
                    </a:lnTo>
                    <a:lnTo>
                      <a:pt x="1296" y="633"/>
                    </a:lnTo>
                    <a:lnTo>
                      <a:pt x="1315" y="633"/>
                    </a:lnTo>
                    <a:lnTo>
                      <a:pt x="1334" y="633"/>
                    </a:lnTo>
                    <a:lnTo>
                      <a:pt x="1352" y="633"/>
                    </a:lnTo>
                    <a:lnTo>
                      <a:pt x="1371" y="633"/>
                    </a:lnTo>
                    <a:lnTo>
                      <a:pt x="1387" y="633"/>
                    </a:lnTo>
                    <a:lnTo>
                      <a:pt x="1401" y="633"/>
                    </a:lnTo>
                    <a:lnTo>
                      <a:pt x="1411" y="633"/>
                    </a:lnTo>
                    <a:lnTo>
                      <a:pt x="1418" y="633"/>
                    </a:lnTo>
                    <a:lnTo>
                      <a:pt x="1420" y="633"/>
                    </a:lnTo>
                    <a:lnTo>
                      <a:pt x="1420" y="627"/>
                    </a:lnTo>
                    <a:lnTo>
                      <a:pt x="1420" y="614"/>
                    </a:lnTo>
                    <a:lnTo>
                      <a:pt x="1420" y="595"/>
                    </a:lnTo>
                    <a:lnTo>
                      <a:pt x="1420" y="574"/>
                    </a:lnTo>
                    <a:lnTo>
                      <a:pt x="1420" y="556"/>
                    </a:lnTo>
                    <a:lnTo>
                      <a:pt x="1420" y="542"/>
                    </a:lnTo>
                    <a:lnTo>
                      <a:pt x="1420" y="538"/>
                    </a:lnTo>
                    <a:lnTo>
                      <a:pt x="1420" y="538"/>
                    </a:lnTo>
                    <a:lnTo>
                      <a:pt x="1418" y="538"/>
                    </a:lnTo>
                    <a:lnTo>
                      <a:pt x="1416" y="538"/>
                    </a:lnTo>
                    <a:lnTo>
                      <a:pt x="1411" y="538"/>
                    </a:lnTo>
                    <a:lnTo>
                      <a:pt x="1405" y="538"/>
                    </a:lnTo>
                    <a:lnTo>
                      <a:pt x="1397" y="538"/>
                    </a:lnTo>
                    <a:lnTo>
                      <a:pt x="1388" y="538"/>
                    </a:lnTo>
                    <a:lnTo>
                      <a:pt x="1376" y="538"/>
                    </a:lnTo>
                    <a:lnTo>
                      <a:pt x="1363" y="538"/>
                    </a:lnTo>
                    <a:lnTo>
                      <a:pt x="1347" y="538"/>
                    </a:lnTo>
                    <a:lnTo>
                      <a:pt x="1328" y="538"/>
                    </a:lnTo>
                    <a:lnTo>
                      <a:pt x="1307" y="538"/>
                    </a:lnTo>
                    <a:lnTo>
                      <a:pt x="1284" y="538"/>
                    </a:lnTo>
                    <a:lnTo>
                      <a:pt x="1258" y="538"/>
                    </a:lnTo>
                    <a:lnTo>
                      <a:pt x="1228" y="538"/>
                    </a:lnTo>
                    <a:lnTo>
                      <a:pt x="1209" y="538"/>
                    </a:lnTo>
                    <a:lnTo>
                      <a:pt x="1191" y="539"/>
                    </a:lnTo>
                    <a:lnTo>
                      <a:pt x="1174" y="541"/>
                    </a:lnTo>
                    <a:lnTo>
                      <a:pt x="1157" y="545"/>
                    </a:lnTo>
                    <a:lnTo>
                      <a:pt x="1140" y="548"/>
                    </a:lnTo>
                    <a:lnTo>
                      <a:pt x="1124" y="553"/>
                    </a:lnTo>
                    <a:lnTo>
                      <a:pt x="1109" y="557"/>
                    </a:lnTo>
                    <a:lnTo>
                      <a:pt x="1094" y="562"/>
                    </a:lnTo>
                    <a:lnTo>
                      <a:pt x="1082" y="568"/>
                    </a:lnTo>
                    <a:lnTo>
                      <a:pt x="1069" y="572"/>
                    </a:lnTo>
                    <a:lnTo>
                      <a:pt x="1057" y="578"/>
                    </a:lnTo>
                    <a:lnTo>
                      <a:pt x="1046" y="584"/>
                    </a:lnTo>
                    <a:lnTo>
                      <a:pt x="1037" y="589"/>
                    </a:lnTo>
                    <a:lnTo>
                      <a:pt x="1028" y="594"/>
                    </a:lnTo>
                    <a:lnTo>
                      <a:pt x="1021" y="599"/>
                    </a:lnTo>
                    <a:lnTo>
                      <a:pt x="1014" y="603"/>
                    </a:lnTo>
                    <a:lnTo>
                      <a:pt x="1008" y="607"/>
                    </a:lnTo>
                    <a:lnTo>
                      <a:pt x="1003" y="609"/>
                    </a:lnTo>
                    <a:lnTo>
                      <a:pt x="1001" y="611"/>
                    </a:lnTo>
                    <a:lnTo>
                      <a:pt x="999" y="614"/>
                    </a:lnTo>
                    <a:lnTo>
                      <a:pt x="998" y="614"/>
                    </a:lnTo>
                    <a:lnTo>
                      <a:pt x="1007" y="602"/>
                    </a:lnTo>
                    <a:lnTo>
                      <a:pt x="1015" y="591"/>
                    </a:lnTo>
                    <a:lnTo>
                      <a:pt x="1025" y="580"/>
                    </a:lnTo>
                    <a:lnTo>
                      <a:pt x="1034" y="571"/>
                    </a:lnTo>
                    <a:lnTo>
                      <a:pt x="1045" y="562"/>
                    </a:lnTo>
                    <a:lnTo>
                      <a:pt x="1056" y="553"/>
                    </a:lnTo>
                    <a:lnTo>
                      <a:pt x="1068" y="546"/>
                    </a:lnTo>
                    <a:lnTo>
                      <a:pt x="1079" y="538"/>
                    </a:lnTo>
                    <a:lnTo>
                      <a:pt x="1091" y="531"/>
                    </a:lnTo>
                    <a:lnTo>
                      <a:pt x="1104" y="525"/>
                    </a:lnTo>
                    <a:lnTo>
                      <a:pt x="1116" y="518"/>
                    </a:lnTo>
                    <a:lnTo>
                      <a:pt x="1129" y="513"/>
                    </a:lnTo>
                    <a:lnTo>
                      <a:pt x="1142" y="508"/>
                    </a:lnTo>
                    <a:lnTo>
                      <a:pt x="1154" y="503"/>
                    </a:lnTo>
                    <a:lnTo>
                      <a:pt x="1168" y="500"/>
                    </a:lnTo>
                    <a:lnTo>
                      <a:pt x="1181" y="496"/>
                    </a:lnTo>
                    <a:lnTo>
                      <a:pt x="1193" y="493"/>
                    </a:lnTo>
                    <a:lnTo>
                      <a:pt x="1207" y="489"/>
                    </a:lnTo>
                    <a:lnTo>
                      <a:pt x="1220" y="487"/>
                    </a:lnTo>
                    <a:lnTo>
                      <a:pt x="1234" y="485"/>
                    </a:lnTo>
                    <a:lnTo>
                      <a:pt x="1246" y="482"/>
                    </a:lnTo>
                    <a:lnTo>
                      <a:pt x="1259" y="481"/>
                    </a:lnTo>
                    <a:lnTo>
                      <a:pt x="1272" y="480"/>
                    </a:lnTo>
                    <a:lnTo>
                      <a:pt x="1283" y="479"/>
                    </a:lnTo>
                    <a:lnTo>
                      <a:pt x="1296" y="478"/>
                    </a:lnTo>
                    <a:lnTo>
                      <a:pt x="1307" y="477"/>
                    </a:lnTo>
                    <a:lnTo>
                      <a:pt x="1319" y="477"/>
                    </a:lnTo>
                    <a:lnTo>
                      <a:pt x="1329" y="477"/>
                    </a:lnTo>
                    <a:lnTo>
                      <a:pt x="1340" y="475"/>
                    </a:lnTo>
                    <a:lnTo>
                      <a:pt x="1350" y="475"/>
                    </a:lnTo>
                    <a:lnTo>
                      <a:pt x="1359" y="475"/>
                    </a:lnTo>
                    <a:lnTo>
                      <a:pt x="1368" y="477"/>
                    </a:lnTo>
                    <a:lnTo>
                      <a:pt x="1376" y="477"/>
                    </a:lnTo>
                    <a:lnTo>
                      <a:pt x="1385" y="477"/>
                    </a:lnTo>
                    <a:lnTo>
                      <a:pt x="1391" y="477"/>
                    </a:lnTo>
                    <a:lnTo>
                      <a:pt x="1398" y="478"/>
                    </a:lnTo>
                    <a:lnTo>
                      <a:pt x="1404" y="478"/>
                    </a:lnTo>
                    <a:lnTo>
                      <a:pt x="1409" y="478"/>
                    </a:lnTo>
                    <a:lnTo>
                      <a:pt x="1413" y="479"/>
                    </a:lnTo>
                    <a:lnTo>
                      <a:pt x="1416" y="479"/>
                    </a:lnTo>
                    <a:lnTo>
                      <a:pt x="1418" y="479"/>
                    </a:lnTo>
                    <a:lnTo>
                      <a:pt x="1420" y="479"/>
                    </a:lnTo>
                    <a:lnTo>
                      <a:pt x="1420" y="480"/>
                    </a:lnTo>
                    <a:lnTo>
                      <a:pt x="1419" y="474"/>
                    </a:lnTo>
                    <a:lnTo>
                      <a:pt x="1417" y="460"/>
                    </a:lnTo>
                    <a:lnTo>
                      <a:pt x="1413" y="442"/>
                    </a:lnTo>
                    <a:lnTo>
                      <a:pt x="1409" y="421"/>
                    </a:lnTo>
                    <a:lnTo>
                      <a:pt x="1405" y="403"/>
                    </a:lnTo>
                    <a:lnTo>
                      <a:pt x="1402" y="389"/>
                    </a:lnTo>
                    <a:lnTo>
                      <a:pt x="1401" y="383"/>
                    </a:lnTo>
                    <a:lnTo>
                      <a:pt x="1381" y="382"/>
                    </a:lnTo>
                    <a:lnTo>
                      <a:pt x="1361" y="381"/>
                    </a:lnTo>
                    <a:lnTo>
                      <a:pt x="1343" y="381"/>
                    </a:lnTo>
                    <a:lnTo>
                      <a:pt x="1323" y="382"/>
                    </a:lnTo>
                    <a:lnTo>
                      <a:pt x="1306" y="383"/>
                    </a:lnTo>
                    <a:lnTo>
                      <a:pt x="1289" y="384"/>
                    </a:lnTo>
                    <a:lnTo>
                      <a:pt x="1272" y="387"/>
                    </a:lnTo>
                    <a:lnTo>
                      <a:pt x="1256" y="389"/>
                    </a:lnTo>
                    <a:lnTo>
                      <a:pt x="1239" y="391"/>
                    </a:lnTo>
                    <a:lnTo>
                      <a:pt x="1224" y="395"/>
                    </a:lnTo>
                    <a:lnTo>
                      <a:pt x="1209" y="398"/>
                    </a:lnTo>
                    <a:lnTo>
                      <a:pt x="1195" y="403"/>
                    </a:lnTo>
                    <a:lnTo>
                      <a:pt x="1181" y="406"/>
                    </a:lnTo>
                    <a:lnTo>
                      <a:pt x="1168" y="411"/>
                    </a:lnTo>
                    <a:lnTo>
                      <a:pt x="1155" y="416"/>
                    </a:lnTo>
                    <a:lnTo>
                      <a:pt x="1144" y="420"/>
                    </a:lnTo>
                    <a:lnTo>
                      <a:pt x="1132" y="425"/>
                    </a:lnTo>
                    <a:lnTo>
                      <a:pt x="1122" y="429"/>
                    </a:lnTo>
                    <a:lnTo>
                      <a:pt x="1112" y="434"/>
                    </a:lnTo>
                    <a:lnTo>
                      <a:pt x="1102" y="439"/>
                    </a:lnTo>
                    <a:lnTo>
                      <a:pt x="1093" y="443"/>
                    </a:lnTo>
                    <a:lnTo>
                      <a:pt x="1085" y="448"/>
                    </a:lnTo>
                    <a:lnTo>
                      <a:pt x="1077" y="451"/>
                    </a:lnTo>
                    <a:lnTo>
                      <a:pt x="1070" y="456"/>
                    </a:lnTo>
                    <a:lnTo>
                      <a:pt x="1064" y="459"/>
                    </a:lnTo>
                    <a:lnTo>
                      <a:pt x="1059" y="464"/>
                    </a:lnTo>
                    <a:lnTo>
                      <a:pt x="1053" y="467"/>
                    </a:lnTo>
                    <a:lnTo>
                      <a:pt x="1049" y="470"/>
                    </a:lnTo>
                    <a:lnTo>
                      <a:pt x="1045" y="473"/>
                    </a:lnTo>
                    <a:lnTo>
                      <a:pt x="1042" y="475"/>
                    </a:lnTo>
                    <a:lnTo>
                      <a:pt x="1040" y="477"/>
                    </a:lnTo>
                    <a:lnTo>
                      <a:pt x="1038" y="479"/>
                    </a:lnTo>
                    <a:lnTo>
                      <a:pt x="1037" y="479"/>
                    </a:lnTo>
                    <a:lnTo>
                      <a:pt x="1037" y="480"/>
                    </a:lnTo>
                    <a:lnTo>
                      <a:pt x="1042" y="470"/>
                    </a:lnTo>
                    <a:lnTo>
                      <a:pt x="1049" y="459"/>
                    </a:lnTo>
                    <a:lnTo>
                      <a:pt x="1057" y="449"/>
                    </a:lnTo>
                    <a:lnTo>
                      <a:pt x="1066" y="440"/>
                    </a:lnTo>
                    <a:lnTo>
                      <a:pt x="1076" y="431"/>
                    </a:lnTo>
                    <a:lnTo>
                      <a:pt x="1086" y="422"/>
                    </a:lnTo>
                    <a:lnTo>
                      <a:pt x="1097" y="414"/>
                    </a:lnTo>
                    <a:lnTo>
                      <a:pt x="1109" y="406"/>
                    </a:lnTo>
                    <a:lnTo>
                      <a:pt x="1121" y="398"/>
                    </a:lnTo>
                    <a:lnTo>
                      <a:pt x="1133" y="390"/>
                    </a:lnTo>
                    <a:lnTo>
                      <a:pt x="1147" y="383"/>
                    </a:lnTo>
                    <a:lnTo>
                      <a:pt x="1160" y="376"/>
                    </a:lnTo>
                    <a:lnTo>
                      <a:pt x="1174" y="371"/>
                    </a:lnTo>
                    <a:lnTo>
                      <a:pt x="1188" y="364"/>
                    </a:lnTo>
                    <a:lnTo>
                      <a:pt x="1201" y="358"/>
                    </a:lnTo>
                    <a:lnTo>
                      <a:pt x="1214" y="352"/>
                    </a:lnTo>
                    <a:lnTo>
                      <a:pt x="1228" y="348"/>
                    </a:lnTo>
                    <a:lnTo>
                      <a:pt x="1242" y="342"/>
                    </a:lnTo>
                    <a:lnTo>
                      <a:pt x="1254" y="337"/>
                    </a:lnTo>
                    <a:lnTo>
                      <a:pt x="1267" y="334"/>
                    </a:lnTo>
                    <a:lnTo>
                      <a:pt x="1280" y="329"/>
                    </a:lnTo>
                    <a:lnTo>
                      <a:pt x="1291" y="326"/>
                    </a:lnTo>
                    <a:lnTo>
                      <a:pt x="1302" y="322"/>
                    </a:lnTo>
                    <a:lnTo>
                      <a:pt x="1313" y="320"/>
                    </a:lnTo>
                    <a:lnTo>
                      <a:pt x="1322" y="316"/>
                    </a:lnTo>
                    <a:lnTo>
                      <a:pt x="1332" y="314"/>
                    </a:lnTo>
                    <a:lnTo>
                      <a:pt x="1340" y="312"/>
                    </a:lnTo>
                    <a:lnTo>
                      <a:pt x="1347" y="311"/>
                    </a:lnTo>
                    <a:lnTo>
                      <a:pt x="1352" y="310"/>
                    </a:lnTo>
                    <a:lnTo>
                      <a:pt x="1357" y="308"/>
                    </a:lnTo>
                    <a:lnTo>
                      <a:pt x="1360" y="307"/>
                    </a:lnTo>
                    <a:lnTo>
                      <a:pt x="1363" y="307"/>
                    </a:lnTo>
                    <a:lnTo>
                      <a:pt x="1363" y="307"/>
                    </a:lnTo>
                    <a:lnTo>
                      <a:pt x="1360" y="302"/>
                    </a:lnTo>
                    <a:lnTo>
                      <a:pt x="1353" y="287"/>
                    </a:lnTo>
                    <a:lnTo>
                      <a:pt x="1343" y="268"/>
                    </a:lnTo>
                    <a:lnTo>
                      <a:pt x="1334" y="250"/>
                    </a:lnTo>
                    <a:lnTo>
                      <a:pt x="1327" y="236"/>
                    </a:lnTo>
                    <a:lnTo>
                      <a:pt x="1325" y="230"/>
                    </a:lnTo>
                    <a:lnTo>
                      <a:pt x="1304" y="235"/>
                    </a:lnTo>
                    <a:lnTo>
                      <a:pt x="1284" y="239"/>
                    </a:lnTo>
                    <a:lnTo>
                      <a:pt x="1266" y="244"/>
                    </a:lnTo>
                    <a:lnTo>
                      <a:pt x="1247" y="250"/>
                    </a:lnTo>
                    <a:lnTo>
                      <a:pt x="1229" y="255"/>
                    </a:lnTo>
                    <a:lnTo>
                      <a:pt x="1212" y="261"/>
                    </a:lnTo>
                    <a:lnTo>
                      <a:pt x="1196" y="267"/>
                    </a:lnTo>
                    <a:lnTo>
                      <a:pt x="1180" y="274"/>
                    </a:lnTo>
                    <a:lnTo>
                      <a:pt x="1165" y="280"/>
                    </a:lnTo>
                    <a:lnTo>
                      <a:pt x="1150" y="287"/>
                    </a:lnTo>
                    <a:lnTo>
                      <a:pt x="1136" y="292"/>
                    </a:lnTo>
                    <a:lnTo>
                      <a:pt x="1123" y="299"/>
                    </a:lnTo>
                    <a:lnTo>
                      <a:pt x="1110" y="305"/>
                    </a:lnTo>
                    <a:lnTo>
                      <a:pt x="1099" y="312"/>
                    </a:lnTo>
                    <a:lnTo>
                      <a:pt x="1087" y="318"/>
                    </a:lnTo>
                    <a:lnTo>
                      <a:pt x="1078" y="323"/>
                    </a:lnTo>
                    <a:lnTo>
                      <a:pt x="1068" y="329"/>
                    </a:lnTo>
                    <a:lnTo>
                      <a:pt x="1060" y="335"/>
                    </a:lnTo>
                    <a:lnTo>
                      <a:pt x="1052" y="340"/>
                    </a:lnTo>
                    <a:lnTo>
                      <a:pt x="1045" y="344"/>
                    </a:lnTo>
                    <a:lnTo>
                      <a:pt x="1038" y="349"/>
                    </a:lnTo>
                    <a:lnTo>
                      <a:pt x="1033" y="352"/>
                    </a:lnTo>
                    <a:lnTo>
                      <a:pt x="1029" y="356"/>
                    </a:lnTo>
                    <a:lnTo>
                      <a:pt x="1024" y="359"/>
                    </a:lnTo>
                    <a:lnTo>
                      <a:pt x="1022" y="361"/>
                    </a:lnTo>
                    <a:lnTo>
                      <a:pt x="1019" y="363"/>
                    </a:lnTo>
                    <a:lnTo>
                      <a:pt x="1018" y="364"/>
                    </a:lnTo>
                    <a:lnTo>
                      <a:pt x="1017" y="365"/>
                    </a:lnTo>
                    <a:lnTo>
                      <a:pt x="1024" y="352"/>
                    </a:lnTo>
                    <a:lnTo>
                      <a:pt x="1032" y="340"/>
                    </a:lnTo>
                    <a:lnTo>
                      <a:pt x="1040" y="328"/>
                    </a:lnTo>
                    <a:lnTo>
                      <a:pt x="1049" y="316"/>
                    </a:lnTo>
                    <a:lnTo>
                      <a:pt x="1059" y="305"/>
                    </a:lnTo>
                    <a:lnTo>
                      <a:pt x="1070" y="293"/>
                    </a:lnTo>
                    <a:lnTo>
                      <a:pt x="1080" y="283"/>
                    </a:lnTo>
                    <a:lnTo>
                      <a:pt x="1092" y="272"/>
                    </a:lnTo>
                    <a:lnTo>
                      <a:pt x="1104" y="261"/>
                    </a:lnTo>
                    <a:lnTo>
                      <a:pt x="1115" y="252"/>
                    </a:lnTo>
                    <a:lnTo>
                      <a:pt x="1128" y="242"/>
                    </a:lnTo>
                    <a:lnTo>
                      <a:pt x="1139" y="232"/>
                    </a:lnTo>
                    <a:lnTo>
                      <a:pt x="1152" y="224"/>
                    </a:lnTo>
                    <a:lnTo>
                      <a:pt x="1163" y="215"/>
                    </a:lnTo>
                    <a:lnTo>
                      <a:pt x="1175" y="207"/>
                    </a:lnTo>
                    <a:lnTo>
                      <a:pt x="1186" y="200"/>
                    </a:lnTo>
                    <a:lnTo>
                      <a:pt x="1198" y="193"/>
                    </a:lnTo>
                    <a:lnTo>
                      <a:pt x="1208" y="186"/>
                    </a:lnTo>
                    <a:lnTo>
                      <a:pt x="1219" y="181"/>
                    </a:lnTo>
                    <a:lnTo>
                      <a:pt x="1228" y="175"/>
                    </a:lnTo>
                    <a:lnTo>
                      <a:pt x="1236" y="170"/>
                    </a:lnTo>
                    <a:lnTo>
                      <a:pt x="1244" y="166"/>
                    </a:lnTo>
                    <a:lnTo>
                      <a:pt x="1251" y="162"/>
                    </a:lnTo>
                    <a:lnTo>
                      <a:pt x="1256" y="159"/>
                    </a:lnTo>
                    <a:lnTo>
                      <a:pt x="1260" y="156"/>
                    </a:lnTo>
                    <a:lnTo>
                      <a:pt x="1264" y="154"/>
                    </a:lnTo>
                    <a:lnTo>
                      <a:pt x="1266" y="153"/>
                    </a:lnTo>
                    <a:lnTo>
                      <a:pt x="1267" y="153"/>
                    </a:lnTo>
                    <a:lnTo>
                      <a:pt x="1262" y="149"/>
                    </a:lnTo>
                    <a:lnTo>
                      <a:pt x="1252" y="141"/>
                    </a:lnTo>
                    <a:lnTo>
                      <a:pt x="1237" y="130"/>
                    </a:lnTo>
                    <a:lnTo>
                      <a:pt x="1220" y="118"/>
                    </a:lnTo>
                    <a:lnTo>
                      <a:pt x="1205" y="107"/>
                    </a:lnTo>
                    <a:lnTo>
                      <a:pt x="1195" y="99"/>
                    </a:lnTo>
                    <a:lnTo>
                      <a:pt x="1190" y="95"/>
                    </a:lnTo>
                    <a:lnTo>
                      <a:pt x="1185" y="99"/>
                    </a:lnTo>
                    <a:lnTo>
                      <a:pt x="1178" y="103"/>
                    </a:lnTo>
                    <a:lnTo>
                      <a:pt x="1170" y="108"/>
                    </a:lnTo>
                    <a:lnTo>
                      <a:pt x="1161" y="115"/>
                    </a:lnTo>
                    <a:lnTo>
                      <a:pt x="1152" y="123"/>
                    </a:lnTo>
                    <a:lnTo>
                      <a:pt x="1140" y="131"/>
                    </a:lnTo>
                    <a:lnTo>
                      <a:pt x="1129" y="140"/>
                    </a:lnTo>
                    <a:lnTo>
                      <a:pt x="1117" y="151"/>
                    </a:lnTo>
                    <a:lnTo>
                      <a:pt x="1105" y="161"/>
                    </a:lnTo>
                    <a:lnTo>
                      <a:pt x="1092" y="171"/>
                    </a:lnTo>
                    <a:lnTo>
                      <a:pt x="1079" y="182"/>
                    </a:lnTo>
                    <a:lnTo>
                      <a:pt x="1067" y="193"/>
                    </a:lnTo>
                    <a:lnTo>
                      <a:pt x="1054" y="204"/>
                    </a:lnTo>
                    <a:lnTo>
                      <a:pt x="1041" y="215"/>
                    </a:lnTo>
                    <a:lnTo>
                      <a:pt x="1030" y="225"/>
                    </a:lnTo>
                    <a:lnTo>
                      <a:pt x="1018" y="236"/>
                    </a:lnTo>
                    <a:lnTo>
                      <a:pt x="1008" y="245"/>
                    </a:lnTo>
                    <a:lnTo>
                      <a:pt x="998" y="254"/>
                    </a:lnTo>
                    <a:lnTo>
                      <a:pt x="988" y="262"/>
                    </a:lnTo>
                    <a:lnTo>
                      <a:pt x="980" y="269"/>
                    </a:lnTo>
                    <a:lnTo>
                      <a:pt x="973" y="275"/>
                    </a:lnTo>
                    <a:lnTo>
                      <a:pt x="968" y="281"/>
                    </a:lnTo>
                    <a:lnTo>
                      <a:pt x="963" y="284"/>
                    </a:lnTo>
                    <a:lnTo>
                      <a:pt x="961" y="287"/>
                    </a:lnTo>
                    <a:lnTo>
                      <a:pt x="960" y="288"/>
                    </a:lnTo>
                    <a:lnTo>
                      <a:pt x="963" y="280"/>
                    </a:lnTo>
                    <a:lnTo>
                      <a:pt x="968" y="270"/>
                    </a:lnTo>
                    <a:lnTo>
                      <a:pt x="972" y="260"/>
                    </a:lnTo>
                    <a:lnTo>
                      <a:pt x="979" y="249"/>
                    </a:lnTo>
                    <a:lnTo>
                      <a:pt x="986" y="237"/>
                    </a:lnTo>
                    <a:lnTo>
                      <a:pt x="994" y="224"/>
                    </a:lnTo>
                    <a:lnTo>
                      <a:pt x="1002" y="211"/>
                    </a:lnTo>
                    <a:lnTo>
                      <a:pt x="1011" y="198"/>
                    </a:lnTo>
                    <a:lnTo>
                      <a:pt x="1021" y="184"/>
                    </a:lnTo>
                    <a:lnTo>
                      <a:pt x="1030" y="170"/>
                    </a:lnTo>
                    <a:lnTo>
                      <a:pt x="1039" y="158"/>
                    </a:lnTo>
                    <a:lnTo>
                      <a:pt x="1048" y="144"/>
                    </a:lnTo>
                    <a:lnTo>
                      <a:pt x="1057" y="131"/>
                    </a:lnTo>
                    <a:lnTo>
                      <a:pt x="1067" y="120"/>
                    </a:lnTo>
                    <a:lnTo>
                      <a:pt x="1075" y="108"/>
                    </a:lnTo>
                    <a:lnTo>
                      <a:pt x="1083" y="96"/>
                    </a:lnTo>
                    <a:lnTo>
                      <a:pt x="1091" y="87"/>
                    </a:lnTo>
                    <a:lnTo>
                      <a:pt x="1097" y="79"/>
                    </a:lnTo>
                    <a:lnTo>
                      <a:pt x="1102" y="71"/>
                    </a:lnTo>
                    <a:lnTo>
                      <a:pt x="1107" y="65"/>
                    </a:lnTo>
                    <a:lnTo>
                      <a:pt x="1110" y="61"/>
                    </a:lnTo>
                    <a:lnTo>
                      <a:pt x="1113" y="58"/>
                    </a:lnTo>
                    <a:lnTo>
                      <a:pt x="1113" y="57"/>
                    </a:lnTo>
                    <a:lnTo>
                      <a:pt x="1109" y="54"/>
                    </a:lnTo>
                    <a:lnTo>
                      <a:pt x="1098" y="47"/>
                    </a:lnTo>
                    <a:lnTo>
                      <a:pt x="1082" y="38"/>
                    </a:lnTo>
                    <a:lnTo>
                      <a:pt x="1066" y="29"/>
                    </a:lnTo>
                    <a:lnTo>
                      <a:pt x="1049" y="22"/>
                    </a:lnTo>
                    <a:lnTo>
                      <a:pt x="1037" y="19"/>
                    </a:lnTo>
                    <a:lnTo>
                      <a:pt x="1032" y="24"/>
                    </a:lnTo>
                    <a:lnTo>
                      <a:pt x="1025" y="32"/>
                    </a:lnTo>
                    <a:lnTo>
                      <a:pt x="1017" y="42"/>
                    </a:lnTo>
                    <a:lnTo>
                      <a:pt x="1008" y="54"/>
                    </a:lnTo>
                    <a:lnTo>
                      <a:pt x="998" y="67"/>
                    </a:lnTo>
                    <a:lnTo>
                      <a:pt x="987" y="82"/>
                    </a:lnTo>
                    <a:lnTo>
                      <a:pt x="977" y="95"/>
                    </a:lnTo>
                    <a:lnTo>
                      <a:pt x="966" y="110"/>
                    </a:lnTo>
                    <a:lnTo>
                      <a:pt x="956" y="124"/>
                    </a:lnTo>
                    <a:lnTo>
                      <a:pt x="947" y="137"/>
                    </a:lnTo>
                    <a:lnTo>
                      <a:pt x="939" y="148"/>
                    </a:lnTo>
                    <a:lnTo>
                      <a:pt x="932" y="159"/>
                    </a:lnTo>
                    <a:lnTo>
                      <a:pt x="926" y="166"/>
                    </a:lnTo>
                    <a:lnTo>
                      <a:pt x="923" y="170"/>
                    </a:lnTo>
                    <a:lnTo>
                      <a:pt x="922" y="173"/>
                    </a:lnTo>
                    <a:lnTo>
                      <a:pt x="922" y="169"/>
                    </a:lnTo>
                    <a:lnTo>
                      <a:pt x="922" y="161"/>
                    </a:lnTo>
                    <a:lnTo>
                      <a:pt x="922" y="149"/>
                    </a:lnTo>
                    <a:lnTo>
                      <a:pt x="922" y="133"/>
                    </a:lnTo>
                    <a:lnTo>
                      <a:pt x="922" y="115"/>
                    </a:lnTo>
                    <a:lnTo>
                      <a:pt x="922" y="95"/>
                    </a:lnTo>
                    <a:lnTo>
                      <a:pt x="922" y="76"/>
                    </a:lnTo>
                    <a:lnTo>
                      <a:pt x="922" y="56"/>
                    </a:lnTo>
                    <a:lnTo>
                      <a:pt x="922" y="39"/>
                    </a:lnTo>
                    <a:lnTo>
                      <a:pt x="922" y="23"/>
                    </a:lnTo>
                    <a:lnTo>
                      <a:pt x="922" y="10"/>
                    </a:lnTo>
                    <a:lnTo>
                      <a:pt x="922" y="2"/>
                    </a:lnTo>
                    <a:lnTo>
                      <a:pt x="922" y="0"/>
                    </a:lnTo>
                    <a:lnTo>
                      <a:pt x="911" y="0"/>
                    </a:lnTo>
                    <a:lnTo>
                      <a:pt x="893" y="0"/>
                    </a:lnTo>
                    <a:lnTo>
                      <a:pt x="882" y="0"/>
                    </a:lnTo>
                    <a:lnTo>
                      <a:pt x="878" y="0"/>
                    </a:lnTo>
                    <a:lnTo>
                      <a:pt x="869" y="0"/>
                    </a:lnTo>
                    <a:lnTo>
                      <a:pt x="864" y="0"/>
                    </a:lnTo>
                    <a:lnTo>
                      <a:pt x="859" y="0"/>
                    </a:lnTo>
                    <a:lnTo>
                      <a:pt x="849" y="0"/>
                    </a:lnTo>
                    <a:lnTo>
                      <a:pt x="844" y="0"/>
                    </a:lnTo>
                    <a:lnTo>
                      <a:pt x="844" y="2"/>
                    </a:lnTo>
                    <a:lnTo>
                      <a:pt x="844" y="10"/>
                    </a:lnTo>
                    <a:lnTo>
                      <a:pt x="844" y="23"/>
                    </a:lnTo>
                    <a:lnTo>
                      <a:pt x="844" y="39"/>
                    </a:lnTo>
                    <a:lnTo>
                      <a:pt x="844" y="56"/>
                    </a:lnTo>
                    <a:lnTo>
                      <a:pt x="844" y="76"/>
                    </a:lnTo>
                    <a:lnTo>
                      <a:pt x="844" y="95"/>
                    </a:lnTo>
                    <a:lnTo>
                      <a:pt x="844" y="115"/>
                    </a:lnTo>
                    <a:lnTo>
                      <a:pt x="844" y="133"/>
                    </a:lnTo>
                    <a:lnTo>
                      <a:pt x="844" y="149"/>
                    </a:lnTo>
                    <a:lnTo>
                      <a:pt x="844" y="161"/>
                    </a:lnTo>
                    <a:lnTo>
                      <a:pt x="844" y="169"/>
                    </a:lnTo>
                    <a:lnTo>
                      <a:pt x="844" y="173"/>
                    </a:lnTo>
                    <a:lnTo>
                      <a:pt x="843" y="170"/>
                    </a:lnTo>
                    <a:lnTo>
                      <a:pt x="839" y="166"/>
                    </a:lnTo>
                    <a:lnTo>
                      <a:pt x="833" y="159"/>
                    </a:lnTo>
                    <a:lnTo>
                      <a:pt x="825" y="148"/>
                    </a:lnTo>
                    <a:lnTo>
                      <a:pt x="814" y="137"/>
                    </a:lnTo>
                    <a:lnTo>
                      <a:pt x="804" y="124"/>
                    </a:lnTo>
                    <a:lnTo>
                      <a:pt x="793" y="110"/>
                    </a:lnTo>
                    <a:lnTo>
                      <a:pt x="781" y="95"/>
                    </a:lnTo>
                    <a:lnTo>
                      <a:pt x="770" y="82"/>
                    </a:lnTo>
                    <a:lnTo>
                      <a:pt x="759" y="67"/>
                    </a:lnTo>
                    <a:lnTo>
                      <a:pt x="750" y="54"/>
                    </a:lnTo>
                    <a:lnTo>
                      <a:pt x="742" y="42"/>
                    </a:lnTo>
                    <a:lnTo>
                      <a:pt x="735" y="32"/>
                    </a:lnTo>
                    <a:lnTo>
                      <a:pt x="730" y="24"/>
                    </a:lnTo>
                    <a:lnTo>
                      <a:pt x="729" y="19"/>
                    </a:lnTo>
                    <a:lnTo>
                      <a:pt x="717" y="22"/>
                    </a:lnTo>
                    <a:lnTo>
                      <a:pt x="700" y="29"/>
                    </a:lnTo>
                    <a:lnTo>
                      <a:pt x="684" y="38"/>
                    </a:lnTo>
                    <a:lnTo>
                      <a:pt x="668" y="47"/>
                    </a:lnTo>
                    <a:lnTo>
                      <a:pt x="657" y="54"/>
                    </a:lnTo>
                    <a:lnTo>
                      <a:pt x="652" y="57"/>
                    </a:lnTo>
                    <a:lnTo>
                      <a:pt x="653" y="58"/>
                    </a:lnTo>
                    <a:lnTo>
                      <a:pt x="656" y="61"/>
                    </a:lnTo>
                    <a:lnTo>
                      <a:pt x="659" y="67"/>
                    </a:lnTo>
                    <a:lnTo>
                      <a:pt x="665" y="72"/>
                    </a:lnTo>
                    <a:lnTo>
                      <a:pt x="671" y="80"/>
                    </a:lnTo>
                    <a:lnTo>
                      <a:pt x="677" y="90"/>
                    </a:lnTo>
                    <a:lnTo>
                      <a:pt x="684" y="100"/>
                    </a:lnTo>
                    <a:lnTo>
                      <a:pt x="694" y="111"/>
                    </a:lnTo>
                    <a:lnTo>
                      <a:pt x="702" y="124"/>
                    </a:lnTo>
                    <a:lnTo>
                      <a:pt x="711" y="137"/>
                    </a:lnTo>
                    <a:lnTo>
                      <a:pt x="720" y="151"/>
                    </a:lnTo>
                    <a:lnTo>
                      <a:pt x="729" y="164"/>
                    </a:lnTo>
                    <a:lnTo>
                      <a:pt x="738" y="178"/>
                    </a:lnTo>
                    <a:lnTo>
                      <a:pt x="747" y="193"/>
                    </a:lnTo>
                    <a:lnTo>
                      <a:pt x="755" y="207"/>
                    </a:lnTo>
                    <a:lnTo>
                      <a:pt x="763" y="221"/>
                    </a:lnTo>
                    <a:lnTo>
                      <a:pt x="770" y="234"/>
                    </a:lnTo>
                    <a:lnTo>
                      <a:pt x="775" y="246"/>
                    </a:lnTo>
                    <a:lnTo>
                      <a:pt x="780" y="258"/>
                    </a:lnTo>
                    <a:lnTo>
                      <a:pt x="783" y="269"/>
                    </a:lnTo>
                    <a:lnTo>
                      <a:pt x="786" y="278"/>
                    </a:lnTo>
                    <a:lnTo>
                      <a:pt x="787" y="288"/>
                    </a:lnTo>
                    <a:lnTo>
                      <a:pt x="786" y="287"/>
                    </a:lnTo>
                    <a:lnTo>
                      <a:pt x="783" y="284"/>
                    </a:lnTo>
                    <a:lnTo>
                      <a:pt x="780" y="281"/>
                    </a:lnTo>
                    <a:lnTo>
                      <a:pt x="775" y="275"/>
                    </a:lnTo>
                    <a:lnTo>
                      <a:pt x="768" y="269"/>
                    </a:lnTo>
                    <a:lnTo>
                      <a:pt x="762" y="262"/>
                    </a:lnTo>
                    <a:lnTo>
                      <a:pt x="752" y="254"/>
                    </a:lnTo>
                    <a:lnTo>
                      <a:pt x="743" y="245"/>
                    </a:lnTo>
                    <a:lnTo>
                      <a:pt x="734" y="236"/>
                    </a:lnTo>
                    <a:lnTo>
                      <a:pt x="722" y="225"/>
                    </a:lnTo>
                    <a:lnTo>
                      <a:pt x="711" y="215"/>
                    </a:lnTo>
                    <a:lnTo>
                      <a:pt x="699" y="204"/>
                    </a:lnTo>
                    <a:lnTo>
                      <a:pt x="688" y="193"/>
                    </a:lnTo>
                    <a:lnTo>
                      <a:pt x="675" y="182"/>
                    </a:lnTo>
                    <a:lnTo>
                      <a:pt x="662" y="171"/>
                    </a:lnTo>
                    <a:lnTo>
                      <a:pt x="650" y="161"/>
                    </a:lnTo>
                    <a:lnTo>
                      <a:pt x="638" y="151"/>
                    </a:lnTo>
                    <a:lnTo>
                      <a:pt x="626" y="140"/>
                    </a:lnTo>
                    <a:lnTo>
                      <a:pt x="614" y="131"/>
                    </a:lnTo>
                    <a:lnTo>
                      <a:pt x="603" y="123"/>
                    </a:lnTo>
                    <a:lnTo>
                      <a:pt x="592" y="115"/>
                    </a:lnTo>
                    <a:lnTo>
                      <a:pt x="582" y="108"/>
                    </a:lnTo>
                    <a:lnTo>
                      <a:pt x="573" y="103"/>
                    </a:lnTo>
                    <a:lnTo>
                      <a:pt x="565" y="99"/>
                    </a:lnTo>
                    <a:lnTo>
                      <a:pt x="557" y="95"/>
                    </a:lnTo>
                    <a:lnTo>
                      <a:pt x="552" y="100"/>
                    </a:lnTo>
                    <a:lnTo>
                      <a:pt x="542" y="110"/>
                    </a:lnTo>
                    <a:lnTo>
                      <a:pt x="528" y="124"/>
                    </a:lnTo>
                    <a:lnTo>
                      <a:pt x="514" y="138"/>
                    </a:lnTo>
                    <a:lnTo>
                      <a:pt x="504" y="148"/>
                    </a:lnTo>
                    <a:lnTo>
                      <a:pt x="499" y="153"/>
                    </a:lnTo>
                    <a:lnTo>
                      <a:pt x="500" y="153"/>
                    </a:lnTo>
                    <a:lnTo>
                      <a:pt x="501" y="154"/>
                    </a:lnTo>
                    <a:lnTo>
                      <a:pt x="505" y="156"/>
                    </a:lnTo>
                    <a:lnTo>
                      <a:pt x="509" y="159"/>
                    </a:lnTo>
                    <a:lnTo>
                      <a:pt x="514" y="162"/>
                    </a:lnTo>
                    <a:lnTo>
                      <a:pt x="521" y="166"/>
                    </a:lnTo>
                    <a:lnTo>
                      <a:pt x="528" y="170"/>
                    </a:lnTo>
                    <a:lnTo>
                      <a:pt x="535" y="175"/>
                    </a:lnTo>
                    <a:lnTo>
                      <a:pt x="544" y="181"/>
                    </a:lnTo>
                    <a:lnTo>
                      <a:pt x="553" y="186"/>
                    </a:lnTo>
                    <a:lnTo>
                      <a:pt x="562" y="193"/>
                    </a:lnTo>
                    <a:lnTo>
                      <a:pt x="573" y="200"/>
                    </a:lnTo>
                    <a:lnTo>
                      <a:pt x="584" y="207"/>
                    </a:lnTo>
                    <a:lnTo>
                      <a:pt x="595" y="215"/>
                    </a:lnTo>
                    <a:lnTo>
                      <a:pt x="606" y="224"/>
                    </a:lnTo>
                    <a:lnTo>
                      <a:pt x="619" y="232"/>
                    </a:lnTo>
                    <a:lnTo>
                      <a:pt x="630" y="242"/>
                    </a:lnTo>
                    <a:lnTo>
                      <a:pt x="642" y="252"/>
                    </a:lnTo>
                    <a:lnTo>
                      <a:pt x="653" y="261"/>
                    </a:lnTo>
                    <a:lnTo>
                      <a:pt x="666" y="272"/>
                    </a:lnTo>
                    <a:lnTo>
                      <a:pt x="677" y="283"/>
                    </a:lnTo>
                    <a:lnTo>
                      <a:pt x="689" y="293"/>
                    </a:lnTo>
                    <a:lnTo>
                      <a:pt x="699" y="305"/>
                    </a:lnTo>
                    <a:lnTo>
                      <a:pt x="711" y="316"/>
                    </a:lnTo>
                    <a:lnTo>
                      <a:pt x="721" y="328"/>
                    </a:lnTo>
                    <a:lnTo>
                      <a:pt x="730" y="340"/>
                    </a:lnTo>
                    <a:lnTo>
                      <a:pt x="740" y="352"/>
                    </a:lnTo>
                    <a:lnTo>
                      <a:pt x="749" y="365"/>
                    </a:lnTo>
                    <a:lnTo>
                      <a:pt x="749" y="365"/>
                    </a:lnTo>
                    <a:lnTo>
                      <a:pt x="748" y="364"/>
                    </a:lnTo>
                    <a:lnTo>
                      <a:pt x="747" y="363"/>
                    </a:lnTo>
                    <a:lnTo>
                      <a:pt x="744" y="361"/>
                    </a:lnTo>
                    <a:lnTo>
                      <a:pt x="741" y="359"/>
                    </a:lnTo>
                    <a:lnTo>
                      <a:pt x="736" y="356"/>
                    </a:lnTo>
                    <a:lnTo>
                      <a:pt x="732" y="352"/>
                    </a:lnTo>
                    <a:lnTo>
                      <a:pt x="725" y="349"/>
                    </a:lnTo>
                    <a:lnTo>
                      <a:pt x="718" y="344"/>
                    </a:lnTo>
                    <a:lnTo>
                      <a:pt x="710" y="340"/>
                    </a:lnTo>
                    <a:lnTo>
                      <a:pt x="702" y="335"/>
                    </a:lnTo>
                    <a:lnTo>
                      <a:pt x="692" y="329"/>
                    </a:lnTo>
                    <a:lnTo>
                      <a:pt x="682" y="323"/>
                    </a:lnTo>
                    <a:lnTo>
                      <a:pt x="672" y="318"/>
                    </a:lnTo>
                    <a:lnTo>
                      <a:pt x="660" y="312"/>
                    </a:lnTo>
                    <a:lnTo>
                      <a:pt x="648" y="305"/>
                    </a:lnTo>
                    <a:lnTo>
                      <a:pt x="635" y="299"/>
                    </a:lnTo>
                    <a:lnTo>
                      <a:pt x="621" y="292"/>
                    </a:lnTo>
                    <a:lnTo>
                      <a:pt x="607" y="287"/>
                    </a:lnTo>
                    <a:lnTo>
                      <a:pt x="593" y="280"/>
                    </a:lnTo>
                    <a:lnTo>
                      <a:pt x="578" y="274"/>
                    </a:lnTo>
                    <a:lnTo>
                      <a:pt x="562" y="267"/>
                    </a:lnTo>
                    <a:lnTo>
                      <a:pt x="546" y="261"/>
                    </a:lnTo>
                    <a:lnTo>
                      <a:pt x="530" y="255"/>
                    </a:lnTo>
                    <a:lnTo>
                      <a:pt x="513" y="250"/>
                    </a:lnTo>
                    <a:lnTo>
                      <a:pt x="495" y="244"/>
                    </a:lnTo>
                    <a:lnTo>
                      <a:pt x="478" y="239"/>
                    </a:lnTo>
                    <a:lnTo>
                      <a:pt x="460" y="235"/>
                    </a:lnTo>
                    <a:lnTo>
                      <a:pt x="441" y="230"/>
                    </a:lnTo>
                    <a:lnTo>
                      <a:pt x="441" y="230"/>
                    </a:lnTo>
                    <a:lnTo>
                      <a:pt x="438" y="235"/>
                    </a:lnTo>
                    <a:lnTo>
                      <a:pt x="430" y="245"/>
                    </a:lnTo>
                    <a:lnTo>
                      <a:pt x="418" y="260"/>
                    </a:lnTo>
                    <a:lnTo>
                      <a:pt x="407" y="276"/>
                    </a:lnTo>
                    <a:lnTo>
                      <a:pt x="395" y="291"/>
                    </a:lnTo>
                    <a:lnTo>
                      <a:pt x="387" y="303"/>
                    </a:lnTo>
                    <a:lnTo>
                      <a:pt x="384" y="307"/>
                    </a:lnTo>
                    <a:lnTo>
                      <a:pt x="385" y="307"/>
                    </a:lnTo>
                    <a:lnTo>
                      <a:pt x="387" y="307"/>
                    </a:lnTo>
                    <a:lnTo>
                      <a:pt x="390" y="308"/>
                    </a:lnTo>
                    <a:lnTo>
                      <a:pt x="394" y="310"/>
                    </a:lnTo>
                    <a:lnTo>
                      <a:pt x="400" y="311"/>
                    </a:lnTo>
                    <a:lnTo>
                      <a:pt x="407" y="312"/>
                    </a:lnTo>
                    <a:lnTo>
                      <a:pt x="414" y="314"/>
                    </a:lnTo>
                    <a:lnTo>
                      <a:pt x="423" y="316"/>
                    </a:lnTo>
                    <a:lnTo>
                      <a:pt x="432" y="319"/>
                    </a:lnTo>
                    <a:lnTo>
                      <a:pt x="443" y="321"/>
                    </a:lnTo>
                    <a:lnTo>
                      <a:pt x="453" y="325"/>
                    </a:lnTo>
                    <a:lnTo>
                      <a:pt x="464" y="328"/>
                    </a:lnTo>
                    <a:lnTo>
                      <a:pt x="476" y="331"/>
                    </a:lnTo>
                    <a:lnTo>
                      <a:pt x="489" y="336"/>
                    </a:lnTo>
                    <a:lnTo>
                      <a:pt x="501" y="341"/>
                    </a:lnTo>
                    <a:lnTo>
                      <a:pt x="514" y="345"/>
                    </a:lnTo>
                    <a:lnTo>
                      <a:pt x="528" y="350"/>
                    </a:lnTo>
                    <a:lnTo>
                      <a:pt x="542" y="356"/>
                    </a:lnTo>
                    <a:lnTo>
                      <a:pt x="555" y="360"/>
                    </a:lnTo>
                    <a:lnTo>
                      <a:pt x="569" y="366"/>
                    </a:lnTo>
                    <a:lnTo>
                      <a:pt x="583" y="373"/>
                    </a:lnTo>
                    <a:lnTo>
                      <a:pt x="597" y="379"/>
                    </a:lnTo>
                    <a:lnTo>
                      <a:pt x="611" y="386"/>
                    </a:lnTo>
                    <a:lnTo>
                      <a:pt x="623" y="392"/>
                    </a:lnTo>
                    <a:lnTo>
                      <a:pt x="637" y="401"/>
                    </a:lnTo>
                    <a:lnTo>
                      <a:pt x="650" y="407"/>
                    </a:lnTo>
                    <a:lnTo>
                      <a:pt x="661" y="416"/>
                    </a:lnTo>
                    <a:lnTo>
                      <a:pt x="673" y="424"/>
                    </a:lnTo>
                    <a:lnTo>
                      <a:pt x="684" y="433"/>
                    </a:lnTo>
                    <a:lnTo>
                      <a:pt x="695" y="441"/>
                    </a:lnTo>
                    <a:lnTo>
                      <a:pt x="705" y="450"/>
                    </a:lnTo>
                    <a:lnTo>
                      <a:pt x="714" y="459"/>
                    </a:lnTo>
                    <a:lnTo>
                      <a:pt x="722" y="470"/>
                    </a:lnTo>
                    <a:lnTo>
                      <a:pt x="729" y="480"/>
                    </a:lnTo>
                    <a:lnTo>
                      <a:pt x="729" y="479"/>
                    </a:lnTo>
                    <a:lnTo>
                      <a:pt x="728" y="479"/>
                    </a:lnTo>
                    <a:lnTo>
                      <a:pt x="726" y="477"/>
                    </a:lnTo>
                    <a:lnTo>
                      <a:pt x="724" y="475"/>
                    </a:lnTo>
                    <a:lnTo>
                      <a:pt x="720" y="473"/>
                    </a:lnTo>
                    <a:lnTo>
                      <a:pt x="717" y="471"/>
                    </a:lnTo>
                    <a:lnTo>
                      <a:pt x="712" y="467"/>
                    </a:lnTo>
                    <a:lnTo>
                      <a:pt x="706" y="464"/>
                    </a:lnTo>
                    <a:lnTo>
                      <a:pt x="700" y="460"/>
                    </a:lnTo>
                    <a:lnTo>
                      <a:pt x="694" y="457"/>
                    </a:lnTo>
                    <a:lnTo>
                      <a:pt x="687" y="454"/>
                    </a:lnTo>
                    <a:lnTo>
                      <a:pt x="679" y="449"/>
                    </a:lnTo>
                    <a:lnTo>
                      <a:pt x="669" y="444"/>
                    </a:lnTo>
                    <a:lnTo>
                      <a:pt x="660" y="440"/>
                    </a:lnTo>
                    <a:lnTo>
                      <a:pt x="651" y="435"/>
                    </a:lnTo>
                    <a:lnTo>
                      <a:pt x="641" y="432"/>
                    </a:lnTo>
                    <a:lnTo>
                      <a:pt x="629" y="427"/>
                    </a:lnTo>
                    <a:lnTo>
                      <a:pt x="618" y="422"/>
                    </a:lnTo>
                    <a:lnTo>
                      <a:pt x="606" y="418"/>
                    </a:lnTo>
                    <a:lnTo>
                      <a:pt x="593" y="413"/>
                    </a:lnTo>
                    <a:lnTo>
                      <a:pt x="581" y="409"/>
                    </a:lnTo>
                    <a:lnTo>
                      <a:pt x="567" y="405"/>
                    </a:lnTo>
                    <a:lnTo>
                      <a:pt x="552" y="401"/>
                    </a:lnTo>
                    <a:lnTo>
                      <a:pt x="538" y="397"/>
                    </a:lnTo>
                    <a:lnTo>
                      <a:pt x="522" y="394"/>
                    </a:lnTo>
                    <a:lnTo>
                      <a:pt x="507" y="391"/>
                    </a:lnTo>
                    <a:lnTo>
                      <a:pt x="491" y="388"/>
                    </a:lnTo>
                    <a:lnTo>
                      <a:pt x="474" y="386"/>
                    </a:lnTo>
                    <a:lnTo>
                      <a:pt x="456" y="384"/>
                    </a:lnTo>
                    <a:lnTo>
                      <a:pt x="439" y="383"/>
                    </a:lnTo>
                    <a:lnTo>
                      <a:pt x="422" y="382"/>
                    </a:lnTo>
                    <a:lnTo>
                      <a:pt x="403" y="381"/>
                    </a:lnTo>
                    <a:lnTo>
                      <a:pt x="384" y="381"/>
                    </a:lnTo>
                    <a:lnTo>
                      <a:pt x="365" y="382"/>
                    </a:lnTo>
                    <a:lnTo>
                      <a:pt x="346" y="383"/>
                    </a:lnTo>
                    <a:lnTo>
                      <a:pt x="346" y="383"/>
                    </a:lnTo>
                    <a:lnTo>
                      <a:pt x="346" y="389"/>
                    </a:lnTo>
                    <a:lnTo>
                      <a:pt x="346" y="403"/>
                    </a:lnTo>
                    <a:lnTo>
                      <a:pt x="346" y="421"/>
                    </a:lnTo>
                    <a:lnTo>
                      <a:pt x="346" y="442"/>
                    </a:lnTo>
                    <a:lnTo>
                      <a:pt x="346" y="460"/>
                    </a:lnTo>
                    <a:lnTo>
                      <a:pt x="346" y="474"/>
                    </a:lnTo>
                    <a:lnTo>
                      <a:pt x="346" y="480"/>
                    </a:lnTo>
                    <a:lnTo>
                      <a:pt x="346" y="479"/>
                    </a:lnTo>
                    <a:lnTo>
                      <a:pt x="348" y="479"/>
                    </a:lnTo>
                    <a:lnTo>
                      <a:pt x="350" y="479"/>
                    </a:lnTo>
                    <a:lnTo>
                      <a:pt x="354" y="479"/>
                    </a:lnTo>
                    <a:lnTo>
                      <a:pt x="357" y="478"/>
                    </a:lnTo>
                    <a:lnTo>
                      <a:pt x="363" y="478"/>
                    </a:lnTo>
                    <a:lnTo>
                      <a:pt x="369" y="478"/>
                    </a:lnTo>
                    <a:lnTo>
                      <a:pt x="376" y="477"/>
                    </a:lnTo>
                    <a:lnTo>
                      <a:pt x="383" y="477"/>
                    </a:lnTo>
                    <a:lnTo>
                      <a:pt x="391" y="477"/>
                    </a:lnTo>
                    <a:lnTo>
                      <a:pt x="400" y="477"/>
                    </a:lnTo>
                    <a:lnTo>
                      <a:pt x="409" y="475"/>
                    </a:lnTo>
                    <a:lnTo>
                      <a:pt x="418" y="475"/>
                    </a:lnTo>
                    <a:lnTo>
                      <a:pt x="429" y="475"/>
                    </a:lnTo>
                    <a:lnTo>
                      <a:pt x="439" y="477"/>
                    </a:lnTo>
                    <a:lnTo>
                      <a:pt x="451" y="477"/>
                    </a:lnTo>
                    <a:lnTo>
                      <a:pt x="462" y="477"/>
                    </a:lnTo>
                    <a:lnTo>
                      <a:pt x="474" y="478"/>
                    </a:lnTo>
                    <a:lnTo>
                      <a:pt x="486" y="479"/>
                    </a:lnTo>
                    <a:lnTo>
                      <a:pt x="499" y="480"/>
                    </a:lnTo>
                    <a:lnTo>
                      <a:pt x="512" y="482"/>
                    </a:lnTo>
                    <a:lnTo>
                      <a:pt x="524" y="483"/>
                    </a:lnTo>
                    <a:lnTo>
                      <a:pt x="537" y="486"/>
                    </a:lnTo>
                    <a:lnTo>
                      <a:pt x="550" y="488"/>
                    </a:lnTo>
                    <a:lnTo>
                      <a:pt x="562" y="492"/>
                    </a:lnTo>
                    <a:lnTo>
                      <a:pt x="576" y="495"/>
                    </a:lnTo>
                    <a:lnTo>
                      <a:pt x="589" y="498"/>
                    </a:lnTo>
                    <a:lnTo>
                      <a:pt x="601" y="502"/>
                    </a:lnTo>
                    <a:lnTo>
                      <a:pt x="614" y="507"/>
                    </a:lnTo>
                    <a:lnTo>
                      <a:pt x="627" y="511"/>
                    </a:lnTo>
                    <a:lnTo>
                      <a:pt x="639" y="517"/>
                    </a:lnTo>
                    <a:lnTo>
                      <a:pt x="651" y="523"/>
                    </a:lnTo>
                    <a:lnTo>
                      <a:pt x="662" y="530"/>
                    </a:lnTo>
                    <a:lnTo>
                      <a:pt x="674" y="536"/>
                    </a:lnTo>
                    <a:lnTo>
                      <a:pt x="686" y="543"/>
                    </a:lnTo>
                    <a:lnTo>
                      <a:pt x="696" y="551"/>
                    </a:lnTo>
                    <a:lnTo>
                      <a:pt x="706" y="561"/>
                    </a:lnTo>
                    <a:lnTo>
                      <a:pt x="715" y="570"/>
                    </a:lnTo>
                    <a:lnTo>
                      <a:pt x="725" y="580"/>
                    </a:lnTo>
                    <a:lnTo>
                      <a:pt x="734" y="591"/>
                    </a:lnTo>
                    <a:lnTo>
                      <a:pt x="742" y="602"/>
                    </a:lnTo>
                    <a:lnTo>
                      <a:pt x="749" y="614"/>
                    </a:lnTo>
                    <a:lnTo>
                      <a:pt x="749" y="614"/>
                    </a:lnTo>
                    <a:lnTo>
                      <a:pt x="748" y="614"/>
                    </a:lnTo>
                    <a:lnTo>
                      <a:pt x="747" y="611"/>
                    </a:lnTo>
                    <a:lnTo>
                      <a:pt x="744" y="609"/>
                    </a:lnTo>
                    <a:lnTo>
                      <a:pt x="741" y="607"/>
                    </a:lnTo>
                    <a:lnTo>
                      <a:pt x="735" y="603"/>
                    </a:lnTo>
                    <a:lnTo>
                      <a:pt x="730" y="599"/>
                    </a:lnTo>
                    <a:lnTo>
                      <a:pt x="724" y="594"/>
                    </a:lnTo>
                    <a:lnTo>
                      <a:pt x="715" y="589"/>
                    </a:lnTo>
                    <a:lnTo>
                      <a:pt x="706" y="584"/>
                    </a:lnTo>
                    <a:lnTo>
                      <a:pt x="696" y="578"/>
                    </a:lnTo>
                    <a:lnTo>
                      <a:pt x="686" y="572"/>
                    </a:lnTo>
                    <a:lnTo>
                      <a:pt x="674" y="568"/>
                    </a:lnTo>
                    <a:lnTo>
                      <a:pt x="660" y="562"/>
                    </a:lnTo>
                    <a:lnTo>
                      <a:pt x="646" y="557"/>
                    </a:lnTo>
                    <a:lnTo>
                      <a:pt x="631" y="553"/>
                    </a:lnTo>
                    <a:lnTo>
                      <a:pt x="615" y="548"/>
                    </a:lnTo>
                    <a:lnTo>
                      <a:pt x="598" y="545"/>
                    </a:lnTo>
                    <a:lnTo>
                      <a:pt x="580" y="541"/>
                    </a:lnTo>
                    <a:lnTo>
                      <a:pt x="560" y="539"/>
                    </a:lnTo>
                    <a:lnTo>
                      <a:pt x="539" y="538"/>
                    </a:lnTo>
                    <a:lnTo>
                      <a:pt x="519" y="538"/>
                    </a:lnTo>
                    <a:lnTo>
                      <a:pt x="519" y="538"/>
                    </a:lnTo>
                    <a:lnTo>
                      <a:pt x="492" y="538"/>
                    </a:lnTo>
                    <a:lnTo>
                      <a:pt x="469" y="538"/>
                    </a:lnTo>
                    <a:lnTo>
                      <a:pt x="447" y="538"/>
                    </a:lnTo>
                    <a:lnTo>
                      <a:pt x="426" y="538"/>
                    </a:lnTo>
                    <a:lnTo>
                      <a:pt x="409" y="538"/>
                    </a:lnTo>
                    <a:lnTo>
                      <a:pt x="393" y="538"/>
                    </a:lnTo>
                    <a:lnTo>
                      <a:pt x="378" y="538"/>
                    </a:lnTo>
                    <a:lnTo>
                      <a:pt x="367" y="538"/>
                    </a:lnTo>
                    <a:lnTo>
                      <a:pt x="355" y="538"/>
                    </a:lnTo>
                    <a:lnTo>
                      <a:pt x="346" y="538"/>
                    </a:lnTo>
                    <a:lnTo>
                      <a:pt x="339" y="538"/>
                    </a:lnTo>
                    <a:lnTo>
                      <a:pt x="333" y="538"/>
                    </a:lnTo>
                    <a:lnTo>
                      <a:pt x="330" y="538"/>
                    </a:lnTo>
                    <a:lnTo>
                      <a:pt x="327" y="538"/>
                    </a:lnTo>
                    <a:lnTo>
                      <a:pt x="326" y="538"/>
                    </a:lnTo>
                    <a:lnTo>
                      <a:pt x="326" y="542"/>
                    </a:lnTo>
                    <a:lnTo>
                      <a:pt x="326" y="556"/>
                    </a:lnTo>
                    <a:lnTo>
                      <a:pt x="326" y="574"/>
                    </a:lnTo>
                    <a:lnTo>
                      <a:pt x="326" y="595"/>
                    </a:lnTo>
                    <a:lnTo>
                      <a:pt x="326" y="614"/>
                    </a:lnTo>
                    <a:lnTo>
                      <a:pt x="326" y="627"/>
                    </a:lnTo>
                    <a:lnTo>
                      <a:pt x="326" y="633"/>
                    </a:lnTo>
                    <a:lnTo>
                      <a:pt x="329" y="633"/>
                    </a:lnTo>
                    <a:lnTo>
                      <a:pt x="334" y="633"/>
                    </a:lnTo>
                    <a:lnTo>
                      <a:pt x="343" y="633"/>
                    </a:lnTo>
                    <a:lnTo>
                      <a:pt x="356" y="633"/>
                    </a:lnTo>
                    <a:lnTo>
                      <a:pt x="370" y="633"/>
                    </a:lnTo>
                    <a:lnTo>
                      <a:pt x="387" y="633"/>
                    </a:lnTo>
                    <a:lnTo>
                      <a:pt x="405" y="633"/>
                    </a:lnTo>
                    <a:lnTo>
                      <a:pt x="423" y="633"/>
                    </a:lnTo>
                    <a:lnTo>
                      <a:pt x="441" y="633"/>
                    </a:lnTo>
                    <a:lnTo>
                      <a:pt x="460" y="633"/>
                    </a:lnTo>
                    <a:lnTo>
                      <a:pt x="477" y="633"/>
                    </a:lnTo>
                    <a:lnTo>
                      <a:pt x="493" y="633"/>
                    </a:lnTo>
                    <a:lnTo>
                      <a:pt x="508" y="633"/>
                    </a:lnTo>
                    <a:lnTo>
                      <a:pt x="520" y="633"/>
                    </a:lnTo>
                    <a:lnTo>
                      <a:pt x="529" y="633"/>
                    </a:lnTo>
                    <a:lnTo>
                      <a:pt x="536" y="633"/>
                    </a:lnTo>
                    <a:lnTo>
                      <a:pt x="537" y="633"/>
                    </a:lnTo>
                    <a:lnTo>
                      <a:pt x="538" y="633"/>
                    </a:lnTo>
                    <a:lnTo>
                      <a:pt x="540" y="633"/>
                    </a:lnTo>
                    <a:lnTo>
                      <a:pt x="544" y="633"/>
                    </a:lnTo>
                    <a:lnTo>
                      <a:pt x="547" y="633"/>
                    </a:lnTo>
                    <a:lnTo>
                      <a:pt x="553" y="634"/>
                    </a:lnTo>
                    <a:lnTo>
                      <a:pt x="559" y="634"/>
                    </a:lnTo>
                    <a:lnTo>
                      <a:pt x="566" y="636"/>
                    </a:lnTo>
                    <a:lnTo>
                      <a:pt x="574" y="637"/>
                    </a:lnTo>
                    <a:lnTo>
                      <a:pt x="583" y="638"/>
                    </a:lnTo>
                    <a:lnTo>
                      <a:pt x="592" y="639"/>
                    </a:lnTo>
                    <a:lnTo>
                      <a:pt x="601" y="641"/>
                    </a:lnTo>
                    <a:lnTo>
                      <a:pt x="612" y="644"/>
                    </a:lnTo>
                    <a:lnTo>
                      <a:pt x="622" y="647"/>
                    </a:lnTo>
                    <a:lnTo>
                      <a:pt x="633" y="650"/>
                    </a:lnTo>
                    <a:lnTo>
                      <a:pt x="644" y="654"/>
                    </a:lnTo>
                    <a:lnTo>
                      <a:pt x="654" y="659"/>
                    </a:lnTo>
                    <a:lnTo>
                      <a:pt x="666" y="664"/>
                    </a:lnTo>
                    <a:lnTo>
                      <a:pt x="676" y="670"/>
                    </a:lnTo>
                    <a:lnTo>
                      <a:pt x="688" y="676"/>
                    </a:lnTo>
                    <a:lnTo>
                      <a:pt x="698" y="684"/>
                    </a:lnTo>
                    <a:lnTo>
                      <a:pt x="709" y="691"/>
                    </a:lnTo>
                    <a:lnTo>
                      <a:pt x="718" y="700"/>
                    </a:lnTo>
                    <a:lnTo>
                      <a:pt x="727" y="709"/>
                    </a:lnTo>
                    <a:lnTo>
                      <a:pt x="736" y="720"/>
                    </a:lnTo>
                    <a:lnTo>
                      <a:pt x="744" y="731"/>
                    </a:lnTo>
                    <a:lnTo>
                      <a:pt x="751" y="744"/>
                    </a:lnTo>
                    <a:lnTo>
                      <a:pt x="758" y="756"/>
                    </a:lnTo>
                    <a:lnTo>
                      <a:pt x="764" y="771"/>
                    </a:lnTo>
                    <a:lnTo>
                      <a:pt x="767" y="786"/>
                    </a:lnTo>
                    <a:lnTo>
                      <a:pt x="767" y="786"/>
                    </a:lnTo>
                    <a:lnTo>
                      <a:pt x="773" y="801"/>
                    </a:lnTo>
                    <a:lnTo>
                      <a:pt x="778" y="816"/>
                    </a:lnTo>
                    <a:lnTo>
                      <a:pt x="782" y="831"/>
                    </a:lnTo>
                    <a:lnTo>
                      <a:pt x="785" y="846"/>
                    </a:lnTo>
                    <a:lnTo>
                      <a:pt x="788" y="860"/>
                    </a:lnTo>
                    <a:lnTo>
                      <a:pt x="789" y="874"/>
                    </a:lnTo>
                    <a:lnTo>
                      <a:pt x="790" y="888"/>
                    </a:lnTo>
                    <a:lnTo>
                      <a:pt x="791" y="900"/>
                    </a:lnTo>
                    <a:lnTo>
                      <a:pt x="791" y="913"/>
                    </a:lnTo>
                    <a:lnTo>
                      <a:pt x="791" y="926"/>
                    </a:lnTo>
                    <a:lnTo>
                      <a:pt x="790" y="938"/>
                    </a:lnTo>
                    <a:lnTo>
                      <a:pt x="789" y="950"/>
                    </a:lnTo>
                    <a:lnTo>
                      <a:pt x="787" y="961"/>
                    </a:lnTo>
                    <a:lnTo>
                      <a:pt x="785" y="973"/>
                    </a:lnTo>
                    <a:lnTo>
                      <a:pt x="782" y="983"/>
                    </a:lnTo>
                    <a:lnTo>
                      <a:pt x="779" y="994"/>
                    </a:lnTo>
                    <a:lnTo>
                      <a:pt x="775" y="1004"/>
                    </a:lnTo>
                    <a:lnTo>
                      <a:pt x="772" y="1013"/>
                    </a:lnTo>
                    <a:lnTo>
                      <a:pt x="768" y="1023"/>
                    </a:lnTo>
                    <a:lnTo>
                      <a:pt x="764" y="1032"/>
                    </a:lnTo>
                    <a:lnTo>
                      <a:pt x="759" y="1040"/>
                    </a:lnTo>
                    <a:lnTo>
                      <a:pt x="755" y="1048"/>
                    </a:lnTo>
                    <a:lnTo>
                      <a:pt x="749" y="1055"/>
                    </a:lnTo>
                    <a:lnTo>
                      <a:pt x="744" y="1062"/>
                    </a:lnTo>
                    <a:lnTo>
                      <a:pt x="738" y="1069"/>
                    </a:lnTo>
                    <a:lnTo>
                      <a:pt x="733" y="1074"/>
                    </a:lnTo>
                    <a:lnTo>
                      <a:pt x="727" y="1080"/>
                    </a:lnTo>
                    <a:lnTo>
                      <a:pt x="721" y="1085"/>
                    </a:lnTo>
                    <a:lnTo>
                      <a:pt x="715" y="1089"/>
                    </a:lnTo>
                    <a:lnTo>
                      <a:pt x="710" y="1094"/>
                    </a:lnTo>
                    <a:lnTo>
                      <a:pt x="704" y="1097"/>
                    </a:lnTo>
                    <a:lnTo>
                      <a:pt x="699" y="1102"/>
                    </a:lnTo>
                    <a:lnTo>
                      <a:pt x="694" y="1105"/>
                    </a:lnTo>
                    <a:lnTo>
                      <a:pt x="689" y="1110"/>
                    </a:lnTo>
                    <a:lnTo>
                      <a:pt x="684" y="1113"/>
                    </a:lnTo>
                    <a:lnTo>
                      <a:pt x="680" y="1117"/>
                    </a:lnTo>
                    <a:lnTo>
                      <a:pt x="674" y="1122"/>
                    </a:lnTo>
                    <a:lnTo>
                      <a:pt x="669" y="1125"/>
                    </a:lnTo>
                    <a:lnTo>
                      <a:pt x="664" y="1128"/>
                    </a:lnTo>
                    <a:lnTo>
                      <a:pt x="659" y="1132"/>
                    </a:lnTo>
                    <a:lnTo>
                      <a:pt x="653" y="1135"/>
                    </a:lnTo>
                    <a:lnTo>
                      <a:pt x="646" y="1139"/>
                    </a:lnTo>
                    <a:lnTo>
                      <a:pt x="639" y="1142"/>
                    </a:lnTo>
                    <a:lnTo>
                      <a:pt x="633" y="1145"/>
                    </a:lnTo>
                    <a:lnTo>
                      <a:pt x="624" y="1148"/>
                    </a:lnTo>
                    <a:lnTo>
                      <a:pt x="616" y="1150"/>
                    </a:lnTo>
                    <a:lnTo>
                      <a:pt x="606" y="1154"/>
                    </a:lnTo>
                    <a:lnTo>
                      <a:pt x="596" y="1156"/>
                    </a:lnTo>
                    <a:lnTo>
                      <a:pt x="585" y="1158"/>
                    </a:lnTo>
                    <a:lnTo>
                      <a:pt x="573" y="1161"/>
                    </a:lnTo>
                    <a:lnTo>
                      <a:pt x="559" y="1163"/>
                    </a:lnTo>
                    <a:lnTo>
                      <a:pt x="545" y="1164"/>
                    </a:lnTo>
                    <a:lnTo>
                      <a:pt x="529" y="1166"/>
                    </a:lnTo>
                    <a:lnTo>
                      <a:pt x="512" y="1168"/>
                    </a:lnTo>
                    <a:lnTo>
                      <a:pt x="493" y="1169"/>
                    </a:lnTo>
                    <a:lnTo>
                      <a:pt x="472" y="1169"/>
                    </a:lnTo>
                    <a:lnTo>
                      <a:pt x="452" y="1170"/>
                    </a:lnTo>
                    <a:lnTo>
                      <a:pt x="428" y="1170"/>
                    </a:lnTo>
                    <a:lnTo>
                      <a:pt x="403" y="1171"/>
                    </a:lnTo>
                    <a:lnTo>
                      <a:pt x="403" y="1171"/>
                    </a:lnTo>
                    <a:lnTo>
                      <a:pt x="380" y="1171"/>
                    </a:lnTo>
                    <a:lnTo>
                      <a:pt x="358" y="1171"/>
                    </a:lnTo>
                    <a:lnTo>
                      <a:pt x="338" y="1171"/>
                    </a:lnTo>
                    <a:lnTo>
                      <a:pt x="317" y="1171"/>
                    </a:lnTo>
                    <a:lnTo>
                      <a:pt x="296" y="1171"/>
                    </a:lnTo>
                    <a:lnTo>
                      <a:pt x="277" y="1171"/>
                    </a:lnTo>
                    <a:lnTo>
                      <a:pt x="258" y="1171"/>
                    </a:lnTo>
                    <a:lnTo>
                      <a:pt x="240" y="1171"/>
                    </a:lnTo>
                    <a:lnTo>
                      <a:pt x="221" y="1171"/>
                    </a:lnTo>
                    <a:lnTo>
                      <a:pt x="204" y="1171"/>
                    </a:lnTo>
                    <a:lnTo>
                      <a:pt x="188" y="1171"/>
                    </a:lnTo>
                    <a:lnTo>
                      <a:pt x="172" y="1171"/>
                    </a:lnTo>
                    <a:lnTo>
                      <a:pt x="157" y="1171"/>
                    </a:lnTo>
                    <a:lnTo>
                      <a:pt x="142" y="1171"/>
                    </a:lnTo>
                    <a:lnTo>
                      <a:pt x="128" y="1171"/>
                    </a:lnTo>
                    <a:lnTo>
                      <a:pt x="114" y="1171"/>
                    </a:lnTo>
                    <a:lnTo>
                      <a:pt x="102" y="1171"/>
                    </a:lnTo>
                    <a:lnTo>
                      <a:pt x="90" y="1171"/>
                    </a:lnTo>
                    <a:lnTo>
                      <a:pt x="79" y="1171"/>
                    </a:lnTo>
                    <a:lnTo>
                      <a:pt x="68" y="1171"/>
                    </a:lnTo>
                    <a:lnTo>
                      <a:pt x="58" y="1171"/>
                    </a:lnTo>
                    <a:lnTo>
                      <a:pt x="49" y="1171"/>
                    </a:lnTo>
                    <a:lnTo>
                      <a:pt x="41" y="1171"/>
                    </a:lnTo>
                    <a:lnTo>
                      <a:pt x="34" y="1171"/>
                    </a:lnTo>
                    <a:lnTo>
                      <a:pt x="27" y="1171"/>
                    </a:lnTo>
                    <a:lnTo>
                      <a:pt x="20" y="1171"/>
                    </a:lnTo>
                    <a:lnTo>
                      <a:pt x="15" y="1171"/>
                    </a:lnTo>
                    <a:lnTo>
                      <a:pt x="11" y="1171"/>
                    </a:lnTo>
                    <a:lnTo>
                      <a:pt x="7" y="1171"/>
                    </a:lnTo>
                    <a:lnTo>
                      <a:pt x="4" y="1171"/>
                    </a:lnTo>
                    <a:lnTo>
                      <a:pt x="1" y="1171"/>
                    </a:lnTo>
                    <a:lnTo>
                      <a:pt x="0" y="1171"/>
                    </a:lnTo>
                    <a:lnTo>
                      <a:pt x="0" y="1171"/>
                    </a:lnTo>
                    <a:close/>
                  </a:path>
                </a:pathLst>
              </a:custGeom>
              <a:solidFill>
                <a:schemeClr val="accent2"/>
              </a:solidFill>
              <a:ln w="9525">
                <a:noFill/>
                <a:round/>
                <a:headEnd/>
                <a:tailEnd/>
              </a:ln>
            </p:spPr>
            <p:txBody>
              <a:bodyPr/>
              <a:lstStyle/>
              <a:p>
                <a:endParaRPr lang="en-US" dirty="0"/>
              </a:p>
            </p:txBody>
          </p:sp>
          <p:sp>
            <p:nvSpPr>
              <p:cNvPr id="657415" name="Freeform 7"/>
              <p:cNvSpPr>
                <a:spLocks noChangeAspect="1"/>
              </p:cNvSpPr>
              <p:nvPr/>
            </p:nvSpPr>
            <p:spPr bwMode="white">
              <a:xfrm>
                <a:off x="5575" y="4084"/>
                <a:ext cx="8" cy="49"/>
              </a:xfrm>
              <a:custGeom>
                <a:avLst/>
                <a:gdLst/>
                <a:ahLst/>
                <a:cxnLst>
                  <a:cxn ang="0">
                    <a:pos x="0" y="230"/>
                  </a:cxn>
                  <a:cxn ang="0">
                    <a:pos x="4" y="218"/>
                  </a:cxn>
                  <a:cxn ang="0">
                    <a:pos x="7" y="207"/>
                  </a:cxn>
                  <a:cxn ang="0">
                    <a:pos x="11" y="195"/>
                  </a:cxn>
                  <a:cxn ang="0">
                    <a:pos x="14" y="183"/>
                  </a:cxn>
                  <a:cxn ang="0">
                    <a:pos x="17" y="170"/>
                  </a:cxn>
                  <a:cxn ang="0">
                    <a:pos x="21" y="156"/>
                  </a:cxn>
                  <a:cxn ang="0">
                    <a:pos x="23" y="142"/>
                  </a:cxn>
                  <a:cxn ang="0">
                    <a:pos x="27" y="129"/>
                  </a:cxn>
                  <a:cxn ang="0">
                    <a:pos x="29" y="114"/>
                  </a:cxn>
                  <a:cxn ang="0">
                    <a:pos x="31" y="99"/>
                  </a:cxn>
                  <a:cxn ang="0">
                    <a:pos x="34" y="84"/>
                  </a:cxn>
                  <a:cxn ang="0">
                    <a:pos x="35" y="68"/>
                  </a:cxn>
                  <a:cxn ang="0">
                    <a:pos x="37" y="51"/>
                  </a:cxn>
                  <a:cxn ang="0">
                    <a:pos x="37" y="34"/>
                  </a:cxn>
                  <a:cxn ang="0">
                    <a:pos x="38" y="17"/>
                  </a:cxn>
                  <a:cxn ang="0">
                    <a:pos x="38" y="0"/>
                  </a:cxn>
                </a:cxnLst>
                <a:rect l="0" t="0" r="r" b="b"/>
                <a:pathLst>
                  <a:path w="38" h="230">
                    <a:moveTo>
                      <a:pt x="0" y="230"/>
                    </a:moveTo>
                    <a:lnTo>
                      <a:pt x="4" y="218"/>
                    </a:lnTo>
                    <a:lnTo>
                      <a:pt x="7" y="207"/>
                    </a:lnTo>
                    <a:lnTo>
                      <a:pt x="11" y="195"/>
                    </a:lnTo>
                    <a:lnTo>
                      <a:pt x="14" y="183"/>
                    </a:lnTo>
                    <a:lnTo>
                      <a:pt x="17" y="170"/>
                    </a:lnTo>
                    <a:lnTo>
                      <a:pt x="21" y="156"/>
                    </a:lnTo>
                    <a:lnTo>
                      <a:pt x="23" y="142"/>
                    </a:lnTo>
                    <a:lnTo>
                      <a:pt x="27" y="129"/>
                    </a:lnTo>
                    <a:lnTo>
                      <a:pt x="29" y="114"/>
                    </a:lnTo>
                    <a:lnTo>
                      <a:pt x="31" y="99"/>
                    </a:lnTo>
                    <a:lnTo>
                      <a:pt x="34" y="84"/>
                    </a:lnTo>
                    <a:lnTo>
                      <a:pt x="35" y="68"/>
                    </a:lnTo>
                    <a:lnTo>
                      <a:pt x="37" y="51"/>
                    </a:lnTo>
                    <a:lnTo>
                      <a:pt x="37" y="34"/>
                    </a:lnTo>
                    <a:lnTo>
                      <a:pt x="38" y="17"/>
                    </a:lnTo>
                    <a:lnTo>
                      <a:pt x="38" y="0"/>
                    </a:lnTo>
                  </a:path>
                </a:pathLst>
              </a:custGeom>
              <a:noFill/>
              <a:ln w="15875">
                <a:solidFill>
                  <a:srgbClr val="FFFFFF"/>
                </a:solidFill>
                <a:prstDash val="solid"/>
                <a:round/>
                <a:headEnd/>
                <a:tailEnd/>
              </a:ln>
            </p:spPr>
            <p:txBody>
              <a:bodyPr/>
              <a:lstStyle/>
              <a:p>
                <a:endParaRPr lang="en-US" dirty="0"/>
              </a:p>
            </p:txBody>
          </p:sp>
          <p:sp>
            <p:nvSpPr>
              <p:cNvPr id="657416" name="Freeform 8"/>
              <p:cNvSpPr>
                <a:spLocks noChangeAspect="1"/>
              </p:cNvSpPr>
              <p:nvPr/>
            </p:nvSpPr>
            <p:spPr bwMode="white">
              <a:xfrm>
                <a:off x="5464" y="3970"/>
                <a:ext cx="119" cy="114"/>
              </a:xfrm>
              <a:custGeom>
                <a:avLst/>
                <a:gdLst/>
                <a:ahLst/>
                <a:cxnLst>
                  <a:cxn ang="0">
                    <a:pos x="538" y="538"/>
                  </a:cxn>
                  <a:cxn ang="0">
                    <a:pos x="536" y="483"/>
                  </a:cxn>
                  <a:cxn ang="0">
                    <a:pos x="527" y="432"/>
                  </a:cxn>
                  <a:cxn ang="0">
                    <a:pos x="514" y="381"/>
                  </a:cxn>
                  <a:cxn ang="0">
                    <a:pos x="494" y="331"/>
                  </a:cxn>
                  <a:cxn ang="0">
                    <a:pos x="471" y="284"/>
                  </a:cxn>
                  <a:cxn ang="0">
                    <a:pos x="444" y="240"/>
                  </a:cxn>
                  <a:cxn ang="0">
                    <a:pos x="413" y="199"/>
                  </a:cxn>
                  <a:cxn ang="0">
                    <a:pos x="378" y="160"/>
                  </a:cxn>
                  <a:cxn ang="0">
                    <a:pos x="339" y="125"/>
                  </a:cxn>
                  <a:cxn ang="0">
                    <a:pos x="298" y="94"/>
                  </a:cxn>
                  <a:cxn ang="0">
                    <a:pos x="254" y="67"/>
                  </a:cxn>
                  <a:cxn ang="0">
                    <a:pos x="207" y="44"/>
                  </a:cxn>
                  <a:cxn ang="0">
                    <a:pos x="157" y="24"/>
                  </a:cxn>
                  <a:cxn ang="0">
                    <a:pos x="106" y="11"/>
                  </a:cxn>
                  <a:cxn ang="0">
                    <a:pos x="55" y="2"/>
                  </a:cxn>
                  <a:cxn ang="0">
                    <a:pos x="0" y="0"/>
                  </a:cxn>
                </a:cxnLst>
                <a:rect l="0" t="0" r="r" b="b"/>
                <a:pathLst>
                  <a:path w="538" h="538">
                    <a:moveTo>
                      <a:pt x="538" y="538"/>
                    </a:moveTo>
                    <a:lnTo>
                      <a:pt x="536" y="483"/>
                    </a:lnTo>
                    <a:lnTo>
                      <a:pt x="527" y="432"/>
                    </a:lnTo>
                    <a:lnTo>
                      <a:pt x="514" y="381"/>
                    </a:lnTo>
                    <a:lnTo>
                      <a:pt x="494" y="331"/>
                    </a:lnTo>
                    <a:lnTo>
                      <a:pt x="471" y="284"/>
                    </a:lnTo>
                    <a:lnTo>
                      <a:pt x="444" y="240"/>
                    </a:lnTo>
                    <a:lnTo>
                      <a:pt x="413" y="199"/>
                    </a:lnTo>
                    <a:lnTo>
                      <a:pt x="378" y="160"/>
                    </a:lnTo>
                    <a:lnTo>
                      <a:pt x="339" y="125"/>
                    </a:lnTo>
                    <a:lnTo>
                      <a:pt x="298" y="94"/>
                    </a:lnTo>
                    <a:lnTo>
                      <a:pt x="254" y="67"/>
                    </a:lnTo>
                    <a:lnTo>
                      <a:pt x="207" y="44"/>
                    </a:lnTo>
                    <a:lnTo>
                      <a:pt x="157" y="24"/>
                    </a:lnTo>
                    <a:lnTo>
                      <a:pt x="106" y="11"/>
                    </a:lnTo>
                    <a:lnTo>
                      <a:pt x="55" y="2"/>
                    </a:lnTo>
                    <a:lnTo>
                      <a:pt x="0" y="0"/>
                    </a:lnTo>
                  </a:path>
                </a:pathLst>
              </a:custGeom>
              <a:noFill/>
              <a:ln w="15875">
                <a:solidFill>
                  <a:srgbClr val="FFFFFF"/>
                </a:solidFill>
                <a:prstDash val="solid"/>
                <a:round/>
                <a:headEnd/>
                <a:tailEnd/>
              </a:ln>
            </p:spPr>
            <p:txBody>
              <a:bodyPr/>
              <a:lstStyle/>
              <a:p>
                <a:endParaRPr lang="en-US" dirty="0"/>
              </a:p>
            </p:txBody>
          </p:sp>
          <p:sp>
            <p:nvSpPr>
              <p:cNvPr id="657417" name="Freeform 9"/>
              <p:cNvSpPr>
                <a:spLocks noChangeAspect="1"/>
              </p:cNvSpPr>
              <p:nvPr/>
            </p:nvSpPr>
            <p:spPr bwMode="white">
              <a:xfrm>
                <a:off x="5351" y="3970"/>
                <a:ext cx="118" cy="114"/>
              </a:xfrm>
              <a:custGeom>
                <a:avLst/>
                <a:gdLst/>
                <a:ahLst/>
                <a:cxnLst>
                  <a:cxn ang="0">
                    <a:pos x="556" y="0"/>
                  </a:cxn>
                  <a:cxn ang="0">
                    <a:pos x="500" y="2"/>
                  </a:cxn>
                  <a:cxn ang="0">
                    <a:pos x="445" y="11"/>
                  </a:cxn>
                  <a:cxn ang="0">
                    <a:pos x="392" y="24"/>
                  </a:cxn>
                  <a:cxn ang="0">
                    <a:pos x="340" y="44"/>
                  </a:cxn>
                  <a:cxn ang="0">
                    <a:pos x="292" y="67"/>
                  </a:cxn>
                  <a:cxn ang="0">
                    <a:pos x="245" y="94"/>
                  </a:cxn>
                  <a:cxn ang="0">
                    <a:pos x="203" y="125"/>
                  </a:cxn>
                  <a:cxn ang="0">
                    <a:pos x="164" y="160"/>
                  </a:cxn>
                  <a:cxn ang="0">
                    <a:pos x="128" y="199"/>
                  </a:cxn>
                  <a:cxn ang="0">
                    <a:pos x="96" y="240"/>
                  </a:cxn>
                  <a:cxn ang="0">
                    <a:pos x="68" y="284"/>
                  </a:cxn>
                  <a:cxn ang="0">
                    <a:pos x="44" y="331"/>
                  </a:cxn>
                  <a:cxn ang="0">
                    <a:pos x="26" y="381"/>
                  </a:cxn>
                  <a:cxn ang="0">
                    <a:pos x="12" y="432"/>
                  </a:cxn>
                  <a:cxn ang="0">
                    <a:pos x="4" y="483"/>
                  </a:cxn>
                  <a:cxn ang="0">
                    <a:pos x="0" y="538"/>
                  </a:cxn>
                </a:cxnLst>
                <a:rect l="0" t="0" r="r" b="b"/>
                <a:pathLst>
                  <a:path w="556" h="538">
                    <a:moveTo>
                      <a:pt x="556" y="0"/>
                    </a:moveTo>
                    <a:lnTo>
                      <a:pt x="500" y="2"/>
                    </a:lnTo>
                    <a:lnTo>
                      <a:pt x="445" y="11"/>
                    </a:lnTo>
                    <a:lnTo>
                      <a:pt x="392" y="24"/>
                    </a:lnTo>
                    <a:lnTo>
                      <a:pt x="340" y="44"/>
                    </a:lnTo>
                    <a:lnTo>
                      <a:pt x="292" y="67"/>
                    </a:lnTo>
                    <a:lnTo>
                      <a:pt x="245" y="94"/>
                    </a:lnTo>
                    <a:lnTo>
                      <a:pt x="203" y="125"/>
                    </a:lnTo>
                    <a:lnTo>
                      <a:pt x="164" y="160"/>
                    </a:lnTo>
                    <a:lnTo>
                      <a:pt x="128" y="199"/>
                    </a:lnTo>
                    <a:lnTo>
                      <a:pt x="96" y="240"/>
                    </a:lnTo>
                    <a:lnTo>
                      <a:pt x="68" y="284"/>
                    </a:lnTo>
                    <a:lnTo>
                      <a:pt x="44" y="331"/>
                    </a:lnTo>
                    <a:lnTo>
                      <a:pt x="26" y="381"/>
                    </a:lnTo>
                    <a:lnTo>
                      <a:pt x="12" y="432"/>
                    </a:lnTo>
                    <a:lnTo>
                      <a:pt x="4" y="483"/>
                    </a:lnTo>
                    <a:lnTo>
                      <a:pt x="0" y="538"/>
                    </a:lnTo>
                  </a:path>
                </a:pathLst>
              </a:custGeom>
              <a:noFill/>
              <a:ln w="15875">
                <a:solidFill>
                  <a:srgbClr val="FFFFFF"/>
                </a:solidFill>
                <a:prstDash val="solid"/>
                <a:round/>
                <a:headEnd/>
                <a:tailEnd/>
              </a:ln>
            </p:spPr>
            <p:txBody>
              <a:bodyPr/>
              <a:lstStyle/>
              <a:p>
                <a:endParaRPr lang="en-US" dirty="0"/>
              </a:p>
            </p:txBody>
          </p:sp>
          <p:sp>
            <p:nvSpPr>
              <p:cNvPr id="657418" name="Freeform 10"/>
              <p:cNvSpPr>
                <a:spLocks noChangeAspect="1"/>
              </p:cNvSpPr>
              <p:nvPr/>
            </p:nvSpPr>
            <p:spPr bwMode="white">
              <a:xfrm>
                <a:off x="5351" y="4084"/>
                <a:ext cx="12" cy="49"/>
              </a:xfrm>
              <a:custGeom>
                <a:avLst/>
                <a:gdLst/>
                <a:ahLst/>
                <a:cxnLst>
                  <a:cxn ang="0">
                    <a:pos x="0" y="0"/>
                  </a:cxn>
                  <a:cxn ang="0">
                    <a:pos x="0" y="13"/>
                  </a:cxn>
                  <a:cxn ang="0">
                    <a:pos x="1" y="28"/>
                  </a:cxn>
                  <a:cxn ang="0">
                    <a:pos x="3" y="42"/>
                  </a:cxn>
                  <a:cxn ang="0">
                    <a:pos x="4" y="57"/>
                  </a:cxn>
                  <a:cxn ang="0">
                    <a:pos x="6" y="71"/>
                  </a:cxn>
                  <a:cxn ang="0">
                    <a:pos x="8" y="86"/>
                  </a:cxn>
                  <a:cxn ang="0">
                    <a:pos x="12" y="100"/>
                  </a:cxn>
                  <a:cxn ang="0">
                    <a:pos x="15" y="115"/>
                  </a:cxn>
                  <a:cxn ang="0">
                    <a:pos x="19" y="129"/>
                  </a:cxn>
                  <a:cxn ang="0">
                    <a:pos x="23" y="144"/>
                  </a:cxn>
                  <a:cxn ang="0">
                    <a:pos x="28" y="157"/>
                  </a:cxn>
                  <a:cxn ang="0">
                    <a:pos x="32" y="172"/>
                  </a:cxn>
                  <a:cxn ang="0">
                    <a:pos x="38" y="186"/>
                  </a:cxn>
                  <a:cxn ang="0">
                    <a:pos x="44" y="201"/>
                  </a:cxn>
                  <a:cxn ang="0">
                    <a:pos x="51" y="215"/>
                  </a:cxn>
                  <a:cxn ang="0">
                    <a:pos x="58" y="230"/>
                  </a:cxn>
                </a:cxnLst>
                <a:rect l="0" t="0" r="r" b="b"/>
                <a:pathLst>
                  <a:path w="58" h="230">
                    <a:moveTo>
                      <a:pt x="0" y="0"/>
                    </a:moveTo>
                    <a:lnTo>
                      <a:pt x="0" y="13"/>
                    </a:lnTo>
                    <a:lnTo>
                      <a:pt x="1" y="28"/>
                    </a:lnTo>
                    <a:lnTo>
                      <a:pt x="3" y="42"/>
                    </a:lnTo>
                    <a:lnTo>
                      <a:pt x="4" y="57"/>
                    </a:lnTo>
                    <a:lnTo>
                      <a:pt x="6" y="71"/>
                    </a:lnTo>
                    <a:lnTo>
                      <a:pt x="8" y="86"/>
                    </a:lnTo>
                    <a:lnTo>
                      <a:pt x="12" y="100"/>
                    </a:lnTo>
                    <a:lnTo>
                      <a:pt x="15" y="115"/>
                    </a:lnTo>
                    <a:lnTo>
                      <a:pt x="19" y="129"/>
                    </a:lnTo>
                    <a:lnTo>
                      <a:pt x="23" y="144"/>
                    </a:lnTo>
                    <a:lnTo>
                      <a:pt x="28" y="157"/>
                    </a:lnTo>
                    <a:lnTo>
                      <a:pt x="32" y="172"/>
                    </a:lnTo>
                    <a:lnTo>
                      <a:pt x="38" y="186"/>
                    </a:lnTo>
                    <a:lnTo>
                      <a:pt x="44" y="201"/>
                    </a:lnTo>
                    <a:lnTo>
                      <a:pt x="51" y="215"/>
                    </a:lnTo>
                    <a:lnTo>
                      <a:pt x="58" y="230"/>
                    </a:lnTo>
                  </a:path>
                </a:pathLst>
              </a:custGeom>
              <a:noFill/>
              <a:ln w="15875">
                <a:solidFill>
                  <a:srgbClr val="FFFFFF"/>
                </a:solidFill>
                <a:prstDash val="solid"/>
                <a:round/>
                <a:headEnd/>
                <a:tailEnd/>
              </a:ln>
            </p:spPr>
            <p:txBody>
              <a:bodyPr/>
              <a:lstStyle/>
              <a:p>
                <a:endParaRPr lang="en-US" dirty="0"/>
              </a:p>
            </p:txBody>
          </p:sp>
          <p:sp>
            <p:nvSpPr>
              <p:cNvPr id="657419" name="Freeform 11"/>
              <p:cNvSpPr>
                <a:spLocks noChangeAspect="1"/>
              </p:cNvSpPr>
              <p:nvPr/>
            </p:nvSpPr>
            <p:spPr bwMode="black">
              <a:xfrm>
                <a:off x="5279" y="3962"/>
                <a:ext cx="171" cy="241"/>
              </a:xfrm>
              <a:custGeom>
                <a:avLst/>
                <a:gdLst/>
                <a:ahLst/>
                <a:cxnLst>
                  <a:cxn ang="0">
                    <a:pos x="386" y="0"/>
                  </a:cxn>
                  <a:cxn ang="0">
                    <a:pos x="433" y="0"/>
                  </a:cxn>
                  <a:cxn ang="0">
                    <a:pos x="506" y="0"/>
                  </a:cxn>
                  <a:cxn ang="0">
                    <a:pos x="614" y="0"/>
                  </a:cxn>
                  <a:cxn ang="0">
                    <a:pos x="714" y="0"/>
                  </a:cxn>
                  <a:cxn ang="0">
                    <a:pos x="767" y="0"/>
                  </a:cxn>
                  <a:cxn ang="0">
                    <a:pos x="784" y="2"/>
                  </a:cxn>
                  <a:cxn ang="0">
                    <a:pos x="719" y="18"/>
                  </a:cxn>
                  <a:cxn ang="0">
                    <a:pos x="657" y="40"/>
                  </a:cxn>
                  <a:cxn ang="0">
                    <a:pos x="600" y="69"/>
                  </a:cxn>
                  <a:cxn ang="0">
                    <a:pos x="546" y="103"/>
                  </a:cxn>
                  <a:cxn ang="0">
                    <a:pos x="496" y="144"/>
                  </a:cxn>
                  <a:cxn ang="0">
                    <a:pos x="452" y="190"/>
                  </a:cxn>
                  <a:cxn ang="0">
                    <a:pos x="413" y="239"/>
                  </a:cxn>
                  <a:cxn ang="0">
                    <a:pos x="379" y="293"/>
                  </a:cxn>
                  <a:cxn ang="0">
                    <a:pos x="351" y="351"/>
                  </a:cxn>
                  <a:cxn ang="0">
                    <a:pos x="330" y="412"/>
                  </a:cxn>
                  <a:cxn ang="0">
                    <a:pos x="315" y="475"/>
                  </a:cxn>
                  <a:cxn ang="0">
                    <a:pos x="308" y="541"/>
                  </a:cxn>
                  <a:cxn ang="0">
                    <a:pos x="307" y="603"/>
                  </a:cxn>
                  <a:cxn ang="0">
                    <a:pos x="313" y="685"/>
                  </a:cxn>
                  <a:cxn ang="0">
                    <a:pos x="334" y="729"/>
                  </a:cxn>
                  <a:cxn ang="0">
                    <a:pos x="422" y="729"/>
                  </a:cxn>
                  <a:cxn ang="0">
                    <a:pos x="527" y="729"/>
                  </a:cxn>
                  <a:cxn ang="0">
                    <a:pos x="577" y="730"/>
                  </a:cxn>
                  <a:cxn ang="0">
                    <a:pos x="637" y="751"/>
                  </a:cxn>
                  <a:cxn ang="0">
                    <a:pos x="688" y="791"/>
                  </a:cxn>
                  <a:cxn ang="0">
                    <a:pos x="728" y="847"/>
                  </a:cxn>
                  <a:cxn ang="0">
                    <a:pos x="747" y="915"/>
                  </a:cxn>
                  <a:cxn ang="0">
                    <a:pos x="745" y="976"/>
                  </a:cxn>
                  <a:cxn ang="0">
                    <a:pos x="719" y="1041"/>
                  </a:cxn>
                  <a:cxn ang="0">
                    <a:pos x="676" y="1089"/>
                  </a:cxn>
                  <a:cxn ang="0">
                    <a:pos x="619" y="1120"/>
                  </a:cxn>
                  <a:cxn ang="0">
                    <a:pos x="556" y="1132"/>
                  </a:cxn>
                  <a:cxn ang="0">
                    <a:pos x="527" y="1132"/>
                  </a:cxn>
                  <a:cxn ang="0">
                    <a:pos x="438" y="1132"/>
                  </a:cxn>
                  <a:cxn ang="0">
                    <a:pos x="329" y="1132"/>
                  </a:cxn>
                  <a:cxn ang="0">
                    <a:pos x="240" y="1132"/>
                  </a:cxn>
                  <a:cxn ang="0">
                    <a:pos x="209" y="1132"/>
                  </a:cxn>
                  <a:cxn ang="0">
                    <a:pos x="133" y="1132"/>
                  </a:cxn>
                  <a:cxn ang="0">
                    <a:pos x="30" y="1132"/>
                  </a:cxn>
                  <a:cxn ang="0">
                    <a:pos x="0" y="1130"/>
                  </a:cxn>
                  <a:cxn ang="0">
                    <a:pos x="0" y="1102"/>
                  </a:cxn>
                  <a:cxn ang="0">
                    <a:pos x="0" y="1046"/>
                  </a:cxn>
                  <a:cxn ang="0">
                    <a:pos x="0" y="968"/>
                  </a:cxn>
                  <a:cxn ang="0">
                    <a:pos x="0" y="875"/>
                  </a:cxn>
                  <a:cxn ang="0">
                    <a:pos x="0" y="771"/>
                  </a:cxn>
                  <a:cxn ang="0">
                    <a:pos x="0" y="667"/>
                  </a:cxn>
                  <a:cxn ang="0">
                    <a:pos x="0" y="563"/>
                  </a:cxn>
                  <a:cxn ang="0">
                    <a:pos x="0" y="470"/>
                  </a:cxn>
                  <a:cxn ang="0">
                    <a:pos x="0" y="392"/>
                  </a:cxn>
                  <a:cxn ang="0">
                    <a:pos x="0" y="336"/>
                  </a:cxn>
                  <a:cxn ang="0">
                    <a:pos x="0" y="308"/>
                  </a:cxn>
                  <a:cxn ang="0">
                    <a:pos x="3" y="261"/>
                  </a:cxn>
                  <a:cxn ang="0">
                    <a:pos x="19" y="198"/>
                  </a:cxn>
                  <a:cxn ang="0">
                    <a:pos x="47" y="141"/>
                  </a:cxn>
                  <a:cxn ang="0">
                    <a:pos x="85" y="92"/>
                  </a:cxn>
                  <a:cxn ang="0">
                    <a:pos x="133" y="52"/>
                  </a:cxn>
                  <a:cxn ang="0">
                    <a:pos x="189" y="22"/>
                  </a:cxn>
                  <a:cxn ang="0">
                    <a:pos x="251" y="4"/>
                  </a:cxn>
                  <a:cxn ang="0">
                    <a:pos x="307" y="0"/>
                  </a:cxn>
                </a:cxnLst>
                <a:rect l="0" t="0" r="r" b="b"/>
                <a:pathLst>
                  <a:path w="806" h="1132">
                    <a:moveTo>
                      <a:pt x="307" y="0"/>
                    </a:moveTo>
                    <a:lnTo>
                      <a:pt x="312" y="0"/>
                    </a:lnTo>
                    <a:lnTo>
                      <a:pt x="324" y="0"/>
                    </a:lnTo>
                    <a:lnTo>
                      <a:pt x="343" y="0"/>
                    </a:lnTo>
                    <a:lnTo>
                      <a:pt x="365" y="0"/>
                    </a:lnTo>
                    <a:lnTo>
                      <a:pt x="386" y="0"/>
                    </a:lnTo>
                    <a:lnTo>
                      <a:pt x="404" y="0"/>
                    </a:lnTo>
                    <a:lnTo>
                      <a:pt x="418" y="0"/>
                    </a:lnTo>
                    <a:lnTo>
                      <a:pt x="422" y="0"/>
                    </a:lnTo>
                    <a:lnTo>
                      <a:pt x="424" y="0"/>
                    </a:lnTo>
                    <a:lnTo>
                      <a:pt x="427" y="0"/>
                    </a:lnTo>
                    <a:lnTo>
                      <a:pt x="433" y="0"/>
                    </a:lnTo>
                    <a:lnTo>
                      <a:pt x="441" y="0"/>
                    </a:lnTo>
                    <a:lnTo>
                      <a:pt x="451" y="0"/>
                    </a:lnTo>
                    <a:lnTo>
                      <a:pt x="463" y="0"/>
                    </a:lnTo>
                    <a:lnTo>
                      <a:pt x="476" y="0"/>
                    </a:lnTo>
                    <a:lnTo>
                      <a:pt x="490" y="0"/>
                    </a:lnTo>
                    <a:lnTo>
                      <a:pt x="506" y="0"/>
                    </a:lnTo>
                    <a:lnTo>
                      <a:pt x="523" y="0"/>
                    </a:lnTo>
                    <a:lnTo>
                      <a:pt x="540" y="0"/>
                    </a:lnTo>
                    <a:lnTo>
                      <a:pt x="558" y="0"/>
                    </a:lnTo>
                    <a:lnTo>
                      <a:pt x="577" y="0"/>
                    </a:lnTo>
                    <a:lnTo>
                      <a:pt x="595" y="0"/>
                    </a:lnTo>
                    <a:lnTo>
                      <a:pt x="614" y="0"/>
                    </a:lnTo>
                    <a:lnTo>
                      <a:pt x="632" y="0"/>
                    </a:lnTo>
                    <a:lnTo>
                      <a:pt x="649" y="0"/>
                    </a:lnTo>
                    <a:lnTo>
                      <a:pt x="667" y="0"/>
                    </a:lnTo>
                    <a:lnTo>
                      <a:pt x="684" y="0"/>
                    </a:lnTo>
                    <a:lnTo>
                      <a:pt x="699" y="0"/>
                    </a:lnTo>
                    <a:lnTo>
                      <a:pt x="714" y="0"/>
                    </a:lnTo>
                    <a:lnTo>
                      <a:pt x="726" y="0"/>
                    </a:lnTo>
                    <a:lnTo>
                      <a:pt x="739" y="0"/>
                    </a:lnTo>
                    <a:lnTo>
                      <a:pt x="748" y="0"/>
                    </a:lnTo>
                    <a:lnTo>
                      <a:pt x="756" y="0"/>
                    </a:lnTo>
                    <a:lnTo>
                      <a:pt x="762" y="0"/>
                    </a:lnTo>
                    <a:lnTo>
                      <a:pt x="767" y="0"/>
                    </a:lnTo>
                    <a:lnTo>
                      <a:pt x="768" y="0"/>
                    </a:lnTo>
                    <a:lnTo>
                      <a:pt x="777" y="0"/>
                    </a:lnTo>
                    <a:lnTo>
                      <a:pt x="797" y="0"/>
                    </a:lnTo>
                    <a:lnTo>
                      <a:pt x="806" y="0"/>
                    </a:lnTo>
                    <a:lnTo>
                      <a:pt x="794" y="1"/>
                    </a:lnTo>
                    <a:lnTo>
                      <a:pt x="784" y="2"/>
                    </a:lnTo>
                    <a:lnTo>
                      <a:pt x="772" y="4"/>
                    </a:lnTo>
                    <a:lnTo>
                      <a:pt x="762" y="7"/>
                    </a:lnTo>
                    <a:lnTo>
                      <a:pt x="751" y="9"/>
                    </a:lnTo>
                    <a:lnTo>
                      <a:pt x="740" y="12"/>
                    </a:lnTo>
                    <a:lnTo>
                      <a:pt x="730" y="15"/>
                    </a:lnTo>
                    <a:lnTo>
                      <a:pt x="719" y="18"/>
                    </a:lnTo>
                    <a:lnTo>
                      <a:pt x="708" y="20"/>
                    </a:lnTo>
                    <a:lnTo>
                      <a:pt x="698" y="24"/>
                    </a:lnTo>
                    <a:lnTo>
                      <a:pt x="687" y="29"/>
                    </a:lnTo>
                    <a:lnTo>
                      <a:pt x="678" y="32"/>
                    </a:lnTo>
                    <a:lnTo>
                      <a:pt x="668" y="35"/>
                    </a:lnTo>
                    <a:lnTo>
                      <a:pt x="657" y="40"/>
                    </a:lnTo>
                    <a:lnTo>
                      <a:pt x="648" y="45"/>
                    </a:lnTo>
                    <a:lnTo>
                      <a:pt x="638" y="49"/>
                    </a:lnTo>
                    <a:lnTo>
                      <a:pt x="628" y="54"/>
                    </a:lnTo>
                    <a:lnTo>
                      <a:pt x="618" y="58"/>
                    </a:lnTo>
                    <a:lnTo>
                      <a:pt x="609" y="63"/>
                    </a:lnTo>
                    <a:lnTo>
                      <a:pt x="600" y="69"/>
                    </a:lnTo>
                    <a:lnTo>
                      <a:pt x="590" y="75"/>
                    </a:lnTo>
                    <a:lnTo>
                      <a:pt x="581" y="79"/>
                    </a:lnTo>
                    <a:lnTo>
                      <a:pt x="572" y="85"/>
                    </a:lnTo>
                    <a:lnTo>
                      <a:pt x="563" y="92"/>
                    </a:lnTo>
                    <a:lnTo>
                      <a:pt x="555" y="98"/>
                    </a:lnTo>
                    <a:lnTo>
                      <a:pt x="546" y="103"/>
                    </a:lnTo>
                    <a:lnTo>
                      <a:pt x="538" y="110"/>
                    </a:lnTo>
                    <a:lnTo>
                      <a:pt x="528" y="116"/>
                    </a:lnTo>
                    <a:lnTo>
                      <a:pt x="520" y="123"/>
                    </a:lnTo>
                    <a:lnTo>
                      <a:pt x="512" y="130"/>
                    </a:lnTo>
                    <a:lnTo>
                      <a:pt x="504" y="137"/>
                    </a:lnTo>
                    <a:lnTo>
                      <a:pt x="496" y="144"/>
                    </a:lnTo>
                    <a:lnTo>
                      <a:pt x="489" y="152"/>
                    </a:lnTo>
                    <a:lnTo>
                      <a:pt x="481" y="159"/>
                    </a:lnTo>
                    <a:lnTo>
                      <a:pt x="474" y="167"/>
                    </a:lnTo>
                    <a:lnTo>
                      <a:pt x="466" y="174"/>
                    </a:lnTo>
                    <a:lnTo>
                      <a:pt x="459" y="182"/>
                    </a:lnTo>
                    <a:lnTo>
                      <a:pt x="452" y="190"/>
                    </a:lnTo>
                    <a:lnTo>
                      <a:pt x="445" y="198"/>
                    </a:lnTo>
                    <a:lnTo>
                      <a:pt x="438" y="206"/>
                    </a:lnTo>
                    <a:lnTo>
                      <a:pt x="432" y="214"/>
                    </a:lnTo>
                    <a:lnTo>
                      <a:pt x="426" y="222"/>
                    </a:lnTo>
                    <a:lnTo>
                      <a:pt x="419" y="231"/>
                    </a:lnTo>
                    <a:lnTo>
                      <a:pt x="413" y="239"/>
                    </a:lnTo>
                    <a:lnTo>
                      <a:pt x="406" y="249"/>
                    </a:lnTo>
                    <a:lnTo>
                      <a:pt x="400" y="258"/>
                    </a:lnTo>
                    <a:lnTo>
                      <a:pt x="395" y="266"/>
                    </a:lnTo>
                    <a:lnTo>
                      <a:pt x="390" y="275"/>
                    </a:lnTo>
                    <a:lnTo>
                      <a:pt x="384" y="284"/>
                    </a:lnTo>
                    <a:lnTo>
                      <a:pt x="379" y="293"/>
                    </a:lnTo>
                    <a:lnTo>
                      <a:pt x="374" y="303"/>
                    </a:lnTo>
                    <a:lnTo>
                      <a:pt x="369" y="313"/>
                    </a:lnTo>
                    <a:lnTo>
                      <a:pt x="365" y="322"/>
                    </a:lnTo>
                    <a:lnTo>
                      <a:pt x="360" y="331"/>
                    </a:lnTo>
                    <a:lnTo>
                      <a:pt x="356" y="342"/>
                    </a:lnTo>
                    <a:lnTo>
                      <a:pt x="351" y="351"/>
                    </a:lnTo>
                    <a:lnTo>
                      <a:pt x="348" y="361"/>
                    </a:lnTo>
                    <a:lnTo>
                      <a:pt x="344" y="372"/>
                    </a:lnTo>
                    <a:lnTo>
                      <a:pt x="339" y="382"/>
                    </a:lnTo>
                    <a:lnTo>
                      <a:pt x="336" y="391"/>
                    </a:lnTo>
                    <a:lnTo>
                      <a:pt x="334" y="402"/>
                    </a:lnTo>
                    <a:lnTo>
                      <a:pt x="330" y="412"/>
                    </a:lnTo>
                    <a:lnTo>
                      <a:pt x="327" y="422"/>
                    </a:lnTo>
                    <a:lnTo>
                      <a:pt x="324" y="433"/>
                    </a:lnTo>
                    <a:lnTo>
                      <a:pt x="322" y="444"/>
                    </a:lnTo>
                    <a:lnTo>
                      <a:pt x="320" y="455"/>
                    </a:lnTo>
                    <a:lnTo>
                      <a:pt x="318" y="465"/>
                    </a:lnTo>
                    <a:lnTo>
                      <a:pt x="315" y="475"/>
                    </a:lnTo>
                    <a:lnTo>
                      <a:pt x="314" y="487"/>
                    </a:lnTo>
                    <a:lnTo>
                      <a:pt x="312" y="497"/>
                    </a:lnTo>
                    <a:lnTo>
                      <a:pt x="311" y="509"/>
                    </a:lnTo>
                    <a:lnTo>
                      <a:pt x="310" y="519"/>
                    </a:lnTo>
                    <a:lnTo>
                      <a:pt x="308" y="531"/>
                    </a:lnTo>
                    <a:lnTo>
                      <a:pt x="308" y="541"/>
                    </a:lnTo>
                    <a:lnTo>
                      <a:pt x="307" y="553"/>
                    </a:lnTo>
                    <a:lnTo>
                      <a:pt x="307" y="564"/>
                    </a:lnTo>
                    <a:lnTo>
                      <a:pt x="307" y="576"/>
                    </a:lnTo>
                    <a:lnTo>
                      <a:pt x="307" y="576"/>
                    </a:lnTo>
                    <a:lnTo>
                      <a:pt x="307" y="589"/>
                    </a:lnTo>
                    <a:lnTo>
                      <a:pt x="307" y="603"/>
                    </a:lnTo>
                    <a:lnTo>
                      <a:pt x="307" y="618"/>
                    </a:lnTo>
                    <a:lnTo>
                      <a:pt x="307" y="632"/>
                    </a:lnTo>
                    <a:lnTo>
                      <a:pt x="308" y="646"/>
                    </a:lnTo>
                    <a:lnTo>
                      <a:pt x="310" y="659"/>
                    </a:lnTo>
                    <a:lnTo>
                      <a:pt x="311" y="672"/>
                    </a:lnTo>
                    <a:lnTo>
                      <a:pt x="313" y="685"/>
                    </a:lnTo>
                    <a:lnTo>
                      <a:pt x="315" y="697"/>
                    </a:lnTo>
                    <a:lnTo>
                      <a:pt x="318" y="708"/>
                    </a:lnTo>
                    <a:lnTo>
                      <a:pt x="322" y="718"/>
                    </a:lnTo>
                    <a:lnTo>
                      <a:pt x="326" y="729"/>
                    </a:lnTo>
                    <a:lnTo>
                      <a:pt x="328" y="729"/>
                    </a:lnTo>
                    <a:lnTo>
                      <a:pt x="334" y="729"/>
                    </a:lnTo>
                    <a:lnTo>
                      <a:pt x="343" y="729"/>
                    </a:lnTo>
                    <a:lnTo>
                      <a:pt x="356" y="729"/>
                    </a:lnTo>
                    <a:lnTo>
                      <a:pt x="369" y="729"/>
                    </a:lnTo>
                    <a:lnTo>
                      <a:pt x="386" y="729"/>
                    </a:lnTo>
                    <a:lnTo>
                      <a:pt x="404" y="729"/>
                    </a:lnTo>
                    <a:lnTo>
                      <a:pt x="422" y="729"/>
                    </a:lnTo>
                    <a:lnTo>
                      <a:pt x="441" y="729"/>
                    </a:lnTo>
                    <a:lnTo>
                      <a:pt x="460" y="729"/>
                    </a:lnTo>
                    <a:lnTo>
                      <a:pt x="479" y="729"/>
                    </a:lnTo>
                    <a:lnTo>
                      <a:pt x="497" y="729"/>
                    </a:lnTo>
                    <a:lnTo>
                      <a:pt x="513" y="729"/>
                    </a:lnTo>
                    <a:lnTo>
                      <a:pt x="527" y="729"/>
                    </a:lnTo>
                    <a:lnTo>
                      <a:pt x="540" y="729"/>
                    </a:lnTo>
                    <a:lnTo>
                      <a:pt x="549" y="729"/>
                    </a:lnTo>
                    <a:lnTo>
                      <a:pt x="555" y="729"/>
                    </a:lnTo>
                    <a:lnTo>
                      <a:pt x="556" y="729"/>
                    </a:lnTo>
                    <a:lnTo>
                      <a:pt x="566" y="729"/>
                    </a:lnTo>
                    <a:lnTo>
                      <a:pt x="577" y="730"/>
                    </a:lnTo>
                    <a:lnTo>
                      <a:pt x="587" y="732"/>
                    </a:lnTo>
                    <a:lnTo>
                      <a:pt x="597" y="735"/>
                    </a:lnTo>
                    <a:lnTo>
                      <a:pt x="608" y="737"/>
                    </a:lnTo>
                    <a:lnTo>
                      <a:pt x="617" y="741"/>
                    </a:lnTo>
                    <a:lnTo>
                      <a:pt x="627" y="745"/>
                    </a:lnTo>
                    <a:lnTo>
                      <a:pt x="637" y="751"/>
                    </a:lnTo>
                    <a:lnTo>
                      <a:pt x="646" y="755"/>
                    </a:lnTo>
                    <a:lnTo>
                      <a:pt x="655" y="762"/>
                    </a:lnTo>
                    <a:lnTo>
                      <a:pt x="664" y="768"/>
                    </a:lnTo>
                    <a:lnTo>
                      <a:pt x="672" y="776"/>
                    </a:lnTo>
                    <a:lnTo>
                      <a:pt x="680" y="783"/>
                    </a:lnTo>
                    <a:lnTo>
                      <a:pt x="688" y="791"/>
                    </a:lnTo>
                    <a:lnTo>
                      <a:pt x="696" y="799"/>
                    </a:lnTo>
                    <a:lnTo>
                      <a:pt x="703" y="808"/>
                    </a:lnTo>
                    <a:lnTo>
                      <a:pt x="710" y="817"/>
                    </a:lnTo>
                    <a:lnTo>
                      <a:pt x="716" y="827"/>
                    </a:lnTo>
                    <a:lnTo>
                      <a:pt x="722" y="837"/>
                    </a:lnTo>
                    <a:lnTo>
                      <a:pt x="728" y="847"/>
                    </a:lnTo>
                    <a:lnTo>
                      <a:pt x="732" y="858"/>
                    </a:lnTo>
                    <a:lnTo>
                      <a:pt x="737" y="869"/>
                    </a:lnTo>
                    <a:lnTo>
                      <a:pt x="740" y="881"/>
                    </a:lnTo>
                    <a:lnTo>
                      <a:pt x="743" y="892"/>
                    </a:lnTo>
                    <a:lnTo>
                      <a:pt x="745" y="904"/>
                    </a:lnTo>
                    <a:lnTo>
                      <a:pt x="747" y="915"/>
                    </a:lnTo>
                    <a:lnTo>
                      <a:pt x="748" y="928"/>
                    </a:lnTo>
                    <a:lnTo>
                      <a:pt x="748" y="940"/>
                    </a:lnTo>
                    <a:lnTo>
                      <a:pt x="748" y="940"/>
                    </a:lnTo>
                    <a:lnTo>
                      <a:pt x="748" y="952"/>
                    </a:lnTo>
                    <a:lnTo>
                      <a:pt x="747" y="965"/>
                    </a:lnTo>
                    <a:lnTo>
                      <a:pt x="745" y="976"/>
                    </a:lnTo>
                    <a:lnTo>
                      <a:pt x="743" y="988"/>
                    </a:lnTo>
                    <a:lnTo>
                      <a:pt x="739" y="999"/>
                    </a:lnTo>
                    <a:lnTo>
                      <a:pt x="736" y="1011"/>
                    </a:lnTo>
                    <a:lnTo>
                      <a:pt x="731" y="1021"/>
                    </a:lnTo>
                    <a:lnTo>
                      <a:pt x="725" y="1031"/>
                    </a:lnTo>
                    <a:lnTo>
                      <a:pt x="719" y="1041"/>
                    </a:lnTo>
                    <a:lnTo>
                      <a:pt x="714" y="1050"/>
                    </a:lnTo>
                    <a:lnTo>
                      <a:pt x="707" y="1059"/>
                    </a:lnTo>
                    <a:lnTo>
                      <a:pt x="700" y="1067"/>
                    </a:lnTo>
                    <a:lnTo>
                      <a:pt x="693" y="1075"/>
                    </a:lnTo>
                    <a:lnTo>
                      <a:pt x="685" y="1082"/>
                    </a:lnTo>
                    <a:lnTo>
                      <a:pt x="676" y="1089"/>
                    </a:lnTo>
                    <a:lnTo>
                      <a:pt x="668" y="1096"/>
                    </a:lnTo>
                    <a:lnTo>
                      <a:pt x="658" y="1102"/>
                    </a:lnTo>
                    <a:lnTo>
                      <a:pt x="649" y="1108"/>
                    </a:lnTo>
                    <a:lnTo>
                      <a:pt x="639" y="1112"/>
                    </a:lnTo>
                    <a:lnTo>
                      <a:pt x="630" y="1117"/>
                    </a:lnTo>
                    <a:lnTo>
                      <a:pt x="619" y="1120"/>
                    </a:lnTo>
                    <a:lnTo>
                      <a:pt x="609" y="1124"/>
                    </a:lnTo>
                    <a:lnTo>
                      <a:pt x="599" y="1127"/>
                    </a:lnTo>
                    <a:lnTo>
                      <a:pt x="588" y="1128"/>
                    </a:lnTo>
                    <a:lnTo>
                      <a:pt x="578" y="1131"/>
                    </a:lnTo>
                    <a:lnTo>
                      <a:pt x="567" y="1132"/>
                    </a:lnTo>
                    <a:lnTo>
                      <a:pt x="556" y="1132"/>
                    </a:lnTo>
                    <a:lnTo>
                      <a:pt x="556" y="1132"/>
                    </a:lnTo>
                    <a:lnTo>
                      <a:pt x="555" y="1132"/>
                    </a:lnTo>
                    <a:lnTo>
                      <a:pt x="551" y="1132"/>
                    </a:lnTo>
                    <a:lnTo>
                      <a:pt x="546" y="1132"/>
                    </a:lnTo>
                    <a:lnTo>
                      <a:pt x="538" y="1132"/>
                    </a:lnTo>
                    <a:lnTo>
                      <a:pt x="527" y="1132"/>
                    </a:lnTo>
                    <a:lnTo>
                      <a:pt x="516" y="1132"/>
                    </a:lnTo>
                    <a:lnTo>
                      <a:pt x="503" y="1132"/>
                    </a:lnTo>
                    <a:lnTo>
                      <a:pt x="488" y="1132"/>
                    </a:lnTo>
                    <a:lnTo>
                      <a:pt x="472" y="1132"/>
                    </a:lnTo>
                    <a:lnTo>
                      <a:pt x="456" y="1132"/>
                    </a:lnTo>
                    <a:lnTo>
                      <a:pt x="438" y="1132"/>
                    </a:lnTo>
                    <a:lnTo>
                      <a:pt x="420" y="1132"/>
                    </a:lnTo>
                    <a:lnTo>
                      <a:pt x="403" y="1132"/>
                    </a:lnTo>
                    <a:lnTo>
                      <a:pt x="383" y="1132"/>
                    </a:lnTo>
                    <a:lnTo>
                      <a:pt x="365" y="1132"/>
                    </a:lnTo>
                    <a:lnTo>
                      <a:pt x="348" y="1132"/>
                    </a:lnTo>
                    <a:lnTo>
                      <a:pt x="329" y="1132"/>
                    </a:lnTo>
                    <a:lnTo>
                      <a:pt x="312" y="1132"/>
                    </a:lnTo>
                    <a:lnTo>
                      <a:pt x="296" y="1132"/>
                    </a:lnTo>
                    <a:lnTo>
                      <a:pt x="280" y="1132"/>
                    </a:lnTo>
                    <a:lnTo>
                      <a:pt x="265" y="1132"/>
                    </a:lnTo>
                    <a:lnTo>
                      <a:pt x="252" y="1132"/>
                    </a:lnTo>
                    <a:lnTo>
                      <a:pt x="240" y="1132"/>
                    </a:lnTo>
                    <a:lnTo>
                      <a:pt x="230" y="1132"/>
                    </a:lnTo>
                    <a:lnTo>
                      <a:pt x="222" y="1132"/>
                    </a:lnTo>
                    <a:lnTo>
                      <a:pt x="216" y="1132"/>
                    </a:lnTo>
                    <a:lnTo>
                      <a:pt x="213" y="1132"/>
                    </a:lnTo>
                    <a:lnTo>
                      <a:pt x="210" y="1132"/>
                    </a:lnTo>
                    <a:lnTo>
                      <a:pt x="209" y="1132"/>
                    </a:lnTo>
                    <a:lnTo>
                      <a:pt x="202" y="1132"/>
                    </a:lnTo>
                    <a:lnTo>
                      <a:pt x="193" y="1132"/>
                    </a:lnTo>
                    <a:lnTo>
                      <a:pt x="182" y="1132"/>
                    </a:lnTo>
                    <a:lnTo>
                      <a:pt x="167" y="1132"/>
                    </a:lnTo>
                    <a:lnTo>
                      <a:pt x="151" y="1132"/>
                    </a:lnTo>
                    <a:lnTo>
                      <a:pt x="133" y="1132"/>
                    </a:lnTo>
                    <a:lnTo>
                      <a:pt x="115" y="1132"/>
                    </a:lnTo>
                    <a:lnTo>
                      <a:pt x="96" y="1132"/>
                    </a:lnTo>
                    <a:lnTo>
                      <a:pt x="78" y="1132"/>
                    </a:lnTo>
                    <a:lnTo>
                      <a:pt x="61" y="1132"/>
                    </a:lnTo>
                    <a:lnTo>
                      <a:pt x="43" y="1132"/>
                    </a:lnTo>
                    <a:lnTo>
                      <a:pt x="30" y="1132"/>
                    </a:lnTo>
                    <a:lnTo>
                      <a:pt x="17" y="1132"/>
                    </a:lnTo>
                    <a:lnTo>
                      <a:pt x="8" y="1132"/>
                    </a:lnTo>
                    <a:lnTo>
                      <a:pt x="2" y="1132"/>
                    </a:lnTo>
                    <a:lnTo>
                      <a:pt x="0" y="1132"/>
                    </a:lnTo>
                    <a:lnTo>
                      <a:pt x="0" y="1131"/>
                    </a:lnTo>
                    <a:lnTo>
                      <a:pt x="0" y="1130"/>
                    </a:lnTo>
                    <a:lnTo>
                      <a:pt x="0" y="1127"/>
                    </a:lnTo>
                    <a:lnTo>
                      <a:pt x="0" y="1124"/>
                    </a:lnTo>
                    <a:lnTo>
                      <a:pt x="0" y="1119"/>
                    </a:lnTo>
                    <a:lnTo>
                      <a:pt x="0" y="1115"/>
                    </a:lnTo>
                    <a:lnTo>
                      <a:pt x="0" y="1109"/>
                    </a:lnTo>
                    <a:lnTo>
                      <a:pt x="0" y="1102"/>
                    </a:lnTo>
                    <a:lnTo>
                      <a:pt x="0" y="1094"/>
                    </a:lnTo>
                    <a:lnTo>
                      <a:pt x="0" y="1086"/>
                    </a:lnTo>
                    <a:lnTo>
                      <a:pt x="0" y="1077"/>
                    </a:lnTo>
                    <a:lnTo>
                      <a:pt x="0" y="1067"/>
                    </a:lnTo>
                    <a:lnTo>
                      <a:pt x="0" y="1057"/>
                    </a:lnTo>
                    <a:lnTo>
                      <a:pt x="0" y="1046"/>
                    </a:lnTo>
                    <a:lnTo>
                      <a:pt x="0" y="1034"/>
                    </a:lnTo>
                    <a:lnTo>
                      <a:pt x="0" y="1022"/>
                    </a:lnTo>
                    <a:lnTo>
                      <a:pt x="0" y="1010"/>
                    </a:lnTo>
                    <a:lnTo>
                      <a:pt x="0" y="996"/>
                    </a:lnTo>
                    <a:lnTo>
                      <a:pt x="0" y="982"/>
                    </a:lnTo>
                    <a:lnTo>
                      <a:pt x="0" y="968"/>
                    </a:lnTo>
                    <a:lnTo>
                      <a:pt x="0" y="953"/>
                    </a:lnTo>
                    <a:lnTo>
                      <a:pt x="0" y="938"/>
                    </a:lnTo>
                    <a:lnTo>
                      <a:pt x="0" y="923"/>
                    </a:lnTo>
                    <a:lnTo>
                      <a:pt x="0" y="907"/>
                    </a:lnTo>
                    <a:lnTo>
                      <a:pt x="0" y="891"/>
                    </a:lnTo>
                    <a:lnTo>
                      <a:pt x="0" y="875"/>
                    </a:lnTo>
                    <a:lnTo>
                      <a:pt x="0" y="858"/>
                    </a:lnTo>
                    <a:lnTo>
                      <a:pt x="0" y="842"/>
                    </a:lnTo>
                    <a:lnTo>
                      <a:pt x="0" y="824"/>
                    </a:lnTo>
                    <a:lnTo>
                      <a:pt x="0" y="807"/>
                    </a:lnTo>
                    <a:lnTo>
                      <a:pt x="0" y="790"/>
                    </a:lnTo>
                    <a:lnTo>
                      <a:pt x="0" y="771"/>
                    </a:lnTo>
                    <a:lnTo>
                      <a:pt x="0" y="754"/>
                    </a:lnTo>
                    <a:lnTo>
                      <a:pt x="0" y="737"/>
                    </a:lnTo>
                    <a:lnTo>
                      <a:pt x="0" y="720"/>
                    </a:lnTo>
                    <a:lnTo>
                      <a:pt x="0" y="701"/>
                    </a:lnTo>
                    <a:lnTo>
                      <a:pt x="0" y="684"/>
                    </a:lnTo>
                    <a:lnTo>
                      <a:pt x="0" y="667"/>
                    </a:lnTo>
                    <a:lnTo>
                      <a:pt x="0" y="648"/>
                    </a:lnTo>
                    <a:lnTo>
                      <a:pt x="0" y="631"/>
                    </a:lnTo>
                    <a:lnTo>
                      <a:pt x="0" y="614"/>
                    </a:lnTo>
                    <a:lnTo>
                      <a:pt x="0" y="596"/>
                    </a:lnTo>
                    <a:lnTo>
                      <a:pt x="0" y="580"/>
                    </a:lnTo>
                    <a:lnTo>
                      <a:pt x="0" y="563"/>
                    </a:lnTo>
                    <a:lnTo>
                      <a:pt x="0" y="547"/>
                    </a:lnTo>
                    <a:lnTo>
                      <a:pt x="0" y="531"/>
                    </a:lnTo>
                    <a:lnTo>
                      <a:pt x="0" y="515"/>
                    </a:lnTo>
                    <a:lnTo>
                      <a:pt x="0" y="500"/>
                    </a:lnTo>
                    <a:lnTo>
                      <a:pt x="0" y="485"/>
                    </a:lnTo>
                    <a:lnTo>
                      <a:pt x="0" y="470"/>
                    </a:lnTo>
                    <a:lnTo>
                      <a:pt x="0" y="456"/>
                    </a:lnTo>
                    <a:lnTo>
                      <a:pt x="0" y="442"/>
                    </a:lnTo>
                    <a:lnTo>
                      <a:pt x="0" y="428"/>
                    </a:lnTo>
                    <a:lnTo>
                      <a:pt x="0" y="416"/>
                    </a:lnTo>
                    <a:lnTo>
                      <a:pt x="0" y="404"/>
                    </a:lnTo>
                    <a:lnTo>
                      <a:pt x="0" y="392"/>
                    </a:lnTo>
                    <a:lnTo>
                      <a:pt x="0" y="381"/>
                    </a:lnTo>
                    <a:lnTo>
                      <a:pt x="0" y="371"/>
                    </a:lnTo>
                    <a:lnTo>
                      <a:pt x="0" y="361"/>
                    </a:lnTo>
                    <a:lnTo>
                      <a:pt x="0" y="352"/>
                    </a:lnTo>
                    <a:lnTo>
                      <a:pt x="0" y="344"/>
                    </a:lnTo>
                    <a:lnTo>
                      <a:pt x="0" y="336"/>
                    </a:lnTo>
                    <a:lnTo>
                      <a:pt x="0" y="329"/>
                    </a:lnTo>
                    <a:lnTo>
                      <a:pt x="0" y="323"/>
                    </a:lnTo>
                    <a:lnTo>
                      <a:pt x="0" y="319"/>
                    </a:lnTo>
                    <a:lnTo>
                      <a:pt x="0" y="314"/>
                    </a:lnTo>
                    <a:lnTo>
                      <a:pt x="0" y="311"/>
                    </a:lnTo>
                    <a:lnTo>
                      <a:pt x="0" y="308"/>
                    </a:lnTo>
                    <a:lnTo>
                      <a:pt x="0" y="307"/>
                    </a:lnTo>
                    <a:lnTo>
                      <a:pt x="0" y="306"/>
                    </a:lnTo>
                    <a:lnTo>
                      <a:pt x="0" y="295"/>
                    </a:lnTo>
                    <a:lnTo>
                      <a:pt x="1" y="283"/>
                    </a:lnTo>
                    <a:lnTo>
                      <a:pt x="2" y="273"/>
                    </a:lnTo>
                    <a:lnTo>
                      <a:pt x="3" y="261"/>
                    </a:lnTo>
                    <a:lnTo>
                      <a:pt x="4" y="251"/>
                    </a:lnTo>
                    <a:lnTo>
                      <a:pt x="7" y="239"/>
                    </a:lnTo>
                    <a:lnTo>
                      <a:pt x="9" y="229"/>
                    </a:lnTo>
                    <a:lnTo>
                      <a:pt x="12" y="219"/>
                    </a:lnTo>
                    <a:lnTo>
                      <a:pt x="15" y="208"/>
                    </a:lnTo>
                    <a:lnTo>
                      <a:pt x="19" y="198"/>
                    </a:lnTo>
                    <a:lnTo>
                      <a:pt x="23" y="187"/>
                    </a:lnTo>
                    <a:lnTo>
                      <a:pt x="26" y="178"/>
                    </a:lnTo>
                    <a:lnTo>
                      <a:pt x="31" y="169"/>
                    </a:lnTo>
                    <a:lnTo>
                      <a:pt x="37" y="159"/>
                    </a:lnTo>
                    <a:lnTo>
                      <a:pt x="41" y="149"/>
                    </a:lnTo>
                    <a:lnTo>
                      <a:pt x="47" y="141"/>
                    </a:lnTo>
                    <a:lnTo>
                      <a:pt x="53" y="132"/>
                    </a:lnTo>
                    <a:lnTo>
                      <a:pt x="58" y="124"/>
                    </a:lnTo>
                    <a:lnTo>
                      <a:pt x="64" y="115"/>
                    </a:lnTo>
                    <a:lnTo>
                      <a:pt x="71" y="107"/>
                    </a:lnTo>
                    <a:lnTo>
                      <a:pt x="78" y="99"/>
                    </a:lnTo>
                    <a:lnTo>
                      <a:pt x="85" y="92"/>
                    </a:lnTo>
                    <a:lnTo>
                      <a:pt x="92" y="84"/>
                    </a:lnTo>
                    <a:lnTo>
                      <a:pt x="100" y="77"/>
                    </a:lnTo>
                    <a:lnTo>
                      <a:pt x="108" y="70"/>
                    </a:lnTo>
                    <a:lnTo>
                      <a:pt x="116" y="64"/>
                    </a:lnTo>
                    <a:lnTo>
                      <a:pt x="124" y="57"/>
                    </a:lnTo>
                    <a:lnTo>
                      <a:pt x="133" y="52"/>
                    </a:lnTo>
                    <a:lnTo>
                      <a:pt x="141" y="46"/>
                    </a:lnTo>
                    <a:lnTo>
                      <a:pt x="151" y="40"/>
                    </a:lnTo>
                    <a:lnTo>
                      <a:pt x="160" y="35"/>
                    </a:lnTo>
                    <a:lnTo>
                      <a:pt x="169" y="31"/>
                    </a:lnTo>
                    <a:lnTo>
                      <a:pt x="179" y="26"/>
                    </a:lnTo>
                    <a:lnTo>
                      <a:pt x="189" y="22"/>
                    </a:lnTo>
                    <a:lnTo>
                      <a:pt x="199" y="18"/>
                    </a:lnTo>
                    <a:lnTo>
                      <a:pt x="208" y="15"/>
                    </a:lnTo>
                    <a:lnTo>
                      <a:pt x="219" y="11"/>
                    </a:lnTo>
                    <a:lnTo>
                      <a:pt x="230" y="9"/>
                    </a:lnTo>
                    <a:lnTo>
                      <a:pt x="240" y="7"/>
                    </a:lnTo>
                    <a:lnTo>
                      <a:pt x="251" y="4"/>
                    </a:lnTo>
                    <a:lnTo>
                      <a:pt x="262" y="2"/>
                    </a:lnTo>
                    <a:lnTo>
                      <a:pt x="273" y="1"/>
                    </a:lnTo>
                    <a:lnTo>
                      <a:pt x="284" y="0"/>
                    </a:lnTo>
                    <a:lnTo>
                      <a:pt x="296" y="0"/>
                    </a:lnTo>
                    <a:lnTo>
                      <a:pt x="307" y="0"/>
                    </a:lnTo>
                    <a:lnTo>
                      <a:pt x="307" y="0"/>
                    </a:lnTo>
                    <a:close/>
                  </a:path>
                </a:pathLst>
              </a:custGeom>
              <a:solidFill>
                <a:schemeClr val="tx1"/>
              </a:solidFill>
              <a:ln w="9525">
                <a:noFill/>
                <a:round/>
                <a:headEnd/>
                <a:tailEnd/>
              </a:ln>
            </p:spPr>
            <p:txBody>
              <a:bodyPr/>
              <a:lstStyle/>
              <a:p>
                <a:endParaRPr lang="en-US" dirty="0"/>
              </a:p>
            </p:txBody>
          </p:sp>
          <p:sp>
            <p:nvSpPr>
              <p:cNvPr id="657420" name="Freeform 12"/>
              <p:cNvSpPr>
                <a:spLocks noChangeAspect="1"/>
              </p:cNvSpPr>
              <p:nvPr/>
            </p:nvSpPr>
            <p:spPr bwMode="black">
              <a:xfrm>
                <a:off x="5488" y="3962"/>
                <a:ext cx="171" cy="241"/>
              </a:xfrm>
              <a:custGeom>
                <a:avLst/>
                <a:gdLst/>
                <a:ahLst/>
                <a:cxnLst>
                  <a:cxn ang="0">
                    <a:pos x="432" y="0"/>
                  </a:cxn>
                  <a:cxn ang="0">
                    <a:pos x="363" y="0"/>
                  </a:cxn>
                  <a:cxn ang="0">
                    <a:pos x="310" y="0"/>
                  </a:cxn>
                  <a:cxn ang="0">
                    <a:pos x="211" y="0"/>
                  </a:cxn>
                  <a:cxn ang="0">
                    <a:pos x="107" y="0"/>
                  </a:cxn>
                  <a:cxn ang="0">
                    <a:pos x="44" y="0"/>
                  </a:cxn>
                  <a:cxn ang="0">
                    <a:pos x="11" y="1"/>
                  </a:cxn>
                  <a:cxn ang="0">
                    <a:pos x="73" y="15"/>
                  </a:cxn>
                  <a:cxn ang="0">
                    <a:pos x="134" y="37"/>
                  </a:cxn>
                  <a:cxn ang="0">
                    <a:pos x="191" y="65"/>
                  </a:cxn>
                  <a:cxn ang="0">
                    <a:pos x="245" y="100"/>
                  </a:cxn>
                  <a:cxn ang="0">
                    <a:pos x="296" y="140"/>
                  </a:cxn>
                  <a:cxn ang="0">
                    <a:pos x="343" y="185"/>
                  </a:cxn>
                  <a:cxn ang="0">
                    <a:pos x="385" y="236"/>
                  </a:cxn>
                  <a:cxn ang="0">
                    <a:pos x="420" y="290"/>
                  </a:cxn>
                  <a:cxn ang="0">
                    <a:pos x="450" y="349"/>
                  </a:cxn>
                  <a:cxn ang="0">
                    <a:pos x="473" y="411"/>
                  </a:cxn>
                  <a:cxn ang="0">
                    <a:pos x="490" y="474"/>
                  </a:cxn>
                  <a:cxn ang="0">
                    <a:pos x="498" y="541"/>
                  </a:cxn>
                  <a:cxn ang="0">
                    <a:pos x="498" y="603"/>
                  </a:cxn>
                  <a:cxn ang="0">
                    <a:pos x="485" y="685"/>
                  </a:cxn>
                  <a:cxn ang="0">
                    <a:pos x="472" y="729"/>
                  </a:cxn>
                  <a:cxn ang="0">
                    <a:pos x="384" y="729"/>
                  </a:cxn>
                  <a:cxn ang="0">
                    <a:pos x="279" y="729"/>
                  </a:cxn>
                  <a:cxn ang="0">
                    <a:pos x="227" y="730"/>
                  </a:cxn>
                  <a:cxn ang="0">
                    <a:pos x="163" y="747"/>
                  </a:cxn>
                  <a:cxn ang="0">
                    <a:pos x="108" y="784"/>
                  </a:cxn>
                  <a:cxn ang="0">
                    <a:pos x="67" y="834"/>
                  </a:cxn>
                  <a:cxn ang="0">
                    <a:pos x="43" y="895"/>
                  </a:cxn>
                  <a:cxn ang="0">
                    <a:pos x="39" y="963"/>
                  </a:cxn>
                  <a:cxn ang="0">
                    <a:pos x="59" y="1026"/>
                  </a:cxn>
                  <a:cxn ang="0">
                    <a:pos x="97" y="1075"/>
                  </a:cxn>
                  <a:cxn ang="0">
                    <a:pos x="150" y="1111"/>
                  </a:cxn>
                  <a:cxn ang="0">
                    <a:pos x="214" y="1130"/>
                  </a:cxn>
                  <a:cxn ang="0">
                    <a:pos x="260" y="1132"/>
                  </a:cxn>
                  <a:cxn ang="0">
                    <a:pos x="334" y="1132"/>
                  </a:cxn>
                  <a:cxn ang="0">
                    <a:pos x="441" y="1132"/>
                  </a:cxn>
                  <a:cxn ang="0">
                    <a:pos x="541" y="1132"/>
                  </a:cxn>
                  <a:cxn ang="0">
                    <a:pos x="593" y="1132"/>
                  </a:cxn>
                  <a:cxn ang="0">
                    <a:pos x="639" y="1132"/>
                  </a:cxn>
                  <a:cxn ang="0">
                    <a:pos x="745" y="1132"/>
                  </a:cxn>
                  <a:cxn ang="0">
                    <a:pos x="806" y="1132"/>
                  </a:cxn>
                  <a:cxn ang="0">
                    <a:pos x="806" y="1115"/>
                  </a:cxn>
                  <a:cxn ang="0">
                    <a:pos x="806" y="1067"/>
                  </a:cxn>
                  <a:cxn ang="0">
                    <a:pos x="806" y="996"/>
                  </a:cxn>
                  <a:cxn ang="0">
                    <a:pos x="806" y="907"/>
                  </a:cxn>
                  <a:cxn ang="0">
                    <a:pos x="806" y="807"/>
                  </a:cxn>
                  <a:cxn ang="0">
                    <a:pos x="806" y="701"/>
                  </a:cxn>
                  <a:cxn ang="0">
                    <a:pos x="806" y="596"/>
                  </a:cxn>
                  <a:cxn ang="0">
                    <a:pos x="806" y="500"/>
                  </a:cxn>
                  <a:cxn ang="0">
                    <a:pos x="806" y="416"/>
                  </a:cxn>
                  <a:cxn ang="0">
                    <a:pos x="806" y="352"/>
                  </a:cxn>
                  <a:cxn ang="0">
                    <a:pos x="806" y="314"/>
                  </a:cxn>
                  <a:cxn ang="0">
                    <a:pos x="805" y="283"/>
                  </a:cxn>
                  <a:cxn ang="0">
                    <a:pos x="794" y="219"/>
                  </a:cxn>
                  <a:cxn ang="0">
                    <a:pos x="769" y="159"/>
                  </a:cxn>
                  <a:cxn ang="0">
                    <a:pos x="735" y="107"/>
                  </a:cxn>
                  <a:cxn ang="0">
                    <a:pos x="690" y="64"/>
                  </a:cxn>
                  <a:cxn ang="0">
                    <a:pos x="637" y="31"/>
                  </a:cxn>
                  <a:cxn ang="0">
                    <a:pos x="576" y="9"/>
                  </a:cxn>
                  <a:cxn ang="0">
                    <a:pos x="510" y="0"/>
                  </a:cxn>
                </a:cxnLst>
                <a:rect l="0" t="0" r="r" b="b"/>
                <a:pathLst>
                  <a:path w="806" h="1132">
                    <a:moveTo>
                      <a:pt x="499" y="0"/>
                    </a:moveTo>
                    <a:lnTo>
                      <a:pt x="495" y="0"/>
                    </a:lnTo>
                    <a:lnTo>
                      <a:pt x="485" y="0"/>
                    </a:lnTo>
                    <a:lnTo>
                      <a:pt x="470" y="0"/>
                    </a:lnTo>
                    <a:lnTo>
                      <a:pt x="452" y="0"/>
                    </a:lnTo>
                    <a:lnTo>
                      <a:pt x="432" y="0"/>
                    </a:lnTo>
                    <a:lnTo>
                      <a:pt x="412" y="0"/>
                    </a:lnTo>
                    <a:lnTo>
                      <a:pt x="394" y="0"/>
                    </a:lnTo>
                    <a:lnTo>
                      <a:pt x="379" y="0"/>
                    </a:lnTo>
                    <a:lnTo>
                      <a:pt x="369" y="0"/>
                    </a:lnTo>
                    <a:lnTo>
                      <a:pt x="364" y="0"/>
                    </a:lnTo>
                    <a:lnTo>
                      <a:pt x="363" y="0"/>
                    </a:lnTo>
                    <a:lnTo>
                      <a:pt x="359" y="0"/>
                    </a:lnTo>
                    <a:lnTo>
                      <a:pt x="354" y="0"/>
                    </a:lnTo>
                    <a:lnTo>
                      <a:pt x="346" y="0"/>
                    </a:lnTo>
                    <a:lnTo>
                      <a:pt x="335" y="0"/>
                    </a:lnTo>
                    <a:lnTo>
                      <a:pt x="324" y="0"/>
                    </a:lnTo>
                    <a:lnTo>
                      <a:pt x="310" y="0"/>
                    </a:lnTo>
                    <a:lnTo>
                      <a:pt x="296" y="0"/>
                    </a:lnTo>
                    <a:lnTo>
                      <a:pt x="280" y="0"/>
                    </a:lnTo>
                    <a:lnTo>
                      <a:pt x="264" y="0"/>
                    </a:lnTo>
                    <a:lnTo>
                      <a:pt x="247" y="0"/>
                    </a:lnTo>
                    <a:lnTo>
                      <a:pt x="228" y="0"/>
                    </a:lnTo>
                    <a:lnTo>
                      <a:pt x="211" y="0"/>
                    </a:lnTo>
                    <a:lnTo>
                      <a:pt x="192" y="0"/>
                    </a:lnTo>
                    <a:lnTo>
                      <a:pt x="174" y="0"/>
                    </a:lnTo>
                    <a:lnTo>
                      <a:pt x="157" y="0"/>
                    </a:lnTo>
                    <a:lnTo>
                      <a:pt x="139" y="0"/>
                    </a:lnTo>
                    <a:lnTo>
                      <a:pt x="123" y="0"/>
                    </a:lnTo>
                    <a:lnTo>
                      <a:pt x="107" y="0"/>
                    </a:lnTo>
                    <a:lnTo>
                      <a:pt x="92" y="0"/>
                    </a:lnTo>
                    <a:lnTo>
                      <a:pt x="80" y="0"/>
                    </a:lnTo>
                    <a:lnTo>
                      <a:pt x="68" y="0"/>
                    </a:lnTo>
                    <a:lnTo>
                      <a:pt x="58" y="0"/>
                    </a:lnTo>
                    <a:lnTo>
                      <a:pt x="50" y="0"/>
                    </a:lnTo>
                    <a:lnTo>
                      <a:pt x="44" y="0"/>
                    </a:lnTo>
                    <a:lnTo>
                      <a:pt x="39" y="0"/>
                    </a:lnTo>
                    <a:lnTo>
                      <a:pt x="38" y="0"/>
                    </a:lnTo>
                    <a:lnTo>
                      <a:pt x="29" y="0"/>
                    </a:lnTo>
                    <a:lnTo>
                      <a:pt x="9" y="0"/>
                    </a:lnTo>
                    <a:lnTo>
                      <a:pt x="0" y="0"/>
                    </a:lnTo>
                    <a:lnTo>
                      <a:pt x="11" y="1"/>
                    </a:lnTo>
                    <a:lnTo>
                      <a:pt x="21" y="3"/>
                    </a:lnTo>
                    <a:lnTo>
                      <a:pt x="31" y="4"/>
                    </a:lnTo>
                    <a:lnTo>
                      <a:pt x="42" y="7"/>
                    </a:lnTo>
                    <a:lnTo>
                      <a:pt x="52" y="9"/>
                    </a:lnTo>
                    <a:lnTo>
                      <a:pt x="62" y="12"/>
                    </a:lnTo>
                    <a:lnTo>
                      <a:pt x="73" y="15"/>
                    </a:lnTo>
                    <a:lnTo>
                      <a:pt x="83" y="18"/>
                    </a:lnTo>
                    <a:lnTo>
                      <a:pt x="93" y="22"/>
                    </a:lnTo>
                    <a:lnTo>
                      <a:pt x="104" y="25"/>
                    </a:lnTo>
                    <a:lnTo>
                      <a:pt x="114" y="29"/>
                    </a:lnTo>
                    <a:lnTo>
                      <a:pt x="123" y="32"/>
                    </a:lnTo>
                    <a:lnTo>
                      <a:pt x="134" y="37"/>
                    </a:lnTo>
                    <a:lnTo>
                      <a:pt x="143" y="41"/>
                    </a:lnTo>
                    <a:lnTo>
                      <a:pt x="153" y="46"/>
                    </a:lnTo>
                    <a:lnTo>
                      <a:pt x="163" y="50"/>
                    </a:lnTo>
                    <a:lnTo>
                      <a:pt x="173" y="55"/>
                    </a:lnTo>
                    <a:lnTo>
                      <a:pt x="182" y="60"/>
                    </a:lnTo>
                    <a:lnTo>
                      <a:pt x="191" y="65"/>
                    </a:lnTo>
                    <a:lnTo>
                      <a:pt x="201" y="70"/>
                    </a:lnTo>
                    <a:lnTo>
                      <a:pt x="210" y="76"/>
                    </a:lnTo>
                    <a:lnTo>
                      <a:pt x="219" y="82"/>
                    </a:lnTo>
                    <a:lnTo>
                      <a:pt x="228" y="87"/>
                    </a:lnTo>
                    <a:lnTo>
                      <a:pt x="237" y="93"/>
                    </a:lnTo>
                    <a:lnTo>
                      <a:pt x="245" y="100"/>
                    </a:lnTo>
                    <a:lnTo>
                      <a:pt x="255" y="106"/>
                    </a:lnTo>
                    <a:lnTo>
                      <a:pt x="263" y="113"/>
                    </a:lnTo>
                    <a:lnTo>
                      <a:pt x="272" y="118"/>
                    </a:lnTo>
                    <a:lnTo>
                      <a:pt x="280" y="125"/>
                    </a:lnTo>
                    <a:lnTo>
                      <a:pt x="288" y="132"/>
                    </a:lnTo>
                    <a:lnTo>
                      <a:pt x="296" y="140"/>
                    </a:lnTo>
                    <a:lnTo>
                      <a:pt x="304" y="147"/>
                    </a:lnTo>
                    <a:lnTo>
                      <a:pt x="312" y="154"/>
                    </a:lnTo>
                    <a:lnTo>
                      <a:pt x="320" y="162"/>
                    </a:lnTo>
                    <a:lnTo>
                      <a:pt x="328" y="170"/>
                    </a:lnTo>
                    <a:lnTo>
                      <a:pt x="335" y="177"/>
                    </a:lnTo>
                    <a:lnTo>
                      <a:pt x="343" y="185"/>
                    </a:lnTo>
                    <a:lnTo>
                      <a:pt x="350" y="193"/>
                    </a:lnTo>
                    <a:lnTo>
                      <a:pt x="357" y="201"/>
                    </a:lnTo>
                    <a:lnTo>
                      <a:pt x="364" y="211"/>
                    </a:lnTo>
                    <a:lnTo>
                      <a:pt x="371" y="219"/>
                    </a:lnTo>
                    <a:lnTo>
                      <a:pt x="378" y="227"/>
                    </a:lnTo>
                    <a:lnTo>
                      <a:pt x="385" y="236"/>
                    </a:lnTo>
                    <a:lnTo>
                      <a:pt x="391" y="245"/>
                    </a:lnTo>
                    <a:lnTo>
                      <a:pt x="397" y="253"/>
                    </a:lnTo>
                    <a:lnTo>
                      <a:pt x="403" y="262"/>
                    </a:lnTo>
                    <a:lnTo>
                      <a:pt x="409" y="272"/>
                    </a:lnTo>
                    <a:lnTo>
                      <a:pt x="415" y="281"/>
                    </a:lnTo>
                    <a:lnTo>
                      <a:pt x="420" y="290"/>
                    </a:lnTo>
                    <a:lnTo>
                      <a:pt x="426" y="300"/>
                    </a:lnTo>
                    <a:lnTo>
                      <a:pt x="431" y="310"/>
                    </a:lnTo>
                    <a:lnTo>
                      <a:pt x="437" y="319"/>
                    </a:lnTo>
                    <a:lnTo>
                      <a:pt x="441" y="329"/>
                    </a:lnTo>
                    <a:lnTo>
                      <a:pt x="446" y="338"/>
                    </a:lnTo>
                    <a:lnTo>
                      <a:pt x="450" y="349"/>
                    </a:lnTo>
                    <a:lnTo>
                      <a:pt x="455" y="359"/>
                    </a:lnTo>
                    <a:lnTo>
                      <a:pt x="458" y="369"/>
                    </a:lnTo>
                    <a:lnTo>
                      <a:pt x="463" y="379"/>
                    </a:lnTo>
                    <a:lnTo>
                      <a:pt x="467" y="389"/>
                    </a:lnTo>
                    <a:lnTo>
                      <a:pt x="470" y="399"/>
                    </a:lnTo>
                    <a:lnTo>
                      <a:pt x="473" y="411"/>
                    </a:lnTo>
                    <a:lnTo>
                      <a:pt x="477" y="421"/>
                    </a:lnTo>
                    <a:lnTo>
                      <a:pt x="479" y="432"/>
                    </a:lnTo>
                    <a:lnTo>
                      <a:pt x="483" y="442"/>
                    </a:lnTo>
                    <a:lnTo>
                      <a:pt x="485" y="452"/>
                    </a:lnTo>
                    <a:lnTo>
                      <a:pt x="487" y="464"/>
                    </a:lnTo>
                    <a:lnTo>
                      <a:pt x="490" y="474"/>
                    </a:lnTo>
                    <a:lnTo>
                      <a:pt x="492" y="486"/>
                    </a:lnTo>
                    <a:lnTo>
                      <a:pt x="493" y="496"/>
                    </a:lnTo>
                    <a:lnTo>
                      <a:pt x="495" y="508"/>
                    </a:lnTo>
                    <a:lnTo>
                      <a:pt x="496" y="519"/>
                    </a:lnTo>
                    <a:lnTo>
                      <a:pt x="498" y="530"/>
                    </a:lnTo>
                    <a:lnTo>
                      <a:pt x="498" y="541"/>
                    </a:lnTo>
                    <a:lnTo>
                      <a:pt x="499" y="553"/>
                    </a:lnTo>
                    <a:lnTo>
                      <a:pt x="499" y="564"/>
                    </a:lnTo>
                    <a:lnTo>
                      <a:pt x="499" y="576"/>
                    </a:lnTo>
                    <a:lnTo>
                      <a:pt x="499" y="576"/>
                    </a:lnTo>
                    <a:lnTo>
                      <a:pt x="499" y="589"/>
                    </a:lnTo>
                    <a:lnTo>
                      <a:pt x="498" y="603"/>
                    </a:lnTo>
                    <a:lnTo>
                      <a:pt x="496" y="618"/>
                    </a:lnTo>
                    <a:lnTo>
                      <a:pt x="494" y="632"/>
                    </a:lnTo>
                    <a:lnTo>
                      <a:pt x="492" y="646"/>
                    </a:lnTo>
                    <a:lnTo>
                      <a:pt x="490" y="659"/>
                    </a:lnTo>
                    <a:lnTo>
                      <a:pt x="487" y="672"/>
                    </a:lnTo>
                    <a:lnTo>
                      <a:pt x="485" y="685"/>
                    </a:lnTo>
                    <a:lnTo>
                      <a:pt x="483" y="697"/>
                    </a:lnTo>
                    <a:lnTo>
                      <a:pt x="482" y="708"/>
                    </a:lnTo>
                    <a:lnTo>
                      <a:pt x="480" y="718"/>
                    </a:lnTo>
                    <a:lnTo>
                      <a:pt x="479" y="729"/>
                    </a:lnTo>
                    <a:lnTo>
                      <a:pt x="478" y="729"/>
                    </a:lnTo>
                    <a:lnTo>
                      <a:pt x="472" y="729"/>
                    </a:lnTo>
                    <a:lnTo>
                      <a:pt x="463" y="729"/>
                    </a:lnTo>
                    <a:lnTo>
                      <a:pt x="450" y="729"/>
                    </a:lnTo>
                    <a:lnTo>
                      <a:pt x="437" y="729"/>
                    </a:lnTo>
                    <a:lnTo>
                      <a:pt x="420" y="729"/>
                    </a:lnTo>
                    <a:lnTo>
                      <a:pt x="402" y="729"/>
                    </a:lnTo>
                    <a:lnTo>
                      <a:pt x="384" y="729"/>
                    </a:lnTo>
                    <a:lnTo>
                      <a:pt x="364" y="729"/>
                    </a:lnTo>
                    <a:lnTo>
                      <a:pt x="346" y="729"/>
                    </a:lnTo>
                    <a:lnTo>
                      <a:pt x="327" y="729"/>
                    </a:lnTo>
                    <a:lnTo>
                      <a:pt x="309" y="729"/>
                    </a:lnTo>
                    <a:lnTo>
                      <a:pt x="293" y="729"/>
                    </a:lnTo>
                    <a:lnTo>
                      <a:pt x="279" y="729"/>
                    </a:lnTo>
                    <a:lnTo>
                      <a:pt x="266" y="729"/>
                    </a:lnTo>
                    <a:lnTo>
                      <a:pt x="257" y="729"/>
                    </a:lnTo>
                    <a:lnTo>
                      <a:pt x="251" y="729"/>
                    </a:lnTo>
                    <a:lnTo>
                      <a:pt x="249" y="729"/>
                    </a:lnTo>
                    <a:lnTo>
                      <a:pt x="239" y="729"/>
                    </a:lnTo>
                    <a:lnTo>
                      <a:pt x="227" y="730"/>
                    </a:lnTo>
                    <a:lnTo>
                      <a:pt x="216" y="731"/>
                    </a:lnTo>
                    <a:lnTo>
                      <a:pt x="205" y="733"/>
                    </a:lnTo>
                    <a:lnTo>
                      <a:pt x="194" y="736"/>
                    </a:lnTo>
                    <a:lnTo>
                      <a:pt x="183" y="739"/>
                    </a:lnTo>
                    <a:lnTo>
                      <a:pt x="173" y="744"/>
                    </a:lnTo>
                    <a:lnTo>
                      <a:pt x="163" y="747"/>
                    </a:lnTo>
                    <a:lnTo>
                      <a:pt x="153" y="753"/>
                    </a:lnTo>
                    <a:lnTo>
                      <a:pt x="144" y="758"/>
                    </a:lnTo>
                    <a:lnTo>
                      <a:pt x="135" y="763"/>
                    </a:lnTo>
                    <a:lnTo>
                      <a:pt x="126" y="770"/>
                    </a:lnTo>
                    <a:lnTo>
                      <a:pt x="116" y="776"/>
                    </a:lnTo>
                    <a:lnTo>
                      <a:pt x="108" y="784"/>
                    </a:lnTo>
                    <a:lnTo>
                      <a:pt x="100" y="791"/>
                    </a:lnTo>
                    <a:lnTo>
                      <a:pt x="93" y="799"/>
                    </a:lnTo>
                    <a:lnTo>
                      <a:pt x="87" y="807"/>
                    </a:lnTo>
                    <a:lnTo>
                      <a:pt x="80" y="815"/>
                    </a:lnTo>
                    <a:lnTo>
                      <a:pt x="73" y="824"/>
                    </a:lnTo>
                    <a:lnTo>
                      <a:pt x="67" y="834"/>
                    </a:lnTo>
                    <a:lnTo>
                      <a:pt x="62" y="843"/>
                    </a:lnTo>
                    <a:lnTo>
                      <a:pt x="58" y="853"/>
                    </a:lnTo>
                    <a:lnTo>
                      <a:pt x="53" y="864"/>
                    </a:lnTo>
                    <a:lnTo>
                      <a:pt x="50" y="874"/>
                    </a:lnTo>
                    <a:lnTo>
                      <a:pt x="46" y="884"/>
                    </a:lnTo>
                    <a:lnTo>
                      <a:pt x="43" y="895"/>
                    </a:lnTo>
                    <a:lnTo>
                      <a:pt x="42" y="906"/>
                    </a:lnTo>
                    <a:lnTo>
                      <a:pt x="39" y="917"/>
                    </a:lnTo>
                    <a:lnTo>
                      <a:pt x="38" y="928"/>
                    </a:lnTo>
                    <a:lnTo>
                      <a:pt x="38" y="940"/>
                    </a:lnTo>
                    <a:lnTo>
                      <a:pt x="38" y="951"/>
                    </a:lnTo>
                    <a:lnTo>
                      <a:pt x="39" y="963"/>
                    </a:lnTo>
                    <a:lnTo>
                      <a:pt x="42" y="974"/>
                    </a:lnTo>
                    <a:lnTo>
                      <a:pt x="44" y="986"/>
                    </a:lnTo>
                    <a:lnTo>
                      <a:pt x="46" y="996"/>
                    </a:lnTo>
                    <a:lnTo>
                      <a:pt x="50" y="1006"/>
                    </a:lnTo>
                    <a:lnTo>
                      <a:pt x="54" y="1016"/>
                    </a:lnTo>
                    <a:lnTo>
                      <a:pt x="59" y="1026"/>
                    </a:lnTo>
                    <a:lnTo>
                      <a:pt x="63" y="1035"/>
                    </a:lnTo>
                    <a:lnTo>
                      <a:pt x="69" y="1043"/>
                    </a:lnTo>
                    <a:lnTo>
                      <a:pt x="75" y="1052"/>
                    </a:lnTo>
                    <a:lnTo>
                      <a:pt x="82" y="1061"/>
                    </a:lnTo>
                    <a:lnTo>
                      <a:pt x="89" y="1069"/>
                    </a:lnTo>
                    <a:lnTo>
                      <a:pt x="97" y="1075"/>
                    </a:lnTo>
                    <a:lnTo>
                      <a:pt x="105" y="1082"/>
                    </a:lnTo>
                    <a:lnTo>
                      <a:pt x="113" y="1089"/>
                    </a:lnTo>
                    <a:lnTo>
                      <a:pt x="122" y="1095"/>
                    </a:lnTo>
                    <a:lnTo>
                      <a:pt x="131" y="1101"/>
                    </a:lnTo>
                    <a:lnTo>
                      <a:pt x="141" y="1105"/>
                    </a:lnTo>
                    <a:lnTo>
                      <a:pt x="150" y="1111"/>
                    </a:lnTo>
                    <a:lnTo>
                      <a:pt x="160" y="1115"/>
                    </a:lnTo>
                    <a:lnTo>
                      <a:pt x="171" y="1119"/>
                    </a:lnTo>
                    <a:lnTo>
                      <a:pt x="181" y="1123"/>
                    </a:lnTo>
                    <a:lnTo>
                      <a:pt x="192" y="1125"/>
                    </a:lnTo>
                    <a:lnTo>
                      <a:pt x="203" y="1127"/>
                    </a:lnTo>
                    <a:lnTo>
                      <a:pt x="214" y="1130"/>
                    </a:lnTo>
                    <a:lnTo>
                      <a:pt x="226" y="1131"/>
                    </a:lnTo>
                    <a:lnTo>
                      <a:pt x="237" y="1132"/>
                    </a:lnTo>
                    <a:lnTo>
                      <a:pt x="249" y="1132"/>
                    </a:lnTo>
                    <a:lnTo>
                      <a:pt x="251" y="1132"/>
                    </a:lnTo>
                    <a:lnTo>
                      <a:pt x="255" y="1132"/>
                    </a:lnTo>
                    <a:lnTo>
                      <a:pt x="260" y="1132"/>
                    </a:lnTo>
                    <a:lnTo>
                      <a:pt x="268" y="1132"/>
                    </a:lnTo>
                    <a:lnTo>
                      <a:pt x="279" y="1132"/>
                    </a:lnTo>
                    <a:lnTo>
                      <a:pt x="290" y="1132"/>
                    </a:lnTo>
                    <a:lnTo>
                      <a:pt x="303" y="1132"/>
                    </a:lnTo>
                    <a:lnTo>
                      <a:pt x="318" y="1132"/>
                    </a:lnTo>
                    <a:lnTo>
                      <a:pt x="334" y="1132"/>
                    </a:lnTo>
                    <a:lnTo>
                      <a:pt x="350" y="1132"/>
                    </a:lnTo>
                    <a:lnTo>
                      <a:pt x="368" y="1132"/>
                    </a:lnTo>
                    <a:lnTo>
                      <a:pt x="386" y="1132"/>
                    </a:lnTo>
                    <a:lnTo>
                      <a:pt x="403" y="1132"/>
                    </a:lnTo>
                    <a:lnTo>
                      <a:pt x="422" y="1132"/>
                    </a:lnTo>
                    <a:lnTo>
                      <a:pt x="441" y="1132"/>
                    </a:lnTo>
                    <a:lnTo>
                      <a:pt x="458" y="1132"/>
                    </a:lnTo>
                    <a:lnTo>
                      <a:pt x="477" y="1132"/>
                    </a:lnTo>
                    <a:lnTo>
                      <a:pt x="494" y="1132"/>
                    </a:lnTo>
                    <a:lnTo>
                      <a:pt x="510" y="1132"/>
                    </a:lnTo>
                    <a:lnTo>
                      <a:pt x="526" y="1132"/>
                    </a:lnTo>
                    <a:lnTo>
                      <a:pt x="541" y="1132"/>
                    </a:lnTo>
                    <a:lnTo>
                      <a:pt x="554" y="1132"/>
                    </a:lnTo>
                    <a:lnTo>
                      <a:pt x="566" y="1132"/>
                    </a:lnTo>
                    <a:lnTo>
                      <a:pt x="576" y="1132"/>
                    </a:lnTo>
                    <a:lnTo>
                      <a:pt x="584" y="1132"/>
                    </a:lnTo>
                    <a:lnTo>
                      <a:pt x="590" y="1132"/>
                    </a:lnTo>
                    <a:lnTo>
                      <a:pt x="593" y="1132"/>
                    </a:lnTo>
                    <a:lnTo>
                      <a:pt x="594" y="1132"/>
                    </a:lnTo>
                    <a:lnTo>
                      <a:pt x="597" y="1132"/>
                    </a:lnTo>
                    <a:lnTo>
                      <a:pt x="604" y="1132"/>
                    </a:lnTo>
                    <a:lnTo>
                      <a:pt x="613" y="1132"/>
                    </a:lnTo>
                    <a:lnTo>
                      <a:pt x="624" y="1132"/>
                    </a:lnTo>
                    <a:lnTo>
                      <a:pt x="639" y="1132"/>
                    </a:lnTo>
                    <a:lnTo>
                      <a:pt x="655" y="1132"/>
                    </a:lnTo>
                    <a:lnTo>
                      <a:pt x="673" y="1132"/>
                    </a:lnTo>
                    <a:lnTo>
                      <a:pt x="691" y="1132"/>
                    </a:lnTo>
                    <a:lnTo>
                      <a:pt x="710" y="1132"/>
                    </a:lnTo>
                    <a:lnTo>
                      <a:pt x="728" y="1132"/>
                    </a:lnTo>
                    <a:lnTo>
                      <a:pt x="745" y="1132"/>
                    </a:lnTo>
                    <a:lnTo>
                      <a:pt x="763" y="1132"/>
                    </a:lnTo>
                    <a:lnTo>
                      <a:pt x="776" y="1132"/>
                    </a:lnTo>
                    <a:lnTo>
                      <a:pt x="789" y="1132"/>
                    </a:lnTo>
                    <a:lnTo>
                      <a:pt x="798" y="1132"/>
                    </a:lnTo>
                    <a:lnTo>
                      <a:pt x="804" y="1132"/>
                    </a:lnTo>
                    <a:lnTo>
                      <a:pt x="806" y="1132"/>
                    </a:lnTo>
                    <a:lnTo>
                      <a:pt x="806" y="1131"/>
                    </a:lnTo>
                    <a:lnTo>
                      <a:pt x="806" y="1130"/>
                    </a:lnTo>
                    <a:lnTo>
                      <a:pt x="806" y="1127"/>
                    </a:lnTo>
                    <a:lnTo>
                      <a:pt x="806" y="1124"/>
                    </a:lnTo>
                    <a:lnTo>
                      <a:pt x="806" y="1119"/>
                    </a:lnTo>
                    <a:lnTo>
                      <a:pt x="806" y="1115"/>
                    </a:lnTo>
                    <a:lnTo>
                      <a:pt x="806" y="1109"/>
                    </a:lnTo>
                    <a:lnTo>
                      <a:pt x="806" y="1102"/>
                    </a:lnTo>
                    <a:lnTo>
                      <a:pt x="806" y="1094"/>
                    </a:lnTo>
                    <a:lnTo>
                      <a:pt x="806" y="1086"/>
                    </a:lnTo>
                    <a:lnTo>
                      <a:pt x="806" y="1077"/>
                    </a:lnTo>
                    <a:lnTo>
                      <a:pt x="806" y="1067"/>
                    </a:lnTo>
                    <a:lnTo>
                      <a:pt x="806" y="1057"/>
                    </a:lnTo>
                    <a:lnTo>
                      <a:pt x="806" y="1046"/>
                    </a:lnTo>
                    <a:lnTo>
                      <a:pt x="806" y="1034"/>
                    </a:lnTo>
                    <a:lnTo>
                      <a:pt x="806" y="1022"/>
                    </a:lnTo>
                    <a:lnTo>
                      <a:pt x="806" y="1010"/>
                    </a:lnTo>
                    <a:lnTo>
                      <a:pt x="806" y="996"/>
                    </a:lnTo>
                    <a:lnTo>
                      <a:pt x="806" y="982"/>
                    </a:lnTo>
                    <a:lnTo>
                      <a:pt x="806" y="968"/>
                    </a:lnTo>
                    <a:lnTo>
                      <a:pt x="806" y="953"/>
                    </a:lnTo>
                    <a:lnTo>
                      <a:pt x="806" y="938"/>
                    </a:lnTo>
                    <a:lnTo>
                      <a:pt x="806" y="923"/>
                    </a:lnTo>
                    <a:lnTo>
                      <a:pt x="806" y="907"/>
                    </a:lnTo>
                    <a:lnTo>
                      <a:pt x="806" y="891"/>
                    </a:lnTo>
                    <a:lnTo>
                      <a:pt x="806" y="875"/>
                    </a:lnTo>
                    <a:lnTo>
                      <a:pt x="806" y="858"/>
                    </a:lnTo>
                    <a:lnTo>
                      <a:pt x="806" y="842"/>
                    </a:lnTo>
                    <a:lnTo>
                      <a:pt x="806" y="824"/>
                    </a:lnTo>
                    <a:lnTo>
                      <a:pt x="806" y="807"/>
                    </a:lnTo>
                    <a:lnTo>
                      <a:pt x="806" y="790"/>
                    </a:lnTo>
                    <a:lnTo>
                      <a:pt x="806" y="771"/>
                    </a:lnTo>
                    <a:lnTo>
                      <a:pt x="806" y="754"/>
                    </a:lnTo>
                    <a:lnTo>
                      <a:pt x="806" y="737"/>
                    </a:lnTo>
                    <a:lnTo>
                      <a:pt x="806" y="720"/>
                    </a:lnTo>
                    <a:lnTo>
                      <a:pt x="806" y="701"/>
                    </a:lnTo>
                    <a:lnTo>
                      <a:pt x="806" y="684"/>
                    </a:lnTo>
                    <a:lnTo>
                      <a:pt x="806" y="667"/>
                    </a:lnTo>
                    <a:lnTo>
                      <a:pt x="806" y="648"/>
                    </a:lnTo>
                    <a:lnTo>
                      <a:pt x="806" y="631"/>
                    </a:lnTo>
                    <a:lnTo>
                      <a:pt x="806" y="614"/>
                    </a:lnTo>
                    <a:lnTo>
                      <a:pt x="806" y="596"/>
                    </a:lnTo>
                    <a:lnTo>
                      <a:pt x="806" y="580"/>
                    </a:lnTo>
                    <a:lnTo>
                      <a:pt x="806" y="563"/>
                    </a:lnTo>
                    <a:lnTo>
                      <a:pt x="806" y="547"/>
                    </a:lnTo>
                    <a:lnTo>
                      <a:pt x="806" y="531"/>
                    </a:lnTo>
                    <a:lnTo>
                      <a:pt x="806" y="515"/>
                    </a:lnTo>
                    <a:lnTo>
                      <a:pt x="806" y="500"/>
                    </a:lnTo>
                    <a:lnTo>
                      <a:pt x="806" y="485"/>
                    </a:lnTo>
                    <a:lnTo>
                      <a:pt x="806" y="470"/>
                    </a:lnTo>
                    <a:lnTo>
                      <a:pt x="806" y="456"/>
                    </a:lnTo>
                    <a:lnTo>
                      <a:pt x="806" y="442"/>
                    </a:lnTo>
                    <a:lnTo>
                      <a:pt x="806" y="428"/>
                    </a:lnTo>
                    <a:lnTo>
                      <a:pt x="806" y="416"/>
                    </a:lnTo>
                    <a:lnTo>
                      <a:pt x="806" y="404"/>
                    </a:lnTo>
                    <a:lnTo>
                      <a:pt x="806" y="392"/>
                    </a:lnTo>
                    <a:lnTo>
                      <a:pt x="806" y="381"/>
                    </a:lnTo>
                    <a:lnTo>
                      <a:pt x="806" y="371"/>
                    </a:lnTo>
                    <a:lnTo>
                      <a:pt x="806" y="361"/>
                    </a:lnTo>
                    <a:lnTo>
                      <a:pt x="806" y="352"/>
                    </a:lnTo>
                    <a:lnTo>
                      <a:pt x="806" y="344"/>
                    </a:lnTo>
                    <a:lnTo>
                      <a:pt x="806" y="336"/>
                    </a:lnTo>
                    <a:lnTo>
                      <a:pt x="806" y="329"/>
                    </a:lnTo>
                    <a:lnTo>
                      <a:pt x="806" y="323"/>
                    </a:lnTo>
                    <a:lnTo>
                      <a:pt x="806" y="319"/>
                    </a:lnTo>
                    <a:lnTo>
                      <a:pt x="806" y="314"/>
                    </a:lnTo>
                    <a:lnTo>
                      <a:pt x="806" y="311"/>
                    </a:lnTo>
                    <a:lnTo>
                      <a:pt x="806" y="308"/>
                    </a:lnTo>
                    <a:lnTo>
                      <a:pt x="806" y="307"/>
                    </a:lnTo>
                    <a:lnTo>
                      <a:pt x="806" y="306"/>
                    </a:lnTo>
                    <a:lnTo>
                      <a:pt x="806" y="295"/>
                    </a:lnTo>
                    <a:lnTo>
                      <a:pt x="805" y="283"/>
                    </a:lnTo>
                    <a:lnTo>
                      <a:pt x="804" y="273"/>
                    </a:lnTo>
                    <a:lnTo>
                      <a:pt x="803" y="261"/>
                    </a:lnTo>
                    <a:lnTo>
                      <a:pt x="802" y="251"/>
                    </a:lnTo>
                    <a:lnTo>
                      <a:pt x="799" y="239"/>
                    </a:lnTo>
                    <a:lnTo>
                      <a:pt x="797" y="229"/>
                    </a:lnTo>
                    <a:lnTo>
                      <a:pt x="794" y="219"/>
                    </a:lnTo>
                    <a:lnTo>
                      <a:pt x="790" y="208"/>
                    </a:lnTo>
                    <a:lnTo>
                      <a:pt x="787" y="198"/>
                    </a:lnTo>
                    <a:lnTo>
                      <a:pt x="783" y="187"/>
                    </a:lnTo>
                    <a:lnTo>
                      <a:pt x="780" y="178"/>
                    </a:lnTo>
                    <a:lnTo>
                      <a:pt x="775" y="169"/>
                    </a:lnTo>
                    <a:lnTo>
                      <a:pt x="769" y="159"/>
                    </a:lnTo>
                    <a:lnTo>
                      <a:pt x="765" y="149"/>
                    </a:lnTo>
                    <a:lnTo>
                      <a:pt x="759" y="141"/>
                    </a:lnTo>
                    <a:lnTo>
                      <a:pt x="753" y="132"/>
                    </a:lnTo>
                    <a:lnTo>
                      <a:pt x="748" y="124"/>
                    </a:lnTo>
                    <a:lnTo>
                      <a:pt x="742" y="115"/>
                    </a:lnTo>
                    <a:lnTo>
                      <a:pt x="735" y="107"/>
                    </a:lnTo>
                    <a:lnTo>
                      <a:pt x="728" y="99"/>
                    </a:lnTo>
                    <a:lnTo>
                      <a:pt x="721" y="92"/>
                    </a:lnTo>
                    <a:lnTo>
                      <a:pt x="714" y="84"/>
                    </a:lnTo>
                    <a:lnTo>
                      <a:pt x="706" y="77"/>
                    </a:lnTo>
                    <a:lnTo>
                      <a:pt x="698" y="70"/>
                    </a:lnTo>
                    <a:lnTo>
                      <a:pt x="690" y="64"/>
                    </a:lnTo>
                    <a:lnTo>
                      <a:pt x="682" y="57"/>
                    </a:lnTo>
                    <a:lnTo>
                      <a:pt x="673" y="52"/>
                    </a:lnTo>
                    <a:lnTo>
                      <a:pt x="665" y="46"/>
                    </a:lnTo>
                    <a:lnTo>
                      <a:pt x="655" y="40"/>
                    </a:lnTo>
                    <a:lnTo>
                      <a:pt x="646" y="35"/>
                    </a:lnTo>
                    <a:lnTo>
                      <a:pt x="637" y="31"/>
                    </a:lnTo>
                    <a:lnTo>
                      <a:pt x="627" y="26"/>
                    </a:lnTo>
                    <a:lnTo>
                      <a:pt x="617" y="22"/>
                    </a:lnTo>
                    <a:lnTo>
                      <a:pt x="607" y="18"/>
                    </a:lnTo>
                    <a:lnTo>
                      <a:pt x="597" y="15"/>
                    </a:lnTo>
                    <a:lnTo>
                      <a:pt x="587" y="11"/>
                    </a:lnTo>
                    <a:lnTo>
                      <a:pt x="576" y="9"/>
                    </a:lnTo>
                    <a:lnTo>
                      <a:pt x="566" y="7"/>
                    </a:lnTo>
                    <a:lnTo>
                      <a:pt x="555" y="4"/>
                    </a:lnTo>
                    <a:lnTo>
                      <a:pt x="544" y="2"/>
                    </a:lnTo>
                    <a:lnTo>
                      <a:pt x="533" y="1"/>
                    </a:lnTo>
                    <a:lnTo>
                      <a:pt x="522" y="0"/>
                    </a:lnTo>
                    <a:lnTo>
                      <a:pt x="510" y="0"/>
                    </a:lnTo>
                    <a:lnTo>
                      <a:pt x="499" y="0"/>
                    </a:lnTo>
                    <a:lnTo>
                      <a:pt x="499" y="0"/>
                    </a:lnTo>
                    <a:close/>
                  </a:path>
                </a:pathLst>
              </a:custGeom>
              <a:solidFill>
                <a:schemeClr val="tx1"/>
              </a:solidFill>
              <a:ln w="9525">
                <a:noFill/>
                <a:round/>
                <a:headEnd/>
                <a:tailEnd/>
              </a:ln>
            </p:spPr>
            <p:txBody>
              <a:bodyPr/>
              <a:lstStyle/>
              <a:p>
                <a:endParaRPr lang="en-US" dirty="0"/>
              </a:p>
            </p:txBody>
          </p:sp>
          <p:sp>
            <p:nvSpPr>
              <p:cNvPr id="657421" name="Text Box 13"/>
              <p:cNvSpPr txBox="1">
                <a:spLocks noChangeAspect="1" noChangeArrowheads="1"/>
              </p:cNvSpPr>
              <p:nvPr/>
            </p:nvSpPr>
            <p:spPr bwMode="white">
              <a:xfrm>
                <a:off x="5508" y="4127"/>
                <a:ext cx="145" cy="106"/>
              </a:xfrm>
              <a:prstGeom prst="rect">
                <a:avLst/>
              </a:prstGeom>
              <a:noFill/>
              <a:ln w="9525">
                <a:noFill/>
                <a:miter lim="800000"/>
                <a:headEnd/>
                <a:tailEnd/>
              </a:ln>
              <a:effectLst/>
            </p:spPr>
            <p:txBody>
              <a:bodyPr wrap="none">
                <a:spAutoFit/>
              </a:bodyPr>
              <a:lstStyle/>
              <a:p>
                <a:pPr eaLnBrk="1" hangingPunct="1"/>
                <a:r>
                  <a:rPr lang="en-US" sz="500" dirty="0">
                    <a:solidFill>
                      <a:schemeClr val="tx2"/>
                    </a:solidFill>
                    <a:cs typeface="Times New Roman" pitchFamily="18" charset="0"/>
                  </a:rPr>
                  <a:t>®</a:t>
                </a:r>
                <a:endParaRPr lang="en-US" sz="500" dirty="0">
                  <a:solidFill>
                    <a:schemeClr val="tx2"/>
                  </a:solidFill>
                </a:endParaRPr>
              </a:p>
            </p:txBody>
          </p:sp>
        </p:grpSp>
        <p:pic>
          <p:nvPicPr>
            <p:cNvPr id="657422" name="Picture 14" descr="logo w name"/>
            <p:cNvPicPr>
              <a:picLocks noChangeAspect="1" noChangeArrowheads="1"/>
            </p:cNvPicPr>
            <p:nvPr/>
          </p:nvPicPr>
          <p:blipFill>
            <a:blip r:embed="rId4" cstate="print"/>
            <a:srcRect r="61925"/>
            <a:stretch>
              <a:fillRect/>
            </a:stretch>
          </p:blipFill>
          <p:spPr bwMode="hidden">
            <a:xfrm>
              <a:off x="5275" y="3962"/>
              <a:ext cx="392" cy="291"/>
            </a:xfrm>
            <a:prstGeom prst="rect">
              <a:avLst/>
            </a:prstGeom>
            <a:noFill/>
            <a:ln w="9525">
              <a:noFill/>
              <a:miter lim="800000"/>
              <a:headEnd/>
              <a:tailEnd/>
            </a:ln>
          </p:spPr>
        </p:pic>
      </p:grpSp>
      <p:sp>
        <p:nvSpPr>
          <p:cNvPr id="657423" name="Line 15"/>
          <p:cNvSpPr>
            <a:spLocks noChangeShapeType="1"/>
          </p:cNvSpPr>
          <p:nvPr/>
        </p:nvSpPr>
        <p:spPr bwMode="gray">
          <a:xfrm>
            <a:off x="4017963" y="5421225"/>
            <a:ext cx="1117600" cy="0"/>
          </a:xfrm>
          <a:prstGeom prst="line">
            <a:avLst/>
          </a:prstGeom>
          <a:noFill/>
          <a:ln w="12700">
            <a:solidFill>
              <a:schemeClr val="tx1"/>
            </a:solidFill>
            <a:round/>
            <a:headEnd/>
            <a:tailEnd type="triangle" w="med" len="med"/>
          </a:ln>
          <a:effectLst/>
        </p:spPr>
        <p:txBody>
          <a:bodyPr>
            <a:spAutoFit/>
          </a:bodyPr>
          <a:lstStyle/>
          <a:p>
            <a:endParaRPr lang="en-US" dirty="0"/>
          </a:p>
        </p:txBody>
      </p:sp>
      <p:sp>
        <p:nvSpPr>
          <p:cNvPr id="657424" name="Text Box 16"/>
          <p:cNvSpPr txBox="1">
            <a:spLocks noChangeArrowheads="1"/>
          </p:cNvSpPr>
          <p:nvPr/>
        </p:nvSpPr>
        <p:spPr bwMode="gray">
          <a:xfrm>
            <a:off x="3040063" y="6122900"/>
            <a:ext cx="694421" cy="307777"/>
          </a:xfrm>
          <a:prstGeom prst="rect">
            <a:avLst/>
          </a:prstGeom>
          <a:noFill/>
          <a:ln w="12700">
            <a:noFill/>
            <a:miter lim="800000"/>
            <a:headEnd/>
            <a:tailEnd/>
          </a:ln>
          <a:effectLst/>
        </p:spPr>
        <p:txBody>
          <a:bodyPr wrap="none">
            <a:spAutoFit/>
          </a:bodyPr>
          <a:lstStyle/>
          <a:p>
            <a:r>
              <a:rPr lang="en-US" dirty="0"/>
              <a:t>SGBD</a:t>
            </a:r>
          </a:p>
        </p:txBody>
      </p:sp>
      <p:sp>
        <p:nvSpPr>
          <p:cNvPr id="657425" name="AutoShape 17"/>
          <p:cNvSpPr>
            <a:spLocks noChangeArrowheads="1"/>
          </p:cNvSpPr>
          <p:nvPr/>
        </p:nvSpPr>
        <p:spPr bwMode="gray">
          <a:xfrm>
            <a:off x="5130800" y="5040225"/>
            <a:ext cx="1123950" cy="815975"/>
          </a:xfrm>
          <a:prstGeom prst="can">
            <a:avLst>
              <a:gd name="adj" fmla="val 26514"/>
            </a:avLst>
          </a:prstGeom>
          <a:solidFill>
            <a:srgbClr val="FFFFCC"/>
          </a:solidFill>
          <a:ln w="9525">
            <a:solidFill>
              <a:srgbClr val="000099"/>
            </a:solidFill>
            <a:round/>
            <a:headEnd/>
            <a:tailEnd/>
          </a:ln>
          <a:effectLst/>
        </p:spPr>
        <p:txBody>
          <a:bodyPr wrap="none" anchor="ctr"/>
          <a:lstStyle/>
          <a:p>
            <a:pPr algn="ctr"/>
            <a:endParaRPr lang="en-US" sz="2400" noProof="1">
              <a:latin typeface="Times New Roman" pitchFamily="18" charset="0"/>
            </a:endParaRPr>
          </a:p>
        </p:txBody>
      </p:sp>
      <p:sp>
        <p:nvSpPr>
          <p:cNvPr id="657457" name="Text Box 49"/>
          <p:cNvSpPr txBox="1">
            <a:spLocks noChangeArrowheads="1"/>
          </p:cNvSpPr>
          <p:nvPr/>
        </p:nvSpPr>
        <p:spPr bwMode="gray">
          <a:xfrm>
            <a:off x="5256475" y="5953038"/>
            <a:ext cx="811441" cy="307777"/>
          </a:xfrm>
          <a:prstGeom prst="rect">
            <a:avLst/>
          </a:prstGeom>
          <a:noFill/>
          <a:ln w="12700">
            <a:noFill/>
            <a:miter lim="800000"/>
            <a:headEnd/>
            <a:tailEnd/>
          </a:ln>
          <a:effectLst/>
        </p:spPr>
        <p:txBody>
          <a:bodyPr wrap="none">
            <a:spAutoFit/>
          </a:bodyPr>
          <a:lstStyle/>
          <a:p>
            <a:r>
              <a:rPr lang="en-US" dirty="0" err="1"/>
              <a:t>Fichiers</a:t>
            </a:r>
            <a:endParaRPr lang="en-US" dirty="0"/>
          </a:p>
        </p:txBody>
      </p:sp>
      <p:grpSp>
        <p:nvGrpSpPr>
          <p:cNvPr id="51" name="Group 50"/>
          <p:cNvGrpSpPr/>
          <p:nvPr/>
        </p:nvGrpSpPr>
        <p:grpSpPr bwMode="gray">
          <a:xfrm>
            <a:off x="2932397" y="4878123"/>
            <a:ext cx="1152713" cy="1160555"/>
            <a:chOff x="5546420" y="3519715"/>
            <a:chExt cx="2182431" cy="2197277"/>
          </a:xfrm>
        </p:grpSpPr>
        <p:grpSp>
          <p:nvGrpSpPr>
            <p:cNvPr id="52" name="Group 1682"/>
            <p:cNvGrpSpPr/>
            <p:nvPr/>
          </p:nvGrpSpPr>
          <p:grpSpPr bwMode="gray">
            <a:xfrm>
              <a:off x="5546420" y="3529613"/>
              <a:ext cx="955123" cy="1499493"/>
              <a:chOff x="5546420" y="3529613"/>
              <a:chExt cx="955123" cy="1499493"/>
            </a:xfrm>
          </p:grpSpPr>
          <p:sp>
            <p:nvSpPr>
              <p:cNvPr id="838" name="Freeform 336"/>
              <p:cNvSpPr>
                <a:spLocks/>
              </p:cNvSpPr>
              <p:nvPr/>
            </p:nvSpPr>
            <p:spPr bwMode="gray">
              <a:xfrm flipH="1">
                <a:off x="6156700" y="3572009"/>
                <a:ext cx="342574" cy="1396849"/>
              </a:xfrm>
              <a:custGeom>
                <a:avLst/>
                <a:gdLst/>
                <a:ahLst/>
                <a:cxnLst>
                  <a:cxn ang="0">
                    <a:pos x="0" y="79"/>
                  </a:cxn>
                  <a:cxn ang="0">
                    <a:pos x="4" y="527"/>
                  </a:cxn>
                  <a:cxn ang="0">
                    <a:pos x="151" y="626"/>
                  </a:cxn>
                  <a:cxn ang="0">
                    <a:pos x="151" y="0"/>
                  </a:cxn>
                  <a:cxn ang="0">
                    <a:pos x="0" y="79"/>
                  </a:cxn>
                </a:cxnLst>
                <a:rect l="0" t="0" r="r" b="b"/>
                <a:pathLst>
                  <a:path w="151" h="626">
                    <a:moveTo>
                      <a:pt x="0" y="79"/>
                    </a:moveTo>
                    <a:lnTo>
                      <a:pt x="4" y="527"/>
                    </a:lnTo>
                    <a:lnTo>
                      <a:pt x="151" y="626"/>
                    </a:lnTo>
                    <a:lnTo>
                      <a:pt x="151" y="0"/>
                    </a:lnTo>
                    <a:lnTo>
                      <a:pt x="0" y="79"/>
                    </a:lnTo>
                    <a:close/>
                  </a:path>
                </a:pathLst>
              </a:custGeom>
              <a:gradFill rotWithShape="1">
                <a:gsLst>
                  <a:gs pos="0">
                    <a:srgbClr val="777777"/>
                  </a:gs>
                  <a:gs pos="50000">
                    <a:srgbClr val="777777">
                      <a:gamma/>
                      <a:shade val="46275"/>
                      <a:invGamma/>
                    </a:srgbClr>
                  </a:gs>
                  <a:gs pos="100000">
                    <a:srgbClr val="777777"/>
                  </a:gs>
                </a:gsLst>
                <a:lin ang="18900000" scaled="1"/>
              </a:gradFill>
              <a:ln w="6350" cmpd="sng">
                <a:solidFill>
                  <a:srgbClr val="000000"/>
                </a:solidFill>
                <a:round/>
                <a:headEnd/>
                <a:tailEnd/>
              </a:ln>
            </p:spPr>
            <p:txBody>
              <a:bodyPr/>
              <a:lstStyle/>
              <a:p>
                <a:endParaRPr lang="en-US"/>
              </a:p>
            </p:txBody>
          </p:sp>
          <p:sp>
            <p:nvSpPr>
              <p:cNvPr id="839" name="Freeform 337"/>
              <p:cNvSpPr>
                <a:spLocks/>
              </p:cNvSpPr>
              <p:nvPr/>
            </p:nvSpPr>
            <p:spPr bwMode="gray">
              <a:xfrm flipH="1">
                <a:off x="6156700" y="3572009"/>
                <a:ext cx="344843" cy="1396849"/>
              </a:xfrm>
              <a:custGeom>
                <a:avLst/>
                <a:gdLst/>
                <a:ahLst/>
                <a:cxnLst>
                  <a:cxn ang="0">
                    <a:pos x="0" y="79"/>
                  </a:cxn>
                  <a:cxn ang="0">
                    <a:pos x="5" y="527"/>
                  </a:cxn>
                  <a:cxn ang="0">
                    <a:pos x="152" y="626"/>
                  </a:cxn>
                  <a:cxn ang="0">
                    <a:pos x="152" y="0"/>
                  </a:cxn>
                  <a:cxn ang="0">
                    <a:pos x="0" y="79"/>
                  </a:cxn>
                </a:cxnLst>
                <a:rect l="0" t="0" r="r" b="b"/>
                <a:pathLst>
                  <a:path w="152" h="626">
                    <a:moveTo>
                      <a:pt x="0" y="79"/>
                    </a:moveTo>
                    <a:lnTo>
                      <a:pt x="5" y="527"/>
                    </a:lnTo>
                    <a:lnTo>
                      <a:pt x="152" y="626"/>
                    </a:lnTo>
                    <a:lnTo>
                      <a:pt x="152" y="0"/>
                    </a:lnTo>
                    <a:lnTo>
                      <a:pt x="0" y="79"/>
                    </a:lnTo>
                    <a:close/>
                  </a:path>
                </a:pathLst>
              </a:custGeom>
              <a:noFill/>
              <a:ln w="3175" cap="rnd" cmpd="sng">
                <a:solidFill>
                  <a:srgbClr val="000000"/>
                </a:solidFill>
                <a:prstDash val="solid"/>
                <a:round/>
                <a:headEnd/>
                <a:tailEnd/>
              </a:ln>
            </p:spPr>
            <p:txBody>
              <a:bodyPr/>
              <a:lstStyle/>
              <a:p>
                <a:endParaRPr lang="en-US"/>
              </a:p>
            </p:txBody>
          </p:sp>
          <p:sp>
            <p:nvSpPr>
              <p:cNvPr id="840" name="Freeform 338"/>
              <p:cNvSpPr>
                <a:spLocks/>
              </p:cNvSpPr>
              <p:nvPr/>
            </p:nvSpPr>
            <p:spPr bwMode="gray">
              <a:xfrm flipH="1">
                <a:off x="6120401" y="3558621"/>
                <a:ext cx="36299" cy="803300"/>
              </a:xfrm>
              <a:custGeom>
                <a:avLst/>
                <a:gdLst/>
                <a:ahLst/>
                <a:cxnLst>
                  <a:cxn ang="0">
                    <a:pos x="0" y="96"/>
                  </a:cxn>
                  <a:cxn ang="0">
                    <a:pos x="0" y="5544"/>
                  </a:cxn>
                  <a:cxn ang="0">
                    <a:pos x="240" y="5616"/>
                  </a:cxn>
                  <a:cxn ang="0">
                    <a:pos x="240" y="5616"/>
                  </a:cxn>
                  <a:cxn ang="0">
                    <a:pos x="240" y="0"/>
                  </a:cxn>
                  <a:cxn ang="0">
                    <a:pos x="0" y="96"/>
                  </a:cxn>
                </a:cxnLst>
                <a:rect l="0" t="0" r="r" b="b"/>
                <a:pathLst>
                  <a:path w="240" h="5629">
                    <a:moveTo>
                      <a:pt x="0" y="96"/>
                    </a:moveTo>
                    <a:lnTo>
                      <a:pt x="0" y="5544"/>
                    </a:lnTo>
                    <a:cubicBezTo>
                      <a:pt x="66" y="5603"/>
                      <a:pt x="154" y="5629"/>
                      <a:pt x="240" y="5616"/>
                    </a:cubicBezTo>
                    <a:lnTo>
                      <a:pt x="240" y="5616"/>
                    </a:lnTo>
                    <a:lnTo>
                      <a:pt x="240" y="0"/>
                    </a:lnTo>
                    <a:lnTo>
                      <a:pt x="0" y="96"/>
                    </a:lnTo>
                    <a:close/>
                  </a:path>
                </a:pathLst>
              </a:custGeom>
              <a:noFill/>
              <a:ln w="3175" cap="rnd" cmpd="sng">
                <a:solidFill>
                  <a:srgbClr val="000000"/>
                </a:solidFill>
                <a:prstDash val="solid"/>
                <a:round/>
                <a:headEnd/>
                <a:tailEnd/>
              </a:ln>
            </p:spPr>
            <p:txBody>
              <a:bodyPr/>
              <a:lstStyle/>
              <a:p>
                <a:endParaRPr lang="en-US"/>
              </a:p>
            </p:txBody>
          </p:sp>
          <p:sp>
            <p:nvSpPr>
              <p:cNvPr id="841" name="Freeform 339"/>
              <p:cNvSpPr>
                <a:spLocks/>
              </p:cNvSpPr>
              <p:nvPr/>
            </p:nvSpPr>
            <p:spPr bwMode="gray">
              <a:xfrm flipH="1">
                <a:off x="6120401" y="4377541"/>
                <a:ext cx="36299" cy="622557"/>
              </a:xfrm>
              <a:custGeom>
                <a:avLst/>
                <a:gdLst/>
                <a:ahLst/>
                <a:cxnLst>
                  <a:cxn ang="0">
                    <a:pos x="0" y="4152"/>
                  </a:cxn>
                  <a:cxn ang="0">
                    <a:pos x="240" y="4356"/>
                  </a:cxn>
                  <a:cxn ang="0">
                    <a:pos x="240" y="48"/>
                  </a:cxn>
                  <a:cxn ang="0">
                    <a:pos x="0" y="0"/>
                  </a:cxn>
                  <a:cxn ang="0">
                    <a:pos x="0" y="0"/>
                  </a:cxn>
                  <a:cxn ang="0">
                    <a:pos x="0" y="4152"/>
                  </a:cxn>
                </a:cxnLst>
                <a:rect l="0" t="0" r="r" b="b"/>
                <a:pathLst>
                  <a:path w="240" h="4356">
                    <a:moveTo>
                      <a:pt x="0" y="4152"/>
                    </a:moveTo>
                    <a:lnTo>
                      <a:pt x="240" y="4356"/>
                    </a:lnTo>
                    <a:lnTo>
                      <a:pt x="240" y="48"/>
                    </a:lnTo>
                    <a:cubicBezTo>
                      <a:pt x="158" y="55"/>
                      <a:pt x="74" y="39"/>
                      <a:pt x="0" y="0"/>
                    </a:cubicBezTo>
                    <a:lnTo>
                      <a:pt x="0" y="0"/>
                    </a:lnTo>
                    <a:lnTo>
                      <a:pt x="0" y="4152"/>
                    </a:lnTo>
                    <a:close/>
                  </a:path>
                </a:pathLst>
              </a:custGeom>
              <a:solidFill>
                <a:srgbClr val="C0C0C0"/>
              </a:solidFill>
              <a:ln w="3175" cmpd="sng">
                <a:solidFill>
                  <a:srgbClr val="000000"/>
                </a:solidFill>
                <a:prstDash val="solid"/>
                <a:round/>
                <a:headEnd/>
                <a:tailEnd/>
              </a:ln>
            </p:spPr>
            <p:txBody>
              <a:bodyPr/>
              <a:lstStyle/>
              <a:p>
                <a:endParaRPr lang="en-US"/>
              </a:p>
            </p:txBody>
          </p:sp>
          <p:sp>
            <p:nvSpPr>
              <p:cNvPr id="842" name="Freeform 340"/>
              <p:cNvSpPr>
                <a:spLocks/>
              </p:cNvSpPr>
              <p:nvPr/>
            </p:nvSpPr>
            <p:spPr bwMode="gray">
              <a:xfrm flipH="1">
                <a:off x="5550957" y="4955470"/>
                <a:ext cx="621624" cy="73636"/>
              </a:xfrm>
              <a:custGeom>
                <a:avLst/>
                <a:gdLst/>
                <a:ahLst/>
                <a:cxnLst>
                  <a:cxn ang="0">
                    <a:pos x="0" y="12"/>
                  </a:cxn>
                  <a:cxn ang="0">
                    <a:pos x="0" y="41"/>
                  </a:cxn>
                  <a:cxn ang="0">
                    <a:pos x="100" y="111"/>
                  </a:cxn>
                  <a:cxn ang="0">
                    <a:pos x="474" y="84"/>
                  </a:cxn>
                  <a:cxn ang="0">
                    <a:pos x="542" y="75"/>
                  </a:cxn>
                  <a:cxn ang="0">
                    <a:pos x="1048" y="23"/>
                  </a:cxn>
                  <a:cxn ang="0">
                    <a:pos x="1048" y="23"/>
                  </a:cxn>
                  <a:cxn ang="0">
                    <a:pos x="1048" y="0"/>
                  </a:cxn>
                  <a:cxn ang="0">
                    <a:pos x="538" y="44"/>
                  </a:cxn>
                  <a:cxn ang="0">
                    <a:pos x="478" y="53"/>
                  </a:cxn>
                  <a:cxn ang="0">
                    <a:pos x="88" y="73"/>
                  </a:cxn>
                  <a:cxn ang="0">
                    <a:pos x="88" y="73"/>
                  </a:cxn>
                  <a:cxn ang="0">
                    <a:pos x="0" y="12"/>
                  </a:cxn>
                </a:cxnLst>
                <a:rect l="0" t="0" r="r" b="b"/>
                <a:pathLst>
                  <a:path w="1048" h="125">
                    <a:moveTo>
                      <a:pt x="0" y="12"/>
                    </a:moveTo>
                    <a:lnTo>
                      <a:pt x="0" y="41"/>
                    </a:lnTo>
                    <a:lnTo>
                      <a:pt x="100" y="111"/>
                    </a:lnTo>
                    <a:cubicBezTo>
                      <a:pt x="225" y="125"/>
                      <a:pt x="352" y="117"/>
                      <a:pt x="474" y="84"/>
                    </a:cubicBezTo>
                    <a:cubicBezTo>
                      <a:pt x="493" y="78"/>
                      <a:pt x="522" y="73"/>
                      <a:pt x="542" y="75"/>
                    </a:cubicBezTo>
                    <a:cubicBezTo>
                      <a:pt x="715" y="81"/>
                      <a:pt x="879" y="64"/>
                      <a:pt x="1048" y="23"/>
                    </a:cubicBezTo>
                    <a:lnTo>
                      <a:pt x="1048" y="23"/>
                    </a:lnTo>
                    <a:lnTo>
                      <a:pt x="1048" y="0"/>
                    </a:lnTo>
                    <a:cubicBezTo>
                      <a:pt x="879" y="29"/>
                      <a:pt x="709" y="43"/>
                      <a:pt x="538" y="44"/>
                    </a:cubicBezTo>
                    <a:cubicBezTo>
                      <a:pt x="517" y="44"/>
                      <a:pt x="497" y="47"/>
                      <a:pt x="478" y="53"/>
                    </a:cubicBezTo>
                    <a:cubicBezTo>
                      <a:pt x="351" y="91"/>
                      <a:pt x="218" y="98"/>
                      <a:pt x="88" y="73"/>
                    </a:cubicBezTo>
                    <a:lnTo>
                      <a:pt x="88" y="73"/>
                    </a:lnTo>
                    <a:lnTo>
                      <a:pt x="0" y="12"/>
                    </a:lnTo>
                    <a:close/>
                  </a:path>
                </a:pathLst>
              </a:custGeom>
              <a:gradFill rotWithShape="1">
                <a:gsLst>
                  <a:gs pos="0">
                    <a:srgbClr val="333333"/>
                  </a:gs>
                  <a:gs pos="50000">
                    <a:srgbClr val="C0C0C0"/>
                  </a:gs>
                  <a:gs pos="100000">
                    <a:srgbClr val="333333"/>
                  </a:gs>
                </a:gsLst>
                <a:lin ang="0" scaled="1"/>
              </a:gradFill>
              <a:ln w="6350" cap="rnd" cmpd="sng">
                <a:solidFill>
                  <a:srgbClr val="000000"/>
                </a:solidFill>
                <a:prstDash val="solid"/>
                <a:round/>
                <a:headEnd/>
                <a:tailEnd/>
              </a:ln>
            </p:spPr>
            <p:txBody>
              <a:bodyPr/>
              <a:lstStyle/>
              <a:p>
                <a:endParaRPr lang="en-US"/>
              </a:p>
            </p:txBody>
          </p:sp>
          <p:sp>
            <p:nvSpPr>
              <p:cNvPr id="843" name="Freeform 341"/>
              <p:cNvSpPr>
                <a:spLocks/>
              </p:cNvSpPr>
              <p:nvPr/>
            </p:nvSpPr>
            <p:spPr bwMode="gray">
              <a:xfrm flipH="1">
                <a:off x="5550957" y="4910842"/>
                <a:ext cx="621624" cy="100412"/>
              </a:xfrm>
              <a:custGeom>
                <a:avLst/>
                <a:gdLst/>
                <a:ahLst/>
                <a:cxnLst>
                  <a:cxn ang="0">
                    <a:pos x="0" y="369"/>
                  </a:cxn>
                  <a:cxn ang="0">
                    <a:pos x="360" y="621"/>
                  </a:cxn>
                  <a:cxn ang="0">
                    <a:pos x="1958" y="539"/>
                  </a:cxn>
                  <a:cxn ang="0">
                    <a:pos x="2276" y="500"/>
                  </a:cxn>
                  <a:cxn ang="0">
                    <a:pos x="4296" y="321"/>
                  </a:cxn>
                  <a:cxn ang="0">
                    <a:pos x="4296" y="321"/>
                  </a:cxn>
                  <a:cxn ang="0">
                    <a:pos x="4080" y="129"/>
                  </a:cxn>
                  <a:cxn ang="0">
                    <a:pos x="0" y="369"/>
                  </a:cxn>
                </a:cxnLst>
                <a:rect l="0" t="0" r="r" b="b"/>
                <a:pathLst>
                  <a:path w="4296" h="708">
                    <a:moveTo>
                      <a:pt x="0" y="369"/>
                    </a:moveTo>
                    <a:lnTo>
                      <a:pt x="360" y="621"/>
                    </a:lnTo>
                    <a:cubicBezTo>
                      <a:pt x="893" y="708"/>
                      <a:pt x="1438" y="680"/>
                      <a:pt x="1958" y="539"/>
                    </a:cubicBezTo>
                    <a:cubicBezTo>
                      <a:pt x="2062" y="509"/>
                      <a:pt x="2169" y="496"/>
                      <a:pt x="2276" y="500"/>
                    </a:cubicBezTo>
                    <a:cubicBezTo>
                      <a:pt x="2953" y="494"/>
                      <a:pt x="3629" y="434"/>
                      <a:pt x="4296" y="321"/>
                    </a:cubicBezTo>
                    <a:lnTo>
                      <a:pt x="4296" y="321"/>
                    </a:lnTo>
                    <a:lnTo>
                      <a:pt x="4080" y="129"/>
                    </a:lnTo>
                    <a:cubicBezTo>
                      <a:pt x="2716" y="0"/>
                      <a:pt x="1340" y="81"/>
                      <a:pt x="0" y="369"/>
                    </a:cubicBezTo>
                    <a:close/>
                  </a:path>
                </a:pathLst>
              </a:custGeom>
              <a:solidFill>
                <a:srgbClr val="333333"/>
              </a:solidFill>
              <a:ln w="3175" cap="rnd" cmpd="sng">
                <a:solidFill>
                  <a:srgbClr val="000000"/>
                </a:solidFill>
                <a:prstDash val="solid"/>
                <a:round/>
                <a:headEnd/>
                <a:tailEnd/>
              </a:ln>
            </p:spPr>
            <p:txBody>
              <a:bodyPr/>
              <a:lstStyle/>
              <a:p>
                <a:endParaRPr lang="en-US"/>
              </a:p>
            </p:txBody>
          </p:sp>
          <p:sp>
            <p:nvSpPr>
              <p:cNvPr id="844" name="Freeform 342"/>
              <p:cNvSpPr>
                <a:spLocks/>
              </p:cNvSpPr>
              <p:nvPr/>
            </p:nvSpPr>
            <p:spPr bwMode="gray">
              <a:xfrm flipH="1">
                <a:off x="5550957" y="3543001"/>
                <a:ext cx="628430" cy="118264"/>
              </a:xfrm>
              <a:custGeom>
                <a:avLst/>
                <a:gdLst/>
                <a:ahLst/>
                <a:cxnLst>
                  <a:cxn ang="0">
                    <a:pos x="0" y="257"/>
                  </a:cxn>
                  <a:cxn ang="0">
                    <a:pos x="4344" y="293"/>
                  </a:cxn>
                  <a:cxn ang="0">
                    <a:pos x="2016" y="161"/>
                  </a:cxn>
                  <a:cxn ang="0">
                    <a:pos x="408" y="65"/>
                  </a:cxn>
                  <a:cxn ang="0">
                    <a:pos x="408" y="65"/>
                  </a:cxn>
                  <a:cxn ang="0">
                    <a:pos x="0" y="257"/>
                  </a:cxn>
                </a:cxnLst>
                <a:rect l="0" t="0" r="r" b="b"/>
                <a:pathLst>
                  <a:path w="4344" h="831">
                    <a:moveTo>
                      <a:pt x="0" y="257"/>
                    </a:moveTo>
                    <a:cubicBezTo>
                      <a:pt x="1392" y="819"/>
                      <a:pt x="2944" y="831"/>
                      <a:pt x="4344" y="293"/>
                    </a:cubicBezTo>
                    <a:cubicBezTo>
                      <a:pt x="3575" y="168"/>
                      <a:pt x="2795" y="124"/>
                      <a:pt x="2016" y="161"/>
                    </a:cubicBezTo>
                    <a:cubicBezTo>
                      <a:pt x="1491" y="32"/>
                      <a:pt x="946" y="0"/>
                      <a:pt x="408" y="65"/>
                    </a:cubicBezTo>
                    <a:lnTo>
                      <a:pt x="408" y="65"/>
                    </a:lnTo>
                    <a:lnTo>
                      <a:pt x="0" y="257"/>
                    </a:lnTo>
                    <a:close/>
                  </a:path>
                </a:pathLst>
              </a:custGeom>
              <a:solidFill>
                <a:srgbClr val="333333"/>
              </a:solidFill>
              <a:ln w="3175" cap="rnd" cmpd="sng">
                <a:solidFill>
                  <a:srgbClr val="000000"/>
                </a:solidFill>
                <a:prstDash val="solid"/>
                <a:round/>
                <a:headEnd/>
                <a:tailEnd/>
              </a:ln>
            </p:spPr>
            <p:txBody>
              <a:bodyPr/>
              <a:lstStyle/>
              <a:p>
                <a:endParaRPr lang="en-US"/>
              </a:p>
            </p:txBody>
          </p:sp>
          <p:sp>
            <p:nvSpPr>
              <p:cNvPr id="845" name="Freeform 343"/>
              <p:cNvSpPr>
                <a:spLocks/>
              </p:cNvSpPr>
              <p:nvPr/>
            </p:nvSpPr>
            <p:spPr bwMode="gray">
              <a:xfrm flipH="1">
                <a:off x="5550957" y="3529613"/>
                <a:ext cx="630699" cy="55785"/>
              </a:xfrm>
              <a:custGeom>
                <a:avLst/>
                <a:gdLst/>
                <a:ahLst/>
                <a:cxnLst>
                  <a:cxn ang="0">
                    <a:pos x="2016" y="119"/>
                  </a:cxn>
                  <a:cxn ang="0">
                    <a:pos x="1644" y="47"/>
                  </a:cxn>
                  <a:cxn ang="0">
                    <a:pos x="408" y="35"/>
                  </a:cxn>
                  <a:cxn ang="0">
                    <a:pos x="0" y="251"/>
                  </a:cxn>
                  <a:cxn ang="0">
                    <a:pos x="0" y="251"/>
                  </a:cxn>
                  <a:cxn ang="0">
                    <a:pos x="0" y="347"/>
                  </a:cxn>
                  <a:cxn ang="0">
                    <a:pos x="408" y="155"/>
                  </a:cxn>
                  <a:cxn ang="0">
                    <a:pos x="1644" y="167"/>
                  </a:cxn>
                  <a:cxn ang="0">
                    <a:pos x="2016" y="251"/>
                  </a:cxn>
                  <a:cxn ang="0">
                    <a:pos x="4344" y="383"/>
                  </a:cxn>
                  <a:cxn ang="0">
                    <a:pos x="4344" y="383"/>
                  </a:cxn>
                  <a:cxn ang="0">
                    <a:pos x="4344" y="275"/>
                  </a:cxn>
                  <a:cxn ang="0">
                    <a:pos x="2016" y="119"/>
                  </a:cxn>
                </a:cxnLst>
                <a:rect l="0" t="0" r="r" b="b"/>
                <a:pathLst>
                  <a:path w="4344" h="383">
                    <a:moveTo>
                      <a:pt x="2016" y="119"/>
                    </a:moveTo>
                    <a:lnTo>
                      <a:pt x="1644" y="47"/>
                    </a:lnTo>
                    <a:cubicBezTo>
                      <a:pt x="1233" y="4"/>
                      <a:pt x="820" y="0"/>
                      <a:pt x="408" y="35"/>
                    </a:cubicBezTo>
                    <a:cubicBezTo>
                      <a:pt x="266" y="95"/>
                      <a:pt x="130" y="168"/>
                      <a:pt x="0" y="251"/>
                    </a:cubicBezTo>
                    <a:lnTo>
                      <a:pt x="0" y="251"/>
                    </a:lnTo>
                    <a:lnTo>
                      <a:pt x="0" y="347"/>
                    </a:lnTo>
                    <a:lnTo>
                      <a:pt x="408" y="155"/>
                    </a:lnTo>
                    <a:cubicBezTo>
                      <a:pt x="819" y="111"/>
                      <a:pt x="1234" y="115"/>
                      <a:pt x="1644" y="167"/>
                    </a:cubicBezTo>
                    <a:cubicBezTo>
                      <a:pt x="1770" y="186"/>
                      <a:pt x="1894" y="214"/>
                      <a:pt x="2016" y="251"/>
                    </a:cubicBezTo>
                    <a:cubicBezTo>
                      <a:pt x="2795" y="215"/>
                      <a:pt x="3575" y="259"/>
                      <a:pt x="4344" y="383"/>
                    </a:cubicBezTo>
                    <a:lnTo>
                      <a:pt x="4344" y="383"/>
                    </a:lnTo>
                    <a:lnTo>
                      <a:pt x="4344" y="275"/>
                    </a:lnTo>
                    <a:cubicBezTo>
                      <a:pt x="3574" y="159"/>
                      <a:pt x="2795" y="106"/>
                      <a:pt x="2016" y="119"/>
                    </a:cubicBezTo>
                    <a:close/>
                  </a:path>
                </a:pathLst>
              </a:custGeom>
              <a:gradFill rotWithShape="1">
                <a:gsLst>
                  <a:gs pos="0">
                    <a:srgbClr val="333333"/>
                  </a:gs>
                  <a:gs pos="50000">
                    <a:srgbClr val="C0C0C0"/>
                  </a:gs>
                  <a:gs pos="100000">
                    <a:srgbClr val="333333"/>
                  </a:gs>
                </a:gsLst>
                <a:lin ang="0" scaled="1"/>
              </a:gradFill>
              <a:ln w="6350" cap="rnd" cmpd="sng">
                <a:solidFill>
                  <a:srgbClr val="000000"/>
                </a:solidFill>
                <a:prstDash val="solid"/>
                <a:round/>
                <a:headEnd type="none" w="med" len="med"/>
                <a:tailEnd type="none" w="med" len="med"/>
              </a:ln>
              <a:effectLst/>
            </p:spPr>
            <p:txBody>
              <a:bodyPr/>
              <a:lstStyle/>
              <a:p>
                <a:endParaRPr lang="en-US"/>
              </a:p>
            </p:txBody>
          </p:sp>
          <p:sp>
            <p:nvSpPr>
              <p:cNvPr id="846" name="Freeform 344"/>
              <p:cNvSpPr>
                <a:spLocks/>
              </p:cNvSpPr>
              <p:nvPr/>
            </p:nvSpPr>
            <p:spPr bwMode="gray">
              <a:xfrm flipH="1">
                <a:off x="5546420" y="4346301"/>
                <a:ext cx="610280" cy="42396"/>
              </a:xfrm>
              <a:custGeom>
                <a:avLst/>
                <a:gdLst/>
                <a:ahLst/>
                <a:cxnLst>
                  <a:cxn ang="0">
                    <a:pos x="0" y="32"/>
                  </a:cxn>
                  <a:cxn ang="0">
                    <a:pos x="240" y="104"/>
                  </a:cxn>
                  <a:cxn ang="0">
                    <a:pos x="1919" y="64"/>
                  </a:cxn>
                  <a:cxn ang="0">
                    <a:pos x="1919" y="64"/>
                  </a:cxn>
                  <a:cxn ang="0">
                    <a:pos x="2538" y="21"/>
                  </a:cxn>
                  <a:cxn ang="0">
                    <a:pos x="4152" y="32"/>
                  </a:cxn>
                  <a:cxn ang="0">
                    <a:pos x="4152" y="32"/>
                  </a:cxn>
                  <a:cxn ang="0">
                    <a:pos x="4152" y="134"/>
                  </a:cxn>
                  <a:cxn ang="0">
                    <a:pos x="1923" y="220"/>
                  </a:cxn>
                  <a:cxn ang="0">
                    <a:pos x="240" y="272"/>
                  </a:cxn>
                  <a:cxn ang="0">
                    <a:pos x="0" y="224"/>
                  </a:cxn>
                  <a:cxn ang="0">
                    <a:pos x="0" y="224"/>
                  </a:cxn>
                  <a:cxn ang="0">
                    <a:pos x="0" y="32"/>
                  </a:cxn>
                </a:cxnLst>
                <a:rect l="0" t="0" r="r" b="b"/>
                <a:pathLst>
                  <a:path w="4152" h="293">
                    <a:moveTo>
                      <a:pt x="0" y="32"/>
                    </a:moveTo>
                    <a:cubicBezTo>
                      <a:pt x="65" y="90"/>
                      <a:pt x="153" y="117"/>
                      <a:pt x="240" y="104"/>
                    </a:cubicBezTo>
                    <a:cubicBezTo>
                      <a:pt x="800" y="124"/>
                      <a:pt x="1361" y="111"/>
                      <a:pt x="1919" y="64"/>
                    </a:cubicBezTo>
                    <a:lnTo>
                      <a:pt x="1919" y="64"/>
                    </a:lnTo>
                    <a:lnTo>
                      <a:pt x="2538" y="21"/>
                    </a:lnTo>
                    <a:cubicBezTo>
                      <a:pt x="3076" y="0"/>
                      <a:pt x="3615" y="3"/>
                      <a:pt x="4152" y="32"/>
                    </a:cubicBezTo>
                    <a:lnTo>
                      <a:pt x="4152" y="32"/>
                    </a:lnTo>
                    <a:lnTo>
                      <a:pt x="4152" y="134"/>
                    </a:lnTo>
                    <a:cubicBezTo>
                      <a:pt x="3408" y="115"/>
                      <a:pt x="2663" y="143"/>
                      <a:pt x="1923" y="220"/>
                    </a:cubicBezTo>
                    <a:cubicBezTo>
                      <a:pt x="1364" y="276"/>
                      <a:pt x="802" y="293"/>
                      <a:pt x="240" y="272"/>
                    </a:cubicBezTo>
                    <a:cubicBezTo>
                      <a:pt x="157" y="279"/>
                      <a:pt x="74" y="262"/>
                      <a:pt x="0" y="224"/>
                    </a:cubicBezTo>
                    <a:lnTo>
                      <a:pt x="0" y="224"/>
                    </a:lnTo>
                    <a:lnTo>
                      <a:pt x="0" y="32"/>
                    </a:lnTo>
                    <a:close/>
                  </a:path>
                </a:pathLst>
              </a:custGeom>
              <a:gradFill rotWithShape="1">
                <a:gsLst>
                  <a:gs pos="0">
                    <a:srgbClr val="333333"/>
                  </a:gs>
                  <a:gs pos="50000">
                    <a:srgbClr val="C0C0C0"/>
                  </a:gs>
                  <a:gs pos="100000">
                    <a:srgbClr val="333333"/>
                  </a:gs>
                </a:gsLst>
                <a:lin ang="0" scaled="1"/>
              </a:gradFill>
              <a:ln w="3175" cap="rnd" cmpd="sng">
                <a:solidFill>
                  <a:srgbClr val="000000"/>
                </a:solidFill>
                <a:prstDash val="solid"/>
                <a:round/>
                <a:headEnd type="none" w="med" len="med"/>
                <a:tailEnd type="none" w="med" len="med"/>
              </a:ln>
              <a:effectLst/>
            </p:spPr>
            <p:txBody>
              <a:bodyPr/>
              <a:lstStyle/>
              <a:p>
                <a:endParaRPr lang="en-US"/>
              </a:p>
            </p:txBody>
          </p:sp>
          <p:sp>
            <p:nvSpPr>
              <p:cNvPr id="847" name="Freeform 345"/>
              <p:cNvSpPr>
                <a:spLocks/>
              </p:cNvSpPr>
              <p:nvPr/>
            </p:nvSpPr>
            <p:spPr bwMode="gray">
              <a:xfrm flipH="1">
                <a:off x="5555495" y="3547464"/>
                <a:ext cx="564906" cy="816688"/>
              </a:xfrm>
              <a:custGeom>
                <a:avLst/>
                <a:gdLst/>
                <a:ahLst/>
                <a:cxnLst>
                  <a:cxn ang="0">
                    <a:pos x="0" y="71"/>
                  </a:cxn>
                  <a:cxn ang="0">
                    <a:pos x="0" y="5687"/>
                  </a:cxn>
                  <a:cxn ang="0">
                    <a:pos x="2016" y="5615"/>
                  </a:cxn>
                  <a:cxn ang="0">
                    <a:pos x="2016" y="5615"/>
                  </a:cxn>
                  <a:cxn ang="0">
                    <a:pos x="3888" y="5543"/>
                  </a:cxn>
                  <a:cxn ang="0">
                    <a:pos x="3888" y="323"/>
                  </a:cxn>
                  <a:cxn ang="0">
                    <a:pos x="3024" y="287"/>
                  </a:cxn>
                  <a:cxn ang="0">
                    <a:pos x="1752" y="191"/>
                  </a:cxn>
                  <a:cxn ang="0">
                    <a:pos x="0" y="71"/>
                  </a:cxn>
                </a:cxnLst>
                <a:rect l="0" t="0" r="r" b="b"/>
                <a:pathLst>
                  <a:path w="3888" h="5712">
                    <a:moveTo>
                      <a:pt x="0" y="71"/>
                    </a:moveTo>
                    <a:lnTo>
                      <a:pt x="0" y="5687"/>
                    </a:lnTo>
                    <a:cubicBezTo>
                      <a:pt x="673" y="5712"/>
                      <a:pt x="1347" y="5688"/>
                      <a:pt x="2016" y="5615"/>
                    </a:cubicBezTo>
                    <a:lnTo>
                      <a:pt x="2016" y="5615"/>
                    </a:lnTo>
                    <a:lnTo>
                      <a:pt x="3888" y="5543"/>
                    </a:lnTo>
                    <a:lnTo>
                      <a:pt x="3888" y="323"/>
                    </a:lnTo>
                    <a:cubicBezTo>
                      <a:pt x="3603" y="279"/>
                      <a:pt x="3313" y="267"/>
                      <a:pt x="3024" y="287"/>
                    </a:cubicBezTo>
                    <a:cubicBezTo>
                      <a:pt x="2599" y="280"/>
                      <a:pt x="2174" y="247"/>
                      <a:pt x="1752" y="191"/>
                    </a:cubicBezTo>
                    <a:cubicBezTo>
                      <a:pt x="1181" y="41"/>
                      <a:pt x="587" y="0"/>
                      <a:pt x="0" y="71"/>
                    </a:cubicBezTo>
                    <a:close/>
                  </a:path>
                </a:pathLst>
              </a:custGeom>
              <a:gradFill rotWithShape="1">
                <a:gsLst>
                  <a:gs pos="0">
                    <a:srgbClr val="C0C0C0"/>
                  </a:gs>
                  <a:gs pos="50000">
                    <a:srgbClr val="4D4D4D"/>
                  </a:gs>
                  <a:gs pos="100000">
                    <a:srgbClr val="C0C0C0"/>
                  </a:gs>
                </a:gsLst>
                <a:lin ang="0" scaled="1"/>
              </a:gradFill>
              <a:ln w="6350" cap="rnd" cmpd="sng">
                <a:solidFill>
                  <a:srgbClr val="000000"/>
                </a:solidFill>
                <a:prstDash val="solid"/>
                <a:round/>
                <a:headEnd type="none" w="med" len="med"/>
                <a:tailEnd type="none" w="med" len="med"/>
              </a:ln>
              <a:effectLst/>
            </p:spPr>
            <p:txBody>
              <a:bodyPr/>
              <a:lstStyle/>
              <a:p>
                <a:endParaRPr lang="en-US"/>
              </a:p>
            </p:txBody>
          </p:sp>
          <p:sp>
            <p:nvSpPr>
              <p:cNvPr id="848" name="Freeform 346"/>
              <p:cNvSpPr>
                <a:spLocks/>
              </p:cNvSpPr>
              <p:nvPr/>
            </p:nvSpPr>
            <p:spPr bwMode="gray">
              <a:xfrm flipH="1">
                <a:off x="5555495" y="4361921"/>
                <a:ext cx="564906" cy="649334"/>
              </a:xfrm>
              <a:custGeom>
                <a:avLst/>
                <a:gdLst/>
                <a:ahLst/>
                <a:cxnLst>
                  <a:cxn ang="0">
                    <a:pos x="0" y="152"/>
                  </a:cxn>
                  <a:cxn ang="0">
                    <a:pos x="0" y="4460"/>
                  </a:cxn>
                  <a:cxn ang="0">
                    <a:pos x="1680" y="4352"/>
                  </a:cxn>
                  <a:cxn ang="0">
                    <a:pos x="1680" y="4352"/>
                  </a:cxn>
                  <a:cxn ang="0">
                    <a:pos x="3888" y="4112"/>
                  </a:cxn>
                  <a:cxn ang="0">
                    <a:pos x="3888" y="4112"/>
                  </a:cxn>
                  <a:cxn ang="0">
                    <a:pos x="3888" y="56"/>
                  </a:cxn>
                  <a:cxn ang="0">
                    <a:pos x="1872" y="80"/>
                  </a:cxn>
                  <a:cxn ang="0">
                    <a:pos x="0" y="152"/>
                  </a:cxn>
                </a:cxnLst>
                <a:rect l="0" t="0" r="r" b="b"/>
                <a:pathLst>
                  <a:path w="3888" h="4553">
                    <a:moveTo>
                      <a:pt x="0" y="152"/>
                    </a:moveTo>
                    <a:lnTo>
                      <a:pt x="0" y="4460"/>
                    </a:lnTo>
                    <a:cubicBezTo>
                      <a:pt x="561" y="4553"/>
                      <a:pt x="1136" y="4516"/>
                      <a:pt x="1680" y="4352"/>
                    </a:cubicBezTo>
                    <a:lnTo>
                      <a:pt x="1680" y="4352"/>
                    </a:lnTo>
                    <a:cubicBezTo>
                      <a:pt x="2419" y="4300"/>
                      <a:pt x="3156" y="4220"/>
                      <a:pt x="3888" y="4112"/>
                    </a:cubicBezTo>
                    <a:lnTo>
                      <a:pt x="3888" y="4112"/>
                    </a:lnTo>
                    <a:lnTo>
                      <a:pt x="3888" y="56"/>
                    </a:lnTo>
                    <a:cubicBezTo>
                      <a:pt x="3217" y="0"/>
                      <a:pt x="2542" y="8"/>
                      <a:pt x="1872" y="80"/>
                    </a:cubicBezTo>
                    <a:cubicBezTo>
                      <a:pt x="1251" y="152"/>
                      <a:pt x="625" y="176"/>
                      <a:pt x="0" y="152"/>
                    </a:cubicBezTo>
                    <a:close/>
                  </a:path>
                </a:pathLst>
              </a:custGeom>
              <a:gradFill rotWithShape="1">
                <a:gsLst>
                  <a:gs pos="0">
                    <a:srgbClr val="C0C0C0"/>
                  </a:gs>
                  <a:gs pos="50000">
                    <a:srgbClr val="4D4D4D"/>
                  </a:gs>
                  <a:gs pos="100000">
                    <a:srgbClr val="C0C0C0"/>
                  </a:gs>
                </a:gsLst>
                <a:lin ang="0" scaled="1"/>
              </a:gradFill>
              <a:ln w="6350" cap="rnd" cmpd="sng">
                <a:solidFill>
                  <a:srgbClr val="000000"/>
                </a:solidFill>
                <a:prstDash val="solid"/>
                <a:round/>
                <a:headEnd/>
                <a:tailEnd/>
              </a:ln>
            </p:spPr>
            <p:txBody>
              <a:bodyPr/>
              <a:lstStyle/>
              <a:p>
                <a:endParaRPr lang="en-US"/>
              </a:p>
            </p:txBody>
          </p:sp>
          <p:sp>
            <p:nvSpPr>
              <p:cNvPr id="849" name="Freeform 347"/>
              <p:cNvSpPr>
                <a:spLocks/>
              </p:cNvSpPr>
              <p:nvPr/>
            </p:nvSpPr>
            <p:spPr bwMode="gray">
              <a:xfrm flipH="1">
                <a:off x="6120401" y="3558621"/>
                <a:ext cx="36299" cy="803300"/>
              </a:xfrm>
              <a:custGeom>
                <a:avLst/>
                <a:gdLst/>
                <a:ahLst/>
                <a:cxnLst>
                  <a:cxn ang="0">
                    <a:pos x="0" y="96"/>
                  </a:cxn>
                  <a:cxn ang="0">
                    <a:pos x="0" y="5544"/>
                  </a:cxn>
                  <a:cxn ang="0">
                    <a:pos x="240" y="5616"/>
                  </a:cxn>
                  <a:cxn ang="0">
                    <a:pos x="240" y="5616"/>
                  </a:cxn>
                  <a:cxn ang="0">
                    <a:pos x="240" y="0"/>
                  </a:cxn>
                  <a:cxn ang="0">
                    <a:pos x="0" y="96"/>
                  </a:cxn>
                </a:cxnLst>
                <a:rect l="0" t="0" r="r" b="b"/>
                <a:pathLst>
                  <a:path w="240" h="5629">
                    <a:moveTo>
                      <a:pt x="0" y="96"/>
                    </a:moveTo>
                    <a:lnTo>
                      <a:pt x="0" y="5544"/>
                    </a:lnTo>
                    <a:cubicBezTo>
                      <a:pt x="66" y="5603"/>
                      <a:pt x="154" y="5629"/>
                      <a:pt x="240" y="5616"/>
                    </a:cubicBezTo>
                    <a:lnTo>
                      <a:pt x="240" y="5616"/>
                    </a:lnTo>
                    <a:lnTo>
                      <a:pt x="240" y="0"/>
                    </a:lnTo>
                    <a:lnTo>
                      <a:pt x="0" y="96"/>
                    </a:lnTo>
                    <a:close/>
                  </a:path>
                </a:pathLst>
              </a:custGeom>
              <a:solidFill>
                <a:srgbClr val="969696"/>
              </a:solidFill>
              <a:ln w="3175" cmpd="sng">
                <a:solidFill>
                  <a:srgbClr val="000000"/>
                </a:solidFill>
                <a:prstDash val="solid"/>
                <a:round/>
                <a:headEnd/>
                <a:tailEnd/>
              </a:ln>
            </p:spPr>
            <p:txBody>
              <a:bodyPr/>
              <a:lstStyle/>
              <a:p>
                <a:endParaRPr lang="en-US"/>
              </a:p>
            </p:txBody>
          </p:sp>
          <p:sp>
            <p:nvSpPr>
              <p:cNvPr id="850" name="Freeform 348"/>
              <p:cNvSpPr>
                <a:spLocks/>
              </p:cNvSpPr>
              <p:nvPr/>
            </p:nvSpPr>
            <p:spPr bwMode="gray">
              <a:xfrm flipH="1">
                <a:off x="6120401" y="4377541"/>
                <a:ext cx="36299" cy="622557"/>
              </a:xfrm>
              <a:custGeom>
                <a:avLst/>
                <a:gdLst/>
                <a:ahLst/>
                <a:cxnLst>
                  <a:cxn ang="0">
                    <a:pos x="0" y="4152"/>
                  </a:cxn>
                  <a:cxn ang="0">
                    <a:pos x="240" y="4356"/>
                  </a:cxn>
                  <a:cxn ang="0">
                    <a:pos x="240" y="48"/>
                  </a:cxn>
                  <a:cxn ang="0">
                    <a:pos x="0" y="0"/>
                  </a:cxn>
                  <a:cxn ang="0">
                    <a:pos x="0" y="0"/>
                  </a:cxn>
                  <a:cxn ang="0">
                    <a:pos x="0" y="4152"/>
                  </a:cxn>
                </a:cxnLst>
                <a:rect l="0" t="0" r="r" b="b"/>
                <a:pathLst>
                  <a:path w="240" h="4356">
                    <a:moveTo>
                      <a:pt x="0" y="4152"/>
                    </a:moveTo>
                    <a:lnTo>
                      <a:pt x="240" y="4356"/>
                    </a:lnTo>
                    <a:lnTo>
                      <a:pt x="240" y="48"/>
                    </a:lnTo>
                    <a:cubicBezTo>
                      <a:pt x="158" y="55"/>
                      <a:pt x="74" y="39"/>
                      <a:pt x="0" y="0"/>
                    </a:cubicBezTo>
                    <a:lnTo>
                      <a:pt x="0" y="0"/>
                    </a:lnTo>
                    <a:lnTo>
                      <a:pt x="0" y="4152"/>
                    </a:lnTo>
                    <a:close/>
                  </a:path>
                </a:pathLst>
              </a:custGeom>
              <a:solidFill>
                <a:srgbClr val="969696"/>
              </a:solidFill>
              <a:ln w="3175" cap="rnd" cmpd="sng">
                <a:solidFill>
                  <a:srgbClr val="000000"/>
                </a:solidFill>
                <a:prstDash val="solid"/>
                <a:round/>
                <a:headEnd/>
                <a:tailEnd/>
              </a:ln>
            </p:spPr>
            <p:txBody>
              <a:bodyPr/>
              <a:lstStyle/>
              <a:p>
                <a:endParaRPr lang="en-US"/>
              </a:p>
            </p:txBody>
          </p:sp>
          <p:sp>
            <p:nvSpPr>
              <p:cNvPr id="851" name="Oval 349"/>
              <p:cNvSpPr>
                <a:spLocks noChangeArrowheads="1"/>
              </p:cNvSpPr>
              <p:nvPr/>
            </p:nvSpPr>
            <p:spPr bwMode="gray">
              <a:xfrm flipH="1">
                <a:off x="5979742" y="4808199"/>
                <a:ext cx="29493" cy="31239"/>
              </a:xfrm>
              <a:prstGeom prst="ellipse">
                <a:avLst/>
              </a:prstGeom>
              <a:gradFill rotWithShape="1">
                <a:gsLst>
                  <a:gs pos="0">
                    <a:srgbClr val="C0C0C0"/>
                  </a:gs>
                  <a:gs pos="100000">
                    <a:srgbClr val="777777"/>
                  </a:gs>
                </a:gsLst>
                <a:path path="shape">
                  <a:fillToRect l="50000" t="50000" r="50000" b="50000"/>
                </a:path>
              </a:gradFill>
              <a:ln w="3175" algn="ctr">
                <a:solidFill>
                  <a:srgbClr val="EAEAEA"/>
                </a:solidFill>
                <a:round/>
                <a:headEnd/>
                <a:tailEnd/>
              </a:ln>
              <a:effectLst/>
            </p:spPr>
            <p:txBody>
              <a:bodyPr/>
              <a:lstStyle/>
              <a:p>
                <a:endParaRPr lang="en-US"/>
              </a:p>
            </p:txBody>
          </p:sp>
          <p:sp>
            <p:nvSpPr>
              <p:cNvPr id="852" name="Oval 350"/>
              <p:cNvSpPr>
                <a:spLocks noChangeArrowheads="1"/>
              </p:cNvSpPr>
              <p:nvPr/>
            </p:nvSpPr>
            <p:spPr bwMode="gray">
              <a:xfrm flipH="1">
                <a:off x="5979742" y="4808199"/>
                <a:ext cx="29493" cy="31239"/>
              </a:xfrm>
              <a:prstGeom prst="ellipse">
                <a:avLst/>
              </a:prstGeom>
              <a:noFill/>
              <a:ln w="3175" cap="rnd">
                <a:solidFill>
                  <a:srgbClr val="000000"/>
                </a:solidFill>
                <a:round/>
                <a:headEnd/>
                <a:tailEnd/>
              </a:ln>
            </p:spPr>
            <p:txBody>
              <a:bodyPr/>
              <a:lstStyle/>
              <a:p>
                <a:endParaRPr lang="en-US"/>
              </a:p>
            </p:txBody>
          </p:sp>
          <p:sp>
            <p:nvSpPr>
              <p:cNvPr id="853" name="Oval 351"/>
              <p:cNvSpPr>
                <a:spLocks noChangeArrowheads="1"/>
              </p:cNvSpPr>
              <p:nvPr/>
            </p:nvSpPr>
            <p:spPr bwMode="gray">
              <a:xfrm flipH="1">
                <a:off x="5961592" y="4493573"/>
                <a:ext cx="65792" cy="66942"/>
              </a:xfrm>
              <a:prstGeom prst="ellipse">
                <a:avLst/>
              </a:prstGeom>
              <a:gradFill rotWithShape="1">
                <a:gsLst>
                  <a:gs pos="0">
                    <a:srgbClr val="C0C0C0"/>
                  </a:gs>
                  <a:gs pos="100000">
                    <a:srgbClr val="777777"/>
                  </a:gs>
                </a:gsLst>
                <a:path path="shape">
                  <a:fillToRect l="50000" t="50000" r="50000" b="50000"/>
                </a:path>
              </a:gradFill>
              <a:ln w="3175">
                <a:solidFill>
                  <a:srgbClr val="EAEAEA"/>
                </a:solidFill>
                <a:round/>
                <a:headEnd/>
                <a:tailEnd/>
              </a:ln>
            </p:spPr>
            <p:txBody>
              <a:bodyPr/>
              <a:lstStyle/>
              <a:p>
                <a:endParaRPr lang="en-US"/>
              </a:p>
            </p:txBody>
          </p:sp>
          <p:sp>
            <p:nvSpPr>
              <p:cNvPr id="854" name="Oval 352"/>
              <p:cNvSpPr>
                <a:spLocks noChangeArrowheads="1"/>
              </p:cNvSpPr>
              <p:nvPr/>
            </p:nvSpPr>
            <p:spPr bwMode="gray">
              <a:xfrm flipH="1">
                <a:off x="5961592" y="4493573"/>
                <a:ext cx="65792" cy="66942"/>
              </a:xfrm>
              <a:prstGeom prst="ellipse">
                <a:avLst/>
              </a:prstGeom>
              <a:noFill/>
              <a:ln w="3175" cap="rnd">
                <a:solidFill>
                  <a:srgbClr val="000000"/>
                </a:solidFill>
                <a:round/>
                <a:headEnd/>
                <a:tailEnd/>
              </a:ln>
            </p:spPr>
            <p:txBody>
              <a:bodyPr/>
              <a:lstStyle/>
              <a:p>
                <a:endParaRPr lang="en-US"/>
              </a:p>
            </p:txBody>
          </p:sp>
          <p:sp>
            <p:nvSpPr>
              <p:cNvPr id="855" name="Freeform 353"/>
              <p:cNvSpPr>
                <a:spLocks/>
              </p:cNvSpPr>
              <p:nvPr/>
            </p:nvSpPr>
            <p:spPr bwMode="gray">
              <a:xfrm flipH="1">
                <a:off x="5689348" y="4455639"/>
                <a:ext cx="63524" cy="58016"/>
              </a:xfrm>
              <a:custGeom>
                <a:avLst/>
                <a:gdLst/>
                <a:ahLst/>
                <a:cxnLst>
                  <a:cxn ang="0">
                    <a:pos x="106" y="75"/>
                  </a:cxn>
                  <a:cxn ang="0">
                    <a:pos x="106" y="25"/>
                  </a:cxn>
                  <a:cxn ang="0">
                    <a:pos x="53" y="0"/>
                  </a:cxn>
                  <a:cxn ang="0">
                    <a:pos x="0" y="25"/>
                  </a:cxn>
                  <a:cxn ang="0">
                    <a:pos x="0" y="75"/>
                  </a:cxn>
                  <a:cxn ang="0">
                    <a:pos x="53" y="99"/>
                  </a:cxn>
                  <a:cxn ang="0">
                    <a:pos x="106" y="75"/>
                  </a:cxn>
                </a:cxnLst>
                <a:rect l="0" t="0" r="r" b="b"/>
                <a:pathLst>
                  <a:path w="106" h="99">
                    <a:moveTo>
                      <a:pt x="106" y="75"/>
                    </a:moveTo>
                    <a:lnTo>
                      <a:pt x="106" y="25"/>
                    </a:lnTo>
                    <a:lnTo>
                      <a:pt x="53" y="0"/>
                    </a:lnTo>
                    <a:lnTo>
                      <a:pt x="0" y="25"/>
                    </a:lnTo>
                    <a:lnTo>
                      <a:pt x="0" y="75"/>
                    </a:lnTo>
                    <a:lnTo>
                      <a:pt x="53" y="99"/>
                    </a:lnTo>
                    <a:lnTo>
                      <a:pt x="106" y="75"/>
                    </a:lnTo>
                    <a:close/>
                  </a:path>
                </a:pathLst>
              </a:custGeom>
              <a:solidFill>
                <a:srgbClr val="E8EEF7"/>
              </a:solidFill>
              <a:ln w="3175" cmpd="sng">
                <a:solidFill>
                  <a:srgbClr val="000000"/>
                </a:solidFill>
                <a:round/>
                <a:headEnd/>
                <a:tailEnd/>
              </a:ln>
            </p:spPr>
            <p:txBody>
              <a:bodyPr/>
              <a:lstStyle/>
              <a:p>
                <a:endParaRPr lang="en-US"/>
              </a:p>
            </p:txBody>
          </p:sp>
          <p:sp>
            <p:nvSpPr>
              <p:cNvPr id="856" name="Freeform 354"/>
              <p:cNvSpPr>
                <a:spLocks/>
              </p:cNvSpPr>
              <p:nvPr/>
            </p:nvSpPr>
            <p:spPr bwMode="gray">
              <a:xfrm flipH="1">
                <a:off x="5632631" y="4375309"/>
                <a:ext cx="188302" cy="602475"/>
              </a:xfrm>
              <a:custGeom>
                <a:avLst/>
                <a:gdLst/>
                <a:ahLst/>
                <a:cxnLst>
                  <a:cxn ang="0">
                    <a:pos x="2" y="47"/>
                  </a:cxn>
                  <a:cxn ang="0">
                    <a:pos x="0" y="1029"/>
                  </a:cxn>
                  <a:cxn ang="0">
                    <a:pos x="153" y="1014"/>
                  </a:cxn>
                  <a:cxn ang="0">
                    <a:pos x="318" y="996"/>
                  </a:cxn>
                  <a:cxn ang="0">
                    <a:pos x="319" y="38"/>
                  </a:cxn>
                  <a:cxn ang="0">
                    <a:pos x="2" y="47"/>
                  </a:cxn>
                </a:cxnLst>
                <a:rect l="0" t="0" r="r" b="b"/>
                <a:pathLst>
                  <a:path w="319" h="1029">
                    <a:moveTo>
                      <a:pt x="2" y="47"/>
                    </a:moveTo>
                    <a:lnTo>
                      <a:pt x="0" y="1029"/>
                    </a:lnTo>
                    <a:lnTo>
                      <a:pt x="153" y="1014"/>
                    </a:lnTo>
                    <a:lnTo>
                      <a:pt x="318" y="996"/>
                    </a:lnTo>
                    <a:lnTo>
                      <a:pt x="319" y="38"/>
                    </a:lnTo>
                    <a:cubicBezTo>
                      <a:pt x="216" y="0"/>
                      <a:pt x="103" y="3"/>
                      <a:pt x="2" y="47"/>
                    </a:cubicBezTo>
                    <a:close/>
                  </a:path>
                </a:pathLst>
              </a:custGeom>
              <a:gradFill rotWithShape="1">
                <a:gsLst>
                  <a:gs pos="0">
                    <a:srgbClr val="C0C0C0"/>
                  </a:gs>
                  <a:gs pos="50000">
                    <a:srgbClr val="4D4D4D"/>
                  </a:gs>
                  <a:gs pos="100000">
                    <a:srgbClr val="C0C0C0"/>
                  </a:gs>
                </a:gsLst>
                <a:lin ang="0" scaled="1"/>
              </a:gradFill>
              <a:ln w="6350" cap="rnd" cmpd="sng">
                <a:solidFill>
                  <a:srgbClr val="000000"/>
                </a:solidFill>
                <a:prstDash val="solid"/>
                <a:round/>
                <a:headEnd type="none" w="med" len="med"/>
                <a:tailEnd type="none" w="med" len="med"/>
              </a:ln>
              <a:effectLst/>
            </p:spPr>
            <p:txBody>
              <a:bodyPr/>
              <a:lstStyle/>
              <a:p>
                <a:endParaRPr lang="en-US"/>
              </a:p>
            </p:txBody>
          </p:sp>
          <p:sp>
            <p:nvSpPr>
              <p:cNvPr id="857" name="Freeform 355"/>
              <p:cNvSpPr>
                <a:spLocks/>
              </p:cNvSpPr>
              <p:nvPr/>
            </p:nvSpPr>
            <p:spPr bwMode="gray">
              <a:xfrm flipH="1">
                <a:off x="5689348" y="4455639"/>
                <a:ext cx="63524" cy="58016"/>
              </a:xfrm>
              <a:custGeom>
                <a:avLst/>
                <a:gdLst/>
                <a:ahLst/>
                <a:cxnLst>
                  <a:cxn ang="0">
                    <a:pos x="106" y="75"/>
                  </a:cxn>
                  <a:cxn ang="0">
                    <a:pos x="106" y="25"/>
                  </a:cxn>
                  <a:cxn ang="0">
                    <a:pos x="53" y="0"/>
                  </a:cxn>
                  <a:cxn ang="0">
                    <a:pos x="0" y="25"/>
                  </a:cxn>
                  <a:cxn ang="0">
                    <a:pos x="0" y="75"/>
                  </a:cxn>
                  <a:cxn ang="0">
                    <a:pos x="53" y="99"/>
                  </a:cxn>
                  <a:cxn ang="0">
                    <a:pos x="106" y="75"/>
                  </a:cxn>
                </a:cxnLst>
                <a:rect l="0" t="0" r="r" b="b"/>
                <a:pathLst>
                  <a:path w="106" h="99">
                    <a:moveTo>
                      <a:pt x="106" y="75"/>
                    </a:moveTo>
                    <a:lnTo>
                      <a:pt x="106" y="25"/>
                    </a:lnTo>
                    <a:lnTo>
                      <a:pt x="53" y="0"/>
                    </a:lnTo>
                    <a:lnTo>
                      <a:pt x="0" y="25"/>
                    </a:lnTo>
                    <a:lnTo>
                      <a:pt x="0" y="75"/>
                    </a:lnTo>
                    <a:lnTo>
                      <a:pt x="53" y="99"/>
                    </a:lnTo>
                    <a:lnTo>
                      <a:pt x="106" y="75"/>
                    </a:lnTo>
                    <a:close/>
                  </a:path>
                </a:pathLst>
              </a:custGeom>
              <a:solidFill>
                <a:srgbClr val="EAEAEA"/>
              </a:solidFill>
              <a:ln w="3175" cap="rnd" cmpd="sng">
                <a:solidFill>
                  <a:srgbClr val="000000"/>
                </a:solidFill>
                <a:prstDash val="solid"/>
                <a:round/>
                <a:headEnd/>
                <a:tailEnd/>
              </a:ln>
            </p:spPr>
            <p:txBody>
              <a:bodyPr/>
              <a:lstStyle/>
              <a:p>
                <a:endParaRPr lang="en-US"/>
              </a:p>
            </p:txBody>
          </p:sp>
          <p:pic>
            <p:nvPicPr>
              <p:cNvPr id="858" name="Picture 356"/>
              <p:cNvPicPr>
                <a:picLocks noChangeAspect="1" noChangeArrowheads="1"/>
              </p:cNvPicPr>
              <p:nvPr/>
            </p:nvPicPr>
            <p:blipFill>
              <a:blip r:embed="rId5" cstate="print"/>
              <a:srcRect/>
              <a:stretch>
                <a:fillRect/>
              </a:stretch>
            </p:blipFill>
            <p:spPr bwMode="gray">
              <a:xfrm flipH="1">
                <a:off x="5961592" y="4562746"/>
                <a:ext cx="61255" cy="24545"/>
              </a:xfrm>
              <a:prstGeom prst="rect">
                <a:avLst/>
              </a:prstGeom>
              <a:noFill/>
              <a:ln w="12700">
                <a:noFill/>
                <a:miter lim="800000"/>
                <a:headEnd/>
                <a:tailEnd/>
              </a:ln>
              <a:effectLst/>
            </p:spPr>
          </p:pic>
          <p:pic>
            <p:nvPicPr>
              <p:cNvPr id="859" name="Picture 357"/>
              <p:cNvPicPr>
                <a:picLocks noChangeAspect="1" noChangeArrowheads="1"/>
              </p:cNvPicPr>
              <p:nvPr/>
            </p:nvPicPr>
            <p:blipFill>
              <a:blip r:embed="rId6" cstate="print"/>
              <a:srcRect/>
              <a:stretch>
                <a:fillRect/>
              </a:stretch>
            </p:blipFill>
            <p:spPr bwMode="gray">
              <a:xfrm flipH="1">
                <a:off x="5966130" y="4843901"/>
                <a:ext cx="52180" cy="22314"/>
              </a:xfrm>
              <a:prstGeom prst="rect">
                <a:avLst/>
              </a:prstGeom>
              <a:noFill/>
              <a:ln w="12700">
                <a:noFill/>
                <a:miter lim="800000"/>
                <a:headEnd/>
                <a:tailEnd/>
              </a:ln>
              <a:effectLst/>
            </p:spPr>
          </p:pic>
          <p:pic>
            <p:nvPicPr>
              <p:cNvPr id="860" name="Picture 358"/>
              <p:cNvPicPr>
                <a:picLocks noChangeAspect="1" noChangeArrowheads="1"/>
              </p:cNvPicPr>
              <p:nvPr/>
            </p:nvPicPr>
            <p:blipFill>
              <a:blip r:embed="rId7" cstate="print"/>
              <a:srcRect/>
              <a:stretch>
                <a:fillRect/>
              </a:stretch>
            </p:blipFill>
            <p:spPr bwMode="gray">
              <a:xfrm flipH="1">
                <a:off x="5945711" y="3592092"/>
                <a:ext cx="108898" cy="44628"/>
              </a:xfrm>
              <a:prstGeom prst="rect">
                <a:avLst/>
              </a:prstGeom>
              <a:noFill/>
              <a:ln w="12700">
                <a:noFill/>
                <a:miter lim="800000"/>
                <a:headEnd/>
                <a:tailEnd/>
              </a:ln>
              <a:effectLst/>
            </p:spPr>
          </p:pic>
          <p:sp>
            <p:nvSpPr>
              <p:cNvPr id="861" name="Line 359"/>
              <p:cNvSpPr>
                <a:spLocks noChangeShapeType="1"/>
              </p:cNvSpPr>
              <p:nvPr/>
            </p:nvSpPr>
            <p:spPr bwMode="gray">
              <a:xfrm flipH="1" flipV="1">
                <a:off x="6158969" y="3618869"/>
                <a:ext cx="340305" cy="165123"/>
              </a:xfrm>
              <a:prstGeom prst="line">
                <a:avLst/>
              </a:prstGeom>
              <a:noFill/>
              <a:ln w="3175">
                <a:solidFill>
                  <a:srgbClr val="777777"/>
                </a:solidFill>
                <a:round/>
                <a:headEnd/>
                <a:tailEnd/>
              </a:ln>
              <a:effectLst/>
            </p:spPr>
            <p:txBody>
              <a:bodyPr>
                <a:spAutoFit/>
              </a:bodyPr>
              <a:lstStyle/>
              <a:p>
                <a:endParaRPr lang="en-US"/>
              </a:p>
            </p:txBody>
          </p:sp>
        </p:grpSp>
        <p:grpSp>
          <p:nvGrpSpPr>
            <p:cNvPr id="53" name="Group 1683"/>
            <p:cNvGrpSpPr/>
            <p:nvPr/>
          </p:nvGrpSpPr>
          <p:grpSpPr bwMode="gray">
            <a:xfrm>
              <a:off x="6263999" y="3519715"/>
              <a:ext cx="1464852" cy="1727139"/>
              <a:chOff x="6263999" y="3519715"/>
              <a:chExt cx="1464852" cy="1727139"/>
            </a:xfrm>
          </p:grpSpPr>
          <p:sp>
            <p:nvSpPr>
              <p:cNvPr id="795" name="Freeform 361"/>
              <p:cNvSpPr>
                <a:spLocks/>
              </p:cNvSpPr>
              <p:nvPr/>
            </p:nvSpPr>
            <p:spPr bwMode="gray">
              <a:xfrm>
                <a:off x="6300057" y="3526401"/>
                <a:ext cx="1422033" cy="1198969"/>
              </a:xfrm>
              <a:custGeom>
                <a:avLst/>
                <a:gdLst/>
                <a:ahLst/>
                <a:cxnLst>
                  <a:cxn ang="0">
                    <a:pos x="445" y="0"/>
                  </a:cxn>
                  <a:cxn ang="0">
                    <a:pos x="445" y="0"/>
                  </a:cxn>
                  <a:cxn ang="0">
                    <a:pos x="54" y="6"/>
                  </a:cxn>
                  <a:cxn ang="0">
                    <a:pos x="0" y="337"/>
                  </a:cxn>
                  <a:cxn ang="0">
                    <a:pos x="30" y="343"/>
                  </a:cxn>
                  <a:cxn ang="0">
                    <a:pos x="67" y="350"/>
                  </a:cxn>
                  <a:cxn ang="0">
                    <a:pos x="110" y="357"/>
                  </a:cxn>
                  <a:cxn ang="0">
                    <a:pos x="159" y="363"/>
                  </a:cxn>
                  <a:cxn ang="0">
                    <a:pos x="212" y="371"/>
                  </a:cxn>
                  <a:cxn ang="0">
                    <a:pos x="270" y="376"/>
                  </a:cxn>
                  <a:cxn ang="0">
                    <a:pos x="332" y="380"/>
                  </a:cxn>
                  <a:cxn ang="0">
                    <a:pos x="397" y="384"/>
                  </a:cxn>
                  <a:cxn ang="0">
                    <a:pos x="450" y="3"/>
                  </a:cxn>
                  <a:cxn ang="0">
                    <a:pos x="445" y="0"/>
                  </a:cxn>
                </a:cxnLst>
                <a:rect l="0" t="0" r="r" b="b"/>
                <a:pathLst>
                  <a:path w="450" h="384">
                    <a:moveTo>
                      <a:pt x="445" y="0"/>
                    </a:moveTo>
                    <a:lnTo>
                      <a:pt x="445" y="0"/>
                    </a:lnTo>
                    <a:lnTo>
                      <a:pt x="54" y="6"/>
                    </a:lnTo>
                    <a:lnTo>
                      <a:pt x="0" y="337"/>
                    </a:lnTo>
                    <a:lnTo>
                      <a:pt x="30" y="343"/>
                    </a:lnTo>
                    <a:lnTo>
                      <a:pt x="67" y="350"/>
                    </a:lnTo>
                    <a:lnTo>
                      <a:pt x="110" y="357"/>
                    </a:lnTo>
                    <a:lnTo>
                      <a:pt x="159" y="363"/>
                    </a:lnTo>
                    <a:lnTo>
                      <a:pt x="212" y="371"/>
                    </a:lnTo>
                    <a:lnTo>
                      <a:pt x="270" y="376"/>
                    </a:lnTo>
                    <a:lnTo>
                      <a:pt x="332" y="380"/>
                    </a:lnTo>
                    <a:lnTo>
                      <a:pt x="397" y="384"/>
                    </a:lnTo>
                    <a:lnTo>
                      <a:pt x="450" y="3"/>
                    </a:lnTo>
                    <a:lnTo>
                      <a:pt x="445" y="0"/>
                    </a:lnTo>
                    <a:close/>
                  </a:path>
                </a:pathLst>
              </a:custGeom>
              <a:solidFill>
                <a:srgbClr val="E6E6E6"/>
              </a:solidFill>
              <a:ln w="3175" cmpd="sng">
                <a:solidFill>
                  <a:srgbClr val="4D4D4D"/>
                </a:solidFill>
                <a:round/>
                <a:headEnd/>
                <a:tailEnd/>
              </a:ln>
            </p:spPr>
            <p:txBody>
              <a:bodyPr/>
              <a:lstStyle/>
              <a:p>
                <a:endParaRPr lang="en-US"/>
              </a:p>
            </p:txBody>
          </p:sp>
          <p:sp>
            <p:nvSpPr>
              <p:cNvPr id="796" name="Freeform 362"/>
              <p:cNvSpPr>
                <a:spLocks/>
              </p:cNvSpPr>
              <p:nvPr/>
            </p:nvSpPr>
            <p:spPr bwMode="gray">
              <a:xfrm>
                <a:off x="6273013" y="4580513"/>
                <a:ext cx="1286816" cy="274114"/>
              </a:xfrm>
              <a:custGeom>
                <a:avLst/>
                <a:gdLst/>
                <a:ahLst/>
                <a:cxnLst>
                  <a:cxn ang="0">
                    <a:pos x="0" y="32"/>
                  </a:cxn>
                  <a:cxn ang="0">
                    <a:pos x="0" y="32"/>
                  </a:cxn>
                  <a:cxn ang="0">
                    <a:pos x="402" y="87"/>
                  </a:cxn>
                  <a:cxn ang="0">
                    <a:pos x="407" y="46"/>
                  </a:cxn>
                  <a:cxn ang="0">
                    <a:pos x="341" y="43"/>
                  </a:cxn>
                  <a:cxn ang="0">
                    <a:pos x="278" y="38"/>
                  </a:cxn>
                  <a:cxn ang="0">
                    <a:pos x="220" y="33"/>
                  </a:cxn>
                  <a:cxn ang="0">
                    <a:pos x="167" y="27"/>
                  </a:cxn>
                  <a:cxn ang="0">
                    <a:pos x="117" y="20"/>
                  </a:cxn>
                  <a:cxn ang="0">
                    <a:pos x="74" y="14"/>
                  </a:cxn>
                  <a:cxn ang="0">
                    <a:pos x="36" y="6"/>
                  </a:cxn>
                  <a:cxn ang="0">
                    <a:pos x="6" y="0"/>
                  </a:cxn>
                  <a:cxn ang="0">
                    <a:pos x="0" y="32"/>
                  </a:cxn>
                </a:cxnLst>
                <a:rect l="0" t="0" r="r" b="b"/>
                <a:pathLst>
                  <a:path w="407" h="87">
                    <a:moveTo>
                      <a:pt x="0" y="32"/>
                    </a:moveTo>
                    <a:lnTo>
                      <a:pt x="0" y="32"/>
                    </a:lnTo>
                    <a:lnTo>
                      <a:pt x="402" y="87"/>
                    </a:lnTo>
                    <a:lnTo>
                      <a:pt x="407" y="46"/>
                    </a:lnTo>
                    <a:lnTo>
                      <a:pt x="341" y="43"/>
                    </a:lnTo>
                    <a:lnTo>
                      <a:pt x="278" y="38"/>
                    </a:lnTo>
                    <a:lnTo>
                      <a:pt x="220" y="33"/>
                    </a:lnTo>
                    <a:lnTo>
                      <a:pt x="167" y="27"/>
                    </a:lnTo>
                    <a:lnTo>
                      <a:pt x="117" y="20"/>
                    </a:lnTo>
                    <a:lnTo>
                      <a:pt x="74" y="14"/>
                    </a:lnTo>
                    <a:lnTo>
                      <a:pt x="36" y="6"/>
                    </a:lnTo>
                    <a:lnTo>
                      <a:pt x="6" y="0"/>
                    </a:lnTo>
                    <a:lnTo>
                      <a:pt x="0" y="32"/>
                    </a:lnTo>
                    <a:close/>
                  </a:path>
                </a:pathLst>
              </a:custGeom>
              <a:solidFill>
                <a:srgbClr val="FFFFFF"/>
              </a:solidFill>
              <a:ln w="3175" cmpd="sng">
                <a:solidFill>
                  <a:srgbClr val="4D4D4D"/>
                </a:solidFill>
                <a:round/>
                <a:headEnd/>
                <a:tailEnd/>
              </a:ln>
            </p:spPr>
            <p:txBody>
              <a:bodyPr/>
              <a:lstStyle/>
              <a:p>
                <a:endParaRPr lang="en-US"/>
              </a:p>
            </p:txBody>
          </p:sp>
          <p:sp>
            <p:nvSpPr>
              <p:cNvPr id="797" name="Freeform 363"/>
              <p:cNvSpPr>
                <a:spLocks/>
              </p:cNvSpPr>
              <p:nvPr/>
            </p:nvSpPr>
            <p:spPr bwMode="gray">
              <a:xfrm>
                <a:off x="6270760" y="4596113"/>
                <a:ext cx="1286816" cy="276342"/>
              </a:xfrm>
              <a:custGeom>
                <a:avLst/>
                <a:gdLst/>
                <a:ahLst/>
                <a:cxnLst>
                  <a:cxn ang="0">
                    <a:pos x="0" y="30"/>
                  </a:cxn>
                  <a:cxn ang="0">
                    <a:pos x="0" y="30"/>
                  </a:cxn>
                  <a:cxn ang="0">
                    <a:pos x="402" y="88"/>
                  </a:cxn>
                  <a:cxn ang="0">
                    <a:pos x="407" y="47"/>
                  </a:cxn>
                  <a:cxn ang="0">
                    <a:pos x="341" y="44"/>
                  </a:cxn>
                  <a:cxn ang="0">
                    <a:pos x="279" y="39"/>
                  </a:cxn>
                  <a:cxn ang="0">
                    <a:pos x="220" y="33"/>
                  </a:cxn>
                  <a:cxn ang="0">
                    <a:pos x="166" y="27"/>
                  </a:cxn>
                  <a:cxn ang="0">
                    <a:pos x="118" y="19"/>
                  </a:cxn>
                  <a:cxn ang="0">
                    <a:pos x="74" y="12"/>
                  </a:cxn>
                  <a:cxn ang="0">
                    <a:pos x="37" y="6"/>
                  </a:cxn>
                  <a:cxn ang="0">
                    <a:pos x="5" y="0"/>
                  </a:cxn>
                  <a:cxn ang="0">
                    <a:pos x="0" y="30"/>
                  </a:cxn>
                </a:cxnLst>
                <a:rect l="0" t="0" r="r" b="b"/>
                <a:pathLst>
                  <a:path w="407" h="88">
                    <a:moveTo>
                      <a:pt x="0" y="30"/>
                    </a:moveTo>
                    <a:lnTo>
                      <a:pt x="0" y="30"/>
                    </a:lnTo>
                    <a:lnTo>
                      <a:pt x="402" y="88"/>
                    </a:lnTo>
                    <a:lnTo>
                      <a:pt x="407" y="47"/>
                    </a:lnTo>
                    <a:lnTo>
                      <a:pt x="341" y="44"/>
                    </a:lnTo>
                    <a:lnTo>
                      <a:pt x="279" y="39"/>
                    </a:lnTo>
                    <a:lnTo>
                      <a:pt x="220" y="33"/>
                    </a:lnTo>
                    <a:lnTo>
                      <a:pt x="166" y="27"/>
                    </a:lnTo>
                    <a:lnTo>
                      <a:pt x="118" y="19"/>
                    </a:lnTo>
                    <a:lnTo>
                      <a:pt x="74" y="12"/>
                    </a:lnTo>
                    <a:lnTo>
                      <a:pt x="37" y="6"/>
                    </a:lnTo>
                    <a:lnTo>
                      <a:pt x="5" y="0"/>
                    </a:lnTo>
                    <a:lnTo>
                      <a:pt x="0" y="30"/>
                    </a:lnTo>
                    <a:close/>
                  </a:path>
                </a:pathLst>
              </a:custGeom>
              <a:solidFill>
                <a:srgbClr val="E6E6E6"/>
              </a:solidFill>
              <a:ln w="3175" cmpd="sng">
                <a:solidFill>
                  <a:srgbClr val="4D4D4D"/>
                </a:solidFill>
                <a:round/>
                <a:headEnd/>
                <a:tailEnd/>
              </a:ln>
            </p:spPr>
            <p:txBody>
              <a:bodyPr/>
              <a:lstStyle/>
              <a:p>
                <a:endParaRPr lang="en-US"/>
              </a:p>
            </p:txBody>
          </p:sp>
          <p:sp>
            <p:nvSpPr>
              <p:cNvPr id="798" name="Freeform 364"/>
              <p:cNvSpPr>
                <a:spLocks/>
              </p:cNvSpPr>
              <p:nvPr/>
            </p:nvSpPr>
            <p:spPr bwMode="gray">
              <a:xfrm>
                <a:off x="6552462" y="5057426"/>
                <a:ext cx="849614" cy="189428"/>
              </a:xfrm>
              <a:custGeom>
                <a:avLst/>
                <a:gdLst/>
                <a:ahLst/>
                <a:cxnLst>
                  <a:cxn ang="0">
                    <a:pos x="247" y="21"/>
                  </a:cxn>
                  <a:cxn ang="0">
                    <a:pos x="247" y="21"/>
                  </a:cxn>
                  <a:cxn ang="0">
                    <a:pos x="238" y="20"/>
                  </a:cxn>
                  <a:cxn ang="0">
                    <a:pos x="228" y="20"/>
                  </a:cxn>
                  <a:cxn ang="0">
                    <a:pos x="210" y="20"/>
                  </a:cxn>
                  <a:cxn ang="0">
                    <a:pos x="187" y="20"/>
                  </a:cxn>
                  <a:cxn ang="0">
                    <a:pos x="174" y="20"/>
                  </a:cxn>
                  <a:cxn ang="0">
                    <a:pos x="162" y="18"/>
                  </a:cxn>
                  <a:cxn ang="0">
                    <a:pos x="150" y="17"/>
                  </a:cxn>
                  <a:cxn ang="0">
                    <a:pos x="137" y="12"/>
                  </a:cxn>
                  <a:cxn ang="0">
                    <a:pos x="125" y="7"/>
                  </a:cxn>
                  <a:cxn ang="0">
                    <a:pos x="112" y="0"/>
                  </a:cxn>
                  <a:cxn ang="0">
                    <a:pos x="87" y="0"/>
                  </a:cxn>
                  <a:cxn ang="0">
                    <a:pos x="65" y="1"/>
                  </a:cxn>
                  <a:cxn ang="0">
                    <a:pos x="46" y="3"/>
                  </a:cxn>
                  <a:cxn ang="0">
                    <a:pos x="30" y="6"/>
                  </a:cxn>
                  <a:cxn ang="0">
                    <a:pos x="17" y="9"/>
                  </a:cxn>
                  <a:cxn ang="0">
                    <a:pos x="9" y="13"/>
                  </a:cxn>
                  <a:cxn ang="0">
                    <a:pos x="3" y="17"/>
                  </a:cxn>
                  <a:cxn ang="0">
                    <a:pos x="2" y="20"/>
                  </a:cxn>
                  <a:cxn ang="0">
                    <a:pos x="0" y="21"/>
                  </a:cxn>
                  <a:cxn ang="0">
                    <a:pos x="2" y="23"/>
                  </a:cxn>
                  <a:cxn ang="0">
                    <a:pos x="3" y="26"/>
                  </a:cxn>
                  <a:cxn ang="0">
                    <a:pos x="6" y="29"/>
                  </a:cxn>
                  <a:cxn ang="0">
                    <a:pos x="10" y="31"/>
                  </a:cxn>
                  <a:cxn ang="0">
                    <a:pos x="20" y="37"/>
                  </a:cxn>
                  <a:cxn ang="0">
                    <a:pos x="35" y="42"/>
                  </a:cxn>
                  <a:cxn ang="0">
                    <a:pos x="54" y="48"/>
                  </a:cxn>
                  <a:cxn ang="0">
                    <a:pos x="77" y="53"/>
                  </a:cxn>
                  <a:cxn ang="0">
                    <a:pos x="104" y="56"/>
                  </a:cxn>
                  <a:cxn ang="0">
                    <a:pos x="133" y="59"/>
                  </a:cxn>
                  <a:cxn ang="0">
                    <a:pos x="162" y="61"/>
                  </a:cxn>
                  <a:cxn ang="0">
                    <a:pos x="189" y="61"/>
                  </a:cxn>
                  <a:cxn ang="0">
                    <a:pos x="212" y="58"/>
                  </a:cxn>
                  <a:cxn ang="0">
                    <a:pos x="232" y="55"/>
                  </a:cxn>
                  <a:cxn ang="0">
                    <a:pos x="247" y="52"/>
                  </a:cxn>
                  <a:cxn ang="0">
                    <a:pos x="258" y="48"/>
                  </a:cxn>
                  <a:cxn ang="0">
                    <a:pos x="262" y="46"/>
                  </a:cxn>
                  <a:cxn ang="0">
                    <a:pos x="266" y="44"/>
                  </a:cxn>
                  <a:cxn ang="0">
                    <a:pos x="268" y="40"/>
                  </a:cxn>
                  <a:cxn ang="0">
                    <a:pos x="269" y="39"/>
                  </a:cxn>
                  <a:cxn ang="0">
                    <a:pos x="268" y="35"/>
                  </a:cxn>
                  <a:cxn ang="0">
                    <a:pos x="263" y="31"/>
                  </a:cxn>
                  <a:cxn ang="0">
                    <a:pos x="256" y="27"/>
                  </a:cxn>
                  <a:cxn ang="0">
                    <a:pos x="247" y="21"/>
                  </a:cxn>
                </a:cxnLst>
                <a:rect l="0" t="0" r="r" b="b"/>
                <a:pathLst>
                  <a:path w="269" h="61">
                    <a:moveTo>
                      <a:pt x="247" y="21"/>
                    </a:moveTo>
                    <a:lnTo>
                      <a:pt x="247" y="21"/>
                    </a:lnTo>
                    <a:lnTo>
                      <a:pt x="238" y="20"/>
                    </a:lnTo>
                    <a:lnTo>
                      <a:pt x="228" y="20"/>
                    </a:lnTo>
                    <a:lnTo>
                      <a:pt x="210" y="20"/>
                    </a:lnTo>
                    <a:lnTo>
                      <a:pt x="187" y="20"/>
                    </a:lnTo>
                    <a:lnTo>
                      <a:pt x="174" y="20"/>
                    </a:lnTo>
                    <a:lnTo>
                      <a:pt x="162" y="18"/>
                    </a:lnTo>
                    <a:lnTo>
                      <a:pt x="150" y="17"/>
                    </a:lnTo>
                    <a:lnTo>
                      <a:pt x="137" y="12"/>
                    </a:lnTo>
                    <a:lnTo>
                      <a:pt x="125" y="7"/>
                    </a:lnTo>
                    <a:lnTo>
                      <a:pt x="112" y="0"/>
                    </a:lnTo>
                    <a:lnTo>
                      <a:pt x="87" y="0"/>
                    </a:lnTo>
                    <a:lnTo>
                      <a:pt x="65" y="1"/>
                    </a:lnTo>
                    <a:lnTo>
                      <a:pt x="46" y="3"/>
                    </a:lnTo>
                    <a:lnTo>
                      <a:pt x="30" y="6"/>
                    </a:lnTo>
                    <a:lnTo>
                      <a:pt x="17" y="9"/>
                    </a:lnTo>
                    <a:lnTo>
                      <a:pt x="9" y="13"/>
                    </a:lnTo>
                    <a:lnTo>
                      <a:pt x="3" y="17"/>
                    </a:lnTo>
                    <a:lnTo>
                      <a:pt x="2" y="20"/>
                    </a:lnTo>
                    <a:lnTo>
                      <a:pt x="0" y="21"/>
                    </a:lnTo>
                    <a:lnTo>
                      <a:pt x="2" y="23"/>
                    </a:lnTo>
                    <a:lnTo>
                      <a:pt x="3" y="26"/>
                    </a:lnTo>
                    <a:lnTo>
                      <a:pt x="6" y="29"/>
                    </a:lnTo>
                    <a:lnTo>
                      <a:pt x="10" y="31"/>
                    </a:lnTo>
                    <a:lnTo>
                      <a:pt x="20" y="37"/>
                    </a:lnTo>
                    <a:lnTo>
                      <a:pt x="35" y="42"/>
                    </a:lnTo>
                    <a:lnTo>
                      <a:pt x="54" y="48"/>
                    </a:lnTo>
                    <a:lnTo>
                      <a:pt x="77" y="53"/>
                    </a:lnTo>
                    <a:lnTo>
                      <a:pt x="104" y="56"/>
                    </a:lnTo>
                    <a:lnTo>
                      <a:pt x="133" y="59"/>
                    </a:lnTo>
                    <a:lnTo>
                      <a:pt x="162" y="61"/>
                    </a:lnTo>
                    <a:lnTo>
                      <a:pt x="189" y="61"/>
                    </a:lnTo>
                    <a:lnTo>
                      <a:pt x="212" y="58"/>
                    </a:lnTo>
                    <a:lnTo>
                      <a:pt x="232" y="55"/>
                    </a:lnTo>
                    <a:lnTo>
                      <a:pt x="247" y="52"/>
                    </a:lnTo>
                    <a:lnTo>
                      <a:pt x="258" y="48"/>
                    </a:lnTo>
                    <a:lnTo>
                      <a:pt x="262" y="46"/>
                    </a:lnTo>
                    <a:lnTo>
                      <a:pt x="266" y="44"/>
                    </a:lnTo>
                    <a:lnTo>
                      <a:pt x="268" y="40"/>
                    </a:lnTo>
                    <a:lnTo>
                      <a:pt x="269" y="39"/>
                    </a:lnTo>
                    <a:lnTo>
                      <a:pt x="268" y="35"/>
                    </a:lnTo>
                    <a:lnTo>
                      <a:pt x="263" y="31"/>
                    </a:lnTo>
                    <a:lnTo>
                      <a:pt x="256" y="27"/>
                    </a:lnTo>
                    <a:lnTo>
                      <a:pt x="247" y="21"/>
                    </a:lnTo>
                    <a:close/>
                  </a:path>
                </a:pathLst>
              </a:custGeom>
              <a:solidFill>
                <a:srgbClr val="4D4D4D"/>
              </a:solidFill>
              <a:ln w="3175" cmpd="sng">
                <a:solidFill>
                  <a:srgbClr val="4D4D4D"/>
                </a:solidFill>
                <a:round/>
                <a:headEnd/>
                <a:tailEnd/>
              </a:ln>
            </p:spPr>
            <p:txBody>
              <a:bodyPr/>
              <a:lstStyle/>
              <a:p>
                <a:endParaRPr lang="en-US"/>
              </a:p>
            </p:txBody>
          </p:sp>
          <p:sp>
            <p:nvSpPr>
              <p:cNvPr id="799" name="Freeform 365"/>
              <p:cNvSpPr>
                <a:spLocks/>
              </p:cNvSpPr>
              <p:nvPr/>
            </p:nvSpPr>
            <p:spPr bwMode="gray">
              <a:xfrm>
                <a:off x="6584013" y="5050740"/>
                <a:ext cx="786513" cy="164914"/>
              </a:xfrm>
              <a:custGeom>
                <a:avLst/>
                <a:gdLst/>
                <a:ahLst/>
                <a:cxnLst>
                  <a:cxn ang="0">
                    <a:pos x="228" y="19"/>
                  </a:cxn>
                  <a:cxn ang="0">
                    <a:pos x="228" y="19"/>
                  </a:cxn>
                  <a:cxn ang="0">
                    <a:pos x="221" y="17"/>
                  </a:cxn>
                  <a:cxn ang="0">
                    <a:pos x="212" y="17"/>
                  </a:cxn>
                  <a:cxn ang="0">
                    <a:pos x="195" y="17"/>
                  </a:cxn>
                  <a:cxn ang="0">
                    <a:pos x="172" y="19"/>
                  </a:cxn>
                  <a:cxn ang="0">
                    <a:pos x="162" y="17"/>
                  </a:cxn>
                  <a:cxn ang="0">
                    <a:pos x="150" y="16"/>
                  </a:cxn>
                  <a:cxn ang="0">
                    <a:pos x="139" y="14"/>
                  </a:cxn>
                  <a:cxn ang="0">
                    <a:pos x="127" y="11"/>
                  </a:cxn>
                  <a:cxn ang="0">
                    <a:pos x="114" y="6"/>
                  </a:cxn>
                  <a:cxn ang="0">
                    <a:pos x="103" y="0"/>
                  </a:cxn>
                  <a:cxn ang="0">
                    <a:pos x="80" y="0"/>
                  </a:cxn>
                  <a:cxn ang="0">
                    <a:pos x="60" y="0"/>
                  </a:cxn>
                  <a:cxn ang="0">
                    <a:pos x="42" y="3"/>
                  </a:cxn>
                  <a:cxn ang="0">
                    <a:pos x="27" y="5"/>
                  </a:cxn>
                  <a:cxn ang="0">
                    <a:pos x="15" y="8"/>
                  </a:cxn>
                  <a:cxn ang="0">
                    <a:pos x="7" y="11"/>
                  </a:cxn>
                  <a:cxn ang="0">
                    <a:pos x="2" y="15"/>
                  </a:cxn>
                  <a:cxn ang="0">
                    <a:pos x="1" y="16"/>
                  </a:cxn>
                  <a:cxn ang="0">
                    <a:pos x="0" y="19"/>
                  </a:cxn>
                  <a:cxn ang="0">
                    <a:pos x="1" y="20"/>
                  </a:cxn>
                  <a:cxn ang="0">
                    <a:pos x="2" y="22"/>
                  </a:cxn>
                  <a:cxn ang="0">
                    <a:pos x="9" y="28"/>
                  </a:cxn>
                  <a:cxn ang="0">
                    <a:pos x="19" y="32"/>
                  </a:cxn>
                  <a:cxn ang="0">
                    <a:pos x="33" y="37"/>
                  </a:cxn>
                  <a:cxn ang="0">
                    <a:pos x="50" y="41"/>
                  </a:cxn>
                  <a:cxn ang="0">
                    <a:pos x="72" y="46"/>
                  </a:cxn>
                  <a:cxn ang="0">
                    <a:pos x="96" y="49"/>
                  </a:cxn>
                  <a:cxn ang="0">
                    <a:pos x="123" y="52"/>
                  </a:cxn>
                  <a:cxn ang="0">
                    <a:pos x="150" y="53"/>
                  </a:cxn>
                  <a:cxn ang="0">
                    <a:pos x="176" y="52"/>
                  </a:cxn>
                  <a:cxn ang="0">
                    <a:pos x="196" y="51"/>
                  </a:cxn>
                  <a:cxn ang="0">
                    <a:pos x="215" y="49"/>
                  </a:cxn>
                  <a:cxn ang="0">
                    <a:pos x="229" y="46"/>
                  </a:cxn>
                  <a:cxn ang="0">
                    <a:pos x="240" y="41"/>
                  </a:cxn>
                  <a:cxn ang="0">
                    <a:pos x="247" y="37"/>
                  </a:cxn>
                  <a:cxn ang="0">
                    <a:pos x="248" y="35"/>
                  </a:cxn>
                  <a:cxn ang="0">
                    <a:pos x="249" y="34"/>
                  </a:cxn>
                  <a:cxn ang="0">
                    <a:pos x="249" y="33"/>
                  </a:cxn>
                  <a:cxn ang="0">
                    <a:pos x="248" y="31"/>
                  </a:cxn>
                  <a:cxn ang="0">
                    <a:pos x="245" y="27"/>
                  </a:cxn>
                  <a:cxn ang="0">
                    <a:pos x="237" y="22"/>
                  </a:cxn>
                  <a:cxn ang="0">
                    <a:pos x="228" y="19"/>
                  </a:cxn>
                </a:cxnLst>
                <a:rect l="0" t="0" r="r" b="b"/>
                <a:pathLst>
                  <a:path w="249" h="53">
                    <a:moveTo>
                      <a:pt x="228" y="19"/>
                    </a:moveTo>
                    <a:lnTo>
                      <a:pt x="228" y="19"/>
                    </a:lnTo>
                    <a:lnTo>
                      <a:pt x="221" y="17"/>
                    </a:lnTo>
                    <a:lnTo>
                      <a:pt x="212" y="17"/>
                    </a:lnTo>
                    <a:lnTo>
                      <a:pt x="195" y="17"/>
                    </a:lnTo>
                    <a:lnTo>
                      <a:pt x="172" y="19"/>
                    </a:lnTo>
                    <a:lnTo>
                      <a:pt x="162" y="17"/>
                    </a:lnTo>
                    <a:lnTo>
                      <a:pt x="150" y="16"/>
                    </a:lnTo>
                    <a:lnTo>
                      <a:pt x="139" y="14"/>
                    </a:lnTo>
                    <a:lnTo>
                      <a:pt x="127" y="11"/>
                    </a:lnTo>
                    <a:lnTo>
                      <a:pt x="114" y="6"/>
                    </a:lnTo>
                    <a:lnTo>
                      <a:pt x="103" y="0"/>
                    </a:lnTo>
                    <a:lnTo>
                      <a:pt x="80" y="0"/>
                    </a:lnTo>
                    <a:lnTo>
                      <a:pt x="60" y="0"/>
                    </a:lnTo>
                    <a:lnTo>
                      <a:pt x="42" y="3"/>
                    </a:lnTo>
                    <a:lnTo>
                      <a:pt x="27" y="5"/>
                    </a:lnTo>
                    <a:lnTo>
                      <a:pt x="15" y="8"/>
                    </a:lnTo>
                    <a:lnTo>
                      <a:pt x="7" y="11"/>
                    </a:lnTo>
                    <a:lnTo>
                      <a:pt x="2" y="15"/>
                    </a:lnTo>
                    <a:lnTo>
                      <a:pt x="1" y="16"/>
                    </a:lnTo>
                    <a:lnTo>
                      <a:pt x="0" y="19"/>
                    </a:lnTo>
                    <a:lnTo>
                      <a:pt x="1" y="20"/>
                    </a:lnTo>
                    <a:lnTo>
                      <a:pt x="2" y="22"/>
                    </a:lnTo>
                    <a:lnTo>
                      <a:pt x="9" y="28"/>
                    </a:lnTo>
                    <a:lnTo>
                      <a:pt x="19" y="32"/>
                    </a:lnTo>
                    <a:lnTo>
                      <a:pt x="33" y="37"/>
                    </a:lnTo>
                    <a:lnTo>
                      <a:pt x="50" y="41"/>
                    </a:lnTo>
                    <a:lnTo>
                      <a:pt x="72" y="46"/>
                    </a:lnTo>
                    <a:lnTo>
                      <a:pt x="96" y="49"/>
                    </a:lnTo>
                    <a:lnTo>
                      <a:pt x="123" y="52"/>
                    </a:lnTo>
                    <a:lnTo>
                      <a:pt x="150" y="53"/>
                    </a:lnTo>
                    <a:lnTo>
                      <a:pt x="176" y="52"/>
                    </a:lnTo>
                    <a:lnTo>
                      <a:pt x="196" y="51"/>
                    </a:lnTo>
                    <a:lnTo>
                      <a:pt x="215" y="49"/>
                    </a:lnTo>
                    <a:lnTo>
                      <a:pt x="229" y="46"/>
                    </a:lnTo>
                    <a:lnTo>
                      <a:pt x="240" y="41"/>
                    </a:lnTo>
                    <a:lnTo>
                      <a:pt x="247" y="37"/>
                    </a:lnTo>
                    <a:lnTo>
                      <a:pt x="248" y="35"/>
                    </a:lnTo>
                    <a:lnTo>
                      <a:pt x="249" y="34"/>
                    </a:lnTo>
                    <a:lnTo>
                      <a:pt x="249" y="33"/>
                    </a:lnTo>
                    <a:lnTo>
                      <a:pt x="248" y="31"/>
                    </a:lnTo>
                    <a:lnTo>
                      <a:pt x="245" y="27"/>
                    </a:lnTo>
                    <a:lnTo>
                      <a:pt x="237" y="22"/>
                    </a:lnTo>
                    <a:lnTo>
                      <a:pt x="228" y="19"/>
                    </a:lnTo>
                    <a:close/>
                  </a:path>
                </a:pathLst>
              </a:custGeom>
              <a:solidFill>
                <a:srgbClr val="666666"/>
              </a:solidFill>
              <a:ln w="3175" cmpd="sng">
                <a:solidFill>
                  <a:srgbClr val="4D4D4D"/>
                </a:solidFill>
                <a:round/>
                <a:headEnd/>
                <a:tailEnd/>
              </a:ln>
            </p:spPr>
            <p:txBody>
              <a:bodyPr/>
              <a:lstStyle/>
              <a:p>
                <a:endParaRPr lang="en-US"/>
              </a:p>
            </p:txBody>
          </p:sp>
          <p:sp>
            <p:nvSpPr>
              <p:cNvPr id="800" name="Freeform 366"/>
              <p:cNvSpPr>
                <a:spLocks/>
              </p:cNvSpPr>
              <p:nvPr/>
            </p:nvSpPr>
            <p:spPr bwMode="gray">
              <a:xfrm>
                <a:off x="6919802" y="5021769"/>
                <a:ext cx="383115" cy="86914"/>
              </a:xfrm>
              <a:custGeom>
                <a:avLst/>
                <a:gdLst/>
                <a:ahLst/>
                <a:cxnLst>
                  <a:cxn ang="0">
                    <a:pos x="18" y="1"/>
                  </a:cxn>
                  <a:cxn ang="0">
                    <a:pos x="18" y="1"/>
                  </a:cxn>
                  <a:cxn ang="0">
                    <a:pos x="7" y="2"/>
                  </a:cxn>
                  <a:cxn ang="0">
                    <a:pos x="2" y="4"/>
                  </a:cxn>
                  <a:cxn ang="0">
                    <a:pos x="0" y="9"/>
                  </a:cxn>
                  <a:cxn ang="0">
                    <a:pos x="0" y="9"/>
                  </a:cxn>
                  <a:cxn ang="0">
                    <a:pos x="12" y="17"/>
                  </a:cxn>
                  <a:cxn ang="0">
                    <a:pos x="24" y="21"/>
                  </a:cxn>
                  <a:cxn ang="0">
                    <a:pos x="35" y="25"/>
                  </a:cxn>
                  <a:cxn ang="0">
                    <a:pos x="46" y="28"/>
                  </a:cxn>
                  <a:cxn ang="0">
                    <a:pos x="58" y="28"/>
                  </a:cxn>
                  <a:cxn ang="0">
                    <a:pos x="68" y="28"/>
                  </a:cxn>
                  <a:cxn ang="0">
                    <a:pos x="90" y="28"/>
                  </a:cxn>
                  <a:cxn ang="0">
                    <a:pos x="106" y="28"/>
                  </a:cxn>
                  <a:cxn ang="0">
                    <a:pos x="121" y="28"/>
                  </a:cxn>
                  <a:cxn ang="0">
                    <a:pos x="116" y="17"/>
                  </a:cxn>
                  <a:cxn ang="0">
                    <a:pos x="106" y="12"/>
                  </a:cxn>
                  <a:cxn ang="0">
                    <a:pos x="90" y="9"/>
                  </a:cxn>
                  <a:cxn ang="0">
                    <a:pos x="77" y="9"/>
                  </a:cxn>
                  <a:cxn ang="0">
                    <a:pos x="65" y="10"/>
                  </a:cxn>
                  <a:cxn ang="0">
                    <a:pos x="55" y="9"/>
                  </a:cxn>
                  <a:cxn ang="0">
                    <a:pos x="46" y="9"/>
                  </a:cxn>
                  <a:cxn ang="0">
                    <a:pos x="30" y="4"/>
                  </a:cxn>
                  <a:cxn ang="0">
                    <a:pos x="19" y="0"/>
                  </a:cxn>
                  <a:cxn ang="0">
                    <a:pos x="18" y="1"/>
                  </a:cxn>
                </a:cxnLst>
                <a:rect l="0" t="0" r="r" b="b"/>
                <a:pathLst>
                  <a:path w="121" h="28">
                    <a:moveTo>
                      <a:pt x="18" y="1"/>
                    </a:moveTo>
                    <a:lnTo>
                      <a:pt x="18" y="1"/>
                    </a:lnTo>
                    <a:lnTo>
                      <a:pt x="7" y="2"/>
                    </a:lnTo>
                    <a:lnTo>
                      <a:pt x="2" y="4"/>
                    </a:lnTo>
                    <a:lnTo>
                      <a:pt x="0" y="9"/>
                    </a:lnTo>
                    <a:lnTo>
                      <a:pt x="0" y="9"/>
                    </a:lnTo>
                    <a:lnTo>
                      <a:pt x="12" y="17"/>
                    </a:lnTo>
                    <a:lnTo>
                      <a:pt x="24" y="21"/>
                    </a:lnTo>
                    <a:lnTo>
                      <a:pt x="35" y="25"/>
                    </a:lnTo>
                    <a:lnTo>
                      <a:pt x="46" y="28"/>
                    </a:lnTo>
                    <a:lnTo>
                      <a:pt x="58" y="28"/>
                    </a:lnTo>
                    <a:lnTo>
                      <a:pt x="68" y="28"/>
                    </a:lnTo>
                    <a:lnTo>
                      <a:pt x="90" y="28"/>
                    </a:lnTo>
                    <a:lnTo>
                      <a:pt x="106" y="28"/>
                    </a:lnTo>
                    <a:lnTo>
                      <a:pt x="121" y="28"/>
                    </a:lnTo>
                    <a:lnTo>
                      <a:pt x="116" y="17"/>
                    </a:lnTo>
                    <a:lnTo>
                      <a:pt x="106" y="12"/>
                    </a:lnTo>
                    <a:lnTo>
                      <a:pt x="90" y="9"/>
                    </a:lnTo>
                    <a:lnTo>
                      <a:pt x="77" y="9"/>
                    </a:lnTo>
                    <a:lnTo>
                      <a:pt x="65" y="10"/>
                    </a:lnTo>
                    <a:lnTo>
                      <a:pt x="55" y="9"/>
                    </a:lnTo>
                    <a:lnTo>
                      <a:pt x="46" y="9"/>
                    </a:lnTo>
                    <a:lnTo>
                      <a:pt x="30" y="4"/>
                    </a:lnTo>
                    <a:lnTo>
                      <a:pt x="19" y="0"/>
                    </a:lnTo>
                    <a:lnTo>
                      <a:pt x="18" y="1"/>
                    </a:lnTo>
                    <a:close/>
                  </a:path>
                </a:pathLst>
              </a:custGeom>
              <a:solidFill>
                <a:srgbClr val="4D4D4D"/>
              </a:solidFill>
              <a:ln w="3175" cmpd="sng">
                <a:solidFill>
                  <a:srgbClr val="4D4D4D"/>
                </a:solidFill>
                <a:round/>
                <a:headEnd/>
                <a:tailEnd/>
              </a:ln>
            </p:spPr>
            <p:txBody>
              <a:bodyPr/>
              <a:lstStyle/>
              <a:p>
                <a:endParaRPr lang="en-US"/>
              </a:p>
            </p:txBody>
          </p:sp>
          <p:sp>
            <p:nvSpPr>
              <p:cNvPr id="801" name="Freeform 367"/>
              <p:cNvSpPr>
                <a:spLocks/>
              </p:cNvSpPr>
              <p:nvPr/>
            </p:nvSpPr>
            <p:spPr bwMode="gray">
              <a:xfrm>
                <a:off x="6919802" y="5010626"/>
                <a:ext cx="378608" cy="78000"/>
              </a:xfrm>
              <a:custGeom>
                <a:avLst/>
                <a:gdLst/>
                <a:ahLst/>
                <a:cxnLst>
                  <a:cxn ang="0">
                    <a:pos x="18" y="0"/>
                  </a:cxn>
                  <a:cxn ang="0">
                    <a:pos x="18" y="0"/>
                  </a:cxn>
                  <a:cxn ang="0">
                    <a:pos x="7" y="1"/>
                  </a:cxn>
                  <a:cxn ang="0">
                    <a:pos x="2" y="3"/>
                  </a:cxn>
                  <a:cxn ang="0">
                    <a:pos x="0" y="6"/>
                  </a:cxn>
                  <a:cxn ang="0">
                    <a:pos x="0" y="8"/>
                  </a:cxn>
                  <a:cxn ang="0">
                    <a:pos x="12" y="13"/>
                  </a:cxn>
                  <a:cxn ang="0">
                    <a:pos x="24" y="19"/>
                  </a:cxn>
                  <a:cxn ang="0">
                    <a:pos x="35" y="22"/>
                  </a:cxn>
                  <a:cxn ang="0">
                    <a:pos x="46" y="24"/>
                  </a:cxn>
                  <a:cxn ang="0">
                    <a:pos x="58" y="25"/>
                  </a:cxn>
                  <a:cxn ang="0">
                    <a:pos x="68" y="25"/>
                  </a:cxn>
                  <a:cxn ang="0">
                    <a:pos x="90" y="25"/>
                  </a:cxn>
                  <a:cxn ang="0">
                    <a:pos x="99" y="24"/>
                  </a:cxn>
                  <a:cxn ang="0">
                    <a:pos x="106" y="23"/>
                  </a:cxn>
                  <a:cxn ang="0">
                    <a:pos x="112" y="22"/>
                  </a:cxn>
                  <a:cxn ang="0">
                    <a:pos x="120" y="22"/>
                  </a:cxn>
                  <a:cxn ang="0">
                    <a:pos x="116" y="14"/>
                  </a:cxn>
                  <a:cxn ang="0">
                    <a:pos x="106" y="11"/>
                  </a:cxn>
                  <a:cxn ang="0">
                    <a:pos x="90" y="6"/>
                  </a:cxn>
                  <a:cxn ang="0">
                    <a:pos x="77" y="8"/>
                  </a:cxn>
                  <a:cxn ang="0">
                    <a:pos x="65" y="8"/>
                  </a:cxn>
                  <a:cxn ang="0">
                    <a:pos x="55" y="7"/>
                  </a:cxn>
                  <a:cxn ang="0">
                    <a:pos x="46" y="6"/>
                  </a:cxn>
                  <a:cxn ang="0">
                    <a:pos x="30" y="3"/>
                  </a:cxn>
                  <a:cxn ang="0">
                    <a:pos x="19" y="0"/>
                  </a:cxn>
                  <a:cxn ang="0">
                    <a:pos x="18" y="0"/>
                  </a:cxn>
                </a:cxnLst>
                <a:rect l="0" t="0" r="r" b="b"/>
                <a:pathLst>
                  <a:path w="120" h="25">
                    <a:moveTo>
                      <a:pt x="18" y="0"/>
                    </a:moveTo>
                    <a:lnTo>
                      <a:pt x="18" y="0"/>
                    </a:lnTo>
                    <a:lnTo>
                      <a:pt x="7" y="1"/>
                    </a:lnTo>
                    <a:lnTo>
                      <a:pt x="2" y="3"/>
                    </a:lnTo>
                    <a:lnTo>
                      <a:pt x="0" y="6"/>
                    </a:lnTo>
                    <a:lnTo>
                      <a:pt x="0" y="8"/>
                    </a:lnTo>
                    <a:lnTo>
                      <a:pt x="12" y="13"/>
                    </a:lnTo>
                    <a:lnTo>
                      <a:pt x="24" y="19"/>
                    </a:lnTo>
                    <a:lnTo>
                      <a:pt x="35" y="22"/>
                    </a:lnTo>
                    <a:lnTo>
                      <a:pt x="46" y="24"/>
                    </a:lnTo>
                    <a:lnTo>
                      <a:pt x="58" y="25"/>
                    </a:lnTo>
                    <a:lnTo>
                      <a:pt x="68" y="25"/>
                    </a:lnTo>
                    <a:lnTo>
                      <a:pt x="90" y="25"/>
                    </a:lnTo>
                    <a:lnTo>
                      <a:pt x="99" y="24"/>
                    </a:lnTo>
                    <a:lnTo>
                      <a:pt x="106" y="23"/>
                    </a:lnTo>
                    <a:lnTo>
                      <a:pt x="112" y="22"/>
                    </a:lnTo>
                    <a:lnTo>
                      <a:pt x="120" y="22"/>
                    </a:lnTo>
                    <a:lnTo>
                      <a:pt x="116" y="14"/>
                    </a:lnTo>
                    <a:lnTo>
                      <a:pt x="106" y="11"/>
                    </a:lnTo>
                    <a:lnTo>
                      <a:pt x="90" y="6"/>
                    </a:lnTo>
                    <a:lnTo>
                      <a:pt x="77" y="8"/>
                    </a:lnTo>
                    <a:lnTo>
                      <a:pt x="65" y="8"/>
                    </a:lnTo>
                    <a:lnTo>
                      <a:pt x="55" y="7"/>
                    </a:lnTo>
                    <a:lnTo>
                      <a:pt x="46" y="6"/>
                    </a:lnTo>
                    <a:lnTo>
                      <a:pt x="30" y="3"/>
                    </a:lnTo>
                    <a:lnTo>
                      <a:pt x="19" y="0"/>
                    </a:lnTo>
                    <a:lnTo>
                      <a:pt x="18" y="0"/>
                    </a:lnTo>
                    <a:close/>
                  </a:path>
                </a:pathLst>
              </a:custGeom>
              <a:solidFill>
                <a:srgbClr val="666666"/>
              </a:solidFill>
              <a:ln w="3175" cmpd="sng">
                <a:solidFill>
                  <a:srgbClr val="4D4D4D"/>
                </a:solidFill>
                <a:round/>
                <a:headEnd/>
                <a:tailEnd/>
              </a:ln>
            </p:spPr>
            <p:txBody>
              <a:bodyPr/>
              <a:lstStyle/>
              <a:p>
                <a:endParaRPr lang="en-US"/>
              </a:p>
            </p:txBody>
          </p:sp>
          <p:sp>
            <p:nvSpPr>
              <p:cNvPr id="802" name="Freeform 368"/>
              <p:cNvSpPr>
                <a:spLocks/>
              </p:cNvSpPr>
              <p:nvPr/>
            </p:nvSpPr>
            <p:spPr bwMode="gray">
              <a:xfrm>
                <a:off x="6987411" y="4798912"/>
                <a:ext cx="207333" cy="245142"/>
              </a:xfrm>
              <a:custGeom>
                <a:avLst/>
                <a:gdLst/>
                <a:ahLst/>
                <a:cxnLst>
                  <a:cxn ang="0">
                    <a:pos x="65" y="78"/>
                  </a:cxn>
                  <a:cxn ang="0">
                    <a:pos x="65" y="78"/>
                  </a:cxn>
                  <a:cxn ang="0">
                    <a:pos x="65" y="9"/>
                  </a:cxn>
                  <a:cxn ang="0">
                    <a:pos x="2" y="0"/>
                  </a:cxn>
                  <a:cxn ang="0">
                    <a:pos x="0" y="71"/>
                  </a:cxn>
                  <a:cxn ang="0">
                    <a:pos x="10" y="74"/>
                  </a:cxn>
                  <a:cxn ang="0">
                    <a:pos x="24" y="78"/>
                  </a:cxn>
                  <a:cxn ang="0">
                    <a:pos x="34" y="79"/>
                  </a:cxn>
                  <a:cxn ang="0">
                    <a:pos x="43" y="79"/>
                  </a:cxn>
                  <a:cxn ang="0">
                    <a:pos x="54" y="79"/>
                  </a:cxn>
                  <a:cxn ang="0">
                    <a:pos x="65" y="78"/>
                  </a:cxn>
                </a:cxnLst>
                <a:rect l="0" t="0" r="r" b="b"/>
                <a:pathLst>
                  <a:path w="65" h="79">
                    <a:moveTo>
                      <a:pt x="65" y="78"/>
                    </a:moveTo>
                    <a:lnTo>
                      <a:pt x="65" y="78"/>
                    </a:lnTo>
                    <a:lnTo>
                      <a:pt x="65" y="9"/>
                    </a:lnTo>
                    <a:lnTo>
                      <a:pt x="2" y="0"/>
                    </a:lnTo>
                    <a:lnTo>
                      <a:pt x="0" y="71"/>
                    </a:lnTo>
                    <a:lnTo>
                      <a:pt x="10" y="74"/>
                    </a:lnTo>
                    <a:lnTo>
                      <a:pt x="24" y="78"/>
                    </a:lnTo>
                    <a:lnTo>
                      <a:pt x="34" y="79"/>
                    </a:lnTo>
                    <a:lnTo>
                      <a:pt x="43" y="79"/>
                    </a:lnTo>
                    <a:lnTo>
                      <a:pt x="54" y="79"/>
                    </a:lnTo>
                    <a:lnTo>
                      <a:pt x="65" y="78"/>
                    </a:lnTo>
                    <a:close/>
                  </a:path>
                </a:pathLst>
              </a:custGeom>
              <a:solidFill>
                <a:srgbClr val="4D4D4D"/>
              </a:solidFill>
              <a:ln w="3175" cmpd="sng">
                <a:solidFill>
                  <a:srgbClr val="4D4D4D"/>
                </a:solidFill>
                <a:round/>
                <a:headEnd/>
                <a:tailEnd/>
              </a:ln>
            </p:spPr>
            <p:txBody>
              <a:bodyPr/>
              <a:lstStyle/>
              <a:p>
                <a:endParaRPr lang="en-US"/>
              </a:p>
            </p:txBody>
          </p:sp>
          <p:sp>
            <p:nvSpPr>
              <p:cNvPr id="803" name="Freeform 369"/>
              <p:cNvSpPr>
                <a:spLocks/>
              </p:cNvSpPr>
              <p:nvPr/>
            </p:nvSpPr>
            <p:spPr bwMode="gray">
              <a:xfrm>
                <a:off x="6987411" y="4863541"/>
                <a:ext cx="178036" cy="180514"/>
              </a:xfrm>
              <a:custGeom>
                <a:avLst/>
                <a:gdLst/>
                <a:ahLst/>
                <a:cxnLst>
                  <a:cxn ang="0">
                    <a:pos x="56" y="57"/>
                  </a:cxn>
                  <a:cxn ang="0">
                    <a:pos x="56" y="57"/>
                  </a:cxn>
                  <a:cxn ang="0">
                    <a:pos x="56" y="12"/>
                  </a:cxn>
                  <a:cxn ang="0">
                    <a:pos x="2" y="0"/>
                  </a:cxn>
                  <a:cxn ang="0">
                    <a:pos x="0" y="51"/>
                  </a:cxn>
                  <a:cxn ang="0">
                    <a:pos x="9" y="54"/>
                  </a:cxn>
                  <a:cxn ang="0">
                    <a:pos x="21" y="57"/>
                  </a:cxn>
                  <a:cxn ang="0">
                    <a:pos x="29" y="58"/>
                  </a:cxn>
                  <a:cxn ang="0">
                    <a:pos x="38" y="58"/>
                  </a:cxn>
                  <a:cxn ang="0">
                    <a:pos x="46" y="58"/>
                  </a:cxn>
                  <a:cxn ang="0">
                    <a:pos x="56" y="57"/>
                  </a:cxn>
                </a:cxnLst>
                <a:rect l="0" t="0" r="r" b="b"/>
                <a:pathLst>
                  <a:path w="56" h="58">
                    <a:moveTo>
                      <a:pt x="56" y="57"/>
                    </a:moveTo>
                    <a:lnTo>
                      <a:pt x="56" y="57"/>
                    </a:lnTo>
                    <a:lnTo>
                      <a:pt x="56" y="12"/>
                    </a:lnTo>
                    <a:lnTo>
                      <a:pt x="2" y="0"/>
                    </a:lnTo>
                    <a:lnTo>
                      <a:pt x="0" y="51"/>
                    </a:lnTo>
                    <a:lnTo>
                      <a:pt x="9" y="54"/>
                    </a:lnTo>
                    <a:lnTo>
                      <a:pt x="21" y="57"/>
                    </a:lnTo>
                    <a:lnTo>
                      <a:pt x="29" y="58"/>
                    </a:lnTo>
                    <a:lnTo>
                      <a:pt x="38" y="58"/>
                    </a:lnTo>
                    <a:lnTo>
                      <a:pt x="46" y="58"/>
                    </a:lnTo>
                    <a:lnTo>
                      <a:pt x="56" y="57"/>
                    </a:lnTo>
                    <a:close/>
                  </a:path>
                </a:pathLst>
              </a:custGeom>
              <a:solidFill>
                <a:srgbClr val="666666"/>
              </a:solidFill>
              <a:ln w="3175" cmpd="sng">
                <a:solidFill>
                  <a:srgbClr val="4D4D4D"/>
                </a:solidFill>
                <a:round/>
                <a:headEnd/>
                <a:tailEnd/>
              </a:ln>
            </p:spPr>
            <p:txBody>
              <a:bodyPr/>
              <a:lstStyle/>
              <a:p>
                <a:endParaRPr lang="en-US"/>
              </a:p>
            </p:txBody>
          </p:sp>
          <p:sp>
            <p:nvSpPr>
              <p:cNvPr id="804" name="Freeform 370"/>
              <p:cNvSpPr>
                <a:spLocks/>
              </p:cNvSpPr>
              <p:nvPr/>
            </p:nvSpPr>
            <p:spPr bwMode="gray">
              <a:xfrm>
                <a:off x="6327100" y="3582115"/>
                <a:ext cx="1325128" cy="1094226"/>
              </a:xfrm>
              <a:custGeom>
                <a:avLst/>
                <a:gdLst/>
                <a:ahLst/>
                <a:cxnLst>
                  <a:cxn ang="0">
                    <a:pos x="54" y="3"/>
                  </a:cxn>
                  <a:cxn ang="0">
                    <a:pos x="0" y="309"/>
                  </a:cxn>
                  <a:cxn ang="0">
                    <a:pos x="369" y="350"/>
                  </a:cxn>
                  <a:cxn ang="0">
                    <a:pos x="419" y="0"/>
                  </a:cxn>
                  <a:cxn ang="0">
                    <a:pos x="54" y="3"/>
                  </a:cxn>
                </a:cxnLst>
                <a:rect l="0" t="0" r="r" b="b"/>
                <a:pathLst>
                  <a:path w="419" h="350">
                    <a:moveTo>
                      <a:pt x="54" y="3"/>
                    </a:moveTo>
                    <a:lnTo>
                      <a:pt x="0" y="309"/>
                    </a:lnTo>
                    <a:lnTo>
                      <a:pt x="369" y="350"/>
                    </a:lnTo>
                    <a:lnTo>
                      <a:pt x="419" y="0"/>
                    </a:lnTo>
                    <a:lnTo>
                      <a:pt x="54" y="3"/>
                    </a:lnTo>
                    <a:close/>
                  </a:path>
                </a:pathLst>
              </a:custGeom>
              <a:solidFill>
                <a:srgbClr val="BFBFBF"/>
              </a:solidFill>
              <a:ln w="3175" cmpd="sng">
                <a:solidFill>
                  <a:srgbClr val="4D4D4D"/>
                </a:solidFill>
                <a:round/>
                <a:headEnd/>
                <a:tailEnd/>
              </a:ln>
            </p:spPr>
            <p:txBody>
              <a:bodyPr/>
              <a:lstStyle/>
              <a:p>
                <a:endParaRPr lang="en-US"/>
              </a:p>
            </p:txBody>
          </p:sp>
          <p:sp>
            <p:nvSpPr>
              <p:cNvPr id="805" name="Freeform 371"/>
              <p:cNvSpPr>
                <a:spLocks/>
              </p:cNvSpPr>
              <p:nvPr/>
            </p:nvSpPr>
            <p:spPr bwMode="gray">
              <a:xfrm>
                <a:off x="6327100" y="4531484"/>
                <a:ext cx="1167374" cy="144857"/>
              </a:xfrm>
              <a:custGeom>
                <a:avLst/>
                <a:gdLst/>
                <a:ahLst/>
                <a:cxnLst>
                  <a:cxn ang="0">
                    <a:pos x="0" y="5"/>
                  </a:cxn>
                  <a:cxn ang="0">
                    <a:pos x="369" y="46"/>
                  </a:cxn>
                  <a:cxn ang="0">
                    <a:pos x="363" y="40"/>
                  </a:cxn>
                  <a:cxn ang="0">
                    <a:pos x="10" y="0"/>
                  </a:cxn>
                  <a:cxn ang="0">
                    <a:pos x="0" y="5"/>
                  </a:cxn>
                </a:cxnLst>
                <a:rect l="0" t="0" r="r" b="b"/>
                <a:pathLst>
                  <a:path w="369" h="46">
                    <a:moveTo>
                      <a:pt x="0" y="5"/>
                    </a:moveTo>
                    <a:lnTo>
                      <a:pt x="369" y="46"/>
                    </a:lnTo>
                    <a:lnTo>
                      <a:pt x="363" y="40"/>
                    </a:lnTo>
                    <a:lnTo>
                      <a:pt x="10" y="0"/>
                    </a:lnTo>
                    <a:lnTo>
                      <a:pt x="0" y="5"/>
                    </a:lnTo>
                    <a:close/>
                  </a:path>
                </a:pathLst>
              </a:custGeom>
              <a:solidFill>
                <a:srgbClr val="8C8C8C"/>
              </a:solidFill>
              <a:ln w="3175" cmpd="sng">
                <a:solidFill>
                  <a:srgbClr val="4D4D4D"/>
                </a:solidFill>
                <a:round/>
                <a:headEnd/>
                <a:tailEnd/>
              </a:ln>
            </p:spPr>
            <p:txBody>
              <a:bodyPr/>
              <a:lstStyle/>
              <a:p>
                <a:endParaRPr lang="en-US"/>
              </a:p>
            </p:txBody>
          </p:sp>
          <p:sp>
            <p:nvSpPr>
              <p:cNvPr id="806" name="Freeform 372"/>
              <p:cNvSpPr>
                <a:spLocks/>
              </p:cNvSpPr>
              <p:nvPr/>
            </p:nvSpPr>
            <p:spPr bwMode="gray">
              <a:xfrm>
                <a:off x="6358651" y="3597715"/>
                <a:ext cx="1273294" cy="1060798"/>
              </a:xfrm>
              <a:custGeom>
                <a:avLst/>
                <a:gdLst/>
                <a:ahLst/>
                <a:cxnLst>
                  <a:cxn ang="0">
                    <a:pos x="51" y="3"/>
                  </a:cxn>
                  <a:cxn ang="0">
                    <a:pos x="0" y="299"/>
                  </a:cxn>
                  <a:cxn ang="0">
                    <a:pos x="353" y="339"/>
                  </a:cxn>
                  <a:cxn ang="0">
                    <a:pos x="402" y="0"/>
                  </a:cxn>
                  <a:cxn ang="0">
                    <a:pos x="51" y="3"/>
                  </a:cxn>
                </a:cxnLst>
                <a:rect l="0" t="0" r="r" b="b"/>
                <a:pathLst>
                  <a:path w="402" h="339">
                    <a:moveTo>
                      <a:pt x="51" y="3"/>
                    </a:moveTo>
                    <a:lnTo>
                      <a:pt x="0" y="299"/>
                    </a:lnTo>
                    <a:lnTo>
                      <a:pt x="353" y="339"/>
                    </a:lnTo>
                    <a:lnTo>
                      <a:pt x="402" y="0"/>
                    </a:lnTo>
                    <a:lnTo>
                      <a:pt x="51" y="3"/>
                    </a:lnTo>
                    <a:close/>
                  </a:path>
                </a:pathLst>
              </a:custGeom>
              <a:solidFill>
                <a:srgbClr val="6699FF"/>
              </a:solidFill>
              <a:ln w="3175" cmpd="sng">
                <a:solidFill>
                  <a:srgbClr val="4D4D4D"/>
                </a:solidFill>
                <a:round/>
                <a:headEnd/>
                <a:tailEnd/>
              </a:ln>
            </p:spPr>
            <p:txBody>
              <a:bodyPr/>
              <a:lstStyle/>
              <a:p>
                <a:endParaRPr lang="en-US"/>
              </a:p>
            </p:txBody>
          </p:sp>
          <p:sp>
            <p:nvSpPr>
              <p:cNvPr id="807" name="Freeform 373"/>
              <p:cNvSpPr>
                <a:spLocks/>
              </p:cNvSpPr>
              <p:nvPr/>
            </p:nvSpPr>
            <p:spPr bwMode="gray">
              <a:xfrm>
                <a:off x="6396962" y="3631143"/>
                <a:ext cx="1065962" cy="880284"/>
              </a:xfrm>
              <a:custGeom>
                <a:avLst/>
                <a:gdLst/>
                <a:ahLst/>
                <a:cxnLst>
                  <a:cxn ang="0">
                    <a:pos x="337" y="0"/>
                  </a:cxn>
                  <a:cxn ang="0">
                    <a:pos x="47" y="3"/>
                  </a:cxn>
                  <a:cxn ang="0">
                    <a:pos x="0" y="281"/>
                  </a:cxn>
                  <a:cxn ang="0">
                    <a:pos x="11" y="268"/>
                  </a:cxn>
                  <a:cxn ang="0">
                    <a:pos x="21" y="255"/>
                  </a:cxn>
                  <a:cxn ang="0">
                    <a:pos x="32" y="244"/>
                  </a:cxn>
                  <a:cxn ang="0">
                    <a:pos x="43" y="234"/>
                  </a:cxn>
                  <a:cxn ang="0">
                    <a:pos x="55" y="224"/>
                  </a:cxn>
                  <a:cxn ang="0">
                    <a:pos x="66" y="216"/>
                  </a:cxn>
                  <a:cxn ang="0">
                    <a:pos x="79" y="208"/>
                  </a:cxn>
                  <a:cxn ang="0">
                    <a:pos x="90" y="201"/>
                  </a:cxn>
                  <a:cxn ang="0">
                    <a:pos x="116" y="189"/>
                  </a:cxn>
                  <a:cxn ang="0">
                    <a:pos x="141" y="178"/>
                  </a:cxn>
                  <a:cxn ang="0">
                    <a:pos x="192" y="159"/>
                  </a:cxn>
                  <a:cxn ang="0">
                    <a:pos x="216" y="148"/>
                  </a:cxn>
                  <a:cxn ang="0">
                    <a:pos x="239" y="137"/>
                  </a:cxn>
                  <a:cxn ang="0">
                    <a:pos x="249" y="130"/>
                  </a:cxn>
                  <a:cxn ang="0">
                    <a:pos x="260" y="123"/>
                  </a:cxn>
                  <a:cxn ang="0">
                    <a:pos x="271" y="115"/>
                  </a:cxn>
                  <a:cxn ang="0">
                    <a:pos x="280" y="107"/>
                  </a:cxn>
                  <a:cxn ang="0">
                    <a:pos x="290" y="97"/>
                  </a:cxn>
                  <a:cxn ang="0">
                    <a:pos x="299" y="87"/>
                  </a:cxn>
                  <a:cxn ang="0">
                    <a:pos x="306" y="75"/>
                  </a:cxn>
                  <a:cxn ang="0">
                    <a:pos x="315" y="63"/>
                  </a:cxn>
                  <a:cxn ang="0">
                    <a:pos x="321" y="49"/>
                  </a:cxn>
                  <a:cxn ang="0">
                    <a:pos x="327" y="34"/>
                  </a:cxn>
                  <a:cxn ang="0">
                    <a:pos x="332" y="17"/>
                  </a:cxn>
                  <a:cxn ang="0">
                    <a:pos x="337" y="0"/>
                  </a:cxn>
                </a:cxnLst>
                <a:rect l="0" t="0" r="r" b="b"/>
                <a:pathLst>
                  <a:path w="337" h="281">
                    <a:moveTo>
                      <a:pt x="337" y="0"/>
                    </a:moveTo>
                    <a:lnTo>
                      <a:pt x="47" y="3"/>
                    </a:lnTo>
                    <a:lnTo>
                      <a:pt x="0" y="281"/>
                    </a:lnTo>
                    <a:lnTo>
                      <a:pt x="11" y="268"/>
                    </a:lnTo>
                    <a:lnTo>
                      <a:pt x="21" y="255"/>
                    </a:lnTo>
                    <a:lnTo>
                      <a:pt x="32" y="244"/>
                    </a:lnTo>
                    <a:lnTo>
                      <a:pt x="43" y="234"/>
                    </a:lnTo>
                    <a:lnTo>
                      <a:pt x="55" y="224"/>
                    </a:lnTo>
                    <a:lnTo>
                      <a:pt x="66" y="216"/>
                    </a:lnTo>
                    <a:lnTo>
                      <a:pt x="79" y="208"/>
                    </a:lnTo>
                    <a:lnTo>
                      <a:pt x="90" y="201"/>
                    </a:lnTo>
                    <a:lnTo>
                      <a:pt x="116" y="189"/>
                    </a:lnTo>
                    <a:lnTo>
                      <a:pt x="141" y="178"/>
                    </a:lnTo>
                    <a:lnTo>
                      <a:pt x="192" y="159"/>
                    </a:lnTo>
                    <a:lnTo>
                      <a:pt x="216" y="148"/>
                    </a:lnTo>
                    <a:lnTo>
                      <a:pt x="239" y="137"/>
                    </a:lnTo>
                    <a:lnTo>
                      <a:pt x="249" y="130"/>
                    </a:lnTo>
                    <a:lnTo>
                      <a:pt x="260" y="123"/>
                    </a:lnTo>
                    <a:lnTo>
                      <a:pt x="271" y="115"/>
                    </a:lnTo>
                    <a:lnTo>
                      <a:pt x="280" y="107"/>
                    </a:lnTo>
                    <a:lnTo>
                      <a:pt x="290" y="97"/>
                    </a:lnTo>
                    <a:lnTo>
                      <a:pt x="299" y="87"/>
                    </a:lnTo>
                    <a:lnTo>
                      <a:pt x="306" y="75"/>
                    </a:lnTo>
                    <a:lnTo>
                      <a:pt x="315" y="63"/>
                    </a:lnTo>
                    <a:lnTo>
                      <a:pt x="321" y="49"/>
                    </a:lnTo>
                    <a:lnTo>
                      <a:pt x="327" y="34"/>
                    </a:lnTo>
                    <a:lnTo>
                      <a:pt x="332" y="17"/>
                    </a:lnTo>
                    <a:lnTo>
                      <a:pt x="337" y="0"/>
                    </a:lnTo>
                    <a:close/>
                  </a:path>
                </a:pathLst>
              </a:custGeom>
              <a:solidFill>
                <a:srgbClr val="99CCFF"/>
              </a:solidFill>
              <a:ln w="3175" cmpd="sng">
                <a:solidFill>
                  <a:srgbClr val="4D4D4D"/>
                </a:solidFill>
                <a:round/>
                <a:headEnd/>
                <a:tailEnd/>
              </a:ln>
            </p:spPr>
            <p:txBody>
              <a:bodyPr/>
              <a:lstStyle/>
              <a:p>
                <a:endParaRPr lang="en-US"/>
              </a:p>
            </p:txBody>
          </p:sp>
          <p:sp>
            <p:nvSpPr>
              <p:cNvPr id="808" name="Freeform 374"/>
              <p:cNvSpPr>
                <a:spLocks/>
              </p:cNvSpPr>
              <p:nvPr/>
            </p:nvSpPr>
            <p:spPr bwMode="gray">
              <a:xfrm>
                <a:off x="6998679" y="4281885"/>
                <a:ext cx="525093" cy="376628"/>
              </a:xfrm>
              <a:custGeom>
                <a:avLst/>
                <a:gdLst/>
                <a:ahLst/>
                <a:cxnLst>
                  <a:cxn ang="0">
                    <a:pos x="0" y="104"/>
                  </a:cxn>
                  <a:cxn ang="0">
                    <a:pos x="0" y="104"/>
                  </a:cxn>
                  <a:cxn ang="0">
                    <a:pos x="11" y="87"/>
                  </a:cxn>
                  <a:cxn ang="0">
                    <a:pos x="21" y="73"/>
                  </a:cxn>
                  <a:cxn ang="0">
                    <a:pos x="32" y="63"/>
                  </a:cxn>
                  <a:cxn ang="0">
                    <a:pos x="43" y="55"/>
                  </a:cxn>
                  <a:cxn ang="0">
                    <a:pos x="54" y="49"/>
                  </a:cxn>
                  <a:cxn ang="0">
                    <a:pos x="65" y="45"/>
                  </a:cxn>
                  <a:cxn ang="0">
                    <a:pos x="75" y="41"/>
                  </a:cxn>
                  <a:cxn ang="0">
                    <a:pos x="86" y="38"/>
                  </a:cxn>
                  <a:cxn ang="0">
                    <a:pos x="108" y="34"/>
                  </a:cxn>
                  <a:cxn ang="0">
                    <a:pos x="118" y="32"/>
                  </a:cxn>
                  <a:cxn ang="0">
                    <a:pos x="128" y="28"/>
                  </a:cxn>
                  <a:cxn ang="0">
                    <a:pos x="138" y="24"/>
                  </a:cxn>
                  <a:cxn ang="0">
                    <a:pos x="147" y="17"/>
                  </a:cxn>
                  <a:cxn ang="0">
                    <a:pos x="157" y="10"/>
                  </a:cxn>
                  <a:cxn ang="0">
                    <a:pos x="166" y="0"/>
                  </a:cxn>
                  <a:cxn ang="0">
                    <a:pos x="151" y="120"/>
                  </a:cxn>
                  <a:cxn ang="0">
                    <a:pos x="0" y="104"/>
                  </a:cxn>
                </a:cxnLst>
                <a:rect l="0" t="0" r="r" b="b"/>
                <a:pathLst>
                  <a:path w="166" h="120">
                    <a:moveTo>
                      <a:pt x="0" y="104"/>
                    </a:moveTo>
                    <a:lnTo>
                      <a:pt x="0" y="104"/>
                    </a:lnTo>
                    <a:lnTo>
                      <a:pt x="11" y="87"/>
                    </a:lnTo>
                    <a:lnTo>
                      <a:pt x="21" y="73"/>
                    </a:lnTo>
                    <a:lnTo>
                      <a:pt x="32" y="63"/>
                    </a:lnTo>
                    <a:lnTo>
                      <a:pt x="43" y="55"/>
                    </a:lnTo>
                    <a:lnTo>
                      <a:pt x="54" y="49"/>
                    </a:lnTo>
                    <a:lnTo>
                      <a:pt x="65" y="45"/>
                    </a:lnTo>
                    <a:lnTo>
                      <a:pt x="75" y="41"/>
                    </a:lnTo>
                    <a:lnTo>
                      <a:pt x="86" y="38"/>
                    </a:lnTo>
                    <a:lnTo>
                      <a:pt x="108" y="34"/>
                    </a:lnTo>
                    <a:lnTo>
                      <a:pt x="118" y="32"/>
                    </a:lnTo>
                    <a:lnTo>
                      <a:pt x="128" y="28"/>
                    </a:lnTo>
                    <a:lnTo>
                      <a:pt x="138" y="24"/>
                    </a:lnTo>
                    <a:lnTo>
                      <a:pt x="147" y="17"/>
                    </a:lnTo>
                    <a:lnTo>
                      <a:pt x="157" y="10"/>
                    </a:lnTo>
                    <a:lnTo>
                      <a:pt x="166" y="0"/>
                    </a:lnTo>
                    <a:lnTo>
                      <a:pt x="151" y="120"/>
                    </a:lnTo>
                    <a:lnTo>
                      <a:pt x="0" y="104"/>
                    </a:lnTo>
                    <a:close/>
                  </a:path>
                </a:pathLst>
              </a:custGeom>
              <a:solidFill>
                <a:srgbClr val="0066FF"/>
              </a:solidFill>
              <a:ln w="3175" cmpd="sng">
                <a:solidFill>
                  <a:srgbClr val="4D4D4D"/>
                </a:solidFill>
                <a:round/>
                <a:headEnd/>
                <a:tailEnd/>
              </a:ln>
            </p:spPr>
            <p:txBody>
              <a:bodyPr/>
              <a:lstStyle/>
              <a:p>
                <a:endParaRPr lang="en-US"/>
              </a:p>
            </p:txBody>
          </p:sp>
          <p:sp>
            <p:nvSpPr>
              <p:cNvPr id="809" name="Freeform 375"/>
              <p:cNvSpPr>
                <a:spLocks/>
              </p:cNvSpPr>
              <p:nvPr/>
            </p:nvSpPr>
            <p:spPr bwMode="gray">
              <a:xfrm>
                <a:off x="6498375" y="3582115"/>
                <a:ext cx="1153853" cy="24514"/>
              </a:xfrm>
              <a:custGeom>
                <a:avLst/>
                <a:gdLst/>
                <a:ahLst/>
                <a:cxnLst>
                  <a:cxn ang="0">
                    <a:pos x="365" y="0"/>
                  </a:cxn>
                  <a:cxn ang="0">
                    <a:pos x="0" y="3"/>
                  </a:cxn>
                  <a:cxn ang="0">
                    <a:pos x="7" y="8"/>
                  </a:cxn>
                  <a:cxn ang="0">
                    <a:pos x="357" y="6"/>
                  </a:cxn>
                  <a:cxn ang="0">
                    <a:pos x="365" y="0"/>
                  </a:cxn>
                </a:cxnLst>
                <a:rect l="0" t="0" r="r" b="b"/>
                <a:pathLst>
                  <a:path w="365" h="8">
                    <a:moveTo>
                      <a:pt x="365" y="0"/>
                    </a:moveTo>
                    <a:lnTo>
                      <a:pt x="0" y="3"/>
                    </a:lnTo>
                    <a:lnTo>
                      <a:pt x="7" y="8"/>
                    </a:lnTo>
                    <a:lnTo>
                      <a:pt x="357" y="6"/>
                    </a:lnTo>
                    <a:lnTo>
                      <a:pt x="365" y="0"/>
                    </a:lnTo>
                    <a:close/>
                  </a:path>
                </a:pathLst>
              </a:custGeom>
              <a:solidFill>
                <a:srgbClr val="8C8C8C"/>
              </a:solidFill>
              <a:ln w="3175" cmpd="sng">
                <a:solidFill>
                  <a:srgbClr val="4D4D4D"/>
                </a:solidFill>
                <a:round/>
                <a:headEnd/>
                <a:tailEnd/>
              </a:ln>
            </p:spPr>
            <p:txBody>
              <a:bodyPr/>
              <a:lstStyle/>
              <a:p>
                <a:endParaRPr lang="en-US"/>
              </a:p>
            </p:txBody>
          </p:sp>
          <p:sp>
            <p:nvSpPr>
              <p:cNvPr id="810" name="Freeform 376"/>
              <p:cNvSpPr>
                <a:spLocks noEditPoints="1"/>
              </p:cNvSpPr>
              <p:nvPr/>
            </p:nvSpPr>
            <p:spPr bwMode="gray">
              <a:xfrm>
                <a:off x="6351890" y="3593258"/>
                <a:ext cx="1284563" cy="1067483"/>
              </a:xfrm>
              <a:custGeom>
                <a:avLst/>
                <a:gdLst/>
                <a:ahLst/>
                <a:cxnLst>
                  <a:cxn ang="0">
                    <a:pos x="404" y="0"/>
                  </a:cxn>
                  <a:cxn ang="0">
                    <a:pos x="53" y="3"/>
                  </a:cxn>
                  <a:cxn ang="0">
                    <a:pos x="51" y="4"/>
                  </a:cxn>
                  <a:cxn ang="0">
                    <a:pos x="51" y="5"/>
                  </a:cxn>
                  <a:cxn ang="0">
                    <a:pos x="0" y="301"/>
                  </a:cxn>
                  <a:cxn ang="0">
                    <a:pos x="0" y="303"/>
                  </a:cxn>
                  <a:cxn ang="0">
                    <a:pos x="2" y="303"/>
                  </a:cxn>
                  <a:cxn ang="0">
                    <a:pos x="355" y="342"/>
                  </a:cxn>
                  <a:cxn ang="0">
                    <a:pos x="356" y="342"/>
                  </a:cxn>
                  <a:cxn ang="0">
                    <a:pos x="357" y="341"/>
                  </a:cxn>
                  <a:cxn ang="0">
                    <a:pos x="406" y="2"/>
                  </a:cxn>
                  <a:cxn ang="0">
                    <a:pos x="405" y="1"/>
                  </a:cxn>
                  <a:cxn ang="0">
                    <a:pos x="404" y="0"/>
                  </a:cxn>
                  <a:cxn ang="0">
                    <a:pos x="401" y="4"/>
                  </a:cxn>
                  <a:cxn ang="0">
                    <a:pos x="401" y="4"/>
                  </a:cxn>
                  <a:cxn ang="0">
                    <a:pos x="354" y="338"/>
                  </a:cxn>
                  <a:cxn ang="0">
                    <a:pos x="5" y="300"/>
                  </a:cxn>
                  <a:cxn ang="0">
                    <a:pos x="54" y="7"/>
                  </a:cxn>
                  <a:cxn ang="0">
                    <a:pos x="401" y="4"/>
                  </a:cxn>
                </a:cxnLst>
                <a:rect l="0" t="0" r="r" b="b"/>
                <a:pathLst>
                  <a:path w="406" h="342">
                    <a:moveTo>
                      <a:pt x="404" y="0"/>
                    </a:moveTo>
                    <a:lnTo>
                      <a:pt x="53" y="3"/>
                    </a:lnTo>
                    <a:lnTo>
                      <a:pt x="51" y="4"/>
                    </a:lnTo>
                    <a:lnTo>
                      <a:pt x="51" y="5"/>
                    </a:lnTo>
                    <a:lnTo>
                      <a:pt x="0" y="301"/>
                    </a:lnTo>
                    <a:lnTo>
                      <a:pt x="0" y="303"/>
                    </a:lnTo>
                    <a:lnTo>
                      <a:pt x="2" y="303"/>
                    </a:lnTo>
                    <a:lnTo>
                      <a:pt x="355" y="342"/>
                    </a:lnTo>
                    <a:lnTo>
                      <a:pt x="356" y="342"/>
                    </a:lnTo>
                    <a:lnTo>
                      <a:pt x="357" y="341"/>
                    </a:lnTo>
                    <a:lnTo>
                      <a:pt x="406" y="2"/>
                    </a:lnTo>
                    <a:lnTo>
                      <a:pt x="405" y="1"/>
                    </a:lnTo>
                    <a:lnTo>
                      <a:pt x="404" y="0"/>
                    </a:lnTo>
                    <a:close/>
                    <a:moveTo>
                      <a:pt x="401" y="4"/>
                    </a:moveTo>
                    <a:lnTo>
                      <a:pt x="401" y="4"/>
                    </a:lnTo>
                    <a:lnTo>
                      <a:pt x="354" y="338"/>
                    </a:lnTo>
                    <a:lnTo>
                      <a:pt x="5" y="300"/>
                    </a:lnTo>
                    <a:lnTo>
                      <a:pt x="54" y="7"/>
                    </a:lnTo>
                    <a:lnTo>
                      <a:pt x="401" y="4"/>
                    </a:lnTo>
                    <a:close/>
                  </a:path>
                </a:pathLst>
              </a:custGeom>
              <a:solidFill>
                <a:srgbClr val="000000"/>
              </a:solidFill>
              <a:ln w="3175" cmpd="sng">
                <a:solidFill>
                  <a:srgbClr val="4D4D4D"/>
                </a:solidFill>
                <a:round/>
                <a:headEnd/>
                <a:tailEnd/>
              </a:ln>
            </p:spPr>
            <p:txBody>
              <a:bodyPr/>
              <a:lstStyle/>
              <a:p>
                <a:endParaRPr lang="en-US"/>
              </a:p>
            </p:txBody>
          </p:sp>
          <p:sp>
            <p:nvSpPr>
              <p:cNvPr id="811" name="Freeform 377"/>
              <p:cNvSpPr>
                <a:spLocks/>
              </p:cNvSpPr>
              <p:nvPr/>
            </p:nvSpPr>
            <p:spPr bwMode="gray">
              <a:xfrm>
                <a:off x="6577252" y="3682400"/>
                <a:ext cx="81130" cy="135943"/>
              </a:xfrm>
              <a:custGeom>
                <a:avLst/>
                <a:gdLst/>
                <a:ahLst/>
                <a:cxnLst>
                  <a:cxn ang="0">
                    <a:pos x="0" y="20"/>
                  </a:cxn>
                  <a:cxn ang="0">
                    <a:pos x="0" y="20"/>
                  </a:cxn>
                  <a:cxn ang="0">
                    <a:pos x="0" y="30"/>
                  </a:cxn>
                  <a:cxn ang="0">
                    <a:pos x="2" y="37"/>
                  </a:cxn>
                  <a:cxn ang="0">
                    <a:pos x="3" y="40"/>
                  </a:cxn>
                  <a:cxn ang="0">
                    <a:pos x="5" y="42"/>
                  </a:cxn>
                  <a:cxn ang="0">
                    <a:pos x="7" y="44"/>
                  </a:cxn>
                  <a:cxn ang="0">
                    <a:pos x="9" y="44"/>
                  </a:cxn>
                  <a:cxn ang="0">
                    <a:pos x="12" y="44"/>
                  </a:cxn>
                  <a:cxn ang="0">
                    <a:pos x="14" y="44"/>
                  </a:cxn>
                  <a:cxn ang="0">
                    <a:pos x="17" y="42"/>
                  </a:cxn>
                  <a:cxn ang="0">
                    <a:pos x="20" y="39"/>
                  </a:cxn>
                  <a:cxn ang="0">
                    <a:pos x="23" y="33"/>
                  </a:cxn>
                  <a:cxn ang="0">
                    <a:pos x="25" y="25"/>
                  </a:cxn>
                  <a:cxn ang="0">
                    <a:pos x="26" y="16"/>
                  </a:cxn>
                  <a:cxn ang="0">
                    <a:pos x="24" y="9"/>
                  </a:cxn>
                  <a:cxn ang="0">
                    <a:pos x="23" y="6"/>
                  </a:cxn>
                  <a:cxn ang="0">
                    <a:pos x="21" y="3"/>
                  </a:cxn>
                  <a:cxn ang="0">
                    <a:pos x="19" y="1"/>
                  </a:cxn>
                  <a:cxn ang="0">
                    <a:pos x="16" y="0"/>
                  </a:cxn>
                  <a:cxn ang="0">
                    <a:pos x="14" y="0"/>
                  </a:cxn>
                  <a:cxn ang="0">
                    <a:pos x="11" y="1"/>
                  </a:cxn>
                  <a:cxn ang="0">
                    <a:pos x="8" y="3"/>
                  </a:cxn>
                  <a:cxn ang="0">
                    <a:pos x="6" y="6"/>
                  </a:cxn>
                  <a:cxn ang="0">
                    <a:pos x="2" y="12"/>
                  </a:cxn>
                  <a:cxn ang="0">
                    <a:pos x="0" y="20"/>
                  </a:cxn>
                </a:cxnLst>
                <a:rect l="0" t="0" r="r" b="b"/>
                <a:pathLst>
                  <a:path w="26" h="44">
                    <a:moveTo>
                      <a:pt x="0" y="20"/>
                    </a:moveTo>
                    <a:lnTo>
                      <a:pt x="0" y="20"/>
                    </a:lnTo>
                    <a:lnTo>
                      <a:pt x="0" y="30"/>
                    </a:lnTo>
                    <a:lnTo>
                      <a:pt x="2" y="37"/>
                    </a:lnTo>
                    <a:lnTo>
                      <a:pt x="3" y="40"/>
                    </a:lnTo>
                    <a:lnTo>
                      <a:pt x="5" y="42"/>
                    </a:lnTo>
                    <a:lnTo>
                      <a:pt x="7" y="44"/>
                    </a:lnTo>
                    <a:lnTo>
                      <a:pt x="9" y="44"/>
                    </a:lnTo>
                    <a:lnTo>
                      <a:pt x="12" y="44"/>
                    </a:lnTo>
                    <a:lnTo>
                      <a:pt x="14" y="44"/>
                    </a:lnTo>
                    <a:lnTo>
                      <a:pt x="17" y="42"/>
                    </a:lnTo>
                    <a:lnTo>
                      <a:pt x="20" y="39"/>
                    </a:lnTo>
                    <a:lnTo>
                      <a:pt x="23" y="33"/>
                    </a:lnTo>
                    <a:lnTo>
                      <a:pt x="25" y="25"/>
                    </a:lnTo>
                    <a:lnTo>
                      <a:pt x="26" y="16"/>
                    </a:lnTo>
                    <a:lnTo>
                      <a:pt x="24" y="9"/>
                    </a:lnTo>
                    <a:lnTo>
                      <a:pt x="23" y="6"/>
                    </a:lnTo>
                    <a:lnTo>
                      <a:pt x="21" y="3"/>
                    </a:lnTo>
                    <a:lnTo>
                      <a:pt x="19" y="1"/>
                    </a:lnTo>
                    <a:lnTo>
                      <a:pt x="16" y="0"/>
                    </a:lnTo>
                    <a:lnTo>
                      <a:pt x="14" y="0"/>
                    </a:lnTo>
                    <a:lnTo>
                      <a:pt x="11" y="1"/>
                    </a:lnTo>
                    <a:lnTo>
                      <a:pt x="8" y="3"/>
                    </a:lnTo>
                    <a:lnTo>
                      <a:pt x="6" y="6"/>
                    </a:lnTo>
                    <a:lnTo>
                      <a:pt x="2" y="12"/>
                    </a:lnTo>
                    <a:lnTo>
                      <a:pt x="0" y="20"/>
                    </a:lnTo>
                    <a:close/>
                  </a:path>
                </a:pathLst>
              </a:custGeom>
              <a:solidFill>
                <a:srgbClr val="BEE7F0"/>
              </a:solidFill>
              <a:ln w="3175" cmpd="sng">
                <a:solidFill>
                  <a:srgbClr val="4D4D4D"/>
                </a:solidFill>
                <a:round/>
                <a:headEnd/>
                <a:tailEnd/>
              </a:ln>
            </p:spPr>
            <p:txBody>
              <a:bodyPr/>
              <a:lstStyle/>
              <a:p>
                <a:endParaRPr lang="en-US"/>
              </a:p>
            </p:txBody>
          </p:sp>
          <p:sp>
            <p:nvSpPr>
              <p:cNvPr id="812" name="Freeform 378"/>
              <p:cNvSpPr>
                <a:spLocks/>
              </p:cNvSpPr>
              <p:nvPr/>
            </p:nvSpPr>
            <p:spPr bwMode="gray">
              <a:xfrm>
                <a:off x="6696694" y="3682400"/>
                <a:ext cx="38312" cy="84686"/>
              </a:xfrm>
              <a:custGeom>
                <a:avLst/>
                <a:gdLst/>
                <a:ahLst/>
                <a:cxnLst>
                  <a:cxn ang="0">
                    <a:pos x="1" y="13"/>
                  </a:cxn>
                  <a:cxn ang="0">
                    <a:pos x="1" y="13"/>
                  </a:cxn>
                  <a:cxn ang="0">
                    <a:pos x="0" y="18"/>
                  </a:cxn>
                  <a:cxn ang="0">
                    <a:pos x="1" y="22"/>
                  </a:cxn>
                  <a:cxn ang="0">
                    <a:pos x="2" y="25"/>
                  </a:cxn>
                  <a:cxn ang="0">
                    <a:pos x="4" y="27"/>
                  </a:cxn>
                  <a:cxn ang="0">
                    <a:pos x="7" y="25"/>
                  </a:cxn>
                  <a:cxn ang="0">
                    <a:pos x="9" y="23"/>
                  </a:cxn>
                  <a:cxn ang="0">
                    <a:pos x="11" y="19"/>
                  </a:cxn>
                  <a:cxn ang="0">
                    <a:pos x="12" y="14"/>
                  </a:cxn>
                  <a:cxn ang="0">
                    <a:pos x="12" y="10"/>
                  </a:cxn>
                  <a:cxn ang="0">
                    <a:pos x="12" y="6"/>
                  </a:cxn>
                  <a:cxn ang="0">
                    <a:pos x="10" y="3"/>
                  </a:cxn>
                  <a:cxn ang="0">
                    <a:pos x="8" y="0"/>
                  </a:cxn>
                  <a:cxn ang="0">
                    <a:pos x="6" y="1"/>
                  </a:cxn>
                  <a:cxn ang="0">
                    <a:pos x="4" y="3"/>
                  </a:cxn>
                  <a:cxn ang="0">
                    <a:pos x="2" y="8"/>
                  </a:cxn>
                  <a:cxn ang="0">
                    <a:pos x="1" y="13"/>
                  </a:cxn>
                </a:cxnLst>
                <a:rect l="0" t="0" r="r" b="b"/>
                <a:pathLst>
                  <a:path w="12" h="27">
                    <a:moveTo>
                      <a:pt x="1" y="13"/>
                    </a:moveTo>
                    <a:lnTo>
                      <a:pt x="1" y="13"/>
                    </a:lnTo>
                    <a:lnTo>
                      <a:pt x="0" y="18"/>
                    </a:lnTo>
                    <a:lnTo>
                      <a:pt x="1" y="22"/>
                    </a:lnTo>
                    <a:lnTo>
                      <a:pt x="2" y="25"/>
                    </a:lnTo>
                    <a:lnTo>
                      <a:pt x="4" y="27"/>
                    </a:lnTo>
                    <a:lnTo>
                      <a:pt x="7" y="25"/>
                    </a:lnTo>
                    <a:lnTo>
                      <a:pt x="9" y="23"/>
                    </a:lnTo>
                    <a:lnTo>
                      <a:pt x="11" y="19"/>
                    </a:lnTo>
                    <a:lnTo>
                      <a:pt x="12" y="14"/>
                    </a:lnTo>
                    <a:lnTo>
                      <a:pt x="12" y="10"/>
                    </a:lnTo>
                    <a:lnTo>
                      <a:pt x="12" y="6"/>
                    </a:lnTo>
                    <a:lnTo>
                      <a:pt x="10" y="3"/>
                    </a:lnTo>
                    <a:lnTo>
                      <a:pt x="8" y="0"/>
                    </a:lnTo>
                    <a:lnTo>
                      <a:pt x="6" y="1"/>
                    </a:lnTo>
                    <a:lnTo>
                      <a:pt x="4" y="3"/>
                    </a:lnTo>
                    <a:lnTo>
                      <a:pt x="2" y="8"/>
                    </a:lnTo>
                    <a:lnTo>
                      <a:pt x="1" y="13"/>
                    </a:lnTo>
                    <a:close/>
                  </a:path>
                </a:pathLst>
              </a:custGeom>
              <a:solidFill>
                <a:srgbClr val="BEE7F0"/>
              </a:solidFill>
              <a:ln w="3175" cmpd="sng">
                <a:solidFill>
                  <a:srgbClr val="4D4D4D"/>
                </a:solidFill>
                <a:round/>
                <a:headEnd/>
                <a:tailEnd/>
              </a:ln>
            </p:spPr>
            <p:txBody>
              <a:bodyPr/>
              <a:lstStyle/>
              <a:p>
                <a:endParaRPr lang="en-US"/>
              </a:p>
            </p:txBody>
          </p:sp>
          <p:sp>
            <p:nvSpPr>
              <p:cNvPr id="813" name="Freeform 379"/>
              <p:cNvSpPr>
                <a:spLocks/>
              </p:cNvSpPr>
              <p:nvPr/>
            </p:nvSpPr>
            <p:spPr bwMode="gray">
              <a:xfrm>
                <a:off x="6263999" y="3519715"/>
                <a:ext cx="1464852" cy="1343826"/>
              </a:xfrm>
              <a:custGeom>
                <a:avLst/>
                <a:gdLst/>
                <a:ahLst/>
                <a:cxnLst>
                  <a:cxn ang="0">
                    <a:pos x="463" y="2"/>
                  </a:cxn>
                  <a:cxn ang="0">
                    <a:pos x="452" y="0"/>
                  </a:cxn>
                  <a:cxn ang="0">
                    <a:pos x="395" y="421"/>
                  </a:cxn>
                  <a:cxn ang="0">
                    <a:pos x="1" y="369"/>
                  </a:cxn>
                  <a:cxn ang="0">
                    <a:pos x="0" y="376"/>
                  </a:cxn>
                  <a:cxn ang="0">
                    <a:pos x="404" y="430"/>
                  </a:cxn>
                  <a:cxn ang="0">
                    <a:pos x="405" y="430"/>
                  </a:cxn>
                  <a:cxn ang="0">
                    <a:pos x="463" y="2"/>
                  </a:cxn>
                </a:cxnLst>
                <a:rect l="0" t="0" r="r" b="b"/>
                <a:pathLst>
                  <a:path w="463" h="430">
                    <a:moveTo>
                      <a:pt x="463" y="2"/>
                    </a:moveTo>
                    <a:lnTo>
                      <a:pt x="452" y="0"/>
                    </a:lnTo>
                    <a:lnTo>
                      <a:pt x="395" y="421"/>
                    </a:lnTo>
                    <a:lnTo>
                      <a:pt x="1" y="369"/>
                    </a:lnTo>
                    <a:lnTo>
                      <a:pt x="0" y="376"/>
                    </a:lnTo>
                    <a:lnTo>
                      <a:pt x="404" y="430"/>
                    </a:lnTo>
                    <a:lnTo>
                      <a:pt x="405" y="430"/>
                    </a:lnTo>
                    <a:lnTo>
                      <a:pt x="463" y="2"/>
                    </a:lnTo>
                    <a:close/>
                  </a:path>
                </a:pathLst>
              </a:custGeom>
              <a:solidFill>
                <a:srgbClr val="999999"/>
              </a:solidFill>
              <a:ln w="3175" cmpd="sng">
                <a:solidFill>
                  <a:srgbClr val="4D4D4D"/>
                </a:solidFill>
                <a:round/>
                <a:headEnd/>
                <a:tailEnd/>
              </a:ln>
            </p:spPr>
            <p:txBody>
              <a:bodyPr/>
              <a:lstStyle/>
              <a:p>
                <a:endParaRPr lang="en-US"/>
              </a:p>
            </p:txBody>
          </p:sp>
          <p:sp>
            <p:nvSpPr>
              <p:cNvPr id="814" name="Freeform 380"/>
              <p:cNvSpPr>
                <a:spLocks/>
              </p:cNvSpPr>
              <p:nvPr/>
            </p:nvSpPr>
            <p:spPr bwMode="gray">
              <a:xfrm>
                <a:off x="7523772" y="4725369"/>
                <a:ext cx="36058" cy="20057"/>
              </a:xfrm>
              <a:custGeom>
                <a:avLst/>
                <a:gdLst/>
                <a:ahLst/>
                <a:cxnLst>
                  <a:cxn ang="0">
                    <a:pos x="11" y="6"/>
                  </a:cxn>
                  <a:cxn ang="0">
                    <a:pos x="11" y="6"/>
                  </a:cxn>
                  <a:cxn ang="0">
                    <a:pos x="12" y="0"/>
                  </a:cxn>
                  <a:cxn ang="0">
                    <a:pos x="2" y="0"/>
                  </a:cxn>
                  <a:cxn ang="0">
                    <a:pos x="0" y="6"/>
                  </a:cxn>
                  <a:cxn ang="0">
                    <a:pos x="11" y="6"/>
                  </a:cxn>
                </a:cxnLst>
                <a:rect l="0" t="0" r="r" b="b"/>
                <a:pathLst>
                  <a:path w="12" h="6">
                    <a:moveTo>
                      <a:pt x="11" y="6"/>
                    </a:moveTo>
                    <a:lnTo>
                      <a:pt x="11" y="6"/>
                    </a:lnTo>
                    <a:lnTo>
                      <a:pt x="12" y="0"/>
                    </a:lnTo>
                    <a:lnTo>
                      <a:pt x="2" y="0"/>
                    </a:lnTo>
                    <a:lnTo>
                      <a:pt x="0" y="6"/>
                    </a:lnTo>
                    <a:lnTo>
                      <a:pt x="11" y="6"/>
                    </a:lnTo>
                    <a:close/>
                  </a:path>
                </a:pathLst>
              </a:custGeom>
              <a:solidFill>
                <a:srgbClr val="B3B3B3"/>
              </a:solidFill>
              <a:ln w="3175" cmpd="sng">
                <a:solidFill>
                  <a:srgbClr val="4D4D4D"/>
                </a:solidFill>
                <a:round/>
                <a:headEnd/>
                <a:tailEnd/>
              </a:ln>
            </p:spPr>
            <p:txBody>
              <a:bodyPr/>
              <a:lstStyle/>
              <a:p>
                <a:endParaRPr lang="en-US"/>
              </a:p>
            </p:txBody>
          </p:sp>
          <p:sp>
            <p:nvSpPr>
              <p:cNvPr id="815" name="Freeform 381"/>
              <p:cNvSpPr>
                <a:spLocks/>
              </p:cNvSpPr>
              <p:nvPr/>
            </p:nvSpPr>
            <p:spPr bwMode="gray">
              <a:xfrm>
                <a:off x="7350243" y="4754341"/>
                <a:ext cx="33804" cy="40114"/>
              </a:xfrm>
              <a:custGeom>
                <a:avLst/>
                <a:gdLst/>
                <a:ahLst/>
                <a:cxnLst>
                  <a:cxn ang="0">
                    <a:pos x="11" y="6"/>
                  </a:cxn>
                  <a:cxn ang="0">
                    <a:pos x="11" y="6"/>
                  </a:cxn>
                  <a:cxn ang="0">
                    <a:pos x="10" y="8"/>
                  </a:cxn>
                  <a:cxn ang="0">
                    <a:pos x="9" y="10"/>
                  </a:cxn>
                  <a:cxn ang="0">
                    <a:pos x="7" y="11"/>
                  </a:cxn>
                  <a:cxn ang="0">
                    <a:pos x="5" y="13"/>
                  </a:cxn>
                  <a:cxn ang="0">
                    <a:pos x="3" y="11"/>
                  </a:cxn>
                  <a:cxn ang="0">
                    <a:pos x="1" y="10"/>
                  </a:cxn>
                  <a:cxn ang="0">
                    <a:pos x="0" y="8"/>
                  </a:cxn>
                  <a:cxn ang="0">
                    <a:pos x="0" y="6"/>
                  </a:cxn>
                  <a:cxn ang="0">
                    <a:pos x="0" y="4"/>
                  </a:cxn>
                  <a:cxn ang="0">
                    <a:pos x="1" y="2"/>
                  </a:cxn>
                  <a:cxn ang="0">
                    <a:pos x="3" y="1"/>
                  </a:cxn>
                  <a:cxn ang="0">
                    <a:pos x="5" y="0"/>
                  </a:cxn>
                  <a:cxn ang="0">
                    <a:pos x="7" y="1"/>
                  </a:cxn>
                  <a:cxn ang="0">
                    <a:pos x="9" y="2"/>
                  </a:cxn>
                  <a:cxn ang="0">
                    <a:pos x="10" y="4"/>
                  </a:cxn>
                  <a:cxn ang="0">
                    <a:pos x="11" y="6"/>
                  </a:cxn>
                </a:cxnLst>
                <a:rect l="0" t="0" r="r" b="b"/>
                <a:pathLst>
                  <a:path w="11" h="13">
                    <a:moveTo>
                      <a:pt x="11" y="6"/>
                    </a:moveTo>
                    <a:lnTo>
                      <a:pt x="11" y="6"/>
                    </a:lnTo>
                    <a:lnTo>
                      <a:pt x="10" y="8"/>
                    </a:lnTo>
                    <a:lnTo>
                      <a:pt x="9" y="10"/>
                    </a:lnTo>
                    <a:lnTo>
                      <a:pt x="7" y="11"/>
                    </a:lnTo>
                    <a:lnTo>
                      <a:pt x="5" y="13"/>
                    </a:lnTo>
                    <a:lnTo>
                      <a:pt x="3" y="11"/>
                    </a:lnTo>
                    <a:lnTo>
                      <a:pt x="1" y="10"/>
                    </a:lnTo>
                    <a:lnTo>
                      <a:pt x="0" y="8"/>
                    </a:lnTo>
                    <a:lnTo>
                      <a:pt x="0" y="6"/>
                    </a:lnTo>
                    <a:lnTo>
                      <a:pt x="0" y="4"/>
                    </a:lnTo>
                    <a:lnTo>
                      <a:pt x="1" y="2"/>
                    </a:lnTo>
                    <a:lnTo>
                      <a:pt x="3" y="1"/>
                    </a:lnTo>
                    <a:lnTo>
                      <a:pt x="5" y="0"/>
                    </a:lnTo>
                    <a:lnTo>
                      <a:pt x="7" y="1"/>
                    </a:lnTo>
                    <a:lnTo>
                      <a:pt x="9" y="2"/>
                    </a:lnTo>
                    <a:lnTo>
                      <a:pt x="10" y="4"/>
                    </a:lnTo>
                    <a:lnTo>
                      <a:pt x="11" y="6"/>
                    </a:lnTo>
                    <a:close/>
                  </a:path>
                </a:pathLst>
              </a:custGeom>
              <a:solidFill>
                <a:srgbClr val="33A02C"/>
              </a:solidFill>
              <a:ln w="3175" cmpd="sng">
                <a:solidFill>
                  <a:srgbClr val="4D4D4D"/>
                </a:solidFill>
                <a:round/>
                <a:headEnd/>
                <a:tailEnd/>
              </a:ln>
            </p:spPr>
            <p:txBody>
              <a:bodyPr/>
              <a:lstStyle/>
              <a:p>
                <a:endParaRPr lang="en-US"/>
              </a:p>
            </p:txBody>
          </p:sp>
          <p:sp>
            <p:nvSpPr>
              <p:cNvPr id="816" name="Freeform 382"/>
              <p:cNvSpPr>
                <a:spLocks noEditPoints="1"/>
              </p:cNvSpPr>
              <p:nvPr/>
            </p:nvSpPr>
            <p:spPr bwMode="gray">
              <a:xfrm>
                <a:off x="7343482" y="4745427"/>
                <a:ext cx="49580" cy="53486"/>
              </a:xfrm>
              <a:custGeom>
                <a:avLst/>
                <a:gdLst/>
                <a:ahLst/>
                <a:cxnLst>
                  <a:cxn ang="0">
                    <a:pos x="0" y="9"/>
                  </a:cxn>
                  <a:cxn ang="0">
                    <a:pos x="0" y="9"/>
                  </a:cxn>
                  <a:cxn ang="0">
                    <a:pos x="0" y="13"/>
                  </a:cxn>
                  <a:cxn ang="0">
                    <a:pos x="2" y="14"/>
                  </a:cxn>
                  <a:cxn ang="0">
                    <a:pos x="4" y="16"/>
                  </a:cxn>
                  <a:cxn ang="0">
                    <a:pos x="7" y="17"/>
                  </a:cxn>
                  <a:cxn ang="0">
                    <a:pos x="10" y="16"/>
                  </a:cxn>
                  <a:cxn ang="0">
                    <a:pos x="13" y="14"/>
                  </a:cxn>
                  <a:cxn ang="0">
                    <a:pos x="14" y="13"/>
                  </a:cxn>
                  <a:cxn ang="0">
                    <a:pos x="16" y="9"/>
                  </a:cxn>
                  <a:cxn ang="0">
                    <a:pos x="14" y="6"/>
                  </a:cxn>
                  <a:cxn ang="0">
                    <a:pos x="13" y="4"/>
                  </a:cxn>
                  <a:cxn ang="0">
                    <a:pos x="10" y="2"/>
                  </a:cxn>
                  <a:cxn ang="0">
                    <a:pos x="7" y="0"/>
                  </a:cxn>
                  <a:cxn ang="0">
                    <a:pos x="4" y="2"/>
                  </a:cxn>
                  <a:cxn ang="0">
                    <a:pos x="2" y="4"/>
                  </a:cxn>
                  <a:cxn ang="0">
                    <a:pos x="0" y="6"/>
                  </a:cxn>
                  <a:cxn ang="0">
                    <a:pos x="0" y="9"/>
                  </a:cxn>
                  <a:cxn ang="0">
                    <a:pos x="4" y="9"/>
                  </a:cxn>
                  <a:cxn ang="0">
                    <a:pos x="4" y="9"/>
                  </a:cxn>
                  <a:cxn ang="0">
                    <a:pos x="5" y="7"/>
                  </a:cxn>
                  <a:cxn ang="0">
                    <a:pos x="7" y="5"/>
                  </a:cxn>
                  <a:cxn ang="0">
                    <a:pos x="10" y="7"/>
                  </a:cxn>
                  <a:cxn ang="0">
                    <a:pos x="11" y="9"/>
                  </a:cxn>
                  <a:cxn ang="0">
                    <a:pos x="10" y="13"/>
                  </a:cxn>
                  <a:cxn ang="0">
                    <a:pos x="7" y="13"/>
                  </a:cxn>
                  <a:cxn ang="0">
                    <a:pos x="5" y="13"/>
                  </a:cxn>
                  <a:cxn ang="0">
                    <a:pos x="4" y="9"/>
                  </a:cxn>
                </a:cxnLst>
                <a:rect l="0" t="0" r="r" b="b"/>
                <a:pathLst>
                  <a:path w="16" h="17">
                    <a:moveTo>
                      <a:pt x="0" y="9"/>
                    </a:moveTo>
                    <a:lnTo>
                      <a:pt x="0" y="9"/>
                    </a:lnTo>
                    <a:lnTo>
                      <a:pt x="0" y="13"/>
                    </a:lnTo>
                    <a:lnTo>
                      <a:pt x="2" y="14"/>
                    </a:lnTo>
                    <a:lnTo>
                      <a:pt x="4" y="16"/>
                    </a:lnTo>
                    <a:lnTo>
                      <a:pt x="7" y="17"/>
                    </a:lnTo>
                    <a:lnTo>
                      <a:pt x="10" y="16"/>
                    </a:lnTo>
                    <a:lnTo>
                      <a:pt x="13" y="14"/>
                    </a:lnTo>
                    <a:lnTo>
                      <a:pt x="14" y="13"/>
                    </a:lnTo>
                    <a:lnTo>
                      <a:pt x="16" y="9"/>
                    </a:lnTo>
                    <a:lnTo>
                      <a:pt x="14" y="6"/>
                    </a:lnTo>
                    <a:lnTo>
                      <a:pt x="13" y="4"/>
                    </a:lnTo>
                    <a:lnTo>
                      <a:pt x="10" y="2"/>
                    </a:lnTo>
                    <a:lnTo>
                      <a:pt x="7" y="0"/>
                    </a:lnTo>
                    <a:lnTo>
                      <a:pt x="4" y="2"/>
                    </a:lnTo>
                    <a:lnTo>
                      <a:pt x="2" y="4"/>
                    </a:lnTo>
                    <a:lnTo>
                      <a:pt x="0" y="6"/>
                    </a:lnTo>
                    <a:lnTo>
                      <a:pt x="0" y="9"/>
                    </a:lnTo>
                    <a:close/>
                    <a:moveTo>
                      <a:pt x="4" y="9"/>
                    </a:moveTo>
                    <a:lnTo>
                      <a:pt x="4" y="9"/>
                    </a:lnTo>
                    <a:lnTo>
                      <a:pt x="5" y="7"/>
                    </a:lnTo>
                    <a:lnTo>
                      <a:pt x="7" y="5"/>
                    </a:lnTo>
                    <a:lnTo>
                      <a:pt x="10" y="7"/>
                    </a:lnTo>
                    <a:lnTo>
                      <a:pt x="11" y="9"/>
                    </a:lnTo>
                    <a:lnTo>
                      <a:pt x="10" y="13"/>
                    </a:lnTo>
                    <a:lnTo>
                      <a:pt x="7" y="13"/>
                    </a:lnTo>
                    <a:lnTo>
                      <a:pt x="5" y="13"/>
                    </a:lnTo>
                    <a:lnTo>
                      <a:pt x="4" y="9"/>
                    </a:lnTo>
                    <a:close/>
                  </a:path>
                </a:pathLst>
              </a:custGeom>
              <a:solidFill>
                <a:srgbClr val="000000"/>
              </a:solidFill>
              <a:ln w="3175" cmpd="sng">
                <a:solidFill>
                  <a:srgbClr val="4D4D4D"/>
                </a:solidFill>
                <a:round/>
                <a:headEnd/>
                <a:tailEnd/>
              </a:ln>
            </p:spPr>
            <p:txBody>
              <a:bodyPr/>
              <a:lstStyle/>
              <a:p>
                <a:endParaRPr lang="en-US"/>
              </a:p>
            </p:txBody>
          </p:sp>
          <p:sp>
            <p:nvSpPr>
              <p:cNvPr id="817" name="Freeform 383"/>
              <p:cNvSpPr>
                <a:spLocks/>
              </p:cNvSpPr>
              <p:nvPr/>
            </p:nvSpPr>
            <p:spPr bwMode="gray">
              <a:xfrm>
                <a:off x="7417852" y="4754341"/>
                <a:ext cx="49580" cy="49028"/>
              </a:xfrm>
              <a:custGeom>
                <a:avLst/>
                <a:gdLst/>
                <a:ahLst/>
                <a:cxnLst>
                  <a:cxn ang="0">
                    <a:pos x="16" y="7"/>
                  </a:cxn>
                  <a:cxn ang="0">
                    <a:pos x="16" y="7"/>
                  </a:cxn>
                  <a:cxn ang="0">
                    <a:pos x="14" y="10"/>
                  </a:cxn>
                  <a:cxn ang="0">
                    <a:pos x="14" y="13"/>
                  </a:cxn>
                  <a:cxn ang="0">
                    <a:pos x="11" y="15"/>
                  </a:cxn>
                  <a:cxn ang="0">
                    <a:pos x="7" y="16"/>
                  </a:cxn>
                  <a:cxn ang="0">
                    <a:pos x="4" y="15"/>
                  </a:cxn>
                  <a:cxn ang="0">
                    <a:pos x="2" y="13"/>
                  </a:cxn>
                  <a:cxn ang="0">
                    <a:pos x="0" y="10"/>
                  </a:cxn>
                  <a:cxn ang="0">
                    <a:pos x="0" y="7"/>
                  </a:cxn>
                  <a:cxn ang="0">
                    <a:pos x="0" y="4"/>
                  </a:cxn>
                  <a:cxn ang="0">
                    <a:pos x="2" y="2"/>
                  </a:cxn>
                  <a:cxn ang="0">
                    <a:pos x="4" y="0"/>
                  </a:cxn>
                  <a:cxn ang="0">
                    <a:pos x="7" y="0"/>
                  </a:cxn>
                  <a:cxn ang="0">
                    <a:pos x="11" y="0"/>
                  </a:cxn>
                  <a:cxn ang="0">
                    <a:pos x="14" y="2"/>
                  </a:cxn>
                  <a:cxn ang="0">
                    <a:pos x="14" y="4"/>
                  </a:cxn>
                  <a:cxn ang="0">
                    <a:pos x="16" y="7"/>
                  </a:cxn>
                </a:cxnLst>
                <a:rect l="0" t="0" r="r" b="b"/>
                <a:pathLst>
                  <a:path w="16" h="16">
                    <a:moveTo>
                      <a:pt x="16" y="7"/>
                    </a:moveTo>
                    <a:lnTo>
                      <a:pt x="16" y="7"/>
                    </a:lnTo>
                    <a:lnTo>
                      <a:pt x="14" y="10"/>
                    </a:lnTo>
                    <a:lnTo>
                      <a:pt x="14" y="13"/>
                    </a:lnTo>
                    <a:lnTo>
                      <a:pt x="11" y="15"/>
                    </a:lnTo>
                    <a:lnTo>
                      <a:pt x="7" y="16"/>
                    </a:lnTo>
                    <a:lnTo>
                      <a:pt x="4" y="15"/>
                    </a:lnTo>
                    <a:lnTo>
                      <a:pt x="2" y="13"/>
                    </a:lnTo>
                    <a:lnTo>
                      <a:pt x="0" y="10"/>
                    </a:lnTo>
                    <a:lnTo>
                      <a:pt x="0" y="7"/>
                    </a:lnTo>
                    <a:lnTo>
                      <a:pt x="0" y="4"/>
                    </a:lnTo>
                    <a:lnTo>
                      <a:pt x="2" y="2"/>
                    </a:lnTo>
                    <a:lnTo>
                      <a:pt x="4" y="0"/>
                    </a:lnTo>
                    <a:lnTo>
                      <a:pt x="7" y="0"/>
                    </a:lnTo>
                    <a:lnTo>
                      <a:pt x="11" y="0"/>
                    </a:lnTo>
                    <a:lnTo>
                      <a:pt x="14" y="2"/>
                    </a:lnTo>
                    <a:lnTo>
                      <a:pt x="14" y="4"/>
                    </a:lnTo>
                    <a:lnTo>
                      <a:pt x="16" y="7"/>
                    </a:lnTo>
                    <a:close/>
                  </a:path>
                </a:pathLst>
              </a:custGeom>
              <a:solidFill>
                <a:srgbClr val="FF0000"/>
              </a:solidFill>
              <a:ln w="3175" cmpd="sng">
                <a:solidFill>
                  <a:srgbClr val="4D4D4D"/>
                </a:solidFill>
                <a:round/>
                <a:headEnd/>
                <a:tailEnd/>
              </a:ln>
            </p:spPr>
            <p:txBody>
              <a:bodyPr/>
              <a:lstStyle/>
              <a:p>
                <a:endParaRPr lang="en-US"/>
              </a:p>
            </p:txBody>
          </p:sp>
          <p:sp>
            <p:nvSpPr>
              <p:cNvPr id="818" name="Freeform 384"/>
              <p:cNvSpPr>
                <a:spLocks noEditPoints="1"/>
              </p:cNvSpPr>
              <p:nvPr/>
            </p:nvSpPr>
            <p:spPr bwMode="gray">
              <a:xfrm>
                <a:off x="7411091" y="4745427"/>
                <a:ext cx="65355" cy="64628"/>
              </a:xfrm>
              <a:custGeom>
                <a:avLst/>
                <a:gdLst/>
                <a:ahLst/>
                <a:cxnLst>
                  <a:cxn ang="0">
                    <a:pos x="0" y="10"/>
                  </a:cxn>
                  <a:cxn ang="0">
                    <a:pos x="0" y="10"/>
                  </a:cxn>
                  <a:cxn ang="0">
                    <a:pos x="0" y="14"/>
                  </a:cxn>
                  <a:cxn ang="0">
                    <a:pos x="2" y="18"/>
                  </a:cxn>
                  <a:cxn ang="0">
                    <a:pos x="5" y="19"/>
                  </a:cxn>
                  <a:cxn ang="0">
                    <a:pos x="9" y="21"/>
                  </a:cxn>
                  <a:cxn ang="0">
                    <a:pos x="13" y="19"/>
                  </a:cxn>
                  <a:cxn ang="0">
                    <a:pos x="16" y="18"/>
                  </a:cxn>
                  <a:cxn ang="0">
                    <a:pos x="19" y="14"/>
                  </a:cxn>
                  <a:cxn ang="0">
                    <a:pos x="20" y="10"/>
                  </a:cxn>
                  <a:cxn ang="0">
                    <a:pos x="19" y="6"/>
                  </a:cxn>
                  <a:cxn ang="0">
                    <a:pos x="16" y="3"/>
                  </a:cxn>
                  <a:cxn ang="0">
                    <a:pos x="13" y="0"/>
                  </a:cxn>
                  <a:cxn ang="0">
                    <a:pos x="9" y="0"/>
                  </a:cxn>
                  <a:cxn ang="0">
                    <a:pos x="5" y="0"/>
                  </a:cxn>
                  <a:cxn ang="0">
                    <a:pos x="2" y="3"/>
                  </a:cxn>
                  <a:cxn ang="0">
                    <a:pos x="0" y="6"/>
                  </a:cxn>
                  <a:cxn ang="0">
                    <a:pos x="0" y="10"/>
                  </a:cxn>
                  <a:cxn ang="0">
                    <a:pos x="4" y="10"/>
                  </a:cxn>
                  <a:cxn ang="0">
                    <a:pos x="4" y="10"/>
                  </a:cxn>
                  <a:cxn ang="0">
                    <a:pos x="4" y="8"/>
                  </a:cxn>
                  <a:cxn ang="0">
                    <a:pos x="5" y="6"/>
                  </a:cxn>
                  <a:cxn ang="0">
                    <a:pos x="7" y="5"/>
                  </a:cxn>
                  <a:cxn ang="0">
                    <a:pos x="9" y="5"/>
                  </a:cxn>
                  <a:cxn ang="0">
                    <a:pos x="11" y="5"/>
                  </a:cxn>
                  <a:cxn ang="0">
                    <a:pos x="13" y="6"/>
                  </a:cxn>
                  <a:cxn ang="0">
                    <a:pos x="15" y="8"/>
                  </a:cxn>
                  <a:cxn ang="0">
                    <a:pos x="16" y="10"/>
                  </a:cxn>
                  <a:cxn ang="0">
                    <a:pos x="15" y="13"/>
                  </a:cxn>
                  <a:cxn ang="0">
                    <a:pos x="13" y="14"/>
                  </a:cxn>
                  <a:cxn ang="0">
                    <a:pos x="11" y="16"/>
                  </a:cxn>
                  <a:cxn ang="0">
                    <a:pos x="9" y="16"/>
                  </a:cxn>
                  <a:cxn ang="0">
                    <a:pos x="7" y="16"/>
                  </a:cxn>
                  <a:cxn ang="0">
                    <a:pos x="5" y="14"/>
                  </a:cxn>
                  <a:cxn ang="0">
                    <a:pos x="4" y="13"/>
                  </a:cxn>
                  <a:cxn ang="0">
                    <a:pos x="4" y="10"/>
                  </a:cxn>
                </a:cxnLst>
                <a:rect l="0" t="0" r="r" b="b"/>
                <a:pathLst>
                  <a:path w="20" h="21">
                    <a:moveTo>
                      <a:pt x="0" y="10"/>
                    </a:moveTo>
                    <a:lnTo>
                      <a:pt x="0" y="10"/>
                    </a:lnTo>
                    <a:lnTo>
                      <a:pt x="0" y="14"/>
                    </a:lnTo>
                    <a:lnTo>
                      <a:pt x="2" y="18"/>
                    </a:lnTo>
                    <a:lnTo>
                      <a:pt x="5" y="19"/>
                    </a:lnTo>
                    <a:lnTo>
                      <a:pt x="9" y="21"/>
                    </a:lnTo>
                    <a:lnTo>
                      <a:pt x="13" y="19"/>
                    </a:lnTo>
                    <a:lnTo>
                      <a:pt x="16" y="18"/>
                    </a:lnTo>
                    <a:lnTo>
                      <a:pt x="19" y="14"/>
                    </a:lnTo>
                    <a:lnTo>
                      <a:pt x="20" y="10"/>
                    </a:lnTo>
                    <a:lnTo>
                      <a:pt x="19" y="6"/>
                    </a:lnTo>
                    <a:lnTo>
                      <a:pt x="16" y="3"/>
                    </a:lnTo>
                    <a:lnTo>
                      <a:pt x="13" y="0"/>
                    </a:lnTo>
                    <a:lnTo>
                      <a:pt x="9" y="0"/>
                    </a:lnTo>
                    <a:lnTo>
                      <a:pt x="5" y="0"/>
                    </a:lnTo>
                    <a:lnTo>
                      <a:pt x="2" y="3"/>
                    </a:lnTo>
                    <a:lnTo>
                      <a:pt x="0" y="6"/>
                    </a:lnTo>
                    <a:lnTo>
                      <a:pt x="0" y="10"/>
                    </a:lnTo>
                    <a:close/>
                    <a:moveTo>
                      <a:pt x="4" y="10"/>
                    </a:moveTo>
                    <a:lnTo>
                      <a:pt x="4" y="10"/>
                    </a:lnTo>
                    <a:lnTo>
                      <a:pt x="4" y="8"/>
                    </a:lnTo>
                    <a:lnTo>
                      <a:pt x="5" y="6"/>
                    </a:lnTo>
                    <a:lnTo>
                      <a:pt x="7" y="5"/>
                    </a:lnTo>
                    <a:lnTo>
                      <a:pt x="9" y="5"/>
                    </a:lnTo>
                    <a:lnTo>
                      <a:pt x="11" y="5"/>
                    </a:lnTo>
                    <a:lnTo>
                      <a:pt x="13" y="6"/>
                    </a:lnTo>
                    <a:lnTo>
                      <a:pt x="15" y="8"/>
                    </a:lnTo>
                    <a:lnTo>
                      <a:pt x="16" y="10"/>
                    </a:lnTo>
                    <a:lnTo>
                      <a:pt x="15" y="13"/>
                    </a:lnTo>
                    <a:lnTo>
                      <a:pt x="13" y="14"/>
                    </a:lnTo>
                    <a:lnTo>
                      <a:pt x="11" y="16"/>
                    </a:lnTo>
                    <a:lnTo>
                      <a:pt x="9" y="16"/>
                    </a:lnTo>
                    <a:lnTo>
                      <a:pt x="7" y="16"/>
                    </a:lnTo>
                    <a:lnTo>
                      <a:pt x="5" y="14"/>
                    </a:lnTo>
                    <a:lnTo>
                      <a:pt x="4" y="13"/>
                    </a:lnTo>
                    <a:lnTo>
                      <a:pt x="4" y="10"/>
                    </a:lnTo>
                    <a:close/>
                  </a:path>
                </a:pathLst>
              </a:custGeom>
              <a:solidFill>
                <a:srgbClr val="000000"/>
              </a:solidFill>
              <a:ln w="3175" cmpd="sng">
                <a:solidFill>
                  <a:srgbClr val="4D4D4D"/>
                </a:solidFill>
                <a:round/>
                <a:headEnd/>
                <a:tailEnd/>
              </a:ln>
            </p:spPr>
            <p:txBody>
              <a:bodyPr/>
              <a:lstStyle/>
              <a:p>
                <a:endParaRPr lang="en-US"/>
              </a:p>
            </p:txBody>
          </p:sp>
          <p:sp>
            <p:nvSpPr>
              <p:cNvPr id="819" name="Freeform 385"/>
              <p:cNvSpPr>
                <a:spLocks/>
              </p:cNvSpPr>
              <p:nvPr/>
            </p:nvSpPr>
            <p:spPr bwMode="gray">
              <a:xfrm>
                <a:off x="7438134" y="4765484"/>
                <a:ext cx="15775" cy="13371"/>
              </a:xfrm>
              <a:custGeom>
                <a:avLst/>
                <a:gdLst/>
                <a:ahLst/>
                <a:cxnLst>
                  <a:cxn ang="0">
                    <a:pos x="5" y="2"/>
                  </a:cxn>
                  <a:cxn ang="0">
                    <a:pos x="5" y="2"/>
                  </a:cxn>
                  <a:cxn ang="0">
                    <a:pos x="5" y="4"/>
                  </a:cxn>
                  <a:cxn ang="0">
                    <a:pos x="2" y="4"/>
                  </a:cxn>
                  <a:cxn ang="0">
                    <a:pos x="0" y="4"/>
                  </a:cxn>
                  <a:cxn ang="0">
                    <a:pos x="0" y="2"/>
                  </a:cxn>
                  <a:cxn ang="0">
                    <a:pos x="0" y="1"/>
                  </a:cxn>
                  <a:cxn ang="0">
                    <a:pos x="2" y="0"/>
                  </a:cxn>
                  <a:cxn ang="0">
                    <a:pos x="5" y="1"/>
                  </a:cxn>
                  <a:cxn ang="0">
                    <a:pos x="5" y="2"/>
                  </a:cxn>
                </a:cxnLst>
                <a:rect l="0" t="0" r="r" b="b"/>
                <a:pathLst>
                  <a:path w="5" h="4">
                    <a:moveTo>
                      <a:pt x="5" y="2"/>
                    </a:moveTo>
                    <a:lnTo>
                      <a:pt x="5" y="2"/>
                    </a:lnTo>
                    <a:lnTo>
                      <a:pt x="5" y="4"/>
                    </a:lnTo>
                    <a:lnTo>
                      <a:pt x="2" y="4"/>
                    </a:lnTo>
                    <a:lnTo>
                      <a:pt x="0" y="4"/>
                    </a:lnTo>
                    <a:lnTo>
                      <a:pt x="0" y="2"/>
                    </a:lnTo>
                    <a:lnTo>
                      <a:pt x="0" y="1"/>
                    </a:lnTo>
                    <a:lnTo>
                      <a:pt x="2" y="0"/>
                    </a:lnTo>
                    <a:lnTo>
                      <a:pt x="5" y="1"/>
                    </a:lnTo>
                    <a:lnTo>
                      <a:pt x="5" y="2"/>
                    </a:lnTo>
                    <a:close/>
                  </a:path>
                </a:pathLst>
              </a:custGeom>
              <a:solidFill>
                <a:srgbClr val="FB7655"/>
              </a:solidFill>
              <a:ln w="3175" cmpd="sng">
                <a:solidFill>
                  <a:srgbClr val="4D4D4D"/>
                </a:solidFill>
                <a:round/>
                <a:headEnd/>
                <a:tailEnd/>
              </a:ln>
            </p:spPr>
            <p:txBody>
              <a:bodyPr/>
              <a:lstStyle/>
              <a:p>
                <a:endParaRPr lang="en-US"/>
              </a:p>
            </p:txBody>
          </p:sp>
          <p:sp>
            <p:nvSpPr>
              <p:cNvPr id="820" name="Freeform 386"/>
              <p:cNvSpPr>
                <a:spLocks/>
              </p:cNvSpPr>
              <p:nvPr/>
            </p:nvSpPr>
            <p:spPr bwMode="gray">
              <a:xfrm>
                <a:off x="6300057" y="3526401"/>
                <a:ext cx="1422033" cy="1198969"/>
              </a:xfrm>
              <a:custGeom>
                <a:avLst/>
                <a:gdLst/>
                <a:ahLst/>
                <a:cxnLst>
                  <a:cxn ang="0">
                    <a:pos x="445" y="0"/>
                  </a:cxn>
                  <a:cxn ang="0">
                    <a:pos x="445" y="0"/>
                  </a:cxn>
                  <a:cxn ang="0">
                    <a:pos x="54" y="6"/>
                  </a:cxn>
                  <a:cxn ang="0">
                    <a:pos x="0" y="337"/>
                  </a:cxn>
                  <a:cxn ang="0">
                    <a:pos x="30" y="343"/>
                  </a:cxn>
                  <a:cxn ang="0">
                    <a:pos x="67" y="350"/>
                  </a:cxn>
                  <a:cxn ang="0">
                    <a:pos x="110" y="357"/>
                  </a:cxn>
                  <a:cxn ang="0">
                    <a:pos x="159" y="363"/>
                  </a:cxn>
                  <a:cxn ang="0">
                    <a:pos x="212" y="371"/>
                  </a:cxn>
                  <a:cxn ang="0">
                    <a:pos x="270" y="376"/>
                  </a:cxn>
                  <a:cxn ang="0">
                    <a:pos x="332" y="380"/>
                  </a:cxn>
                  <a:cxn ang="0">
                    <a:pos x="397" y="384"/>
                  </a:cxn>
                  <a:cxn ang="0">
                    <a:pos x="450" y="3"/>
                  </a:cxn>
                  <a:cxn ang="0">
                    <a:pos x="445" y="0"/>
                  </a:cxn>
                </a:cxnLst>
                <a:rect l="0" t="0" r="r" b="b"/>
                <a:pathLst>
                  <a:path w="450" h="384">
                    <a:moveTo>
                      <a:pt x="445" y="0"/>
                    </a:moveTo>
                    <a:lnTo>
                      <a:pt x="445" y="0"/>
                    </a:lnTo>
                    <a:lnTo>
                      <a:pt x="54" y="6"/>
                    </a:lnTo>
                    <a:lnTo>
                      <a:pt x="0" y="337"/>
                    </a:lnTo>
                    <a:lnTo>
                      <a:pt x="30" y="343"/>
                    </a:lnTo>
                    <a:lnTo>
                      <a:pt x="67" y="350"/>
                    </a:lnTo>
                    <a:lnTo>
                      <a:pt x="110" y="357"/>
                    </a:lnTo>
                    <a:lnTo>
                      <a:pt x="159" y="363"/>
                    </a:lnTo>
                    <a:lnTo>
                      <a:pt x="212" y="371"/>
                    </a:lnTo>
                    <a:lnTo>
                      <a:pt x="270" y="376"/>
                    </a:lnTo>
                    <a:lnTo>
                      <a:pt x="332" y="380"/>
                    </a:lnTo>
                    <a:lnTo>
                      <a:pt x="397" y="384"/>
                    </a:lnTo>
                    <a:lnTo>
                      <a:pt x="450" y="3"/>
                    </a:lnTo>
                    <a:lnTo>
                      <a:pt x="445" y="0"/>
                    </a:lnTo>
                    <a:close/>
                  </a:path>
                </a:pathLst>
              </a:custGeom>
              <a:gradFill rotWithShape="1">
                <a:gsLst>
                  <a:gs pos="0">
                    <a:srgbClr val="777777"/>
                  </a:gs>
                  <a:gs pos="50000">
                    <a:srgbClr val="777777">
                      <a:gamma/>
                      <a:shade val="46275"/>
                      <a:invGamma/>
                    </a:srgbClr>
                  </a:gs>
                  <a:gs pos="100000">
                    <a:srgbClr val="777777"/>
                  </a:gs>
                </a:gsLst>
                <a:lin ang="18900000" scaled="1"/>
              </a:gradFill>
              <a:ln w="6350" cap="flat" cmpd="sng">
                <a:solidFill>
                  <a:srgbClr val="000000"/>
                </a:solidFill>
                <a:prstDash val="solid"/>
                <a:round/>
                <a:headEnd type="none" w="med" len="med"/>
                <a:tailEnd type="none" w="med" len="med"/>
              </a:ln>
              <a:effectLst/>
            </p:spPr>
            <p:txBody>
              <a:bodyPr/>
              <a:lstStyle/>
              <a:p>
                <a:endParaRPr lang="en-US"/>
              </a:p>
            </p:txBody>
          </p:sp>
          <p:sp>
            <p:nvSpPr>
              <p:cNvPr id="821" name="Freeform 387"/>
              <p:cNvSpPr>
                <a:spLocks/>
              </p:cNvSpPr>
              <p:nvPr/>
            </p:nvSpPr>
            <p:spPr bwMode="gray">
              <a:xfrm>
                <a:off x="6273013" y="4580513"/>
                <a:ext cx="1286816" cy="274114"/>
              </a:xfrm>
              <a:custGeom>
                <a:avLst/>
                <a:gdLst/>
                <a:ahLst/>
                <a:cxnLst>
                  <a:cxn ang="0">
                    <a:pos x="0" y="32"/>
                  </a:cxn>
                  <a:cxn ang="0">
                    <a:pos x="0" y="32"/>
                  </a:cxn>
                  <a:cxn ang="0">
                    <a:pos x="402" y="87"/>
                  </a:cxn>
                  <a:cxn ang="0">
                    <a:pos x="407" y="46"/>
                  </a:cxn>
                  <a:cxn ang="0">
                    <a:pos x="341" y="43"/>
                  </a:cxn>
                  <a:cxn ang="0">
                    <a:pos x="278" y="38"/>
                  </a:cxn>
                  <a:cxn ang="0">
                    <a:pos x="220" y="33"/>
                  </a:cxn>
                  <a:cxn ang="0">
                    <a:pos x="167" y="27"/>
                  </a:cxn>
                  <a:cxn ang="0">
                    <a:pos x="117" y="20"/>
                  </a:cxn>
                  <a:cxn ang="0">
                    <a:pos x="74" y="14"/>
                  </a:cxn>
                  <a:cxn ang="0">
                    <a:pos x="36" y="6"/>
                  </a:cxn>
                  <a:cxn ang="0">
                    <a:pos x="6" y="0"/>
                  </a:cxn>
                  <a:cxn ang="0">
                    <a:pos x="0" y="32"/>
                  </a:cxn>
                </a:cxnLst>
                <a:rect l="0" t="0" r="r" b="b"/>
                <a:pathLst>
                  <a:path w="407" h="87">
                    <a:moveTo>
                      <a:pt x="0" y="32"/>
                    </a:moveTo>
                    <a:lnTo>
                      <a:pt x="0" y="32"/>
                    </a:lnTo>
                    <a:lnTo>
                      <a:pt x="402" y="87"/>
                    </a:lnTo>
                    <a:lnTo>
                      <a:pt x="407" y="46"/>
                    </a:lnTo>
                    <a:lnTo>
                      <a:pt x="341" y="43"/>
                    </a:lnTo>
                    <a:lnTo>
                      <a:pt x="278" y="38"/>
                    </a:lnTo>
                    <a:lnTo>
                      <a:pt x="220" y="33"/>
                    </a:lnTo>
                    <a:lnTo>
                      <a:pt x="167" y="27"/>
                    </a:lnTo>
                    <a:lnTo>
                      <a:pt x="117" y="20"/>
                    </a:lnTo>
                    <a:lnTo>
                      <a:pt x="74" y="14"/>
                    </a:lnTo>
                    <a:lnTo>
                      <a:pt x="36" y="6"/>
                    </a:lnTo>
                    <a:lnTo>
                      <a:pt x="6" y="0"/>
                    </a:lnTo>
                    <a:lnTo>
                      <a:pt x="0" y="32"/>
                    </a:lnTo>
                    <a:close/>
                  </a:path>
                </a:pathLst>
              </a:custGeom>
              <a:solidFill>
                <a:srgbClr val="FFFFFF"/>
              </a:solidFill>
              <a:ln w="3175" cmpd="sng">
                <a:solidFill>
                  <a:srgbClr val="4D4D4D"/>
                </a:solidFill>
                <a:round/>
                <a:headEnd/>
                <a:tailEnd/>
              </a:ln>
            </p:spPr>
            <p:txBody>
              <a:bodyPr/>
              <a:lstStyle/>
              <a:p>
                <a:endParaRPr lang="en-US"/>
              </a:p>
            </p:txBody>
          </p:sp>
          <p:sp>
            <p:nvSpPr>
              <p:cNvPr id="822" name="Freeform 388"/>
              <p:cNvSpPr>
                <a:spLocks/>
              </p:cNvSpPr>
              <p:nvPr/>
            </p:nvSpPr>
            <p:spPr bwMode="gray">
              <a:xfrm>
                <a:off x="6270757" y="4596112"/>
                <a:ext cx="1286816" cy="276342"/>
              </a:xfrm>
              <a:custGeom>
                <a:avLst/>
                <a:gdLst/>
                <a:ahLst/>
                <a:cxnLst>
                  <a:cxn ang="0">
                    <a:pos x="0" y="30"/>
                  </a:cxn>
                  <a:cxn ang="0">
                    <a:pos x="0" y="30"/>
                  </a:cxn>
                  <a:cxn ang="0">
                    <a:pos x="402" y="88"/>
                  </a:cxn>
                  <a:cxn ang="0">
                    <a:pos x="407" y="47"/>
                  </a:cxn>
                  <a:cxn ang="0">
                    <a:pos x="341" y="44"/>
                  </a:cxn>
                  <a:cxn ang="0">
                    <a:pos x="279" y="39"/>
                  </a:cxn>
                  <a:cxn ang="0">
                    <a:pos x="220" y="33"/>
                  </a:cxn>
                  <a:cxn ang="0">
                    <a:pos x="166" y="27"/>
                  </a:cxn>
                  <a:cxn ang="0">
                    <a:pos x="118" y="19"/>
                  </a:cxn>
                  <a:cxn ang="0">
                    <a:pos x="74" y="12"/>
                  </a:cxn>
                  <a:cxn ang="0">
                    <a:pos x="37" y="6"/>
                  </a:cxn>
                  <a:cxn ang="0">
                    <a:pos x="5" y="0"/>
                  </a:cxn>
                  <a:cxn ang="0">
                    <a:pos x="0" y="30"/>
                  </a:cxn>
                </a:cxnLst>
                <a:rect l="0" t="0" r="r" b="b"/>
                <a:pathLst>
                  <a:path w="407" h="88">
                    <a:moveTo>
                      <a:pt x="0" y="30"/>
                    </a:moveTo>
                    <a:lnTo>
                      <a:pt x="0" y="30"/>
                    </a:lnTo>
                    <a:lnTo>
                      <a:pt x="402" y="88"/>
                    </a:lnTo>
                    <a:lnTo>
                      <a:pt x="407" y="47"/>
                    </a:lnTo>
                    <a:lnTo>
                      <a:pt x="341" y="44"/>
                    </a:lnTo>
                    <a:lnTo>
                      <a:pt x="279" y="39"/>
                    </a:lnTo>
                    <a:lnTo>
                      <a:pt x="220" y="33"/>
                    </a:lnTo>
                    <a:lnTo>
                      <a:pt x="166" y="27"/>
                    </a:lnTo>
                    <a:lnTo>
                      <a:pt x="118" y="19"/>
                    </a:lnTo>
                    <a:lnTo>
                      <a:pt x="74" y="12"/>
                    </a:lnTo>
                    <a:lnTo>
                      <a:pt x="37" y="6"/>
                    </a:lnTo>
                    <a:lnTo>
                      <a:pt x="5" y="0"/>
                    </a:lnTo>
                    <a:lnTo>
                      <a:pt x="0" y="30"/>
                    </a:lnTo>
                    <a:close/>
                  </a:path>
                </a:pathLst>
              </a:custGeom>
              <a:gradFill rotWithShape="1">
                <a:gsLst>
                  <a:gs pos="0">
                    <a:srgbClr val="777777"/>
                  </a:gs>
                  <a:gs pos="50000">
                    <a:srgbClr val="777777">
                      <a:gamma/>
                      <a:shade val="46275"/>
                      <a:invGamma/>
                    </a:srgbClr>
                  </a:gs>
                  <a:gs pos="100000">
                    <a:srgbClr val="777777"/>
                  </a:gs>
                </a:gsLst>
                <a:lin ang="18900000" scaled="1"/>
              </a:gradFill>
              <a:ln w="3175" cap="flat" cmpd="sng">
                <a:solidFill>
                  <a:srgbClr val="000000"/>
                </a:solidFill>
                <a:prstDash val="solid"/>
                <a:round/>
                <a:headEnd type="none" w="med" len="med"/>
                <a:tailEnd type="none" w="med" len="med"/>
              </a:ln>
              <a:effectLst/>
            </p:spPr>
            <p:txBody>
              <a:bodyPr/>
              <a:lstStyle/>
              <a:p>
                <a:endParaRPr lang="en-US"/>
              </a:p>
            </p:txBody>
          </p:sp>
          <p:sp>
            <p:nvSpPr>
              <p:cNvPr id="823" name="Freeform 389"/>
              <p:cNvSpPr>
                <a:spLocks/>
              </p:cNvSpPr>
              <p:nvPr/>
            </p:nvSpPr>
            <p:spPr bwMode="gray">
              <a:xfrm>
                <a:off x="6552462" y="5057426"/>
                <a:ext cx="849614" cy="189428"/>
              </a:xfrm>
              <a:custGeom>
                <a:avLst/>
                <a:gdLst/>
                <a:ahLst/>
                <a:cxnLst>
                  <a:cxn ang="0">
                    <a:pos x="247" y="21"/>
                  </a:cxn>
                  <a:cxn ang="0">
                    <a:pos x="247" y="21"/>
                  </a:cxn>
                  <a:cxn ang="0">
                    <a:pos x="238" y="20"/>
                  </a:cxn>
                  <a:cxn ang="0">
                    <a:pos x="228" y="20"/>
                  </a:cxn>
                  <a:cxn ang="0">
                    <a:pos x="210" y="20"/>
                  </a:cxn>
                  <a:cxn ang="0">
                    <a:pos x="187" y="20"/>
                  </a:cxn>
                  <a:cxn ang="0">
                    <a:pos x="174" y="20"/>
                  </a:cxn>
                  <a:cxn ang="0">
                    <a:pos x="162" y="18"/>
                  </a:cxn>
                  <a:cxn ang="0">
                    <a:pos x="150" y="17"/>
                  </a:cxn>
                  <a:cxn ang="0">
                    <a:pos x="137" y="12"/>
                  </a:cxn>
                  <a:cxn ang="0">
                    <a:pos x="125" y="7"/>
                  </a:cxn>
                  <a:cxn ang="0">
                    <a:pos x="112" y="0"/>
                  </a:cxn>
                  <a:cxn ang="0">
                    <a:pos x="87" y="0"/>
                  </a:cxn>
                  <a:cxn ang="0">
                    <a:pos x="65" y="1"/>
                  </a:cxn>
                  <a:cxn ang="0">
                    <a:pos x="46" y="3"/>
                  </a:cxn>
                  <a:cxn ang="0">
                    <a:pos x="30" y="6"/>
                  </a:cxn>
                  <a:cxn ang="0">
                    <a:pos x="17" y="9"/>
                  </a:cxn>
                  <a:cxn ang="0">
                    <a:pos x="9" y="13"/>
                  </a:cxn>
                  <a:cxn ang="0">
                    <a:pos x="3" y="17"/>
                  </a:cxn>
                  <a:cxn ang="0">
                    <a:pos x="2" y="20"/>
                  </a:cxn>
                  <a:cxn ang="0">
                    <a:pos x="0" y="21"/>
                  </a:cxn>
                  <a:cxn ang="0">
                    <a:pos x="2" y="23"/>
                  </a:cxn>
                  <a:cxn ang="0">
                    <a:pos x="3" y="26"/>
                  </a:cxn>
                  <a:cxn ang="0">
                    <a:pos x="6" y="29"/>
                  </a:cxn>
                  <a:cxn ang="0">
                    <a:pos x="10" y="31"/>
                  </a:cxn>
                  <a:cxn ang="0">
                    <a:pos x="20" y="37"/>
                  </a:cxn>
                  <a:cxn ang="0">
                    <a:pos x="35" y="42"/>
                  </a:cxn>
                  <a:cxn ang="0">
                    <a:pos x="54" y="48"/>
                  </a:cxn>
                  <a:cxn ang="0">
                    <a:pos x="77" y="53"/>
                  </a:cxn>
                  <a:cxn ang="0">
                    <a:pos x="104" y="56"/>
                  </a:cxn>
                  <a:cxn ang="0">
                    <a:pos x="133" y="59"/>
                  </a:cxn>
                  <a:cxn ang="0">
                    <a:pos x="162" y="61"/>
                  </a:cxn>
                  <a:cxn ang="0">
                    <a:pos x="189" y="61"/>
                  </a:cxn>
                  <a:cxn ang="0">
                    <a:pos x="212" y="58"/>
                  </a:cxn>
                  <a:cxn ang="0">
                    <a:pos x="232" y="55"/>
                  </a:cxn>
                  <a:cxn ang="0">
                    <a:pos x="247" y="52"/>
                  </a:cxn>
                  <a:cxn ang="0">
                    <a:pos x="258" y="48"/>
                  </a:cxn>
                  <a:cxn ang="0">
                    <a:pos x="262" y="46"/>
                  </a:cxn>
                  <a:cxn ang="0">
                    <a:pos x="266" y="44"/>
                  </a:cxn>
                  <a:cxn ang="0">
                    <a:pos x="268" y="40"/>
                  </a:cxn>
                  <a:cxn ang="0">
                    <a:pos x="269" y="39"/>
                  </a:cxn>
                  <a:cxn ang="0">
                    <a:pos x="268" y="35"/>
                  </a:cxn>
                  <a:cxn ang="0">
                    <a:pos x="263" y="31"/>
                  </a:cxn>
                  <a:cxn ang="0">
                    <a:pos x="256" y="27"/>
                  </a:cxn>
                  <a:cxn ang="0">
                    <a:pos x="247" y="21"/>
                  </a:cxn>
                </a:cxnLst>
                <a:rect l="0" t="0" r="r" b="b"/>
                <a:pathLst>
                  <a:path w="269" h="61">
                    <a:moveTo>
                      <a:pt x="247" y="21"/>
                    </a:moveTo>
                    <a:lnTo>
                      <a:pt x="247" y="21"/>
                    </a:lnTo>
                    <a:lnTo>
                      <a:pt x="238" y="20"/>
                    </a:lnTo>
                    <a:lnTo>
                      <a:pt x="228" y="20"/>
                    </a:lnTo>
                    <a:lnTo>
                      <a:pt x="210" y="20"/>
                    </a:lnTo>
                    <a:lnTo>
                      <a:pt x="187" y="20"/>
                    </a:lnTo>
                    <a:lnTo>
                      <a:pt x="174" y="20"/>
                    </a:lnTo>
                    <a:lnTo>
                      <a:pt x="162" y="18"/>
                    </a:lnTo>
                    <a:lnTo>
                      <a:pt x="150" y="17"/>
                    </a:lnTo>
                    <a:lnTo>
                      <a:pt x="137" y="12"/>
                    </a:lnTo>
                    <a:lnTo>
                      <a:pt x="125" y="7"/>
                    </a:lnTo>
                    <a:lnTo>
                      <a:pt x="112" y="0"/>
                    </a:lnTo>
                    <a:lnTo>
                      <a:pt x="87" y="0"/>
                    </a:lnTo>
                    <a:lnTo>
                      <a:pt x="65" y="1"/>
                    </a:lnTo>
                    <a:lnTo>
                      <a:pt x="46" y="3"/>
                    </a:lnTo>
                    <a:lnTo>
                      <a:pt x="30" y="6"/>
                    </a:lnTo>
                    <a:lnTo>
                      <a:pt x="17" y="9"/>
                    </a:lnTo>
                    <a:lnTo>
                      <a:pt x="9" y="13"/>
                    </a:lnTo>
                    <a:lnTo>
                      <a:pt x="3" y="17"/>
                    </a:lnTo>
                    <a:lnTo>
                      <a:pt x="2" y="20"/>
                    </a:lnTo>
                    <a:lnTo>
                      <a:pt x="0" y="21"/>
                    </a:lnTo>
                    <a:lnTo>
                      <a:pt x="2" y="23"/>
                    </a:lnTo>
                    <a:lnTo>
                      <a:pt x="3" y="26"/>
                    </a:lnTo>
                    <a:lnTo>
                      <a:pt x="6" y="29"/>
                    </a:lnTo>
                    <a:lnTo>
                      <a:pt x="10" y="31"/>
                    </a:lnTo>
                    <a:lnTo>
                      <a:pt x="20" y="37"/>
                    </a:lnTo>
                    <a:lnTo>
                      <a:pt x="35" y="42"/>
                    </a:lnTo>
                    <a:lnTo>
                      <a:pt x="54" y="48"/>
                    </a:lnTo>
                    <a:lnTo>
                      <a:pt x="77" y="53"/>
                    </a:lnTo>
                    <a:lnTo>
                      <a:pt x="104" y="56"/>
                    </a:lnTo>
                    <a:lnTo>
                      <a:pt x="133" y="59"/>
                    </a:lnTo>
                    <a:lnTo>
                      <a:pt x="162" y="61"/>
                    </a:lnTo>
                    <a:lnTo>
                      <a:pt x="189" y="61"/>
                    </a:lnTo>
                    <a:lnTo>
                      <a:pt x="212" y="58"/>
                    </a:lnTo>
                    <a:lnTo>
                      <a:pt x="232" y="55"/>
                    </a:lnTo>
                    <a:lnTo>
                      <a:pt x="247" y="52"/>
                    </a:lnTo>
                    <a:lnTo>
                      <a:pt x="258" y="48"/>
                    </a:lnTo>
                    <a:lnTo>
                      <a:pt x="262" y="46"/>
                    </a:lnTo>
                    <a:lnTo>
                      <a:pt x="266" y="44"/>
                    </a:lnTo>
                    <a:lnTo>
                      <a:pt x="268" y="40"/>
                    </a:lnTo>
                    <a:lnTo>
                      <a:pt x="269" y="39"/>
                    </a:lnTo>
                    <a:lnTo>
                      <a:pt x="268" y="35"/>
                    </a:lnTo>
                    <a:lnTo>
                      <a:pt x="263" y="31"/>
                    </a:lnTo>
                    <a:lnTo>
                      <a:pt x="256" y="27"/>
                    </a:lnTo>
                    <a:lnTo>
                      <a:pt x="247" y="21"/>
                    </a:lnTo>
                    <a:close/>
                  </a:path>
                </a:pathLst>
              </a:custGeom>
              <a:solidFill>
                <a:srgbClr val="4D4D4D"/>
              </a:solidFill>
              <a:ln w="6350" cmpd="sng">
                <a:solidFill>
                  <a:srgbClr val="4D4D4D"/>
                </a:solidFill>
                <a:round/>
                <a:headEnd/>
                <a:tailEnd/>
              </a:ln>
            </p:spPr>
            <p:txBody>
              <a:bodyPr/>
              <a:lstStyle/>
              <a:p>
                <a:endParaRPr lang="en-US"/>
              </a:p>
            </p:txBody>
          </p:sp>
          <p:sp>
            <p:nvSpPr>
              <p:cNvPr id="824" name="Freeform 390"/>
              <p:cNvSpPr>
                <a:spLocks/>
              </p:cNvSpPr>
              <p:nvPr/>
            </p:nvSpPr>
            <p:spPr bwMode="gray">
              <a:xfrm>
                <a:off x="6584013" y="5050740"/>
                <a:ext cx="786513" cy="164914"/>
              </a:xfrm>
              <a:custGeom>
                <a:avLst/>
                <a:gdLst/>
                <a:ahLst/>
                <a:cxnLst>
                  <a:cxn ang="0">
                    <a:pos x="228" y="19"/>
                  </a:cxn>
                  <a:cxn ang="0">
                    <a:pos x="228" y="19"/>
                  </a:cxn>
                  <a:cxn ang="0">
                    <a:pos x="221" y="17"/>
                  </a:cxn>
                  <a:cxn ang="0">
                    <a:pos x="212" y="17"/>
                  </a:cxn>
                  <a:cxn ang="0">
                    <a:pos x="195" y="17"/>
                  </a:cxn>
                  <a:cxn ang="0">
                    <a:pos x="172" y="19"/>
                  </a:cxn>
                  <a:cxn ang="0">
                    <a:pos x="162" y="17"/>
                  </a:cxn>
                  <a:cxn ang="0">
                    <a:pos x="150" y="16"/>
                  </a:cxn>
                  <a:cxn ang="0">
                    <a:pos x="139" y="14"/>
                  </a:cxn>
                  <a:cxn ang="0">
                    <a:pos x="127" y="11"/>
                  </a:cxn>
                  <a:cxn ang="0">
                    <a:pos x="114" y="6"/>
                  </a:cxn>
                  <a:cxn ang="0">
                    <a:pos x="103" y="0"/>
                  </a:cxn>
                  <a:cxn ang="0">
                    <a:pos x="80" y="0"/>
                  </a:cxn>
                  <a:cxn ang="0">
                    <a:pos x="60" y="0"/>
                  </a:cxn>
                  <a:cxn ang="0">
                    <a:pos x="42" y="3"/>
                  </a:cxn>
                  <a:cxn ang="0">
                    <a:pos x="27" y="5"/>
                  </a:cxn>
                  <a:cxn ang="0">
                    <a:pos x="15" y="8"/>
                  </a:cxn>
                  <a:cxn ang="0">
                    <a:pos x="7" y="11"/>
                  </a:cxn>
                  <a:cxn ang="0">
                    <a:pos x="2" y="15"/>
                  </a:cxn>
                  <a:cxn ang="0">
                    <a:pos x="1" y="16"/>
                  </a:cxn>
                  <a:cxn ang="0">
                    <a:pos x="0" y="19"/>
                  </a:cxn>
                  <a:cxn ang="0">
                    <a:pos x="1" y="20"/>
                  </a:cxn>
                  <a:cxn ang="0">
                    <a:pos x="2" y="22"/>
                  </a:cxn>
                  <a:cxn ang="0">
                    <a:pos x="9" y="28"/>
                  </a:cxn>
                  <a:cxn ang="0">
                    <a:pos x="19" y="32"/>
                  </a:cxn>
                  <a:cxn ang="0">
                    <a:pos x="33" y="37"/>
                  </a:cxn>
                  <a:cxn ang="0">
                    <a:pos x="50" y="41"/>
                  </a:cxn>
                  <a:cxn ang="0">
                    <a:pos x="72" y="46"/>
                  </a:cxn>
                  <a:cxn ang="0">
                    <a:pos x="96" y="49"/>
                  </a:cxn>
                  <a:cxn ang="0">
                    <a:pos x="123" y="52"/>
                  </a:cxn>
                  <a:cxn ang="0">
                    <a:pos x="150" y="53"/>
                  </a:cxn>
                  <a:cxn ang="0">
                    <a:pos x="176" y="52"/>
                  </a:cxn>
                  <a:cxn ang="0">
                    <a:pos x="196" y="51"/>
                  </a:cxn>
                  <a:cxn ang="0">
                    <a:pos x="215" y="49"/>
                  </a:cxn>
                  <a:cxn ang="0">
                    <a:pos x="229" y="46"/>
                  </a:cxn>
                  <a:cxn ang="0">
                    <a:pos x="240" y="41"/>
                  </a:cxn>
                  <a:cxn ang="0">
                    <a:pos x="247" y="37"/>
                  </a:cxn>
                  <a:cxn ang="0">
                    <a:pos x="248" y="35"/>
                  </a:cxn>
                  <a:cxn ang="0">
                    <a:pos x="249" y="34"/>
                  </a:cxn>
                  <a:cxn ang="0">
                    <a:pos x="249" y="33"/>
                  </a:cxn>
                  <a:cxn ang="0">
                    <a:pos x="248" y="31"/>
                  </a:cxn>
                  <a:cxn ang="0">
                    <a:pos x="245" y="27"/>
                  </a:cxn>
                  <a:cxn ang="0">
                    <a:pos x="237" y="22"/>
                  </a:cxn>
                  <a:cxn ang="0">
                    <a:pos x="228" y="19"/>
                  </a:cxn>
                </a:cxnLst>
                <a:rect l="0" t="0" r="r" b="b"/>
                <a:pathLst>
                  <a:path w="249" h="53">
                    <a:moveTo>
                      <a:pt x="228" y="19"/>
                    </a:moveTo>
                    <a:lnTo>
                      <a:pt x="228" y="19"/>
                    </a:lnTo>
                    <a:lnTo>
                      <a:pt x="221" y="17"/>
                    </a:lnTo>
                    <a:lnTo>
                      <a:pt x="212" y="17"/>
                    </a:lnTo>
                    <a:lnTo>
                      <a:pt x="195" y="17"/>
                    </a:lnTo>
                    <a:lnTo>
                      <a:pt x="172" y="19"/>
                    </a:lnTo>
                    <a:lnTo>
                      <a:pt x="162" y="17"/>
                    </a:lnTo>
                    <a:lnTo>
                      <a:pt x="150" y="16"/>
                    </a:lnTo>
                    <a:lnTo>
                      <a:pt x="139" y="14"/>
                    </a:lnTo>
                    <a:lnTo>
                      <a:pt x="127" y="11"/>
                    </a:lnTo>
                    <a:lnTo>
                      <a:pt x="114" y="6"/>
                    </a:lnTo>
                    <a:lnTo>
                      <a:pt x="103" y="0"/>
                    </a:lnTo>
                    <a:lnTo>
                      <a:pt x="80" y="0"/>
                    </a:lnTo>
                    <a:lnTo>
                      <a:pt x="60" y="0"/>
                    </a:lnTo>
                    <a:lnTo>
                      <a:pt x="42" y="3"/>
                    </a:lnTo>
                    <a:lnTo>
                      <a:pt x="27" y="5"/>
                    </a:lnTo>
                    <a:lnTo>
                      <a:pt x="15" y="8"/>
                    </a:lnTo>
                    <a:lnTo>
                      <a:pt x="7" y="11"/>
                    </a:lnTo>
                    <a:lnTo>
                      <a:pt x="2" y="15"/>
                    </a:lnTo>
                    <a:lnTo>
                      <a:pt x="1" y="16"/>
                    </a:lnTo>
                    <a:lnTo>
                      <a:pt x="0" y="19"/>
                    </a:lnTo>
                    <a:lnTo>
                      <a:pt x="1" y="20"/>
                    </a:lnTo>
                    <a:lnTo>
                      <a:pt x="2" y="22"/>
                    </a:lnTo>
                    <a:lnTo>
                      <a:pt x="9" y="28"/>
                    </a:lnTo>
                    <a:lnTo>
                      <a:pt x="19" y="32"/>
                    </a:lnTo>
                    <a:lnTo>
                      <a:pt x="33" y="37"/>
                    </a:lnTo>
                    <a:lnTo>
                      <a:pt x="50" y="41"/>
                    </a:lnTo>
                    <a:lnTo>
                      <a:pt x="72" y="46"/>
                    </a:lnTo>
                    <a:lnTo>
                      <a:pt x="96" y="49"/>
                    </a:lnTo>
                    <a:lnTo>
                      <a:pt x="123" y="52"/>
                    </a:lnTo>
                    <a:lnTo>
                      <a:pt x="150" y="53"/>
                    </a:lnTo>
                    <a:lnTo>
                      <a:pt x="176" y="52"/>
                    </a:lnTo>
                    <a:lnTo>
                      <a:pt x="196" y="51"/>
                    </a:lnTo>
                    <a:lnTo>
                      <a:pt x="215" y="49"/>
                    </a:lnTo>
                    <a:lnTo>
                      <a:pt x="229" y="46"/>
                    </a:lnTo>
                    <a:lnTo>
                      <a:pt x="240" y="41"/>
                    </a:lnTo>
                    <a:lnTo>
                      <a:pt x="247" y="37"/>
                    </a:lnTo>
                    <a:lnTo>
                      <a:pt x="248" y="35"/>
                    </a:lnTo>
                    <a:lnTo>
                      <a:pt x="249" y="34"/>
                    </a:lnTo>
                    <a:lnTo>
                      <a:pt x="249" y="33"/>
                    </a:lnTo>
                    <a:lnTo>
                      <a:pt x="248" y="31"/>
                    </a:lnTo>
                    <a:lnTo>
                      <a:pt x="245" y="27"/>
                    </a:lnTo>
                    <a:lnTo>
                      <a:pt x="237" y="22"/>
                    </a:lnTo>
                    <a:lnTo>
                      <a:pt x="228" y="19"/>
                    </a:lnTo>
                    <a:close/>
                  </a:path>
                </a:pathLst>
              </a:custGeom>
              <a:solidFill>
                <a:srgbClr val="666666"/>
              </a:solidFill>
              <a:ln w="6350" cmpd="sng">
                <a:solidFill>
                  <a:srgbClr val="4D4D4D"/>
                </a:solidFill>
                <a:round/>
                <a:headEnd/>
                <a:tailEnd/>
              </a:ln>
            </p:spPr>
            <p:txBody>
              <a:bodyPr/>
              <a:lstStyle/>
              <a:p>
                <a:endParaRPr lang="en-US"/>
              </a:p>
            </p:txBody>
          </p:sp>
          <p:sp>
            <p:nvSpPr>
              <p:cNvPr id="825" name="Freeform 391"/>
              <p:cNvSpPr>
                <a:spLocks/>
              </p:cNvSpPr>
              <p:nvPr/>
            </p:nvSpPr>
            <p:spPr bwMode="gray">
              <a:xfrm>
                <a:off x="6919802" y="5021769"/>
                <a:ext cx="383115" cy="86914"/>
              </a:xfrm>
              <a:custGeom>
                <a:avLst/>
                <a:gdLst/>
                <a:ahLst/>
                <a:cxnLst>
                  <a:cxn ang="0">
                    <a:pos x="18" y="1"/>
                  </a:cxn>
                  <a:cxn ang="0">
                    <a:pos x="18" y="1"/>
                  </a:cxn>
                  <a:cxn ang="0">
                    <a:pos x="7" y="2"/>
                  </a:cxn>
                  <a:cxn ang="0">
                    <a:pos x="2" y="4"/>
                  </a:cxn>
                  <a:cxn ang="0">
                    <a:pos x="0" y="9"/>
                  </a:cxn>
                  <a:cxn ang="0">
                    <a:pos x="0" y="9"/>
                  </a:cxn>
                  <a:cxn ang="0">
                    <a:pos x="12" y="17"/>
                  </a:cxn>
                  <a:cxn ang="0">
                    <a:pos x="24" y="21"/>
                  </a:cxn>
                  <a:cxn ang="0">
                    <a:pos x="35" y="25"/>
                  </a:cxn>
                  <a:cxn ang="0">
                    <a:pos x="46" y="28"/>
                  </a:cxn>
                  <a:cxn ang="0">
                    <a:pos x="58" y="28"/>
                  </a:cxn>
                  <a:cxn ang="0">
                    <a:pos x="68" y="28"/>
                  </a:cxn>
                  <a:cxn ang="0">
                    <a:pos x="90" y="28"/>
                  </a:cxn>
                  <a:cxn ang="0">
                    <a:pos x="106" y="28"/>
                  </a:cxn>
                  <a:cxn ang="0">
                    <a:pos x="121" y="28"/>
                  </a:cxn>
                  <a:cxn ang="0">
                    <a:pos x="116" y="17"/>
                  </a:cxn>
                  <a:cxn ang="0">
                    <a:pos x="106" y="12"/>
                  </a:cxn>
                  <a:cxn ang="0">
                    <a:pos x="90" y="9"/>
                  </a:cxn>
                  <a:cxn ang="0">
                    <a:pos x="77" y="9"/>
                  </a:cxn>
                  <a:cxn ang="0">
                    <a:pos x="65" y="10"/>
                  </a:cxn>
                  <a:cxn ang="0">
                    <a:pos x="55" y="9"/>
                  </a:cxn>
                  <a:cxn ang="0">
                    <a:pos x="46" y="9"/>
                  </a:cxn>
                  <a:cxn ang="0">
                    <a:pos x="30" y="4"/>
                  </a:cxn>
                  <a:cxn ang="0">
                    <a:pos x="19" y="0"/>
                  </a:cxn>
                  <a:cxn ang="0">
                    <a:pos x="18" y="1"/>
                  </a:cxn>
                </a:cxnLst>
                <a:rect l="0" t="0" r="r" b="b"/>
                <a:pathLst>
                  <a:path w="121" h="28">
                    <a:moveTo>
                      <a:pt x="18" y="1"/>
                    </a:moveTo>
                    <a:lnTo>
                      <a:pt x="18" y="1"/>
                    </a:lnTo>
                    <a:lnTo>
                      <a:pt x="7" y="2"/>
                    </a:lnTo>
                    <a:lnTo>
                      <a:pt x="2" y="4"/>
                    </a:lnTo>
                    <a:lnTo>
                      <a:pt x="0" y="9"/>
                    </a:lnTo>
                    <a:lnTo>
                      <a:pt x="0" y="9"/>
                    </a:lnTo>
                    <a:lnTo>
                      <a:pt x="12" y="17"/>
                    </a:lnTo>
                    <a:lnTo>
                      <a:pt x="24" y="21"/>
                    </a:lnTo>
                    <a:lnTo>
                      <a:pt x="35" y="25"/>
                    </a:lnTo>
                    <a:lnTo>
                      <a:pt x="46" y="28"/>
                    </a:lnTo>
                    <a:lnTo>
                      <a:pt x="58" y="28"/>
                    </a:lnTo>
                    <a:lnTo>
                      <a:pt x="68" y="28"/>
                    </a:lnTo>
                    <a:lnTo>
                      <a:pt x="90" y="28"/>
                    </a:lnTo>
                    <a:lnTo>
                      <a:pt x="106" y="28"/>
                    </a:lnTo>
                    <a:lnTo>
                      <a:pt x="121" y="28"/>
                    </a:lnTo>
                    <a:lnTo>
                      <a:pt x="116" y="17"/>
                    </a:lnTo>
                    <a:lnTo>
                      <a:pt x="106" y="12"/>
                    </a:lnTo>
                    <a:lnTo>
                      <a:pt x="90" y="9"/>
                    </a:lnTo>
                    <a:lnTo>
                      <a:pt x="77" y="9"/>
                    </a:lnTo>
                    <a:lnTo>
                      <a:pt x="65" y="10"/>
                    </a:lnTo>
                    <a:lnTo>
                      <a:pt x="55" y="9"/>
                    </a:lnTo>
                    <a:lnTo>
                      <a:pt x="46" y="9"/>
                    </a:lnTo>
                    <a:lnTo>
                      <a:pt x="30" y="4"/>
                    </a:lnTo>
                    <a:lnTo>
                      <a:pt x="19" y="0"/>
                    </a:lnTo>
                    <a:lnTo>
                      <a:pt x="18" y="1"/>
                    </a:lnTo>
                    <a:close/>
                  </a:path>
                </a:pathLst>
              </a:custGeom>
              <a:solidFill>
                <a:srgbClr val="4D4D4D"/>
              </a:solidFill>
              <a:ln w="3175" cmpd="sng">
                <a:solidFill>
                  <a:srgbClr val="4D4D4D"/>
                </a:solidFill>
                <a:round/>
                <a:headEnd/>
                <a:tailEnd/>
              </a:ln>
            </p:spPr>
            <p:txBody>
              <a:bodyPr/>
              <a:lstStyle/>
              <a:p>
                <a:endParaRPr lang="en-US"/>
              </a:p>
            </p:txBody>
          </p:sp>
          <p:sp>
            <p:nvSpPr>
              <p:cNvPr id="826" name="Freeform 392"/>
              <p:cNvSpPr>
                <a:spLocks/>
              </p:cNvSpPr>
              <p:nvPr/>
            </p:nvSpPr>
            <p:spPr bwMode="gray">
              <a:xfrm>
                <a:off x="6919802" y="5010626"/>
                <a:ext cx="378608" cy="78000"/>
              </a:xfrm>
              <a:custGeom>
                <a:avLst/>
                <a:gdLst/>
                <a:ahLst/>
                <a:cxnLst>
                  <a:cxn ang="0">
                    <a:pos x="18" y="0"/>
                  </a:cxn>
                  <a:cxn ang="0">
                    <a:pos x="18" y="0"/>
                  </a:cxn>
                  <a:cxn ang="0">
                    <a:pos x="7" y="1"/>
                  </a:cxn>
                  <a:cxn ang="0">
                    <a:pos x="2" y="3"/>
                  </a:cxn>
                  <a:cxn ang="0">
                    <a:pos x="0" y="6"/>
                  </a:cxn>
                  <a:cxn ang="0">
                    <a:pos x="0" y="8"/>
                  </a:cxn>
                  <a:cxn ang="0">
                    <a:pos x="12" y="13"/>
                  </a:cxn>
                  <a:cxn ang="0">
                    <a:pos x="24" y="19"/>
                  </a:cxn>
                  <a:cxn ang="0">
                    <a:pos x="35" y="22"/>
                  </a:cxn>
                  <a:cxn ang="0">
                    <a:pos x="46" y="24"/>
                  </a:cxn>
                  <a:cxn ang="0">
                    <a:pos x="58" y="25"/>
                  </a:cxn>
                  <a:cxn ang="0">
                    <a:pos x="68" y="25"/>
                  </a:cxn>
                  <a:cxn ang="0">
                    <a:pos x="90" y="25"/>
                  </a:cxn>
                  <a:cxn ang="0">
                    <a:pos x="99" y="24"/>
                  </a:cxn>
                  <a:cxn ang="0">
                    <a:pos x="106" y="23"/>
                  </a:cxn>
                  <a:cxn ang="0">
                    <a:pos x="112" y="22"/>
                  </a:cxn>
                  <a:cxn ang="0">
                    <a:pos x="120" y="22"/>
                  </a:cxn>
                  <a:cxn ang="0">
                    <a:pos x="116" y="14"/>
                  </a:cxn>
                  <a:cxn ang="0">
                    <a:pos x="106" y="11"/>
                  </a:cxn>
                  <a:cxn ang="0">
                    <a:pos x="90" y="6"/>
                  </a:cxn>
                  <a:cxn ang="0">
                    <a:pos x="77" y="8"/>
                  </a:cxn>
                  <a:cxn ang="0">
                    <a:pos x="65" y="8"/>
                  </a:cxn>
                  <a:cxn ang="0">
                    <a:pos x="55" y="7"/>
                  </a:cxn>
                  <a:cxn ang="0">
                    <a:pos x="46" y="6"/>
                  </a:cxn>
                  <a:cxn ang="0">
                    <a:pos x="30" y="3"/>
                  </a:cxn>
                  <a:cxn ang="0">
                    <a:pos x="19" y="0"/>
                  </a:cxn>
                  <a:cxn ang="0">
                    <a:pos x="18" y="0"/>
                  </a:cxn>
                </a:cxnLst>
                <a:rect l="0" t="0" r="r" b="b"/>
                <a:pathLst>
                  <a:path w="120" h="25">
                    <a:moveTo>
                      <a:pt x="18" y="0"/>
                    </a:moveTo>
                    <a:lnTo>
                      <a:pt x="18" y="0"/>
                    </a:lnTo>
                    <a:lnTo>
                      <a:pt x="7" y="1"/>
                    </a:lnTo>
                    <a:lnTo>
                      <a:pt x="2" y="3"/>
                    </a:lnTo>
                    <a:lnTo>
                      <a:pt x="0" y="6"/>
                    </a:lnTo>
                    <a:lnTo>
                      <a:pt x="0" y="8"/>
                    </a:lnTo>
                    <a:lnTo>
                      <a:pt x="12" y="13"/>
                    </a:lnTo>
                    <a:lnTo>
                      <a:pt x="24" y="19"/>
                    </a:lnTo>
                    <a:lnTo>
                      <a:pt x="35" y="22"/>
                    </a:lnTo>
                    <a:lnTo>
                      <a:pt x="46" y="24"/>
                    </a:lnTo>
                    <a:lnTo>
                      <a:pt x="58" y="25"/>
                    </a:lnTo>
                    <a:lnTo>
                      <a:pt x="68" y="25"/>
                    </a:lnTo>
                    <a:lnTo>
                      <a:pt x="90" y="25"/>
                    </a:lnTo>
                    <a:lnTo>
                      <a:pt x="99" y="24"/>
                    </a:lnTo>
                    <a:lnTo>
                      <a:pt x="106" y="23"/>
                    </a:lnTo>
                    <a:lnTo>
                      <a:pt x="112" y="22"/>
                    </a:lnTo>
                    <a:lnTo>
                      <a:pt x="120" y="22"/>
                    </a:lnTo>
                    <a:lnTo>
                      <a:pt x="116" y="14"/>
                    </a:lnTo>
                    <a:lnTo>
                      <a:pt x="106" y="11"/>
                    </a:lnTo>
                    <a:lnTo>
                      <a:pt x="90" y="6"/>
                    </a:lnTo>
                    <a:lnTo>
                      <a:pt x="77" y="8"/>
                    </a:lnTo>
                    <a:lnTo>
                      <a:pt x="65" y="8"/>
                    </a:lnTo>
                    <a:lnTo>
                      <a:pt x="55" y="7"/>
                    </a:lnTo>
                    <a:lnTo>
                      <a:pt x="46" y="6"/>
                    </a:lnTo>
                    <a:lnTo>
                      <a:pt x="30" y="3"/>
                    </a:lnTo>
                    <a:lnTo>
                      <a:pt x="19" y="0"/>
                    </a:lnTo>
                    <a:lnTo>
                      <a:pt x="18" y="0"/>
                    </a:lnTo>
                    <a:close/>
                  </a:path>
                </a:pathLst>
              </a:custGeom>
              <a:solidFill>
                <a:srgbClr val="666666"/>
              </a:solidFill>
              <a:ln w="6350" cmpd="sng">
                <a:solidFill>
                  <a:srgbClr val="4D4D4D"/>
                </a:solidFill>
                <a:round/>
                <a:headEnd/>
                <a:tailEnd/>
              </a:ln>
            </p:spPr>
            <p:txBody>
              <a:bodyPr/>
              <a:lstStyle/>
              <a:p>
                <a:endParaRPr lang="en-US"/>
              </a:p>
            </p:txBody>
          </p:sp>
          <p:sp>
            <p:nvSpPr>
              <p:cNvPr id="827" name="Freeform 393"/>
              <p:cNvSpPr>
                <a:spLocks/>
              </p:cNvSpPr>
              <p:nvPr/>
            </p:nvSpPr>
            <p:spPr bwMode="gray">
              <a:xfrm>
                <a:off x="6987411" y="4798912"/>
                <a:ext cx="207333" cy="245142"/>
              </a:xfrm>
              <a:custGeom>
                <a:avLst/>
                <a:gdLst/>
                <a:ahLst/>
                <a:cxnLst>
                  <a:cxn ang="0">
                    <a:pos x="65" y="78"/>
                  </a:cxn>
                  <a:cxn ang="0">
                    <a:pos x="65" y="78"/>
                  </a:cxn>
                  <a:cxn ang="0">
                    <a:pos x="65" y="9"/>
                  </a:cxn>
                  <a:cxn ang="0">
                    <a:pos x="2" y="0"/>
                  </a:cxn>
                  <a:cxn ang="0">
                    <a:pos x="0" y="71"/>
                  </a:cxn>
                  <a:cxn ang="0">
                    <a:pos x="10" y="74"/>
                  </a:cxn>
                  <a:cxn ang="0">
                    <a:pos x="24" y="78"/>
                  </a:cxn>
                  <a:cxn ang="0">
                    <a:pos x="34" y="79"/>
                  </a:cxn>
                  <a:cxn ang="0">
                    <a:pos x="43" y="79"/>
                  </a:cxn>
                  <a:cxn ang="0">
                    <a:pos x="54" y="79"/>
                  </a:cxn>
                  <a:cxn ang="0">
                    <a:pos x="65" y="78"/>
                  </a:cxn>
                </a:cxnLst>
                <a:rect l="0" t="0" r="r" b="b"/>
                <a:pathLst>
                  <a:path w="65" h="79">
                    <a:moveTo>
                      <a:pt x="65" y="78"/>
                    </a:moveTo>
                    <a:lnTo>
                      <a:pt x="65" y="78"/>
                    </a:lnTo>
                    <a:lnTo>
                      <a:pt x="65" y="9"/>
                    </a:lnTo>
                    <a:lnTo>
                      <a:pt x="2" y="0"/>
                    </a:lnTo>
                    <a:lnTo>
                      <a:pt x="0" y="71"/>
                    </a:lnTo>
                    <a:lnTo>
                      <a:pt x="10" y="74"/>
                    </a:lnTo>
                    <a:lnTo>
                      <a:pt x="24" y="78"/>
                    </a:lnTo>
                    <a:lnTo>
                      <a:pt x="34" y="79"/>
                    </a:lnTo>
                    <a:lnTo>
                      <a:pt x="43" y="79"/>
                    </a:lnTo>
                    <a:lnTo>
                      <a:pt x="54" y="79"/>
                    </a:lnTo>
                    <a:lnTo>
                      <a:pt x="65" y="78"/>
                    </a:lnTo>
                    <a:close/>
                  </a:path>
                </a:pathLst>
              </a:custGeom>
              <a:solidFill>
                <a:srgbClr val="4D4D4D"/>
              </a:solidFill>
              <a:ln w="6350" cmpd="sng">
                <a:solidFill>
                  <a:srgbClr val="4D4D4D"/>
                </a:solidFill>
                <a:round/>
                <a:headEnd/>
                <a:tailEnd/>
              </a:ln>
            </p:spPr>
            <p:txBody>
              <a:bodyPr/>
              <a:lstStyle/>
              <a:p>
                <a:endParaRPr lang="en-US"/>
              </a:p>
            </p:txBody>
          </p:sp>
          <p:sp>
            <p:nvSpPr>
              <p:cNvPr id="828" name="Freeform 394"/>
              <p:cNvSpPr>
                <a:spLocks/>
              </p:cNvSpPr>
              <p:nvPr/>
            </p:nvSpPr>
            <p:spPr bwMode="gray">
              <a:xfrm>
                <a:off x="6987411" y="4863541"/>
                <a:ext cx="178036" cy="180514"/>
              </a:xfrm>
              <a:custGeom>
                <a:avLst/>
                <a:gdLst/>
                <a:ahLst/>
                <a:cxnLst>
                  <a:cxn ang="0">
                    <a:pos x="56" y="57"/>
                  </a:cxn>
                  <a:cxn ang="0">
                    <a:pos x="56" y="57"/>
                  </a:cxn>
                  <a:cxn ang="0">
                    <a:pos x="56" y="12"/>
                  </a:cxn>
                  <a:cxn ang="0">
                    <a:pos x="2" y="0"/>
                  </a:cxn>
                  <a:cxn ang="0">
                    <a:pos x="0" y="51"/>
                  </a:cxn>
                  <a:cxn ang="0">
                    <a:pos x="9" y="54"/>
                  </a:cxn>
                  <a:cxn ang="0">
                    <a:pos x="21" y="57"/>
                  </a:cxn>
                  <a:cxn ang="0">
                    <a:pos x="29" y="58"/>
                  </a:cxn>
                  <a:cxn ang="0">
                    <a:pos x="38" y="58"/>
                  </a:cxn>
                  <a:cxn ang="0">
                    <a:pos x="46" y="58"/>
                  </a:cxn>
                  <a:cxn ang="0">
                    <a:pos x="56" y="57"/>
                  </a:cxn>
                </a:cxnLst>
                <a:rect l="0" t="0" r="r" b="b"/>
                <a:pathLst>
                  <a:path w="56" h="58">
                    <a:moveTo>
                      <a:pt x="56" y="57"/>
                    </a:moveTo>
                    <a:lnTo>
                      <a:pt x="56" y="57"/>
                    </a:lnTo>
                    <a:lnTo>
                      <a:pt x="56" y="12"/>
                    </a:lnTo>
                    <a:lnTo>
                      <a:pt x="2" y="0"/>
                    </a:lnTo>
                    <a:lnTo>
                      <a:pt x="0" y="51"/>
                    </a:lnTo>
                    <a:lnTo>
                      <a:pt x="9" y="54"/>
                    </a:lnTo>
                    <a:lnTo>
                      <a:pt x="21" y="57"/>
                    </a:lnTo>
                    <a:lnTo>
                      <a:pt x="29" y="58"/>
                    </a:lnTo>
                    <a:lnTo>
                      <a:pt x="38" y="58"/>
                    </a:lnTo>
                    <a:lnTo>
                      <a:pt x="46" y="58"/>
                    </a:lnTo>
                    <a:lnTo>
                      <a:pt x="56" y="57"/>
                    </a:lnTo>
                    <a:close/>
                  </a:path>
                </a:pathLst>
              </a:custGeom>
              <a:solidFill>
                <a:srgbClr val="666666"/>
              </a:solidFill>
              <a:ln w="6350" cmpd="sng">
                <a:solidFill>
                  <a:srgbClr val="4D4D4D"/>
                </a:solidFill>
                <a:round/>
                <a:headEnd/>
                <a:tailEnd/>
              </a:ln>
            </p:spPr>
            <p:txBody>
              <a:bodyPr/>
              <a:lstStyle/>
              <a:p>
                <a:endParaRPr lang="en-US"/>
              </a:p>
            </p:txBody>
          </p:sp>
          <p:sp>
            <p:nvSpPr>
              <p:cNvPr id="829" name="Freeform 395"/>
              <p:cNvSpPr>
                <a:spLocks/>
              </p:cNvSpPr>
              <p:nvPr/>
            </p:nvSpPr>
            <p:spPr bwMode="gray">
              <a:xfrm>
                <a:off x="6327100" y="3582115"/>
                <a:ext cx="1325128" cy="1094226"/>
              </a:xfrm>
              <a:custGeom>
                <a:avLst/>
                <a:gdLst/>
                <a:ahLst/>
                <a:cxnLst>
                  <a:cxn ang="0">
                    <a:pos x="54" y="3"/>
                  </a:cxn>
                  <a:cxn ang="0">
                    <a:pos x="0" y="309"/>
                  </a:cxn>
                  <a:cxn ang="0">
                    <a:pos x="369" y="350"/>
                  </a:cxn>
                  <a:cxn ang="0">
                    <a:pos x="419" y="0"/>
                  </a:cxn>
                  <a:cxn ang="0">
                    <a:pos x="54" y="3"/>
                  </a:cxn>
                </a:cxnLst>
                <a:rect l="0" t="0" r="r" b="b"/>
                <a:pathLst>
                  <a:path w="419" h="350">
                    <a:moveTo>
                      <a:pt x="54" y="3"/>
                    </a:moveTo>
                    <a:lnTo>
                      <a:pt x="0" y="309"/>
                    </a:lnTo>
                    <a:lnTo>
                      <a:pt x="369" y="350"/>
                    </a:lnTo>
                    <a:lnTo>
                      <a:pt x="419" y="0"/>
                    </a:lnTo>
                    <a:lnTo>
                      <a:pt x="54" y="3"/>
                    </a:lnTo>
                    <a:close/>
                  </a:path>
                </a:pathLst>
              </a:custGeom>
              <a:solidFill>
                <a:srgbClr val="BFBFBF"/>
              </a:solidFill>
              <a:ln w="6350" cmpd="sng">
                <a:solidFill>
                  <a:srgbClr val="4D4D4D"/>
                </a:solidFill>
                <a:round/>
                <a:headEnd/>
                <a:tailEnd/>
              </a:ln>
            </p:spPr>
            <p:txBody>
              <a:bodyPr/>
              <a:lstStyle/>
              <a:p>
                <a:endParaRPr lang="en-US"/>
              </a:p>
            </p:txBody>
          </p:sp>
          <p:sp>
            <p:nvSpPr>
              <p:cNvPr id="830" name="Freeform 396"/>
              <p:cNvSpPr>
                <a:spLocks/>
              </p:cNvSpPr>
              <p:nvPr/>
            </p:nvSpPr>
            <p:spPr bwMode="gray">
              <a:xfrm>
                <a:off x="6327100" y="4531484"/>
                <a:ext cx="1167374" cy="144857"/>
              </a:xfrm>
              <a:custGeom>
                <a:avLst/>
                <a:gdLst/>
                <a:ahLst/>
                <a:cxnLst>
                  <a:cxn ang="0">
                    <a:pos x="0" y="5"/>
                  </a:cxn>
                  <a:cxn ang="0">
                    <a:pos x="369" y="46"/>
                  </a:cxn>
                  <a:cxn ang="0">
                    <a:pos x="363" y="40"/>
                  </a:cxn>
                  <a:cxn ang="0">
                    <a:pos x="10" y="0"/>
                  </a:cxn>
                  <a:cxn ang="0">
                    <a:pos x="0" y="5"/>
                  </a:cxn>
                </a:cxnLst>
                <a:rect l="0" t="0" r="r" b="b"/>
                <a:pathLst>
                  <a:path w="369" h="46">
                    <a:moveTo>
                      <a:pt x="0" y="5"/>
                    </a:moveTo>
                    <a:lnTo>
                      <a:pt x="369" y="46"/>
                    </a:lnTo>
                    <a:lnTo>
                      <a:pt x="363" y="40"/>
                    </a:lnTo>
                    <a:lnTo>
                      <a:pt x="10" y="0"/>
                    </a:lnTo>
                    <a:lnTo>
                      <a:pt x="0" y="5"/>
                    </a:lnTo>
                    <a:close/>
                  </a:path>
                </a:pathLst>
              </a:custGeom>
              <a:solidFill>
                <a:srgbClr val="8C8C8C"/>
              </a:solidFill>
              <a:ln w="3175" cmpd="sng">
                <a:solidFill>
                  <a:srgbClr val="4D4D4D"/>
                </a:solidFill>
                <a:round/>
                <a:headEnd/>
                <a:tailEnd/>
              </a:ln>
            </p:spPr>
            <p:txBody>
              <a:bodyPr/>
              <a:lstStyle/>
              <a:p>
                <a:endParaRPr lang="en-US"/>
              </a:p>
            </p:txBody>
          </p:sp>
          <p:sp>
            <p:nvSpPr>
              <p:cNvPr id="831" name="Freeform 397"/>
              <p:cNvSpPr>
                <a:spLocks/>
              </p:cNvSpPr>
              <p:nvPr/>
            </p:nvSpPr>
            <p:spPr bwMode="gray">
              <a:xfrm>
                <a:off x="6358651" y="3597715"/>
                <a:ext cx="1273294" cy="1060798"/>
              </a:xfrm>
              <a:custGeom>
                <a:avLst/>
                <a:gdLst/>
                <a:ahLst/>
                <a:cxnLst>
                  <a:cxn ang="0">
                    <a:pos x="51" y="3"/>
                  </a:cxn>
                  <a:cxn ang="0">
                    <a:pos x="0" y="299"/>
                  </a:cxn>
                  <a:cxn ang="0">
                    <a:pos x="353" y="339"/>
                  </a:cxn>
                  <a:cxn ang="0">
                    <a:pos x="402" y="0"/>
                  </a:cxn>
                  <a:cxn ang="0">
                    <a:pos x="51" y="3"/>
                  </a:cxn>
                </a:cxnLst>
                <a:rect l="0" t="0" r="r" b="b"/>
                <a:pathLst>
                  <a:path w="402" h="339">
                    <a:moveTo>
                      <a:pt x="51" y="3"/>
                    </a:moveTo>
                    <a:lnTo>
                      <a:pt x="0" y="299"/>
                    </a:lnTo>
                    <a:lnTo>
                      <a:pt x="353" y="339"/>
                    </a:lnTo>
                    <a:lnTo>
                      <a:pt x="402" y="0"/>
                    </a:lnTo>
                    <a:lnTo>
                      <a:pt x="51" y="3"/>
                    </a:lnTo>
                    <a:close/>
                  </a:path>
                </a:pathLst>
              </a:custGeom>
              <a:gradFill rotWithShape="1">
                <a:gsLst>
                  <a:gs pos="0">
                    <a:srgbClr val="CCECFF"/>
                  </a:gs>
                  <a:gs pos="100000">
                    <a:srgbClr val="6699FF"/>
                  </a:gs>
                </a:gsLst>
                <a:lin ang="18900000" scaled="1"/>
              </a:gradFill>
              <a:ln w="3175" cmpd="sng">
                <a:solidFill>
                  <a:srgbClr val="4D4D4D"/>
                </a:solidFill>
                <a:round/>
                <a:headEnd/>
                <a:tailEnd/>
              </a:ln>
            </p:spPr>
            <p:txBody>
              <a:bodyPr/>
              <a:lstStyle/>
              <a:p>
                <a:endParaRPr lang="en-US"/>
              </a:p>
            </p:txBody>
          </p:sp>
          <p:sp>
            <p:nvSpPr>
              <p:cNvPr id="832" name="Freeform 398"/>
              <p:cNvSpPr>
                <a:spLocks/>
              </p:cNvSpPr>
              <p:nvPr/>
            </p:nvSpPr>
            <p:spPr bwMode="gray">
              <a:xfrm>
                <a:off x="6498375" y="3582115"/>
                <a:ext cx="1153853" cy="24514"/>
              </a:xfrm>
              <a:custGeom>
                <a:avLst/>
                <a:gdLst/>
                <a:ahLst/>
                <a:cxnLst>
                  <a:cxn ang="0">
                    <a:pos x="365" y="0"/>
                  </a:cxn>
                  <a:cxn ang="0">
                    <a:pos x="0" y="3"/>
                  </a:cxn>
                  <a:cxn ang="0">
                    <a:pos x="7" y="8"/>
                  </a:cxn>
                  <a:cxn ang="0">
                    <a:pos x="357" y="6"/>
                  </a:cxn>
                  <a:cxn ang="0">
                    <a:pos x="365" y="0"/>
                  </a:cxn>
                </a:cxnLst>
                <a:rect l="0" t="0" r="r" b="b"/>
                <a:pathLst>
                  <a:path w="365" h="8">
                    <a:moveTo>
                      <a:pt x="365" y="0"/>
                    </a:moveTo>
                    <a:lnTo>
                      <a:pt x="0" y="3"/>
                    </a:lnTo>
                    <a:lnTo>
                      <a:pt x="7" y="8"/>
                    </a:lnTo>
                    <a:lnTo>
                      <a:pt x="357" y="6"/>
                    </a:lnTo>
                    <a:lnTo>
                      <a:pt x="365" y="0"/>
                    </a:lnTo>
                    <a:close/>
                  </a:path>
                </a:pathLst>
              </a:custGeom>
              <a:solidFill>
                <a:srgbClr val="8C8C8C"/>
              </a:solidFill>
              <a:ln w="3175" cmpd="sng">
                <a:solidFill>
                  <a:srgbClr val="4D4D4D"/>
                </a:solidFill>
                <a:round/>
                <a:headEnd/>
                <a:tailEnd/>
              </a:ln>
            </p:spPr>
            <p:txBody>
              <a:bodyPr/>
              <a:lstStyle/>
              <a:p>
                <a:endParaRPr lang="en-US"/>
              </a:p>
            </p:txBody>
          </p:sp>
          <p:sp>
            <p:nvSpPr>
              <p:cNvPr id="833" name="Freeform 399"/>
              <p:cNvSpPr>
                <a:spLocks/>
              </p:cNvSpPr>
              <p:nvPr/>
            </p:nvSpPr>
            <p:spPr bwMode="gray">
              <a:xfrm>
                <a:off x="6263999" y="3519715"/>
                <a:ext cx="1464852" cy="1343826"/>
              </a:xfrm>
              <a:custGeom>
                <a:avLst/>
                <a:gdLst/>
                <a:ahLst/>
                <a:cxnLst>
                  <a:cxn ang="0">
                    <a:pos x="463" y="2"/>
                  </a:cxn>
                  <a:cxn ang="0">
                    <a:pos x="452" y="0"/>
                  </a:cxn>
                  <a:cxn ang="0">
                    <a:pos x="395" y="421"/>
                  </a:cxn>
                  <a:cxn ang="0">
                    <a:pos x="1" y="369"/>
                  </a:cxn>
                  <a:cxn ang="0">
                    <a:pos x="0" y="376"/>
                  </a:cxn>
                  <a:cxn ang="0">
                    <a:pos x="404" y="430"/>
                  </a:cxn>
                  <a:cxn ang="0">
                    <a:pos x="405" y="430"/>
                  </a:cxn>
                  <a:cxn ang="0">
                    <a:pos x="463" y="2"/>
                  </a:cxn>
                </a:cxnLst>
                <a:rect l="0" t="0" r="r" b="b"/>
                <a:pathLst>
                  <a:path w="463" h="430">
                    <a:moveTo>
                      <a:pt x="463" y="2"/>
                    </a:moveTo>
                    <a:lnTo>
                      <a:pt x="452" y="0"/>
                    </a:lnTo>
                    <a:lnTo>
                      <a:pt x="395" y="421"/>
                    </a:lnTo>
                    <a:lnTo>
                      <a:pt x="1" y="369"/>
                    </a:lnTo>
                    <a:lnTo>
                      <a:pt x="0" y="376"/>
                    </a:lnTo>
                    <a:lnTo>
                      <a:pt x="404" y="430"/>
                    </a:lnTo>
                    <a:lnTo>
                      <a:pt x="405" y="430"/>
                    </a:lnTo>
                    <a:lnTo>
                      <a:pt x="463" y="2"/>
                    </a:lnTo>
                    <a:close/>
                  </a:path>
                </a:pathLst>
              </a:custGeom>
              <a:solidFill>
                <a:srgbClr val="777777"/>
              </a:solidFill>
              <a:ln w="6350" cmpd="sng">
                <a:solidFill>
                  <a:srgbClr val="4D4D4D"/>
                </a:solidFill>
                <a:round/>
                <a:headEnd/>
                <a:tailEnd/>
              </a:ln>
            </p:spPr>
            <p:txBody>
              <a:bodyPr/>
              <a:lstStyle/>
              <a:p>
                <a:endParaRPr lang="en-US"/>
              </a:p>
            </p:txBody>
          </p:sp>
          <p:sp>
            <p:nvSpPr>
              <p:cNvPr id="834" name="Freeform 400"/>
              <p:cNvSpPr>
                <a:spLocks/>
              </p:cNvSpPr>
              <p:nvPr/>
            </p:nvSpPr>
            <p:spPr bwMode="gray">
              <a:xfrm>
                <a:off x="7523772" y="4725369"/>
                <a:ext cx="36058" cy="20057"/>
              </a:xfrm>
              <a:custGeom>
                <a:avLst/>
                <a:gdLst/>
                <a:ahLst/>
                <a:cxnLst>
                  <a:cxn ang="0">
                    <a:pos x="11" y="6"/>
                  </a:cxn>
                  <a:cxn ang="0">
                    <a:pos x="11" y="6"/>
                  </a:cxn>
                  <a:cxn ang="0">
                    <a:pos x="12" y="0"/>
                  </a:cxn>
                  <a:cxn ang="0">
                    <a:pos x="2" y="0"/>
                  </a:cxn>
                  <a:cxn ang="0">
                    <a:pos x="0" y="6"/>
                  </a:cxn>
                  <a:cxn ang="0">
                    <a:pos x="11" y="6"/>
                  </a:cxn>
                </a:cxnLst>
                <a:rect l="0" t="0" r="r" b="b"/>
                <a:pathLst>
                  <a:path w="12" h="6">
                    <a:moveTo>
                      <a:pt x="11" y="6"/>
                    </a:moveTo>
                    <a:lnTo>
                      <a:pt x="11" y="6"/>
                    </a:lnTo>
                    <a:lnTo>
                      <a:pt x="12" y="0"/>
                    </a:lnTo>
                    <a:lnTo>
                      <a:pt x="2" y="0"/>
                    </a:lnTo>
                    <a:lnTo>
                      <a:pt x="0" y="6"/>
                    </a:lnTo>
                    <a:lnTo>
                      <a:pt x="11" y="6"/>
                    </a:lnTo>
                    <a:close/>
                  </a:path>
                </a:pathLst>
              </a:custGeom>
              <a:solidFill>
                <a:srgbClr val="B3B3B3"/>
              </a:solidFill>
              <a:ln w="3175" cmpd="sng">
                <a:solidFill>
                  <a:srgbClr val="4D4D4D"/>
                </a:solidFill>
                <a:round/>
                <a:headEnd/>
                <a:tailEnd/>
              </a:ln>
            </p:spPr>
            <p:txBody>
              <a:bodyPr/>
              <a:lstStyle/>
              <a:p>
                <a:endParaRPr lang="en-US"/>
              </a:p>
            </p:txBody>
          </p:sp>
          <p:sp>
            <p:nvSpPr>
              <p:cNvPr id="835" name="Freeform 401"/>
              <p:cNvSpPr>
                <a:spLocks/>
              </p:cNvSpPr>
              <p:nvPr/>
            </p:nvSpPr>
            <p:spPr bwMode="gray">
              <a:xfrm>
                <a:off x="7350243" y="4754341"/>
                <a:ext cx="33804" cy="40114"/>
              </a:xfrm>
              <a:custGeom>
                <a:avLst/>
                <a:gdLst/>
                <a:ahLst/>
                <a:cxnLst>
                  <a:cxn ang="0">
                    <a:pos x="11" y="6"/>
                  </a:cxn>
                  <a:cxn ang="0">
                    <a:pos x="11" y="6"/>
                  </a:cxn>
                  <a:cxn ang="0">
                    <a:pos x="10" y="8"/>
                  </a:cxn>
                  <a:cxn ang="0">
                    <a:pos x="9" y="10"/>
                  </a:cxn>
                  <a:cxn ang="0">
                    <a:pos x="7" y="11"/>
                  </a:cxn>
                  <a:cxn ang="0">
                    <a:pos x="5" y="13"/>
                  </a:cxn>
                  <a:cxn ang="0">
                    <a:pos x="3" y="11"/>
                  </a:cxn>
                  <a:cxn ang="0">
                    <a:pos x="1" y="10"/>
                  </a:cxn>
                  <a:cxn ang="0">
                    <a:pos x="0" y="8"/>
                  </a:cxn>
                  <a:cxn ang="0">
                    <a:pos x="0" y="6"/>
                  </a:cxn>
                  <a:cxn ang="0">
                    <a:pos x="0" y="4"/>
                  </a:cxn>
                  <a:cxn ang="0">
                    <a:pos x="1" y="2"/>
                  </a:cxn>
                  <a:cxn ang="0">
                    <a:pos x="3" y="1"/>
                  </a:cxn>
                  <a:cxn ang="0">
                    <a:pos x="5" y="0"/>
                  </a:cxn>
                  <a:cxn ang="0">
                    <a:pos x="7" y="1"/>
                  </a:cxn>
                  <a:cxn ang="0">
                    <a:pos x="9" y="2"/>
                  </a:cxn>
                  <a:cxn ang="0">
                    <a:pos x="10" y="4"/>
                  </a:cxn>
                  <a:cxn ang="0">
                    <a:pos x="11" y="6"/>
                  </a:cxn>
                </a:cxnLst>
                <a:rect l="0" t="0" r="r" b="b"/>
                <a:pathLst>
                  <a:path w="11" h="13">
                    <a:moveTo>
                      <a:pt x="11" y="6"/>
                    </a:moveTo>
                    <a:lnTo>
                      <a:pt x="11" y="6"/>
                    </a:lnTo>
                    <a:lnTo>
                      <a:pt x="10" y="8"/>
                    </a:lnTo>
                    <a:lnTo>
                      <a:pt x="9" y="10"/>
                    </a:lnTo>
                    <a:lnTo>
                      <a:pt x="7" y="11"/>
                    </a:lnTo>
                    <a:lnTo>
                      <a:pt x="5" y="13"/>
                    </a:lnTo>
                    <a:lnTo>
                      <a:pt x="3" y="11"/>
                    </a:lnTo>
                    <a:lnTo>
                      <a:pt x="1" y="10"/>
                    </a:lnTo>
                    <a:lnTo>
                      <a:pt x="0" y="8"/>
                    </a:lnTo>
                    <a:lnTo>
                      <a:pt x="0" y="6"/>
                    </a:lnTo>
                    <a:lnTo>
                      <a:pt x="0" y="4"/>
                    </a:lnTo>
                    <a:lnTo>
                      <a:pt x="1" y="2"/>
                    </a:lnTo>
                    <a:lnTo>
                      <a:pt x="3" y="1"/>
                    </a:lnTo>
                    <a:lnTo>
                      <a:pt x="5" y="0"/>
                    </a:lnTo>
                    <a:lnTo>
                      <a:pt x="7" y="1"/>
                    </a:lnTo>
                    <a:lnTo>
                      <a:pt x="9" y="2"/>
                    </a:lnTo>
                    <a:lnTo>
                      <a:pt x="10" y="4"/>
                    </a:lnTo>
                    <a:lnTo>
                      <a:pt x="11" y="6"/>
                    </a:lnTo>
                    <a:close/>
                  </a:path>
                </a:pathLst>
              </a:custGeom>
              <a:solidFill>
                <a:srgbClr val="33A02C"/>
              </a:solidFill>
              <a:ln w="3175" cmpd="sng">
                <a:solidFill>
                  <a:srgbClr val="4D4D4D"/>
                </a:solidFill>
                <a:round/>
                <a:headEnd/>
                <a:tailEnd/>
              </a:ln>
            </p:spPr>
            <p:txBody>
              <a:bodyPr/>
              <a:lstStyle/>
              <a:p>
                <a:endParaRPr lang="en-US"/>
              </a:p>
            </p:txBody>
          </p:sp>
          <p:sp>
            <p:nvSpPr>
              <p:cNvPr id="836" name="Freeform 402"/>
              <p:cNvSpPr>
                <a:spLocks/>
              </p:cNvSpPr>
              <p:nvPr/>
            </p:nvSpPr>
            <p:spPr bwMode="gray">
              <a:xfrm>
                <a:off x="7417852" y="4754341"/>
                <a:ext cx="49580" cy="49028"/>
              </a:xfrm>
              <a:custGeom>
                <a:avLst/>
                <a:gdLst/>
                <a:ahLst/>
                <a:cxnLst>
                  <a:cxn ang="0">
                    <a:pos x="16" y="7"/>
                  </a:cxn>
                  <a:cxn ang="0">
                    <a:pos x="16" y="7"/>
                  </a:cxn>
                  <a:cxn ang="0">
                    <a:pos x="14" y="10"/>
                  </a:cxn>
                  <a:cxn ang="0">
                    <a:pos x="14" y="13"/>
                  </a:cxn>
                  <a:cxn ang="0">
                    <a:pos x="11" y="15"/>
                  </a:cxn>
                  <a:cxn ang="0">
                    <a:pos x="7" y="16"/>
                  </a:cxn>
                  <a:cxn ang="0">
                    <a:pos x="4" y="15"/>
                  </a:cxn>
                  <a:cxn ang="0">
                    <a:pos x="2" y="13"/>
                  </a:cxn>
                  <a:cxn ang="0">
                    <a:pos x="0" y="10"/>
                  </a:cxn>
                  <a:cxn ang="0">
                    <a:pos x="0" y="7"/>
                  </a:cxn>
                  <a:cxn ang="0">
                    <a:pos x="0" y="4"/>
                  </a:cxn>
                  <a:cxn ang="0">
                    <a:pos x="2" y="2"/>
                  </a:cxn>
                  <a:cxn ang="0">
                    <a:pos x="4" y="0"/>
                  </a:cxn>
                  <a:cxn ang="0">
                    <a:pos x="7" y="0"/>
                  </a:cxn>
                  <a:cxn ang="0">
                    <a:pos x="11" y="0"/>
                  </a:cxn>
                  <a:cxn ang="0">
                    <a:pos x="14" y="2"/>
                  </a:cxn>
                  <a:cxn ang="0">
                    <a:pos x="14" y="4"/>
                  </a:cxn>
                  <a:cxn ang="0">
                    <a:pos x="16" y="7"/>
                  </a:cxn>
                </a:cxnLst>
                <a:rect l="0" t="0" r="r" b="b"/>
                <a:pathLst>
                  <a:path w="16" h="16">
                    <a:moveTo>
                      <a:pt x="16" y="7"/>
                    </a:moveTo>
                    <a:lnTo>
                      <a:pt x="16" y="7"/>
                    </a:lnTo>
                    <a:lnTo>
                      <a:pt x="14" y="10"/>
                    </a:lnTo>
                    <a:lnTo>
                      <a:pt x="14" y="13"/>
                    </a:lnTo>
                    <a:lnTo>
                      <a:pt x="11" y="15"/>
                    </a:lnTo>
                    <a:lnTo>
                      <a:pt x="7" y="16"/>
                    </a:lnTo>
                    <a:lnTo>
                      <a:pt x="4" y="15"/>
                    </a:lnTo>
                    <a:lnTo>
                      <a:pt x="2" y="13"/>
                    </a:lnTo>
                    <a:lnTo>
                      <a:pt x="0" y="10"/>
                    </a:lnTo>
                    <a:lnTo>
                      <a:pt x="0" y="7"/>
                    </a:lnTo>
                    <a:lnTo>
                      <a:pt x="0" y="4"/>
                    </a:lnTo>
                    <a:lnTo>
                      <a:pt x="2" y="2"/>
                    </a:lnTo>
                    <a:lnTo>
                      <a:pt x="4" y="0"/>
                    </a:lnTo>
                    <a:lnTo>
                      <a:pt x="7" y="0"/>
                    </a:lnTo>
                    <a:lnTo>
                      <a:pt x="11" y="0"/>
                    </a:lnTo>
                    <a:lnTo>
                      <a:pt x="14" y="2"/>
                    </a:lnTo>
                    <a:lnTo>
                      <a:pt x="14" y="4"/>
                    </a:lnTo>
                    <a:lnTo>
                      <a:pt x="16" y="7"/>
                    </a:lnTo>
                    <a:close/>
                  </a:path>
                </a:pathLst>
              </a:custGeom>
              <a:solidFill>
                <a:srgbClr val="FF0000"/>
              </a:solidFill>
              <a:ln w="3175" cmpd="sng">
                <a:solidFill>
                  <a:srgbClr val="4D4D4D"/>
                </a:solidFill>
                <a:round/>
                <a:headEnd/>
                <a:tailEnd/>
              </a:ln>
            </p:spPr>
            <p:txBody>
              <a:bodyPr/>
              <a:lstStyle/>
              <a:p>
                <a:endParaRPr lang="en-US"/>
              </a:p>
            </p:txBody>
          </p:sp>
          <p:sp>
            <p:nvSpPr>
              <p:cNvPr id="837" name="Freeform 403"/>
              <p:cNvSpPr>
                <a:spLocks/>
              </p:cNvSpPr>
              <p:nvPr/>
            </p:nvSpPr>
            <p:spPr bwMode="gray">
              <a:xfrm>
                <a:off x="7438134" y="4765484"/>
                <a:ext cx="15775" cy="13371"/>
              </a:xfrm>
              <a:custGeom>
                <a:avLst/>
                <a:gdLst/>
                <a:ahLst/>
                <a:cxnLst>
                  <a:cxn ang="0">
                    <a:pos x="5" y="2"/>
                  </a:cxn>
                  <a:cxn ang="0">
                    <a:pos x="5" y="2"/>
                  </a:cxn>
                  <a:cxn ang="0">
                    <a:pos x="5" y="4"/>
                  </a:cxn>
                  <a:cxn ang="0">
                    <a:pos x="2" y="4"/>
                  </a:cxn>
                  <a:cxn ang="0">
                    <a:pos x="0" y="4"/>
                  </a:cxn>
                  <a:cxn ang="0">
                    <a:pos x="0" y="2"/>
                  </a:cxn>
                  <a:cxn ang="0">
                    <a:pos x="0" y="1"/>
                  </a:cxn>
                  <a:cxn ang="0">
                    <a:pos x="2" y="0"/>
                  </a:cxn>
                  <a:cxn ang="0">
                    <a:pos x="5" y="1"/>
                  </a:cxn>
                  <a:cxn ang="0">
                    <a:pos x="5" y="2"/>
                  </a:cxn>
                </a:cxnLst>
                <a:rect l="0" t="0" r="r" b="b"/>
                <a:pathLst>
                  <a:path w="5" h="4">
                    <a:moveTo>
                      <a:pt x="5" y="2"/>
                    </a:moveTo>
                    <a:lnTo>
                      <a:pt x="5" y="2"/>
                    </a:lnTo>
                    <a:lnTo>
                      <a:pt x="5" y="4"/>
                    </a:lnTo>
                    <a:lnTo>
                      <a:pt x="2" y="4"/>
                    </a:lnTo>
                    <a:lnTo>
                      <a:pt x="0" y="4"/>
                    </a:lnTo>
                    <a:lnTo>
                      <a:pt x="0" y="2"/>
                    </a:lnTo>
                    <a:lnTo>
                      <a:pt x="0" y="1"/>
                    </a:lnTo>
                    <a:lnTo>
                      <a:pt x="2" y="0"/>
                    </a:lnTo>
                    <a:lnTo>
                      <a:pt x="5" y="1"/>
                    </a:lnTo>
                    <a:lnTo>
                      <a:pt x="5" y="2"/>
                    </a:lnTo>
                    <a:close/>
                  </a:path>
                </a:pathLst>
              </a:custGeom>
              <a:solidFill>
                <a:srgbClr val="FB7655"/>
              </a:solidFill>
              <a:ln w="3175" cmpd="sng">
                <a:solidFill>
                  <a:srgbClr val="4D4D4D"/>
                </a:solidFill>
                <a:round/>
                <a:headEnd/>
                <a:tailEnd/>
              </a:ln>
            </p:spPr>
            <p:txBody>
              <a:bodyPr/>
              <a:lstStyle/>
              <a:p>
                <a:endParaRPr lang="en-US"/>
              </a:p>
            </p:txBody>
          </p:sp>
        </p:grpSp>
        <p:grpSp>
          <p:nvGrpSpPr>
            <p:cNvPr id="54" name="Group 1684"/>
            <p:cNvGrpSpPr/>
            <p:nvPr/>
          </p:nvGrpSpPr>
          <p:grpSpPr bwMode="gray">
            <a:xfrm>
              <a:off x="5729527" y="5251803"/>
              <a:ext cx="1576200" cy="465189"/>
              <a:chOff x="5729527" y="5251803"/>
              <a:chExt cx="1576200" cy="465189"/>
            </a:xfrm>
          </p:grpSpPr>
          <p:sp>
            <p:nvSpPr>
              <p:cNvPr id="55" name="Freeform 1541"/>
              <p:cNvSpPr>
                <a:spLocks/>
              </p:cNvSpPr>
              <p:nvPr/>
            </p:nvSpPr>
            <p:spPr bwMode="gray">
              <a:xfrm>
                <a:off x="5772422" y="5259181"/>
                <a:ext cx="1533305" cy="320081"/>
              </a:xfrm>
              <a:custGeom>
                <a:avLst/>
                <a:gdLst/>
                <a:ahLst/>
                <a:cxnLst>
                  <a:cxn ang="0">
                    <a:pos x="63" y="13"/>
                  </a:cxn>
                  <a:cxn ang="0">
                    <a:pos x="56" y="26"/>
                  </a:cxn>
                  <a:cxn ang="0">
                    <a:pos x="48" y="40"/>
                  </a:cxn>
                  <a:cxn ang="0">
                    <a:pos x="38" y="53"/>
                  </a:cxn>
                  <a:cxn ang="0">
                    <a:pos x="28" y="65"/>
                  </a:cxn>
                  <a:cxn ang="0">
                    <a:pos x="19" y="77"/>
                  </a:cxn>
                  <a:cxn ang="0">
                    <a:pos x="10" y="89"/>
                  </a:cxn>
                  <a:cxn ang="0">
                    <a:pos x="3" y="99"/>
                  </a:cxn>
                  <a:cxn ang="0">
                    <a:pos x="19" y="107"/>
                  </a:cxn>
                  <a:cxn ang="0">
                    <a:pos x="253" y="118"/>
                  </a:cxn>
                  <a:cxn ang="0">
                    <a:pos x="617" y="130"/>
                  </a:cxn>
                  <a:cxn ang="0">
                    <a:pos x="622" y="106"/>
                  </a:cxn>
                  <a:cxn ang="0">
                    <a:pos x="631" y="74"/>
                  </a:cxn>
                  <a:cxn ang="0">
                    <a:pos x="646" y="43"/>
                  </a:cxn>
                  <a:cxn ang="0">
                    <a:pos x="644" y="28"/>
                  </a:cxn>
                  <a:cxn ang="0">
                    <a:pos x="618" y="24"/>
                  </a:cxn>
                  <a:cxn ang="0">
                    <a:pos x="591" y="20"/>
                  </a:cxn>
                  <a:cxn ang="0">
                    <a:pos x="564" y="16"/>
                  </a:cxn>
                  <a:cxn ang="0">
                    <a:pos x="535" y="13"/>
                  </a:cxn>
                  <a:cxn ang="0">
                    <a:pos x="505" y="10"/>
                  </a:cxn>
                  <a:cxn ang="0">
                    <a:pos x="475" y="8"/>
                  </a:cxn>
                  <a:cxn ang="0">
                    <a:pos x="444" y="6"/>
                  </a:cxn>
                  <a:cxn ang="0">
                    <a:pos x="413" y="3"/>
                  </a:cxn>
                  <a:cxn ang="0">
                    <a:pos x="383" y="2"/>
                  </a:cxn>
                  <a:cxn ang="0">
                    <a:pos x="352" y="1"/>
                  </a:cxn>
                  <a:cxn ang="0">
                    <a:pos x="322" y="1"/>
                  </a:cxn>
                  <a:cxn ang="0">
                    <a:pos x="293" y="0"/>
                  </a:cxn>
                  <a:cxn ang="0">
                    <a:pos x="264" y="0"/>
                  </a:cxn>
                  <a:cxn ang="0">
                    <a:pos x="238" y="1"/>
                  </a:cxn>
                  <a:cxn ang="0">
                    <a:pos x="212" y="1"/>
                  </a:cxn>
                  <a:cxn ang="0">
                    <a:pos x="186" y="2"/>
                  </a:cxn>
                  <a:cxn ang="0">
                    <a:pos x="163" y="3"/>
                  </a:cxn>
                  <a:cxn ang="0">
                    <a:pos x="141" y="3"/>
                  </a:cxn>
                  <a:cxn ang="0">
                    <a:pos x="123" y="2"/>
                  </a:cxn>
                  <a:cxn ang="0">
                    <a:pos x="108" y="2"/>
                  </a:cxn>
                  <a:cxn ang="0">
                    <a:pos x="94" y="2"/>
                  </a:cxn>
                  <a:cxn ang="0">
                    <a:pos x="82" y="3"/>
                  </a:cxn>
                  <a:cxn ang="0">
                    <a:pos x="71" y="5"/>
                  </a:cxn>
                </a:cxnLst>
                <a:rect l="0" t="0" r="r" b="b"/>
                <a:pathLst>
                  <a:path w="648" h="136">
                    <a:moveTo>
                      <a:pt x="65" y="7"/>
                    </a:moveTo>
                    <a:lnTo>
                      <a:pt x="63" y="13"/>
                    </a:lnTo>
                    <a:lnTo>
                      <a:pt x="59" y="19"/>
                    </a:lnTo>
                    <a:lnTo>
                      <a:pt x="56" y="26"/>
                    </a:lnTo>
                    <a:lnTo>
                      <a:pt x="51" y="32"/>
                    </a:lnTo>
                    <a:lnTo>
                      <a:pt x="48" y="40"/>
                    </a:lnTo>
                    <a:lnTo>
                      <a:pt x="42" y="46"/>
                    </a:lnTo>
                    <a:lnTo>
                      <a:pt x="38" y="53"/>
                    </a:lnTo>
                    <a:lnTo>
                      <a:pt x="33" y="59"/>
                    </a:lnTo>
                    <a:lnTo>
                      <a:pt x="28" y="65"/>
                    </a:lnTo>
                    <a:lnTo>
                      <a:pt x="24" y="71"/>
                    </a:lnTo>
                    <a:lnTo>
                      <a:pt x="19" y="77"/>
                    </a:lnTo>
                    <a:lnTo>
                      <a:pt x="15" y="83"/>
                    </a:lnTo>
                    <a:lnTo>
                      <a:pt x="10" y="89"/>
                    </a:lnTo>
                    <a:lnTo>
                      <a:pt x="6" y="94"/>
                    </a:lnTo>
                    <a:lnTo>
                      <a:pt x="3" y="99"/>
                    </a:lnTo>
                    <a:lnTo>
                      <a:pt x="0" y="107"/>
                    </a:lnTo>
                    <a:lnTo>
                      <a:pt x="19" y="107"/>
                    </a:lnTo>
                    <a:lnTo>
                      <a:pt x="104" y="110"/>
                    </a:lnTo>
                    <a:lnTo>
                      <a:pt x="253" y="118"/>
                    </a:lnTo>
                    <a:lnTo>
                      <a:pt x="615" y="136"/>
                    </a:lnTo>
                    <a:lnTo>
                      <a:pt x="617" y="130"/>
                    </a:lnTo>
                    <a:lnTo>
                      <a:pt x="619" y="119"/>
                    </a:lnTo>
                    <a:lnTo>
                      <a:pt x="622" y="106"/>
                    </a:lnTo>
                    <a:lnTo>
                      <a:pt x="626" y="90"/>
                    </a:lnTo>
                    <a:lnTo>
                      <a:pt x="631" y="74"/>
                    </a:lnTo>
                    <a:lnTo>
                      <a:pt x="638" y="58"/>
                    </a:lnTo>
                    <a:lnTo>
                      <a:pt x="646" y="43"/>
                    </a:lnTo>
                    <a:lnTo>
                      <a:pt x="648" y="29"/>
                    </a:lnTo>
                    <a:lnTo>
                      <a:pt x="644" y="28"/>
                    </a:lnTo>
                    <a:lnTo>
                      <a:pt x="631" y="25"/>
                    </a:lnTo>
                    <a:lnTo>
                      <a:pt x="618" y="24"/>
                    </a:lnTo>
                    <a:lnTo>
                      <a:pt x="605" y="22"/>
                    </a:lnTo>
                    <a:lnTo>
                      <a:pt x="591" y="20"/>
                    </a:lnTo>
                    <a:lnTo>
                      <a:pt x="578" y="18"/>
                    </a:lnTo>
                    <a:lnTo>
                      <a:pt x="564" y="16"/>
                    </a:lnTo>
                    <a:lnTo>
                      <a:pt x="550" y="15"/>
                    </a:lnTo>
                    <a:lnTo>
                      <a:pt x="535" y="13"/>
                    </a:lnTo>
                    <a:lnTo>
                      <a:pt x="520" y="12"/>
                    </a:lnTo>
                    <a:lnTo>
                      <a:pt x="505" y="10"/>
                    </a:lnTo>
                    <a:lnTo>
                      <a:pt x="490" y="9"/>
                    </a:lnTo>
                    <a:lnTo>
                      <a:pt x="475" y="8"/>
                    </a:lnTo>
                    <a:lnTo>
                      <a:pt x="459" y="7"/>
                    </a:lnTo>
                    <a:lnTo>
                      <a:pt x="444" y="6"/>
                    </a:lnTo>
                    <a:lnTo>
                      <a:pt x="429" y="5"/>
                    </a:lnTo>
                    <a:lnTo>
                      <a:pt x="413" y="3"/>
                    </a:lnTo>
                    <a:lnTo>
                      <a:pt x="398" y="2"/>
                    </a:lnTo>
                    <a:lnTo>
                      <a:pt x="383" y="2"/>
                    </a:lnTo>
                    <a:lnTo>
                      <a:pt x="368" y="1"/>
                    </a:lnTo>
                    <a:lnTo>
                      <a:pt x="352" y="1"/>
                    </a:lnTo>
                    <a:lnTo>
                      <a:pt x="337" y="1"/>
                    </a:lnTo>
                    <a:lnTo>
                      <a:pt x="322" y="1"/>
                    </a:lnTo>
                    <a:lnTo>
                      <a:pt x="307" y="0"/>
                    </a:lnTo>
                    <a:lnTo>
                      <a:pt x="293" y="0"/>
                    </a:lnTo>
                    <a:lnTo>
                      <a:pt x="279" y="0"/>
                    </a:lnTo>
                    <a:lnTo>
                      <a:pt x="264" y="0"/>
                    </a:lnTo>
                    <a:lnTo>
                      <a:pt x="251" y="1"/>
                    </a:lnTo>
                    <a:lnTo>
                      <a:pt x="238" y="1"/>
                    </a:lnTo>
                    <a:lnTo>
                      <a:pt x="224" y="1"/>
                    </a:lnTo>
                    <a:lnTo>
                      <a:pt x="212" y="1"/>
                    </a:lnTo>
                    <a:lnTo>
                      <a:pt x="199" y="2"/>
                    </a:lnTo>
                    <a:lnTo>
                      <a:pt x="186" y="2"/>
                    </a:lnTo>
                    <a:lnTo>
                      <a:pt x="174" y="3"/>
                    </a:lnTo>
                    <a:lnTo>
                      <a:pt x="163" y="3"/>
                    </a:lnTo>
                    <a:lnTo>
                      <a:pt x="152" y="3"/>
                    </a:lnTo>
                    <a:lnTo>
                      <a:pt x="141" y="3"/>
                    </a:lnTo>
                    <a:lnTo>
                      <a:pt x="132" y="2"/>
                    </a:lnTo>
                    <a:lnTo>
                      <a:pt x="123" y="2"/>
                    </a:lnTo>
                    <a:lnTo>
                      <a:pt x="115" y="2"/>
                    </a:lnTo>
                    <a:lnTo>
                      <a:pt x="108" y="2"/>
                    </a:lnTo>
                    <a:lnTo>
                      <a:pt x="101" y="2"/>
                    </a:lnTo>
                    <a:lnTo>
                      <a:pt x="94" y="2"/>
                    </a:lnTo>
                    <a:lnTo>
                      <a:pt x="88" y="2"/>
                    </a:lnTo>
                    <a:lnTo>
                      <a:pt x="82" y="3"/>
                    </a:lnTo>
                    <a:lnTo>
                      <a:pt x="76" y="4"/>
                    </a:lnTo>
                    <a:lnTo>
                      <a:pt x="71" y="5"/>
                    </a:lnTo>
                    <a:lnTo>
                      <a:pt x="65" y="7"/>
                    </a:lnTo>
                    <a:close/>
                  </a:path>
                </a:pathLst>
              </a:custGeom>
              <a:gradFill rotWithShape="1">
                <a:gsLst>
                  <a:gs pos="0">
                    <a:srgbClr val="777777"/>
                  </a:gs>
                  <a:gs pos="50000">
                    <a:srgbClr val="777777">
                      <a:gamma/>
                      <a:shade val="46275"/>
                      <a:invGamma/>
                    </a:srgbClr>
                  </a:gs>
                  <a:gs pos="100000">
                    <a:srgbClr val="777777"/>
                  </a:gs>
                </a:gsLst>
                <a:lin ang="18900000" scaled="1"/>
              </a:gradFill>
              <a:ln w="3175" cap="flat" cmpd="sng">
                <a:solidFill>
                  <a:srgbClr val="000000"/>
                </a:solidFill>
                <a:prstDash val="solid"/>
                <a:round/>
                <a:headEnd type="none" w="med" len="med"/>
                <a:tailEnd type="none" w="med" len="med"/>
              </a:ln>
              <a:effectLst/>
            </p:spPr>
            <p:txBody>
              <a:bodyPr/>
              <a:lstStyle/>
              <a:p>
                <a:endParaRPr lang="en-US"/>
              </a:p>
            </p:txBody>
          </p:sp>
          <p:sp>
            <p:nvSpPr>
              <p:cNvPr id="56" name="Freeform 1542"/>
              <p:cNvSpPr>
                <a:spLocks/>
              </p:cNvSpPr>
              <p:nvPr/>
            </p:nvSpPr>
            <p:spPr bwMode="gray">
              <a:xfrm>
                <a:off x="5734449" y="5501965"/>
                <a:ext cx="1498146" cy="215027"/>
              </a:xfrm>
              <a:custGeom>
                <a:avLst/>
                <a:gdLst/>
                <a:ahLst/>
                <a:cxnLst>
                  <a:cxn ang="0">
                    <a:pos x="3" y="10"/>
                  </a:cxn>
                  <a:cxn ang="0">
                    <a:pos x="0" y="28"/>
                  </a:cxn>
                  <a:cxn ang="0">
                    <a:pos x="8" y="43"/>
                  </a:cxn>
                  <a:cxn ang="0">
                    <a:pos x="22" y="52"/>
                  </a:cxn>
                  <a:cxn ang="0">
                    <a:pos x="38" y="58"/>
                  </a:cxn>
                  <a:cxn ang="0">
                    <a:pos x="57" y="65"/>
                  </a:cxn>
                  <a:cxn ang="0">
                    <a:pos x="79" y="69"/>
                  </a:cxn>
                  <a:cxn ang="0">
                    <a:pos x="102" y="74"/>
                  </a:cxn>
                  <a:cxn ang="0">
                    <a:pos x="126" y="76"/>
                  </a:cxn>
                  <a:cxn ang="0">
                    <a:pos x="151" y="78"/>
                  </a:cxn>
                  <a:cxn ang="0">
                    <a:pos x="176" y="78"/>
                  </a:cxn>
                  <a:cxn ang="0">
                    <a:pos x="201" y="78"/>
                  </a:cxn>
                  <a:cxn ang="0">
                    <a:pos x="226" y="77"/>
                  </a:cxn>
                  <a:cxn ang="0">
                    <a:pos x="249" y="76"/>
                  </a:cxn>
                  <a:cxn ang="0">
                    <a:pos x="272" y="75"/>
                  </a:cxn>
                  <a:cxn ang="0">
                    <a:pos x="293" y="74"/>
                  </a:cxn>
                  <a:cxn ang="0">
                    <a:pos x="312" y="72"/>
                  </a:cxn>
                  <a:cxn ang="0">
                    <a:pos x="329" y="72"/>
                  </a:cxn>
                  <a:cxn ang="0">
                    <a:pos x="343" y="72"/>
                  </a:cxn>
                  <a:cxn ang="0">
                    <a:pos x="354" y="72"/>
                  </a:cxn>
                  <a:cxn ang="0">
                    <a:pos x="369" y="75"/>
                  </a:cxn>
                  <a:cxn ang="0">
                    <a:pos x="389" y="79"/>
                  </a:cxn>
                  <a:cxn ang="0">
                    <a:pos x="408" y="82"/>
                  </a:cxn>
                  <a:cxn ang="0">
                    <a:pos x="428" y="84"/>
                  </a:cxn>
                  <a:cxn ang="0">
                    <a:pos x="447" y="85"/>
                  </a:cxn>
                  <a:cxn ang="0">
                    <a:pos x="464" y="86"/>
                  </a:cxn>
                  <a:cxn ang="0">
                    <a:pos x="481" y="86"/>
                  </a:cxn>
                  <a:cxn ang="0">
                    <a:pos x="498" y="85"/>
                  </a:cxn>
                  <a:cxn ang="0">
                    <a:pos x="514" y="84"/>
                  </a:cxn>
                  <a:cxn ang="0">
                    <a:pos x="528" y="83"/>
                  </a:cxn>
                  <a:cxn ang="0">
                    <a:pos x="542" y="81"/>
                  </a:cxn>
                  <a:cxn ang="0">
                    <a:pos x="554" y="78"/>
                  </a:cxn>
                  <a:cxn ang="0">
                    <a:pos x="565" y="76"/>
                  </a:cxn>
                  <a:cxn ang="0">
                    <a:pos x="575" y="72"/>
                  </a:cxn>
                  <a:cxn ang="0">
                    <a:pos x="583" y="69"/>
                  </a:cxn>
                  <a:cxn ang="0">
                    <a:pos x="590" y="66"/>
                  </a:cxn>
                  <a:cxn ang="0">
                    <a:pos x="602" y="60"/>
                  </a:cxn>
                  <a:cxn ang="0">
                    <a:pos x="615" y="47"/>
                  </a:cxn>
                  <a:cxn ang="0">
                    <a:pos x="624" y="33"/>
                  </a:cxn>
                  <a:cxn ang="0">
                    <a:pos x="628" y="27"/>
                  </a:cxn>
                  <a:cxn ang="0">
                    <a:pos x="10" y="0"/>
                  </a:cxn>
                </a:cxnLst>
                <a:rect l="0" t="0" r="r" b="b"/>
                <a:pathLst>
                  <a:path w="628" h="86">
                    <a:moveTo>
                      <a:pt x="10" y="0"/>
                    </a:moveTo>
                    <a:lnTo>
                      <a:pt x="3" y="10"/>
                    </a:lnTo>
                    <a:lnTo>
                      <a:pt x="0" y="20"/>
                    </a:lnTo>
                    <a:lnTo>
                      <a:pt x="0" y="28"/>
                    </a:lnTo>
                    <a:lnTo>
                      <a:pt x="3" y="36"/>
                    </a:lnTo>
                    <a:lnTo>
                      <a:pt x="8" y="43"/>
                    </a:lnTo>
                    <a:lnTo>
                      <a:pt x="14" y="48"/>
                    </a:lnTo>
                    <a:lnTo>
                      <a:pt x="22" y="52"/>
                    </a:lnTo>
                    <a:lnTo>
                      <a:pt x="29" y="54"/>
                    </a:lnTo>
                    <a:lnTo>
                      <a:pt x="38" y="58"/>
                    </a:lnTo>
                    <a:lnTo>
                      <a:pt x="48" y="61"/>
                    </a:lnTo>
                    <a:lnTo>
                      <a:pt x="57" y="65"/>
                    </a:lnTo>
                    <a:lnTo>
                      <a:pt x="68" y="67"/>
                    </a:lnTo>
                    <a:lnTo>
                      <a:pt x="79" y="69"/>
                    </a:lnTo>
                    <a:lnTo>
                      <a:pt x="90" y="72"/>
                    </a:lnTo>
                    <a:lnTo>
                      <a:pt x="102" y="74"/>
                    </a:lnTo>
                    <a:lnTo>
                      <a:pt x="114" y="75"/>
                    </a:lnTo>
                    <a:lnTo>
                      <a:pt x="126" y="76"/>
                    </a:lnTo>
                    <a:lnTo>
                      <a:pt x="138" y="77"/>
                    </a:lnTo>
                    <a:lnTo>
                      <a:pt x="151" y="78"/>
                    </a:lnTo>
                    <a:lnTo>
                      <a:pt x="163" y="78"/>
                    </a:lnTo>
                    <a:lnTo>
                      <a:pt x="176" y="78"/>
                    </a:lnTo>
                    <a:lnTo>
                      <a:pt x="188" y="78"/>
                    </a:lnTo>
                    <a:lnTo>
                      <a:pt x="201" y="78"/>
                    </a:lnTo>
                    <a:lnTo>
                      <a:pt x="213" y="78"/>
                    </a:lnTo>
                    <a:lnTo>
                      <a:pt x="226" y="77"/>
                    </a:lnTo>
                    <a:lnTo>
                      <a:pt x="237" y="77"/>
                    </a:lnTo>
                    <a:lnTo>
                      <a:pt x="249" y="76"/>
                    </a:lnTo>
                    <a:lnTo>
                      <a:pt x="261" y="75"/>
                    </a:lnTo>
                    <a:lnTo>
                      <a:pt x="272" y="75"/>
                    </a:lnTo>
                    <a:lnTo>
                      <a:pt x="283" y="74"/>
                    </a:lnTo>
                    <a:lnTo>
                      <a:pt x="293" y="74"/>
                    </a:lnTo>
                    <a:lnTo>
                      <a:pt x="302" y="73"/>
                    </a:lnTo>
                    <a:lnTo>
                      <a:pt x="312" y="72"/>
                    </a:lnTo>
                    <a:lnTo>
                      <a:pt x="321" y="72"/>
                    </a:lnTo>
                    <a:lnTo>
                      <a:pt x="329" y="72"/>
                    </a:lnTo>
                    <a:lnTo>
                      <a:pt x="336" y="72"/>
                    </a:lnTo>
                    <a:lnTo>
                      <a:pt x="343" y="72"/>
                    </a:lnTo>
                    <a:lnTo>
                      <a:pt x="349" y="72"/>
                    </a:lnTo>
                    <a:lnTo>
                      <a:pt x="354" y="72"/>
                    </a:lnTo>
                    <a:lnTo>
                      <a:pt x="359" y="74"/>
                    </a:lnTo>
                    <a:lnTo>
                      <a:pt x="369" y="75"/>
                    </a:lnTo>
                    <a:lnTo>
                      <a:pt x="379" y="78"/>
                    </a:lnTo>
                    <a:lnTo>
                      <a:pt x="389" y="79"/>
                    </a:lnTo>
                    <a:lnTo>
                      <a:pt x="399" y="81"/>
                    </a:lnTo>
                    <a:lnTo>
                      <a:pt x="408" y="82"/>
                    </a:lnTo>
                    <a:lnTo>
                      <a:pt x="418" y="83"/>
                    </a:lnTo>
                    <a:lnTo>
                      <a:pt x="428" y="84"/>
                    </a:lnTo>
                    <a:lnTo>
                      <a:pt x="438" y="84"/>
                    </a:lnTo>
                    <a:lnTo>
                      <a:pt x="447" y="85"/>
                    </a:lnTo>
                    <a:lnTo>
                      <a:pt x="456" y="85"/>
                    </a:lnTo>
                    <a:lnTo>
                      <a:pt x="464" y="86"/>
                    </a:lnTo>
                    <a:lnTo>
                      <a:pt x="473" y="86"/>
                    </a:lnTo>
                    <a:lnTo>
                      <a:pt x="481" y="86"/>
                    </a:lnTo>
                    <a:lnTo>
                      <a:pt x="490" y="86"/>
                    </a:lnTo>
                    <a:lnTo>
                      <a:pt x="498" y="85"/>
                    </a:lnTo>
                    <a:lnTo>
                      <a:pt x="506" y="85"/>
                    </a:lnTo>
                    <a:lnTo>
                      <a:pt x="514" y="84"/>
                    </a:lnTo>
                    <a:lnTo>
                      <a:pt x="521" y="84"/>
                    </a:lnTo>
                    <a:lnTo>
                      <a:pt x="528" y="83"/>
                    </a:lnTo>
                    <a:lnTo>
                      <a:pt x="535" y="82"/>
                    </a:lnTo>
                    <a:lnTo>
                      <a:pt x="542" y="81"/>
                    </a:lnTo>
                    <a:lnTo>
                      <a:pt x="548" y="80"/>
                    </a:lnTo>
                    <a:lnTo>
                      <a:pt x="554" y="78"/>
                    </a:lnTo>
                    <a:lnTo>
                      <a:pt x="560" y="78"/>
                    </a:lnTo>
                    <a:lnTo>
                      <a:pt x="565" y="76"/>
                    </a:lnTo>
                    <a:lnTo>
                      <a:pt x="570" y="75"/>
                    </a:lnTo>
                    <a:lnTo>
                      <a:pt x="575" y="72"/>
                    </a:lnTo>
                    <a:lnTo>
                      <a:pt x="579" y="71"/>
                    </a:lnTo>
                    <a:lnTo>
                      <a:pt x="583" y="69"/>
                    </a:lnTo>
                    <a:lnTo>
                      <a:pt x="587" y="68"/>
                    </a:lnTo>
                    <a:lnTo>
                      <a:pt x="590" y="66"/>
                    </a:lnTo>
                    <a:lnTo>
                      <a:pt x="593" y="64"/>
                    </a:lnTo>
                    <a:lnTo>
                      <a:pt x="602" y="60"/>
                    </a:lnTo>
                    <a:lnTo>
                      <a:pt x="609" y="54"/>
                    </a:lnTo>
                    <a:lnTo>
                      <a:pt x="615" y="47"/>
                    </a:lnTo>
                    <a:lnTo>
                      <a:pt x="620" y="40"/>
                    </a:lnTo>
                    <a:lnTo>
                      <a:pt x="624" y="33"/>
                    </a:lnTo>
                    <a:lnTo>
                      <a:pt x="627" y="29"/>
                    </a:lnTo>
                    <a:lnTo>
                      <a:pt x="628" y="27"/>
                    </a:lnTo>
                    <a:lnTo>
                      <a:pt x="628" y="28"/>
                    </a:lnTo>
                    <a:lnTo>
                      <a:pt x="10" y="0"/>
                    </a:lnTo>
                    <a:close/>
                  </a:path>
                </a:pathLst>
              </a:custGeom>
              <a:solidFill>
                <a:srgbClr val="777777"/>
              </a:solidFill>
              <a:ln w="6350" cap="flat" cmpd="sng">
                <a:solidFill>
                  <a:srgbClr val="4D4D4D"/>
                </a:solidFill>
                <a:prstDash val="solid"/>
                <a:round/>
                <a:headEnd type="none" w="med" len="med"/>
                <a:tailEnd type="none" w="med" len="med"/>
              </a:ln>
              <a:effectLst/>
            </p:spPr>
            <p:txBody>
              <a:bodyPr/>
              <a:lstStyle/>
              <a:p>
                <a:endParaRPr lang="en-US"/>
              </a:p>
            </p:txBody>
          </p:sp>
          <p:sp>
            <p:nvSpPr>
              <p:cNvPr id="57" name="Freeform 1543"/>
              <p:cNvSpPr>
                <a:spLocks/>
              </p:cNvSpPr>
              <p:nvPr/>
            </p:nvSpPr>
            <p:spPr bwMode="gray">
              <a:xfrm>
                <a:off x="5729527" y="5497046"/>
                <a:ext cx="1485489" cy="199919"/>
              </a:xfrm>
              <a:custGeom>
                <a:avLst/>
                <a:gdLst/>
                <a:ahLst/>
                <a:cxnLst>
                  <a:cxn ang="0">
                    <a:pos x="3" y="10"/>
                  </a:cxn>
                  <a:cxn ang="0">
                    <a:pos x="0" y="28"/>
                  </a:cxn>
                  <a:cxn ang="0">
                    <a:pos x="8" y="43"/>
                  </a:cxn>
                  <a:cxn ang="0">
                    <a:pos x="22" y="52"/>
                  </a:cxn>
                  <a:cxn ang="0">
                    <a:pos x="38" y="58"/>
                  </a:cxn>
                  <a:cxn ang="0">
                    <a:pos x="57" y="65"/>
                  </a:cxn>
                  <a:cxn ang="0">
                    <a:pos x="79" y="69"/>
                  </a:cxn>
                  <a:cxn ang="0">
                    <a:pos x="102" y="74"/>
                  </a:cxn>
                  <a:cxn ang="0">
                    <a:pos x="126" y="76"/>
                  </a:cxn>
                  <a:cxn ang="0">
                    <a:pos x="151" y="78"/>
                  </a:cxn>
                  <a:cxn ang="0">
                    <a:pos x="176" y="78"/>
                  </a:cxn>
                  <a:cxn ang="0">
                    <a:pos x="201" y="78"/>
                  </a:cxn>
                  <a:cxn ang="0">
                    <a:pos x="226" y="77"/>
                  </a:cxn>
                  <a:cxn ang="0">
                    <a:pos x="249" y="76"/>
                  </a:cxn>
                  <a:cxn ang="0">
                    <a:pos x="272" y="75"/>
                  </a:cxn>
                  <a:cxn ang="0">
                    <a:pos x="293" y="74"/>
                  </a:cxn>
                  <a:cxn ang="0">
                    <a:pos x="312" y="72"/>
                  </a:cxn>
                  <a:cxn ang="0">
                    <a:pos x="329" y="72"/>
                  </a:cxn>
                  <a:cxn ang="0">
                    <a:pos x="343" y="72"/>
                  </a:cxn>
                  <a:cxn ang="0">
                    <a:pos x="354" y="72"/>
                  </a:cxn>
                  <a:cxn ang="0">
                    <a:pos x="369" y="75"/>
                  </a:cxn>
                  <a:cxn ang="0">
                    <a:pos x="389" y="79"/>
                  </a:cxn>
                  <a:cxn ang="0">
                    <a:pos x="408" y="82"/>
                  </a:cxn>
                  <a:cxn ang="0">
                    <a:pos x="428" y="84"/>
                  </a:cxn>
                  <a:cxn ang="0">
                    <a:pos x="447" y="85"/>
                  </a:cxn>
                  <a:cxn ang="0">
                    <a:pos x="464" y="86"/>
                  </a:cxn>
                  <a:cxn ang="0">
                    <a:pos x="481" y="86"/>
                  </a:cxn>
                  <a:cxn ang="0">
                    <a:pos x="498" y="85"/>
                  </a:cxn>
                  <a:cxn ang="0">
                    <a:pos x="514" y="84"/>
                  </a:cxn>
                  <a:cxn ang="0">
                    <a:pos x="528" y="83"/>
                  </a:cxn>
                  <a:cxn ang="0">
                    <a:pos x="542" y="81"/>
                  </a:cxn>
                  <a:cxn ang="0">
                    <a:pos x="554" y="78"/>
                  </a:cxn>
                  <a:cxn ang="0">
                    <a:pos x="565" y="76"/>
                  </a:cxn>
                  <a:cxn ang="0">
                    <a:pos x="575" y="72"/>
                  </a:cxn>
                  <a:cxn ang="0">
                    <a:pos x="583" y="69"/>
                  </a:cxn>
                  <a:cxn ang="0">
                    <a:pos x="590" y="66"/>
                  </a:cxn>
                  <a:cxn ang="0">
                    <a:pos x="602" y="60"/>
                  </a:cxn>
                  <a:cxn ang="0">
                    <a:pos x="615" y="47"/>
                  </a:cxn>
                  <a:cxn ang="0">
                    <a:pos x="624" y="33"/>
                  </a:cxn>
                  <a:cxn ang="0">
                    <a:pos x="628" y="27"/>
                  </a:cxn>
                  <a:cxn ang="0">
                    <a:pos x="10" y="0"/>
                  </a:cxn>
                </a:cxnLst>
                <a:rect l="0" t="0" r="r" b="b"/>
                <a:pathLst>
                  <a:path w="628" h="86">
                    <a:moveTo>
                      <a:pt x="10" y="0"/>
                    </a:moveTo>
                    <a:lnTo>
                      <a:pt x="3" y="10"/>
                    </a:lnTo>
                    <a:lnTo>
                      <a:pt x="0" y="20"/>
                    </a:lnTo>
                    <a:lnTo>
                      <a:pt x="0" y="28"/>
                    </a:lnTo>
                    <a:lnTo>
                      <a:pt x="3" y="36"/>
                    </a:lnTo>
                    <a:lnTo>
                      <a:pt x="8" y="43"/>
                    </a:lnTo>
                    <a:lnTo>
                      <a:pt x="14" y="48"/>
                    </a:lnTo>
                    <a:lnTo>
                      <a:pt x="22" y="52"/>
                    </a:lnTo>
                    <a:lnTo>
                      <a:pt x="29" y="54"/>
                    </a:lnTo>
                    <a:lnTo>
                      <a:pt x="38" y="58"/>
                    </a:lnTo>
                    <a:lnTo>
                      <a:pt x="48" y="61"/>
                    </a:lnTo>
                    <a:lnTo>
                      <a:pt x="57" y="65"/>
                    </a:lnTo>
                    <a:lnTo>
                      <a:pt x="68" y="67"/>
                    </a:lnTo>
                    <a:lnTo>
                      <a:pt x="79" y="69"/>
                    </a:lnTo>
                    <a:lnTo>
                      <a:pt x="90" y="72"/>
                    </a:lnTo>
                    <a:lnTo>
                      <a:pt x="102" y="74"/>
                    </a:lnTo>
                    <a:lnTo>
                      <a:pt x="114" y="75"/>
                    </a:lnTo>
                    <a:lnTo>
                      <a:pt x="126" y="76"/>
                    </a:lnTo>
                    <a:lnTo>
                      <a:pt x="138" y="77"/>
                    </a:lnTo>
                    <a:lnTo>
                      <a:pt x="151" y="78"/>
                    </a:lnTo>
                    <a:lnTo>
                      <a:pt x="163" y="78"/>
                    </a:lnTo>
                    <a:lnTo>
                      <a:pt x="176" y="78"/>
                    </a:lnTo>
                    <a:lnTo>
                      <a:pt x="188" y="78"/>
                    </a:lnTo>
                    <a:lnTo>
                      <a:pt x="201" y="78"/>
                    </a:lnTo>
                    <a:lnTo>
                      <a:pt x="213" y="78"/>
                    </a:lnTo>
                    <a:lnTo>
                      <a:pt x="226" y="77"/>
                    </a:lnTo>
                    <a:lnTo>
                      <a:pt x="237" y="77"/>
                    </a:lnTo>
                    <a:lnTo>
                      <a:pt x="249" y="76"/>
                    </a:lnTo>
                    <a:lnTo>
                      <a:pt x="261" y="75"/>
                    </a:lnTo>
                    <a:lnTo>
                      <a:pt x="272" y="75"/>
                    </a:lnTo>
                    <a:lnTo>
                      <a:pt x="283" y="74"/>
                    </a:lnTo>
                    <a:lnTo>
                      <a:pt x="293" y="74"/>
                    </a:lnTo>
                    <a:lnTo>
                      <a:pt x="302" y="73"/>
                    </a:lnTo>
                    <a:lnTo>
                      <a:pt x="312" y="72"/>
                    </a:lnTo>
                    <a:lnTo>
                      <a:pt x="321" y="72"/>
                    </a:lnTo>
                    <a:lnTo>
                      <a:pt x="329" y="72"/>
                    </a:lnTo>
                    <a:lnTo>
                      <a:pt x="336" y="72"/>
                    </a:lnTo>
                    <a:lnTo>
                      <a:pt x="343" y="72"/>
                    </a:lnTo>
                    <a:lnTo>
                      <a:pt x="349" y="72"/>
                    </a:lnTo>
                    <a:lnTo>
                      <a:pt x="354" y="72"/>
                    </a:lnTo>
                    <a:lnTo>
                      <a:pt x="359" y="74"/>
                    </a:lnTo>
                    <a:lnTo>
                      <a:pt x="369" y="75"/>
                    </a:lnTo>
                    <a:lnTo>
                      <a:pt x="379" y="78"/>
                    </a:lnTo>
                    <a:lnTo>
                      <a:pt x="389" y="79"/>
                    </a:lnTo>
                    <a:lnTo>
                      <a:pt x="399" y="81"/>
                    </a:lnTo>
                    <a:lnTo>
                      <a:pt x="408" y="82"/>
                    </a:lnTo>
                    <a:lnTo>
                      <a:pt x="418" y="83"/>
                    </a:lnTo>
                    <a:lnTo>
                      <a:pt x="428" y="84"/>
                    </a:lnTo>
                    <a:lnTo>
                      <a:pt x="438" y="84"/>
                    </a:lnTo>
                    <a:lnTo>
                      <a:pt x="447" y="85"/>
                    </a:lnTo>
                    <a:lnTo>
                      <a:pt x="456" y="85"/>
                    </a:lnTo>
                    <a:lnTo>
                      <a:pt x="464" y="86"/>
                    </a:lnTo>
                    <a:lnTo>
                      <a:pt x="473" y="86"/>
                    </a:lnTo>
                    <a:lnTo>
                      <a:pt x="481" y="86"/>
                    </a:lnTo>
                    <a:lnTo>
                      <a:pt x="490" y="86"/>
                    </a:lnTo>
                    <a:lnTo>
                      <a:pt x="498" y="85"/>
                    </a:lnTo>
                    <a:lnTo>
                      <a:pt x="506" y="85"/>
                    </a:lnTo>
                    <a:lnTo>
                      <a:pt x="514" y="84"/>
                    </a:lnTo>
                    <a:lnTo>
                      <a:pt x="521" y="84"/>
                    </a:lnTo>
                    <a:lnTo>
                      <a:pt x="528" y="83"/>
                    </a:lnTo>
                    <a:lnTo>
                      <a:pt x="535" y="82"/>
                    </a:lnTo>
                    <a:lnTo>
                      <a:pt x="542" y="81"/>
                    </a:lnTo>
                    <a:lnTo>
                      <a:pt x="548" y="80"/>
                    </a:lnTo>
                    <a:lnTo>
                      <a:pt x="554" y="78"/>
                    </a:lnTo>
                    <a:lnTo>
                      <a:pt x="560" y="78"/>
                    </a:lnTo>
                    <a:lnTo>
                      <a:pt x="565" y="76"/>
                    </a:lnTo>
                    <a:lnTo>
                      <a:pt x="570" y="75"/>
                    </a:lnTo>
                    <a:lnTo>
                      <a:pt x="575" y="72"/>
                    </a:lnTo>
                    <a:lnTo>
                      <a:pt x="579" y="71"/>
                    </a:lnTo>
                    <a:lnTo>
                      <a:pt x="583" y="69"/>
                    </a:lnTo>
                    <a:lnTo>
                      <a:pt x="587" y="68"/>
                    </a:lnTo>
                    <a:lnTo>
                      <a:pt x="590" y="66"/>
                    </a:lnTo>
                    <a:lnTo>
                      <a:pt x="593" y="64"/>
                    </a:lnTo>
                    <a:lnTo>
                      <a:pt x="602" y="60"/>
                    </a:lnTo>
                    <a:lnTo>
                      <a:pt x="609" y="54"/>
                    </a:lnTo>
                    <a:lnTo>
                      <a:pt x="615" y="47"/>
                    </a:lnTo>
                    <a:lnTo>
                      <a:pt x="620" y="40"/>
                    </a:lnTo>
                    <a:lnTo>
                      <a:pt x="624" y="33"/>
                    </a:lnTo>
                    <a:lnTo>
                      <a:pt x="627" y="29"/>
                    </a:lnTo>
                    <a:lnTo>
                      <a:pt x="628" y="27"/>
                    </a:lnTo>
                    <a:lnTo>
                      <a:pt x="628" y="28"/>
                    </a:lnTo>
                    <a:lnTo>
                      <a:pt x="10" y="0"/>
                    </a:lnTo>
                    <a:close/>
                  </a:path>
                </a:pathLst>
              </a:custGeom>
              <a:solidFill>
                <a:srgbClr val="7F7777"/>
              </a:solidFill>
              <a:ln w="9525">
                <a:noFill/>
                <a:round/>
                <a:headEnd/>
                <a:tailEnd/>
              </a:ln>
            </p:spPr>
            <p:txBody>
              <a:bodyPr/>
              <a:lstStyle/>
              <a:p>
                <a:endParaRPr lang="en-US"/>
              </a:p>
            </p:txBody>
          </p:sp>
          <p:sp>
            <p:nvSpPr>
              <p:cNvPr id="58" name="Freeform 1544"/>
              <p:cNvSpPr>
                <a:spLocks/>
              </p:cNvSpPr>
              <p:nvPr/>
            </p:nvSpPr>
            <p:spPr bwMode="gray">
              <a:xfrm>
                <a:off x="5754842" y="5299235"/>
                <a:ext cx="1497794" cy="275108"/>
              </a:xfrm>
              <a:custGeom>
                <a:avLst/>
                <a:gdLst/>
                <a:ahLst/>
                <a:cxnLst>
                  <a:cxn ang="0">
                    <a:pos x="63" y="0"/>
                  </a:cxn>
                  <a:cxn ang="0">
                    <a:pos x="0" y="82"/>
                  </a:cxn>
                  <a:cxn ang="0">
                    <a:pos x="1" y="86"/>
                  </a:cxn>
                  <a:cxn ang="0">
                    <a:pos x="612" y="118"/>
                  </a:cxn>
                  <a:cxn ang="0">
                    <a:pos x="633" y="28"/>
                  </a:cxn>
                  <a:cxn ang="0">
                    <a:pos x="620" y="25"/>
                  </a:cxn>
                  <a:cxn ang="0">
                    <a:pos x="609" y="24"/>
                  </a:cxn>
                  <a:cxn ang="0">
                    <a:pos x="596" y="22"/>
                  </a:cxn>
                  <a:cxn ang="0">
                    <a:pos x="584" y="20"/>
                  </a:cxn>
                  <a:cxn ang="0">
                    <a:pos x="571" y="18"/>
                  </a:cxn>
                  <a:cxn ang="0">
                    <a:pos x="560" y="17"/>
                  </a:cxn>
                  <a:cxn ang="0">
                    <a:pos x="548" y="16"/>
                  </a:cxn>
                  <a:cxn ang="0">
                    <a:pos x="535" y="14"/>
                  </a:cxn>
                  <a:cxn ang="0">
                    <a:pos x="523" y="13"/>
                  </a:cxn>
                  <a:cxn ang="0">
                    <a:pos x="510" y="12"/>
                  </a:cxn>
                  <a:cxn ang="0">
                    <a:pos x="498" y="10"/>
                  </a:cxn>
                  <a:cxn ang="0">
                    <a:pos x="486" y="9"/>
                  </a:cxn>
                  <a:cxn ang="0">
                    <a:pos x="474" y="9"/>
                  </a:cxn>
                  <a:cxn ang="0">
                    <a:pos x="462" y="8"/>
                  </a:cxn>
                  <a:cxn ang="0">
                    <a:pos x="449" y="7"/>
                  </a:cxn>
                  <a:cxn ang="0">
                    <a:pos x="437" y="6"/>
                  </a:cxn>
                  <a:cxn ang="0">
                    <a:pos x="425" y="6"/>
                  </a:cxn>
                  <a:cxn ang="0">
                    <a:pos x="413" y="5"/>
                  </a:cxn>
                  <a:cxn ang="0">
                    <a:pos x="401" y="4"/>
                  </a:cxn>
                  <a:cxn ang="0">
                    <a:pos x="388" y="4"/>
                  </a:cxn>
                  <a:cxn ang="0">
                    <a:pos x="377" y="4"/>
                  </a:cxn>
                  <a:cxn ang="0">
                    <a:pos x="364" y="4"/>
                  </a:cxn>
                  <a:cxn ang="0">
                    <a:pos x="352" y="4"/>
                  </a:cxn>
                  <a:cxn ang="0">
                    <a:pos x="339" y="4"/>
                  </a:cxn>
                  <a:cxn ang="0">
                    <a:pos x="328" y="4"/>
                  </a:cxn>
                  <a:cxn ang="0">
                    <a:pos x="316" y="4"/>
                  </a:cxn>
                  <a:cxn ang="0">
                    <a:pos x="304" y="4"/>
                  </a:cxn>
                  <a:cxn ang="0">
                    <a:pos x="292" y="5"/>
                  </a:cxn>
                  <a:cxn ang="0">
                    <a:pos x="280" y="5"/>
                  </a:cxn>
                  <a:cxn ang="0">
                    <a:pos x="268" y="6"/>
                  </a:cxn>
                  <a:cxn ang="0">
                    <a:pos x="256" y="7"/>
                  </a:cxn>
                  <a:cxn ang="0">
                    <a:pos x="245" y="8"/>
                  </a:cxn>
                  <a:cxn ang="0">
                    <a:pos x="232" y="8"/>
                  </a:cxn>
                  <a:cxn ang="0">
                    <a:pos x="219" y="8"/>
                  </a:cxn>
                  <a:cxn ang="0">
                    <a:pos x="206" y="9"/>
                  </a:cxn>
                  <a:cxn ang="0">
                    <a:pos x="193" y="9"/>
                  </a:cxn>
                  <a:cxn ang="0">
                    <a:pos x="182" y="9"/>
                  </a:cxn>
                  <a:cxn ang="0">
                    <a:pos x="170" y="8"/>
                  </a:cxn>
                  <a:cxn ang="0">
                    <a:pos x="159" y="8"/>
                  </a:cxn>
                  <a:cxn ang="0">
                    <a:pos x="147" y="8"/>
                  </a:cxn>
                  <a:cxn ang="0">
                    <a:pos x="136" y="7"/>
                  </a:cxn>
                  <a:cxn ang="0">
                    <a:pos x="125" y="6"/>
                  </a:cxn>
                  <a:cxn ang="0">
                    <a:pos x="115" y="5"/>
                  </a:cxn>
                  <a:cxn ang="0">
                    <a:pos x="104" y="4"/>
                  </a:cxn>
                  <a:cxn ang="0">
                    <a:pos x="94" y="3"/>
                  </a:cxn>
                  <a:cxn ang="0">
                    <a:pos x="84" y="2"/>
                  </a:cxn>
                  <a:cxn ang="0">
                    <a:pos x="73" y="1"/>
                  </a:cxn>
                  <a:cxn ang="0">
                    <a:pos x="63" y="0"/>
                  </a:cxn>
                </a:cxnLst>
                <a:rect l="0" t="0" r="r" b="b"/>
                <a:pathLst>
                  <a:path w="633" h="118">
                    <a:moveTo>
                      <a:pt x="63" y="0"/>
                    </a:moveTo>
                    <a:lnTo>
                      <a:pt x="0" y="82"/>
                    </a:lnTo>
                    <a:lnTo>
                      <a:pt x="1" y="86"/>
                    </a:lnTo>
                    <a:lnTo>
                      <a:pt x="612" y="118"/>
                    </a:lnTo>
                    <a:lnTo>
                      <a:pt x="633" y="28"/>
                    </a:lnTo>
                    <a:lnTo>
                      <a:pt x="620" y="25"/>
                    </a:lnTo>
                    <a:lnTo>
                      <a:pt x="609" y="24"/>
                    </a:lnTo>
                    <a:lnTo>
                      <a:pt x="596" y="22"/>
                    </a:lnTo>
                    <a:lnTo>
                      <a:pt x="584" y="20"/>
                    </a:lnTo>
                    <a:lnTo>
                      <a:pt x="571" y="18"/>
                    </a:lnTo>
                    <a:lnTo>
                      <a:pt x="560" y="17"/>
                    </a:lnTo>
                    <a:lnTo>
                      <a:pt x="548" y="16"/>
                    </a:lnTo>
                    <a:lnTo>
                      <a:pt x="535" y="14"/>
                    </a:lnTo>
                    <a:lnTo>
                      <a:pt x="523" y="13"/>
                    </a:lnTo>
                    <a:lnTo>
                      <a:pt x="510" y="12"/>
                    </a:lnTo>
                    <a:lnTo>
                      <a:pt x="498" y="10"/>
                    </a:lnTo>
                    <a:lnTo>
                      <a:pt x="486" y="9"/>
                    </a:lnTo>
                    <a:lnTo>
                      <a:pt x="474" y="9"/>
                    </a:lnTo>
                    <a:lnTo>
                      <a:pt x="462" y="8"/>
                    </a:lnTo>
                    <a:lnTo>
                      <a:pt x="449" y="7"/>
                    </a:lnTo>
                    <a:lnTo>
                      <a:pt x="437" y="6"/>
                    </a:lnTo>
                    <a:lnTo>
                      <a:pt x="425" y="6"/>
                    </a:lnTo>
                    <a:lnTo>
                      <a:pt x="413" y="5"/>
                    </a:lnTo>
                    <a:lnTo>
                      <a:pt x="401" y="4"/>
                    </a:lnTo>
                    <a:lnTo>
                      <a:pt x="388" y="4"/>
                    </a:lnTo>
                    <a:lnTo>
                      <a:pt x="377" y="4"/>
                    </a:lnTo>
                    <a:lnTo>
                      <a:pt x="364" y="4"/>
                    </a:lnTo>
                    <a:lnTo>
                      <a:pt x="352" y="4"/>
                    </a:lnTo>
                    <a:lnTo>
                      <a:pt x="339" y="4"/>
                    </a:lnTo>
                    <a:lnTo>
                      <a:pt x="328" y="4"/>
                    </a:lnTo>
                    <a:lnTo>
                      <a:pt x="316" y="4"/>
                    </a:lnTo>
                    <a:lnTo>
                      <a:pt x="304" y="4"/>
                    </a:lnTo>
                    <a:lnTo>
                      <a:pt x="292" y="5"/>
                    </a:lnTo>
                    <a:lnTo>
                      <a:pt x="280" y="5"/>
                    </a:lnTo>
                    <a:lnTo>
                      <a:pt x="268" y="6"/>
                    </a:lnTo>
                    <a:lnTo>
                      <a:pt x="256" y="7"/>
                    </a:lnTo>
                    <a:lnTo>
                      <a:pt x="245" y="8"/>
                    </a:lnTo>
                    <a:lnTo>
                      <a:pt x="232" y="8"/>
                    </a:lnTo>
                    <a:lnTo>
                      <a:pt x="219" y="8"/>
                    </a:lnTo>
                    <a:lnTo>
                      <a:pt x="206" y="9"/>
                    </a:lnTo>
                    <a:lnTo>
                      <a:pt x="193" y="9"/>
                    </a:lnTo>
                    <a:lnTo>
                      <a:pt x="182" y="9"/>
                    </a:lnTo>
                    <a:lnTo>
                      <a:pt x="170" y="8"/>
                    </a:lnTo>
                    <a:lnTo>
                      <a:pt x="159" y="8"/>
                    </a:lnTo>
                    <a:lnTo>
                      <a:pt x="147" y="8"/>
                    </a:lnTo>
                    <a:lnTo>
                      <a:pt x="136" y="7"/>
                    </a:lnTo>
                    <a:lnTo>
                      <a:pt x="125" y="6"/>
                    </a:lnTo>
                    <a:lnTo>
                      <a:pt x="115" y="5"/>
                    </a:lnTo>
                    <a:lnTo>
                      <a:pt x="104" y="4"/>
                    </a:lnTo>
                    <a:lnTo>
                      <a:pt x="94" y="3"/>
                    </a:lnTo>
                    <a:lnTo>
                      <a:pt x="84" y="2"/>
                    </a:lnTo>
                    <a:lnTo>
                      <a:pt x="73" y="1"/>
                    </a:lnTo>
                    <a:lnTo>
                      <a:pt x="63" y="0"/>
                    </a:lnTo>
                    <a:close/>
                  </a:path>
                </a:pathLst>
              </a:custGeom>
              <a:solidFill>
                <a:srgbClr val="5E5B5B"/>
              </a:solidFill>
              <a:ln w="9525">
                <a:noFill/>
                <a:round/>
                <a:headEnd/>
                <a:tailEnd/>
              </a:ln>
            </p:spPr>
            <p:txBody>
              <a:bodyPr/>
              <a:lstStyle/>
              <a:p>
                <a:endParaRPr lang="en-US"/>
              </a:p>
            </p:txBody>
          </p:sp>
          <p:sp>
            <p:nvSpPr>
              <p:cNvPr id="59" name="Freeform 1545"/>
              <p:cNvSpPr>
                <a:spLocks/>
              </p:cNvSpPr>
              <p:nvPr/>
            </p:nvSpPr>
            <p:spPr bwMode="gray">
              <a:xfrm>
                <a:off x="5754842" y="5251803"/>
                <a:ext cx="1548424" cy="315162"/>
              </a:xfrm>
              <a:custGeom>
                <a:avLst/>
                <a:gdLst/>
                <a:ahLst/>
                <a:cxnLst>
                  <a:cxn ang="0">
                    <a:pos x="63" y="13"/>
                  </a:cxn>
                  <a:cxn ang="0">
                    <a:pos x="56" y="26"/>
                  </a:cxn>
                  <a:cxn ang="0">
                    <a:pos x="48" y="39"/>
                  </a:cxn>
                  <a:cxn ang="0">
                    <a:pos x="38" y="52"/>
                  </a:cxn>
                  <a:cxn ang="0">
                    <a:pos x="28" y="64"/>
                  </a:cxn>
                  <a:cxn ang="0">
                    <a:pos x="19" y="76"/>
                  </a:cxn>
                  <a:cxn ang="0">
                    <a:pos x="10" y="88"/>
                  </a:cxn>
                  <a:cxn ang="0">
                    <a:pos x="3" y="98"/>
                  </a:cxn>
                  <a:cxn ang="0">
                    <a:pos x="19" y="105"/>
                  </a:cxn>
                  <a:cxn ang="0">
                    <a:pos x="253" y="116"/>
                  </a:cxn>
                  <a:cxn ang="0">
                    <a:pos x="617" y="128"/>
                  </a:cxn>
                  <a:cxn ang="0">
                    <a:pos x="622" y="104"/>
                  </a:cxn>
                  <a:cxn ang="0">
                    <a:pos x="631" y="73"/>
                  </a:cxn>
                  <a:cxn ang="0">
                    <a:pos x="646" y="42"/>
                  </a:cxn>
                  <a:cxn ang="0">
                    <a:pos x="644" y="28"/>
                  </a:cxn>
                  <a:cxn ang="0">
                    <a:pos x="618" y="24"/>
                  </a:cxn>
                  <a:cxn ang="0">
                    <a:pos x="591" y="20"/>
                  </a:cxn>
                  <a:cxn ang="0">
                    <a:pos x="564" y="16"/>
                  </a:cxn>
                  <a:cxn ang="0">
                    <a:pos x="535" y="13"/>
                  </a:cxn>
                  <a:cxn ang="0">
                    <a:pos x="505" y="10"/>
                  </a:cxn>
                  <a:cxn ang="0">
                    <a:pos x="475" y="8"/>
                  </a:cxn>
                  <a:cxn ang="0">
                    <a:pos x="444" y="6"/>
                  </a:cxn>
                  <a:cxn ang="0">
                    <a:pos x="413" y="3"/>
                  </a:cxn>
                  <a:cxn ang="0">
                    <a:pos x="383" y="2"/>
                  </a:cxn>
                  <a:cxn ang="0">
                    <a:pos x="352" y="1"/>
                  </a:cxn>
                  <a:cxn ang="0">
                    <a:pos x="322" y="1"/>
                  </a:cxn>
                  <a:cxn ang="0">
                    <a:pos x="293" y="0"/>
                  </a:cxn>
                  <a:cxn ang="0">
                    <a:pos x="264" y="0"/>
                  </a:cxn>
                  <a:cxn ang="0">
                    <a:pos x="238" y="1"/>
                  </a:cxn>
                  <a:cxn ang="0">
                    <a:pos x="212" y="1"/>
                  </a:cxn>
                  <a:cxn ang="0">
                    <a:pos x="186" y="2"/>
                  </a:cxn>
                  <a:cxn ang="0">
                    <a:pos x="163" y="3"/>
                  </a:cxn>
                  <a:cxn ang="0">
                    <a:pos x="141" y="3"/>
                  </a:cxn>
                  <a:cxn ang="0">
                    <a:pos x="123" y="2"/>
                  </a:cxn>
                  <a:cxn ang="0">
                    <a:pos x="108" y="2"/>
                  </a:cxn>
                  <a:cxn ang="0">
                    <a:pos x="94" y="2"/>
                  </a:cxn>
                  <a:cxn ang="0">
                    <a:pos x="82" y="3"/>
                  </a:cxn>
                  <a:cxn ang="0">
                    <a:pos x="71" y="5"/>
                  </a:cxn>
                </a:cxnLst>
                <a:rect l="0" t="0" r="r" b="b"/>
                <a:pathLst>
                  <a:path w="655" h="134">
                    <a:moveTo>
                      <a:pt x="65" y="7"/>
                    </a:moveTo>
                    <a:lnTo>
                      <a:pt x="63" y="13"/>
                    </a:lnTo>
                    <a:lnTo>
                      <a:pt x="59" y="19"/>
                    </a:lnTo>
                    <a:lnTo>
                      <a:pt x="56" y="26"/>
                    </a:lnTo>
                    <a:lnTo>
                      <a:pt x="51" y="32"/>
                    </a:lnTo>
                    <a:lnTo>
                      <a:pt x="48" y="39"/>
                    </a:lnTo>
                    <a:lnTo>
                      <a:pt x="42" y="45"/>
                    </a:lnTo>
                    <a:lnTo>
                      <a:pt x="38" y="52"/>
                    </a:lnTo>
                    <a:lnTo>
                      <a:pt x="33" y="58"/>
                    </a:lnTo>
                    <a:lnTo>
                      <a:pt x="28" y="64"/>
                    </a:lnTo>
                    <a:lnTo>
                      <a:pt x="24" y="70"/>
                    </a:lnTo>
                    <a:lnTo>
                      <a:pt x="19" y="76"/>
                    </a:lnTo>
                    <a:lnTo>
                      <a:pt x="15" y="82"/>
                    </a:lnTo>
                    <a:lnTo>
                      <a:pt x="10" y="88"/>
                    </a:lnTo>
                    <a:lnTo>
                      <a:pt x="6" y="93"/>
                    </a:lnTo>
                    <a:lnTo>
                      <a:pt x="3" y="98"/>
                    </a:lnTo>
                    <a:lnTo>
                      <a:pt x="0" y="105"/>
                    </a:lnTo>
                    <a:lnTo>
                      <a:pt x="19" y="105"/>
                    </a:lnTo>
                    <a:lnTo>
                      <a:pt x="104" y="108"/>
                    </a:lnTo>
                    <a:lnTo>
                      <a:pt x="253" y="116"/>
                    </a:lnTo>
                    <a:lnTo>
                      <a:pt x="615" y="134"/>
                    </a:lnTo>
                    <a:lnTo>
                      <a:pt x="617" y="128"/>
                    </a:lnTo>
                    <a:lnTo>
                      <a:pt x="619" y="117"/>
                    </a:lnTo>
                    <a:lnTo>
                      <a:pt x="622" y="104"/>
                    </a:lnTo>
                    <a:lnTo>
                      <a:pt x="626" y="89"/>
                    </a:lnTo>
                    <a:lnTo>
                      <a:pt x="631" y="73"/>
                    </a:lnTo>
                    <a:lnTo>
                      <a:pt x="638" y="57"/>
                    </a:lnTo>
                    <a:lnTo>
                      <a:pt x="646" y="42"/>
                    </a:lnTo>
                    <a:lnTo>
                      <a:pt x="655" y="30"/>
                    </a:lnTo>
                    <a:lnTo>
                      <a:pt x="644" y="28"/>
                    </a:lnTo>
                    <a:lnTo>
                      <a:pt x="631" y="25"/>
                    </a:lnTo>
                    <a:lnTo>
                      <a:pt x="618" y="24"/>
                    </a:lnTo>
                    <a:lnTo>
                      <a:pt x="605" y="22"/>
                    </a:lnTo>
                    <a:lnTo>
                      <a:pt x="591" y="20"/>
                    </a:lnTo>
                    <a:lnTo>
                      <a:pt x="578" y="18"/>
                    </a:lnTo>
                    <a:lnTo>
                      <a:pt x="564" y="16"/>
                    </a:lnTo>
                    <a:lnTo>
                      <a:pt x="550" y="15"/>
                    </a:lnTo>
                    <a:lnTo>
                      <a:pt x="535" y="13"/>
                    </a:lnTo>
                    <a:lnTo>
                      <a:pt x="520" y="12"/>
                    </a:lnTo>
                    <a:lnTo>
                      <a:pt x="505" y="10"/>
                    </a:lnTo>
                    <a:lnTo>
                      <a:pt x="490" y="9"/>
                    </a:lnTo>
                    <a:lnTo>
                      <a:pt x="475" y="8"/>
                    </a:lnTo>
                    <a:lnTo>
                      <a:pt x="459" y="7"/>
                    </a:lnTo>
                    <a:lnTo>
                      <a:pt x="444" y="6"/>
                    </a:lnTo>
                    <a:lnTo>
                      <a:pt x="429" y="5"/>
                    </a:lnTo>
                    <a:lnTo>
                      <a:pt x="413" y="3"/>
                    </a:lnTo>
                    <a:lnTo>
                      <a:pt x="398" y="2"/>
                    </a:lnTo>
                    <a:lnTo>
                      <a:pt x="383" y="2"/>
                    </a:lnTo>
                    <a:lnTo>
                      <a:pt x="368" y="1"/>
                    </a:lnTo>
                    <a:lnTo>
                      <a:pt x="352" y="1"/>
                    </a:lnTo>
                    <a:lnTo>
                      <a:pt x="337" y="1"/>
                    </a:lnTo>
                    <a:lnTo>
                      <a:pt x="322" y="1"/>
                    </a:lnTo>
                    <a:lnTo>
                      <a:pt x="307" y="0"/>
                    </a:lnTo>
                    <a:lnTo>
                      <a:pt x="293" y="0"/>
                    </a:lnTo>
                    <a:lnTo>
                      <a:pt x="279" y="0"/>
                    </a:lnTo>
                    <a:lnTo>
                      <a:pt x="264" y="0"/>
                    </a:lnTo>
                    <a:lnTo>
                      <a:pt x="251" y="1"/>
                    </a:lnTo>
                    <a:lnTo>
                      <a:pt x="238" y="1"/>
                    </a:lnTo>
                    <a:lnTo>
                      <a:pt x="224" y="1"/>
                    </a:lnTo>
                    <a:lnTo>
                      <a:pt x="212" y="1"/>
                    </a:lnTo>
                    <a:lnTo>
                      <a:pt x="199" y="2"/>
                    </a:lnTo>
                    <a:lnTo>
                      <a:pt x="186" y="2"/>
                    </a:lnTo>
                    <a:lnTo>
                      <a:pt x="174" y="3"/>
                    </a:lnTo>
                    <a:lnTo>
                      <a:pt x="163" y="3"/>
                    </a:lnTo>
                    <a:lnTo>
                      <a:pt x="152" y="3"/>
                    </a:lnTo>
                    <a:lnTo>
                      <a:pt x="141" y="3"/>
                    </a:lnTo>
                    <a:lnTo>
                      <a:pt x="132" y="2"/>
                    </a:lnTo>
                    <a:lnTo>
                      <a:pt x="123" y="2"/>
                    </a:lnTo>
                    <a:lnTo>
                      <a:pt x="115" y="2"/>
                    </a:lnTo>
                    <a:lnTo>
                      <a:pt x="108" y="2"/>
                    </a:lnTo>
                    <a:lnTo>
                      <a:pt x="101" y="2"/>
                    </a:lnTo>
                    <a:lnTo>
                      <a:pt x="94" y="2"/>
                    </a:lnTo>
                    <a:lnTo>
                      <a:pt x="88" y="2"/>
                    </a:lnTo>
                    <a:lnTo>
                      <a:pt x="82" y="3"/>
                    </a:lnTo>
                    <a:lnTo>
                      <a:pt x="76" y="4"/>
                    </a:lnTo>
                    <a:lnTo>
                      <a:pt x="71" y="5"/>
                    </a:lnTo>
                    <a:lnTo>
                      <a:pt x="65" y="7"/>
                    </a:lnTo>
                    <a:close/>
                  </a:path>
                </a:pathLst>
              </a:custGeom>
              <a:solidFill>
                <a:srgbClr val="A59E9B"/>
              </a:solidFill>
              <a:ln w="9525">
                <a:noFill/>
                <a:round/>
                <a:headEnd/>
                <a:tailEnd/>
              </a:ln>
            </p:spPr>
            <p:txBody>
              <a:bodyPr/>
              <a:lstStyle/>
              <a:p>
                <a:endParaRPr lang="en-US"/>
              </a:p>
            </p:txBody>
          </p:sp>
          <p:sp>
            <p:nvSpPr>
              <p:cNvPr id="60" name="Freeform 1546"/>
              <p:cNvSpPr>
                <a:spLocks/>
              </p:cNvSpPr>
              <p:nvPr/>
            </p:nvSpPr>
            <p:spPr bwMode="gray">
              <a:xfrm>
                <a:off x="6932333" y="5394452"/>
                <a:ext cx="274947" cy="147568"/>
              </a:xfrm>
              <a:custGeom>
                <a:avLst/>
                <a:gdLst/>
                <a:ahLst/>
                <a:cxnLst>
                  <a:cxn ang="0">
                    <a:pos x="22" y="0"/>
                  </a:cxn>
                  <a:cxn ang="0">
                    <a:pos x="117" y="2"/>
                  </a:cxn>
                  <a:cxn ang="0">
                    <a:pos x="99" y="63"/>
                  </a:cxn>
                  <a:cxn ang="0">
                    <a:pos x="0" y="57"/>
                  </a:cxn>
                  <a:cxn ang="0">
                    <a:pos x="22" y="0"/>
                  </a:cxn>
                </a:cxnLst>
                <a:rect l="0" t="0" r="r" b="b"/>
                <a:pathLst>
                  <a:path w="117" h="63">
                    <a:moveTo>
                      <a:pt x="22" y="0"/>
                    </a:moveTo>
                    <a:lnTo>
                      <a:pt x="117" y="2"/>
                    </a:lnTo>
                    <a:lnTo>
                      <a:pt x="99" y="63"/>
                    </a:lnTo>
                    <a:lnTo>
                      <a:pt x="0" y="57"/>
                    </a:lnTo>
                    <a:lnTo>
                      <a:pt x="22" y="0"/>
                    </a:lnTo>
                    <a:close/>
                  </a:path>
                </a:pathLst>
              </a:custGeom>
              <a:noFill/>
              <a:ln w="3175" cap="rnd" cmpd="sng">
                <a:solidFill>
                  <a:schemeClr val="bg2"/>
                </a:solidFill>
                <a:prstDash val="sysDot"/>
                <a:round/>
                <a:headEnd/>
                <a:tailEnd/>
              </a:ln>
            </p:spPr>
            <p:txBody>
              <a:bodyPr/>
              <a:lstStyle/>
              <a:p>
                <a:endParaRPr lang="en-US"/>
              </a:p>
            </p:txBody>
          </p:sp>
          <p:sp>
            <p:nvSpPr>
              <p:cNvPr id="61" name="Freeform 1547"/>
              <p:cNvSpPr>
                <a:spLocks/>
              </p:cNvSpPr>
              <p:nvPr/>
            </p:nvSpPr>
            <p:spPr bwMode="gray">
              <a:xfrm>
                <a:off x="6763568" y="5366695"/>
                <a:ext cx="189158" cy="72730"/>
              </a:xfrm>
              <a:custGeom>
                <a:avLst/>
                <a:gdLst/>
                <a:ahLst/>
                <a:cxnLst>
                  <a:cxn ang="0">
                    <a:pos x="11" y="0"/>
                  </a:cxn>
                  <a:cxn ang="0">
                    <a:pos x="80" y="3"/>
                  </a:cxn>
                  <a:cxn ang="0">
                    <a:pos x="68" y="32"/>
                  </a:cxn>
                  <a:cxn ang="0">
                    <a:pos x="0" y="28"/>
                  </a:cxn>
                  <a:cxn ang="0">
                    <a:pos x="11" y="0"/>
                  </a:cxn>
                </a:cxnLst>
                <a:rect l="0" t="0" r="r" b="b"/>
                <a:pathLst>
                  <a:path w="80" h="32">
                    <a:moveTo>
                      <a:pt x="11" y="0"/>
                    </a:moveTo>
                    <a:lnTo>
                      <a:pt x="80" y="3"/>
                    </a:lnTo>
                    <a:lnTo>
                      <a:pt x="68" y="32"/>
                    </a:lnTo>
                    <a:lnTo>
                      <a:pt x="0" y="28"/>
                    </a:lnTo>
                    <a:lnTo>
                      <a:pt x="11" y="0"/>
                    </a:lnTo>
                    <a:close/>
                  </a:path>
                </a:pathLst>
              </a:custGeom>
              <a:noFill/>
              <a:ln w="3175" cap="rnd" cmpd="sng">
                <a:solidFill>
                  <a:schemeClr val="bg2"/>
                </a:solidFill>
                <a:prstDash val="sysDot"/>
                <a:round/>
                <a:headEnd/>
                <a:tailEnd/>
              </a:ln>
            </p:spPr>
            <p:txBody>
              <a:bodyPr/>
              <a:lstStyle/>
              <a:p>
                <a:endParaRPr lang="en-US"/>
              </a:p>
            </p:txBody>
          </p:sp>
          <p:sp>
            <p:nvSpPr>
              <p:cNvPr id="62" name="Freeform 1548"/>
              <p:cNvSpPr>
                <a:spLocks/>
              </p:cNvSpPr>
              <p:nvPr/>
            </p:nvSpPr>
            <p:spPr bwMode="gray">
              <a:xfrm>
                <a:off x="6720673" y="5474560"/>
                <a:ext cx="184236" cy="54811"/>
              </a:xfrm>
              <a:custGeom>
                <a:avLst/>
                <a:gdLst/>
                <a:ahLst/>
                <a:cxnLst>
                  <a:cxn ang="0">
                    <a:pos x="33" y="0"/>
                  </a:cxn>
                  <a:cxn ang="0">
                    <a:pos x="56" y="2"/>
                  </a:cxn>
                  <a:cxn ang="0">
                    <a:pos x="54" y="7"/>
                  </a:cxn>
                  <a:cxn ang="0">
                    <a:pos x="77" y="10"/>
                  </a:cxn>
                  <a:cxn ang="0">
                    <a:pos x="73" y="23"/>
                  </a:cxn>
                  <a:cxn ang="0">
                    <a:pos x="0" y="18"/>
                  </a:cxn>
                  <a:cxn ang="0">
                    <a:pos x="5" y="7"/>
                  </a:cxn>
                  <a:cxn ang="0">
                    <a:pos x="29" y="8"/>
                  </a:cxn>
                  <a:cxn ang="0">
                    <a:pos x="33" y="0"/>
                  </a:cxn>
                </a:cxnLst>
                <a:rect l="0" t="0" r="r" b="b"/>
                <a:pathLst>
                  <a:path w="77" h="23">
                    <a:moveTo>
                      <a:pt x="33" y="0"/>
                    </a:moveTo>
                    <a:lnTo>
                      <a:pt x="56" y="2"/>
                    </a:lnTo>
                    <a:lnTo>
                      <a:pt x="54" y="7"/>
                    </a:lnTo>
                    <a:lnTo>
                      <a:pt x="77" y="10"/>
                    </a:lnTo>
                    <a:lnTo>
                      <a:pt x="73" y="23"/>
                    </a:lnTo>
                    <a:lnTo>
                      <a:pt x="0" y="18"/>
                    </a:lnTo>
                    <a:lnTo>
                      <a:pt x="5" y="7"/>
                    </a:lnTo>
                    <a:lnTo>
                      <a:pt x="29" y="8"/>
                    </a:lnTo>
                    <a:lnTo>
                      <a:pt x="33" y="0"/>
                    </a:lnTo>
                    <a:close/>
                  </a:path>
                </a:pathLst>
              </a:custGeom>
              <a:noFill/>
              <a:ln w="3175" cap="rnd" cmpd="sng">
                <a:solidFill>
                  <a:schemeClr val="bg2"/>
                </a:solidFill>
                <a:prstDash val="sysDot"/>
                <a:round/>
                <a:headEnd/>
                <a:tailEnd/>
              </a:ln>
            </p:spPr>
            <p:txBody>
              <a:bodyPr/>
              <a:lstStyle/>
              <a:p>
                <a:endParaRPr lang="en-US"/>
              </a:p>
            </p:txBody>
          </p:sp>
          <p:sp>
            <p:nvSpPr>
              <p:cNvPr id="63" name="Freeform 1549"/>
              <p:cNvSpPr>
                <a:spLocks/>
              </p:cNvSpPr>
              <p:nvPr/>
            </p:nvSpPr>
            <p:spPr bwMode="gray">
              <a:xfrm>
                <a:off x="6523780" y="5346668"/>
                <a:ext cx="237327" cy="32676"/>
              </a:xfrm>
              <a:custGeom>
                <a:avLst/>
                <a:gdLst/>
                <a:ahLst/>
                <a:cxnLst>
                  <a:cxn ang="0">
                    <a:pos x="2" y="0"/>
                  </a:cxn>
                  <a:cxn ang="0">
                    <a:pos x="101" y="5"/>
                  </a:cxn>
                  <a:cxn ang="0">
                    <a:pos x="98" y="14"/>
                  </a:cxn>
                  <a:cxn ang="0">
                    <a:pos x="0" y="9"/>
                  </a:cxn>
                  <a:cxn ang="0">
                    <a:pos x="2" y="0"/>
                  </a:cxn>
                </a:cxnLst>
                <a:rect l="0" t="0" r="r" b="b"/>
                <a:pathLst>
                  <a:path w="101" h="14">
                    <a:moveTo>
                      <a:pt x="2" y="0"/>
                    </a:moveTo>
                    <a:lnTo>
                      <a:pt x="101" y="5"/>
                    </a:lnTo>
                    <a:lnTo>
                      <a:pt x="98" y="14"/>
                    </a:lnTo>
                    <a:lnTo>
                      <a:pt x="0" y="9"/>
                    </a:lnTo>
                    <a:lnTo>
                      <a:pt x="2" y="0"/>
                    </a:lnTo>
                    <a:close/>
                  </a:path>
                </a:pathLst>
              </a:custGeom>
              <a:noFill/>
              <a:ln w="3175" cap="rnd" cmpd="sng">
                <a:solidFill>
                  <a:schemeClr val="bg2"/>
                </a:solidFill>
                <a:prstDash val="sysDot"/>
                <a:round/>
                <a:headEnd/>
                <a:tailEnd/>
              </a:ln>
            </p:spPr>
            <p:txBody>
              <a:bodyPr/>
              <a:lstStyle/>
              <a:p>
                <a:endParaRPr lang="en-US"/>
              </a:p>
            </p:txBody>
          </p:sp>
          <p:sp>
            <p:nvSpPr>
              <p:cNvPr id="64" name="Freeform 1550"/>
              <p:cNvSpPr>
                <a:spLocks/>
              </p:cNvSpPr>
              <p:nvPr/>
            </p:nvSpPr>
            <p:spPr bwMode="gray">
              <a:xfrm>
                <a:off x="6261490" y="5331911"/>
                <a:ext cx="247171" cy="34784"/>
              </a:xfrm>
              <a:custGeom>
                <a:avLst/>
                <a:gdLst/>
                <a:ahLst/>
                <a:cxnLst>
                  <a:cxn ang="0">
                    <a:pos x="6" y="0"/>
                  </a:cxn>
                  <a:cxn ang="0">
                    <a:pos x="104" y="4"/>
                  </a:cxn>
                  <a:cxn ang="0">
                    <a:pos x="102" y="14"/>
                  </a:cxn>
                  <a:cxn ang="0">
                    <a:pos x="0" y="8"/>
                  </a:cxn>
                  <a:cxn ang="0">
                    <a:pos x="6" y="0"/>
                  </a:cxn>
                </a:cxnLst>
                <a:rect l="0" t="0" r="r" b="b"/>
                <a:pathLst>
                  <a:path w="104" h="14">
                    <a:moveTo>
                      <a:pt x="6" y="0"/>
                    </a:moveTo>
                    <a:lnTo>
                      <a:pt x="104" y="4"/>
                    </a:lnTo>
                    <a:lnTo>
                      <a:pt x="102" y="14"/>
                    </a:lnTo>
                    <a:lnTo>
                      <a:pt x="0" y="8"/>
                    </a:lnTo>
                    <a:lnTo>
                      <a:pt x="6" y="0"/>
                    </a:lnTo>
                    <a:close/>
                  </a:path>
                </a:pathLst>
              </a:custGeom>
              <a:noFill/>
              <a:ln w="3175" cap="rnd" cmpd="sng">
                <a:solidFill>
                  <a:schemeClr val="bg2"/>
                </a:solidFill>
                <a:prstDash val="sysDot"/>
                <a:round/>
                <a:headEnd/>
                <a:tailEnd/>
              </a:ln>
            </p:spPr>
            <p:txBody>
              <a:bodyPr/>
              <a:lstStyle/>
              <a:p>
                <a:endParaRPr lang="en-US"/>
              </a:p>
            </p:txBody>
          </p:sp>
          <p:sp>
            <p:nvSpPr>
              <p:cNvPr id="65" name="Freeform 1551"/>
              <p:cNvSpPr>
                <a:spLocks/>
              </p:cNvSpPr>
              <p:nvPr/>
            </p:nvSpPr>
            <p:spPr bwMode="gray">
              <a:xfrm>
                <a:off x="6002013" y="5321722"/>
                <a:ext cx="252094" cy="30216"/>
              </a:xfrm>
              <a:custGeom>
                <a:avLst/>
                <a:gdLst/>
                <a:ahLst/>
                <a:cxnLst>
                  <a:cxn ang="0">
                    <a:pos x="6" y="0"/>
                  </a:cxn>
                  <a:cxn ang="0">
                    <a:pos x="106" y="3"/>
                  </a:cxn>
                  <a:cxn ang="0">
                    <a:pos x="100" y="13"/>
                  </a:cxn>
                  <a:cxn ang="0">
                    <a:pos x="0" y="7"/>
                  </a:cxn>
                  <a:cxn ang="0">
                    <a:pos x="6" y="0"/>
                  </a:cxn>
                </a:cxnLst>
                <a:rect l="0" t="0" r="r" b="b"/>
                <a:pathLst>
                  <a:path w="106" h="13">
                    <a:moveTo>
                      <a:pt x="6" y="0"/>
                    </a:moveTo>
                    <a:lnTo>
                      <a:pt x="106" y="3"/>
                    </a:lnTo>
                    <a:lnTo>
                      <a:pt x="100" y="13"/>
                    </a:lnTo>
                    <a:lnTo>
                      <a:pt x="0" y="7"/>
                    </a:lnTo>
                    <a:lnTo>
                      <a:pt x="6" y="0"/>
                    </a:lnTo>
                    <a:close/>
                  </a:path>
                </a:pathLst>
              </a:custGeom>
              <a:noFill/>
              <a:ln w="3175" cap="rnd" cmpd="sng">
                <a:solidFill>
                  <a:schemeClr val="bg2"/>
                </a:solidFill>
                <a:prstDash val="sysDot"/>
                <a:round/>
                <a:headEnd/>
                <a:tailEnd/>
              </a:ln>
            </p:spPr>
            <p:txBody>
              <a:bodyPr/>
              <a:lstStyle/>
              <a:p>
                <a:endParaRPr lang="en-US"/>
              </a:p>
            </p:txBody>
          </p:sp>
          <p:sp>
            <p:nvSpPr>
              <p:cNvPr id="66" name="Freeform 1552"/>
              <p:cNvSpPr>
                <a:spLocks/>
              </p:cNvSpPr>
              <p:nvPr/>
            </p:nvSpPr>
            <p:spPr bwMode="gray">
              <a:xfrm>
                <a:off x="5906028" y="5314344"/>
                <a:ext cx="73132" cy="24946"/>
              </a:xfrm>
              <a:custGeom>
                <a:avLst/>
                <a:gdLst/>
                <a:ahLst/>
                <a:cxnLst>
                  <a:cxn ang="0">
                    <a:pos x="7" y="0"/>
                  </a:cxn>
                  <a:cxn ang="0">
                    <a:pos x="31" y="1"/>
                  </a:cxn>
                  <a:cxn ang="0">
                    <a:pos x="23" y="11"/>
                  </a:cxn>
                  <a:cxn ang="0">
                    <a:pos x="0" y="11"/>
                  </a:cxn>
                  <a:cxn ang="0">
                    <a:pos x="7" y="0"/>
                  </a:cxn>
                </a:cxnLst>
                <a:rect l="0" t="0" r="r" b="b"/>
                <a:pathLst>
                  <a:path w="31" h="11">
                    <a:moveTo>
                      <a:pt x="7" y="0"/>
                    </a:moveTo>
                    <a:lnTo>
                      <a:pt x="31" y="1"/>
                    </a:lnTo>
                    <a:lnTo>
                      <a:pt x="23" y="11"/>
                    </a:lnTo>
                    <a:lnTo>
                      <a:pt x="0" y="11"/>
                    </a:lnTo>
                    <a:lnTo>
                      <a:pt x="7" y="0"/>
                    </a:lnTo>
                    <a:close/>
                  </a:path>
                </a:pathLst>
              </a:custGeom>
              <a:noFill/>
              <a:ln w="3175" cap="rnd" cmpd="sng">
                <a:solidFill>
                  <a:schemeClr val="bg2"/>
                </a:solidFill>
                <a:prstDash val="sysDot"/>
                <a:round/>
                <a:headEnd/>
                <a:tailEnd/>
              </a:ln>
            </p:spPr>
            <p:txBody>
              <a:bodyPr/>
              <a:lstStyle/>
              <a:p>
                <a:endParaRPr lang="en-US"/>
              </a:p>
            </p:txBody>
          </p:sp>
          <p:sp>
            <p:nvSpPr>
              <p:cNvPr id="67" name="Freeform 1553"/>
              <p:cNvSpPr>
                <a:spLocks/>
              </p:cNvSpPr>
              <p:nvPr/>
            </p:nvSpPr>
            <p:spPr bwMode="gray">
              <a:xfrm>
                <a:off x="5802659" y="5339289"/>
                <a:ext cx="953174" cy="180243"/>
              </a:xfrm>
              <a:custGeom>
                <a:avLst/>
                <a:gdLst/>
                <a:ahLst/>
                <a:cxnLst>
                  <a:cxn ang="0">
                    <a:pos x="39" y="0"/>
                  </a:cxn>
                  <a:cxn ang="0">
                    <a:pos x="0" y="54"/>
                  </a:cxn>
                  <a:cxn ang="0">
                    <a:pos x="6" y="58"/>
                  </a:cxn>
                  <a:cxn ang="0">
                    <a:pos x="380" y="77"/>
                  </a:cxn>
                  <a:cxn ang="0">
                    <a:pos x="383" y="74"/>
                  </a:cxn>
                  <a:cxn ang="0">
                    <a:pos x="403" y="20"/>
                  </a:cxn>
                  <a:cxn ang="0">
                    <a:pos x="39" y="0"/>
                  </a:cxn>
                </a:cxnLst>
                <a:rect l="0" t="0" r="r" b="b"/>
                <a:pathLst>
                  <a:path w="403" h="77">
                    <a:moveTo>
                      <a:pt x="39" y="0"/>
                    </a:moveTo>
                    <a:lnTo>
                      <a:pt x="0" y="54"/>
                    </a:lnTo>
                    <a:lnTo>
                      <a:pt x="6" y="58"/>
                    </a:lnTo>
                    <a:lnTo>
                      <a:pt x="380" y="77"/>
                    </a:lnTo>
                    <a:lnTo>
                      <a:pt x="383" y="74"/>
                    </a:lnTo>
                    <a:lnTo>
                      <a:pt x="403" y="20"/>
                    </a:lnTo>
                    <a:lnTo>
                      <a:pt x="39" y="0"/>
                    </a:lnTo>
                    <a:close/>
                  </a:path>
                </a:pathLst>
              </a:custGeom>
              <a:noFill/>
              <a:ln w="3175" cmpd="sng">
                <a:solidFill>
                  <a:schemeClr val="bg2"/>
                </a:solidFill>
                <a:round/>
                <a:headEnd/>
                <a:tailEnd/>
              </a:ln>
            </p:spPr>
            <p:txBody>
              <a:bodyPr/>
              <a:lstStyle/>
              <a:p>
                <a:endParaRPr lang="en-US"/>
              </a:p>
            </p:txBody>
          </p:sp>
          <p:sp>
            <p:nvSpPr>
              <p:cNvPr id="68" name="Freeform 1554"/>
              <p:cNvSpPr>
                <a:spLocks/>
              </p:cNvSpPr>
              <p:nvPr/>
            </p:nvSpPr>
            <p:spPr bwMode="gray">
              <a:xfrm>
                <a:off x="6634884" y="5479479"/>
                <a:ext cx="73132" cy="34784"/>
              </a:xfrm>
              <a:custGeom>
                <a:avLst/>
                <a:gdLst/>
                <a:ahLst/>
                <a:cxnLst>
                  <a:cxn ang="0">
                    <a:pos x="8" y="0"/>
                  </a:cxn>
                  <a:cxn ang="0">
                    <a:pos x="3" y="3"/>
                  </a:cxn>
                  <a:cxn ang="0">
                    <a:pos x="0" y="13"/>
                  </a:cxn>
                  <a:cxn ang="0">
                    <a:pos x="30" y="14"/>
                  </a:cxn>
                  <a:cxn ang="0">
                    <a:pos x="28" y="5"/>
                  </a:cxn>
                  <a:cxn ang="0">
                    <a:pos x="6" y="3"/>
                  </a:cxn>
                  <a:cxn ang="0">
                    <a:pos x="8" y="0"/>
                  </a:cxn>
                </a:cxnLst>
                <a:rect l="0" t="0" r="r" b="b"/>
                <a:pathLst>
                  <a:path w="30" h="14">
                    <a:moveTo>
                      <a:pt x="8" y="0"/>
                    </a:moveTo>
                    <a:lnTo>
                      <a:pt x="3" y="3"/>
                    </a:lnTo>
                    <a:lnTo>
                      <a:pt x="0" y="13"/>
                    </a:lnTo>
                    <a:lnTo>
                      <a:pt x="30" y="14"/>
                    </a:lnTo>
                    <a:lnTo>
                      <a:pt x="28" y="5"/>
                    </a:lnTo>
                    <a:lnTo>
                      <a:pt x="6" y="3"/>
                    </a:lnTo>
                    <a:lnTo>
                      <a:pt x="8" y="0"/>
                    </a:lnTo>
                    <a:close/>
                  </a:path>
                </a:pathLst>
              </a:custGeom>
              <a:noFill/>
              <a:ln w="3175" cap="rnd" cmpd="sng">
                <a:solidFill>
                  <a:schemeClr val="bg2"/>
                </a:solidFill>
                <a:prstDash val="sysDot"/>
                <a:round/>
                <a:headEnd/>
                <a:tailEnd/>
              </a:ln>
            </p:spPr>
            <p:txBody>
              <a:bodyPr/>
              <a:lstStyle/>
              <a:p>
                <a:endParaRPr lang="en-US"/>
              </a:p>
            </p:txBody>
          </p:sp>
          <p:sp>
            <p:nvSpPr>
              <p:cNvPr id="69" name="Freeform 1555"/>
              <p:cNvSpPr>
                <a:spLocks/>
              </p:cNvSpPr>
              <p:nvPr/>
            </p:nvSpPr>
            <p:spPr bwMode="gray">
              <a:xfrm>
                <a:off x="5959118" y="5446803"/>
                <a:ext cx="73132" cy="27757"/>
              </a:xfrm>
              <a:custGeom>
                <a:avLst/>
                <a:gdLst/>
                <a:ahLst/>
                <a:cxnLst>
                  <a:cxn ang="0">
                    <a:pos x="12" y="0"/>
                  </a:cxn>
                  <a:cxn ang="0">
                    <a:pos x="6" y="3"/>
                  </a:cxn>
                  <a:cxn ang="0">
                    <a:pos x="0" y="11"/>
                  </a:cxn>
                  <a:cxn ang="0">
                    <a:pos x="30" y="12"/>
                  </a:cxn>
                  <a:cxn ang="0">
                    <a:pos x="31" y="4"/>
                  </a:cxn>
                  <a:cxn ang="0">
                    <a:pos x="9" y="3"/>
                  </a:cxn>
                  <a:cxn ang="0">
                    <a:pos x="12" y="0"/>
                  </a:cxn>
                </a:cxnLst>
                <a:rect l="0" t="0" r="r" b="b"/>
                <a:pathLst>
                  <a:path w="31" h="12">
                    <a:moveTo>
                      <a:pt x="12" y="0"/>
                    </a:moveTo>
                    <a:lnTo>
                      <a:pt x="6" y="3"/>
                    </a:lnTo>
                    <a:lnTo>
                      <a:pt x="0" y="11"/>
                    </a:lnTo>
                    <a:lnTo>
                      <a:pt x="30" y="12"/>
                    </a:lnTo>
                    <a:lnTo>
                      <a:pt x="31" y="4"/>
                    </a:lnTo>
                    <a:lnTo>
                      <a:pt x="9" y="3"/>
                    </a:lnTo>
                    <a:lnTo>
                      <a:pt x="12" y="0"/>
                    </a:lnTo>
                    <a:close/>
                  </a:path>
                </a:pathLst>
              </a:custGeom>
              <a:noFill/>
              <a:ln w="3175" cap="rnd" cmpd="sng">
                <a:solidFill>
                  <a:schemeClr val="bg2"/>
                </a:solidFill>
                <a:prstDash val="sysDot"/>
                <a:round/>
                <a:headEnd/>
                <a:tailEnd/>
              </a:ln>
            </p:spPr>
            <p:txBody>
              <a:bodyPr/>
              <a:lstStyle/>
              <a:p>
                <a:endParaRPr lang="en-US"/>
              </a:p>
            </p:txBody>
          </p:sp>
          <p:sp>
            <p:nvSpPr>
              <p:cNvPr id="70" name="Freeform 1556"/>
              <p:cNvSpPr>
                <a:spLocks/>
              </p:cNvSpPr>
              <p:nvPr/>
            </p:nvSpPr>
            <p:spPr bwMode="gray">
              <a:xfrm>
                <a:off x="6564213" y="5474560"/>
                <a:ext cx="70671" cy="32324"/>
              </a:xfrm>
              <a:custGeom>
                <a:avLst/>
                <a:gdLst/>
                <a:ahLst/>
                <a:cxnLst>
                  <a:cxn ang="0">
                    <a:pos x="6" y="0"/>
                  </a:cxn>
                  <a:cxn ang="0">
                    <a:pos x="4" y="4"/>
                  </a:cxn>
                  <a:cxn ang="0">
                    <a:pos x="0" y="13"/>
                  </a:cxn>
                  <a:cxn ang="0">
                    <a:pos x="30" y="14"/>
                  </a:cxn>
                  <a:cxn ang="0">
                    <a:pos x="27" y="5"/>
                  </a:cxn>
                  <a:cxn ang="0">
                    <a:pos x="5" y="3"/>
                  </a:cxn>
                  <a:cxn ang="0">
                    <a:pos x="6" y="0"/>
                  </a:cxn>
                </a:cxnLst>
                <a:rect l="0" t="0" r="r" b="b"/>
                <a:pathLst>
                  <a:path w="30" h="14">
                    <a:moveTo>
                      <a:pt x="6" y="0"/>
                    </a:moveTo>
                    <a:lnTo>
                      <a:pt x="4" y="4"/>
                    </a:lnTo>
                    <a:lnTo>
                      <a:pt x="0" y="13"/>
                    </a:lnTo>
                    <a:lnTo>
                      <a:pt x="30" y="14"/>
                    </a:lnTo>
                    <a:lnTo>
                      <a:pt x="27" y="5"/>
                    </a:lnTo>
                    <a:lnTo>
                      <a:pt x="5" y="3"/>
                    </a:lnTo>
                    <a:lnTo>
                      <a:pt x="6" y="0"/>
                    </a:lnTo>
                    <a:close/>
                  </a:path>
                </a:pathLst>
              </a:custGeom>
              <a:noFill/>
              <a:ln w="3175" cap="rnd" cmpd="sng">
                <a:solidFill>
                  <a:schemeClr val="bg2"/>
                </a:solidFill>
                <a:prstDash val="sysDot"/>
                <a:round/>
                <a:headEnd/>
                <a:tailEnd/>
              </a:ln>
            </p:spPr>
            <p:txBody>
              <a:bodyPr/>
              <a:lstStyle/>
              <a:p>
                <a:endParaRPr lang="en-US"/>
              </a:p>
            </p:txBody>
          </p:sp>
          <p:sp>
            <p:nvSpPr>
              <p:cNvPr id="71" name="Freeform 1557"/>
              <p:cNvSpPr>
                <a:spLocks/>
              </p:cNvSpPr>
              <p:nvPr/>
            </p:nvSpPr>
            <p:spPr bwMode="gray">
              <a:xfrm>
                <a:off x="5888448" y="5439425"/>
                <a:ext cx="70671" cy="32324"/>
              </a:xfrm>
              <a:custGeom>
                <a:avLst/>
                <a:gdLst/>
                <a:ahLst/>
                <a:cxnLst>
                  <a:cxn ang="0">
                    <a:pos x="8" y="0"/>
                  </a:cxn>
                  <a:cxn ang="0">
                    <a:pos x="3" y="3"/>
                  </a:cxn>
                  <a:cxn ang="0">
                    <a:pos x="0" y="13"/>
                  </a:cxn>
                  <a:cxn ang="0">
                    <a:pos x="29" y="14"/>
                  </a:cxn>
                  <a:cxn ang="0">
                    <a:pos x="28" y="5"/>
                  </a:cxn>
                  <a:cxn ang="0">
                    <a:pos x="7" y="3"/>
                  </a:cxn>
                  <a:cxn ang="0">
                    <a:pos x="8" y="0"/>
                  </a:cxn>
                </a:cxnLst>
                <a:rect l="0" t="0" r="r" b="b"/>
                <a:pathLst>
                  <a:path w="29" h="14">
                    <a:moveTo>
                      <a:pt x="8" y="0"/>
                    </a:moveTo>
                    <a:lnTo>
                      <a:pt x="3" y="3"/>
                    </a:lnTo>
                    <a:lnTo>
                      <a:pt x="0" y="13"/>
                    </a:lnTo>
                    <a:lnTo>
                      <a:pt x="29" y="14"/>
                    </a:lnTo>
                    <a:lnTo>
                      <a:pt x="28" y="5"/>
                    </a:lnTo>
                    <a:lnTo>
                      <a:pt x="7" y="3"/>
                    </a:lnTo>
                    <a:lnTo>
                      <a:pt x="8" y="0"/>
                    </a:lnTo>
                    <a:close/>
                  </a:path>
                </a:pathLst>
              </a:custGeom>
              <a:noFill/>
              <a:ln w="3175" cap="rnd" cmpd="sng">
                <a:solidFill>
                  <a:schemeClr val="bg2"/>
                </a:solidFill>
                <a:prstDash val="sysDot"/>
                <a:round/>
                <a:headEnd/>
                <a:tailEnd/>
              </a:ln>
            </p:spPr>
            <p:txBody>
              <a:bodyPr/>
              <a:lstStyle/>
              <a:p>
                <a:endParaRPr lang="en-US"/>
              </a:p>
            </p:txBody>
          </p:sp>
          <p:sp>
            <p:nvSpPr>
              <p:cNvPr id="72" name="Freeform 1558"/>
              <p:cNvSpPr>
                <a:spLocks/>
              </p:cNvSpPr>
              <p:nvPr/>
            </p:nvSpPr>
            <p:spPr bwMode="gray">
              <a:xfrm>
                <a:off x="6496356" y="5471749"/>
                <a:ext cx="65397" cy="30216"/>
              </a:xfrm>
              <a:custGeom>
                <a:avLst/>
                <a:gdLst/>
                <a:ahLst/>
                <a:cxnLst>
                  <a:cxn ang="0">
                    <a:pos x="4" y="0"/>
                  </a:cxn>
                  <a:cxn ang="0">
                    <a:pos x="1" y="4"/>
                  </a:cxn>
                  <a:cxn ang="0">
                    <a:pos x="0" y="13"/>
                  </a:cxn>
                  <a:cxn ang="0">
                    <a:pos x="29" y="14"/>
                  </a:cxn>
                  <a:cxn ang="0">
                    <a:pos x="25" y="5"/>
                  </a:cxn>
                  <a:cxn ang="0">
                    <a:pos x="4" y="4"/>
                  </a:cxn>
                  <a:cxn ang="0">
                    <a:pos x="4" y="0"/>
                  </a:cxn>
                </a:cxnLst>
                <a:rect l="0" t="0" r="r" b="b"/>
                <a:pathLst>
                  <a:path w="29" h="14">
                    <a:moveTo>
                      <a:pt x="4" y="0"/>
                    </a:moveTo>
                    <a:lnTo>
                      <a:pt x="1" y="4"/>
                    </a:lnTo>
                    <a:lnTo>
                      <a:pt x="0" y="13"/>
                    </a:lnTo>
                    <a:lnTo>
                      <a:pt x="29" y="14"/>
                    </a:lnTo>
                    <a:lnTo>
                      <a:pt x="25" y="5"/>
                    </a:lnTo>
                    <a:lnTo>
                      <a:pt x="4" y="4"/>
                    </a:lnTo>
                    <a:lnTo>
                      <a:pt x="4" y="0"/>
                    </a:lnTo>
                    <a:close/>
                  </a:path>
                </a:pathLst>
              </a:custGeom>
              <a:noFill/>
              <a:ln w="3175" cap="rnd" cmpd="sng">
                <a:solidFill>
                  <a:schemeClr val="bg2"/>
                </a:solidFill>
                <a:prstDash val="sysDot"/>
                <a:round/>
                <a:headEnd/>
                <a:tailEnd/>
              </a:ln>
            </p:spPr>
            <p:txBody>
              <a:bodyPr/>
              <a:lstStyle/>
              <a:p>
                <a:endParaRPr lang="en-US"/>
              </a:p>
            </p:txBody>
          </p:sp>
          <p:sp>
            <p:nvSpPr>
              <p:cNvPr id="73" name="Freeform 1559"/>
              <p:cNvSpPr>
                <a:spLocks/>
              </p:cNvSpPr>
              <p:nvPr/>
            </p:nvSpPr>
            <p:spPr bwMode="gray">
              <a:xfrm>
                <a:off x="5810394" y="5439425"/>
                <a:ext cx="75593" cy="29865"/>
              </a:xfrm>
              <a:custGeom>
                <a:avLst/>
                <a:gdLst/>
                <a:ahLst/>
                <a:cxnLst>
                  <a:cxn ang="0">
                    <a:pos x="10" y="0"/>
                  </a:cxn>
                  <a:cxn ang="0">
                    <a:pos x="4" y="4"/>
                  </a:cxn>
                  <a:cxn ang="0">
                    <a:pos x="0" y="12"/>
                  </a:cxn>
                  <a:cxn ang="0">
                    <a:pos x="31" y="13"/>
                  </a:cxn>
                  <a:cxn ang="0">
                    <a:pos x="31" y="5"/>
                  </a:cxn>
                  <a:cxn ang="0">
                    <a:pos x="8" y="4"/>
                  </a:cxn>
                  <a:cxn ang="0">
                    <a:pos x="10" y="0"/>
                  </a:cxn>
                </a:cxnLst>
                <a:rect l="0" t="0" r="r" b="b"/>
                <a:pathLst>
                  <a:path w="31" h="13">
                    <a:moveTo>
                      <a:pt x="10" y="0"/>
                    </a:moveTo>
                    <a:lnTo>
                      <a:pt x="4" y="4"/>
                    </a:lnTo>
                    <a:lnTo>
                      <a:pt x="0" y="12"/>
                    </a:lnTo>
                    <a:lnTo>
                      <a:pt x="31" y="13"/>
                    </a:lnTo>
                    <a:lnTo>
                      <a:pt x="31" y="5"/>
                    </a:lnTo>
                    <a:lnTo>
                      <a:pt x="8" y="4"/>
                    </a:lnTo>
                    <a:lnTo>
                      <a:pt x="10" y="0"/>
                    </a:lnTo>
                    <a:close/>
                  </a:path>
                </a:pathLst>
              </a:custGeom>
              <a:noFill/>
              <a:ln w="3175" cap="rnd" cmpd="sng">
                <a:solidFill>
                  <a:schemeClr val="bg2"/>
                </a:solidFill>
                <a:prstDash val="sysDot"/>
                <a:round/>
                <a:headEnd/>
                <a:tailEnd/>
              </a:ln>
            </p:spPr>
            <p:txBody>
              <a:bodyPr/>
              <a:lstStyle/>
              <a:p>
                <a:endParaRPr lang="en-US"/>
              </a:p>
            </p:txBody>
          </p:sp>
          <p:sp>
            <p:nvSpPr>
              <p:cNvPr id="74" name="Freeform 1560"/>
              <p:cNvSpPr>
                <a:spLocks/>
              </p:cNvSpPr>
              <p:nvPr/>
            </p:nvSpPr>
            <p:spPr bwMode="gray">
              <a:xfrm>
                <a:off x="6423224" y="5469289"/>
                <a:ext cx="67858" cy="27757"/>
              </a:xfrm>
              <a:custGeom>
                <a:avLst/>
                <a:gdLst/>
                <a:ahLst/>
                <a:cxnLst>
                  <a:cxn ang="0">
                    <a:pos x="5" y="0"/>
                  </a:cxn>
                  <a:cxn ang="0">
                    <a:pos x="0" y="3"/>
                  </a:cxn>
                  <a:cxn ang="0">
                    <a:pos x="0" y="13"/>
                  </a:cxn>
                  <a:cxn ang="0">
                    <a:pos x="29" y="13"/>
                  </a:cxn>
                  <a:cxn ang="0">
                    <a:pos x="25" y="4"/>
                  </a:cxn>
                  <a:cxn ang="0">
                    <a:pos x="4" y="3"/>
                  </a:cxn>
                  <a:cxn ang="0">
                    <a:pos x="5" y="0"/>
                  </a:cxn>
                </a:cxnLst>
                <a:rect l="0" t="0" r="r" b="b"/>
                <a:pathLst>
                  <a:path w="29" h="13">
                    <a:moveTo>
                      <a:pt x="5" y="0"/>
                    </a:moveTo>
                    <a:lnTo>
                      <a:pt x="0" y="3"/>
                    </a:lnTo>
                    <a:lnTo>
                      <a:pt x="0" y="13"/>
                    </a:lnTo>
                    <a:lnTo>
                      <a:pt x="29" y="13"/>
                    </a:lnTo>
                    <a:lnTo>
                      <a:pt x="25" y="4"/>
                    </a:lnTo>
                    <a:lnTo>
                      <a:pt x="4" y="3"/>
                    </a:lnTo>
                    <a:lnTo>
                      <a:pt x="5" y="0"/>
                    </a:lnTo>
                    <a:close/>
                  </a:path>
                </a:pathLst>
              </a:custGeom>
              <a:noFill/>
              <a:ln w="3175" cap="rnd" cmpd="sng">
                <a:solidFill>
                  <a:schemeClr val="bg2"/>
                </a:solidFill>
                <a:prstDash val="sysDot"/>
                <a:round/>
                <a:headEnd/>
                <a:tailEnd/>
              </a:ln>
            </p:spPr>
            <p:txBody>
              <a:bodyPr/>
              <a:lstStyle/>
              <a:p>
                <a:endParaRPr lang="en-US"/>
              </a:p>
            </p:txBody>
          </p:sp>
          <p:sp>
            <p:nvSpPr>
              <p:cNvPr id="75" name="Freeform 1561"/>
              <p:cNvSpPr>
                <a:spLocks/>
              </p:cNvSpPr>
              <p:nvPr/>
            </p:nvSpPr>
            <p:spPr bwMode="gray">
              <a:xfrm>
                <a:off x="6650002" y="5479479"/>
                <a:ext cx="58013" cy="14757"/>
              </a:xfrm>
              <a:custGeom>
                <a:avLst/>
                <a:gdLst/>
                <a:ahLst/>
                <a:cxnLst>
                  <a:cxn ang="0">
                    <a:pos x="2" y="0"/>
                  </a:cxn>
                  <a:cxn ang="0">
                    <a:pos x="24" y="1"/>
                  </a:cxn>
                  <a:cxn ang="0">
                    <a:pos x="24" y="6"/>
                  </a:cxn>
                  <a:cxn ang="0">
                    <a:pos x="0" y="4"/>
                  </a:cxn>
                  <a:cxn ang="0">
                    <a:pos x="2" y="0"/>
                  </a:cxn>
                </a:cxnLst>
                <a:rect l="0" t="0" r="r" b="b"/>
                <a:pathLst>
                  <a:path w="24" h="6">
                    <a:moveTo>
                      <a:pt x="2" y="0"/>
                    </a:moveTo>
                    <a:lnTo>
                      <a:pt x="24" y="1"/>
                    </a:lnTo>
                    <a:lnTo>
                      <a:pt x="24" y="6"/>
                    </a:lnTo>
                    <a:lnTo>
                      <a:pt x="0" y="4"/>
                    </a:lnTo>
                    <a:lnTo>
                      <a:pt x="2" y="0"/>
                    </a:lnTo>
                    <a:close/>
                  </a:path>
                </a:pathLst>
              </a:custGeom>
              <a:noFill/>
              <a:ln w="3175" cap="rnd" cmpd="sng">
                <a:solidFill>
                  <a:schemeClr val="bg2"/>
                </a:solidFill>
                <a:prstDash val="sysDot"/>
                <a:round/>
                <a:headEnd/>
                <a:tailEnd/>
              </a:ln>
            </p:spPr>
            <p:txBody>
              <a:bodyPr/>
              <a:lstStyle/>
              <a:p>
                <a:endParaRPr lang="en-US"/>
              </a:p>
            </p:txBody>
          </p:sp>
          <p:sp>
            <p:nvSpPr>
              <p:cNvPr id="76" name="Freeform 1562"/>
              <p:cNvSpPr>
                <a:spLocks/>
              </p:cNvSpPr>
              <p:nvPr/>
            </p:nvSpPr>
            <p:spPr bwMode="gray">
              <a:xfrm>
                <a:off x="5979159" y="5446803"/>
                <a:ext cx="60474" cy="15108"/>
              </a:xfrm>
              <a:custGeom>
                <a:avLst/>
                <a:gdLst/>
                <a:ahLst/>
                <a:cxnLst>
                  <a:cxn ang="0">
                    <a:pos x="3" y="0"/>
                  </a:cxn>
                  <a:cxn ang="0">
                    <a:pos x="26" y="1"/>
                  </a:cxn>
                  <a:cxn ang="0">
                    <a:pos x="23" y="6"/>
                  </a:cxn>
                  <a:cxn ang="0">
                    <a:pos x="0" y="4"/>
                  </a:cxn>
                  <a:cxn ang="0">
                    <a:pos x="3" y="0"/>
                  </a:cxn>
                </a:cxnLst>
                <a:rect l="0" t="0" r="r" b="b"/>
                <a:pathLst>
                  <a:path w="26" h="6">
                    <a:moveTo>
                      <a:pt x="3" y="0"/>
                    </a:moveTo>
                    <a:lnTo>
                      <a:pt x="26" y="1"/>
                    </a:lnTo>
                    <a:lnTo>
                      <a:pt x="23" y="6"/>
                    </a:lnTo>
                    <a:lnTo>
                      <a:pt x="0" y="4"/>
                    </a:lnTo>
                    <a:lnTo>
                      <a:pt x="3" y="0"/>
                    </a:lnTo>
                    <a:close/>
                  </a:path>
                </a:pathLst>
              </a:custGeom>
              <a:noFill/>
              <a:ln w="3175" cap="rnd" cmpd="sng">
                <a:solidFill>
                  <a:schemeClr val="bg2"/>
                </a:solidFill>
                <a:prstDash val="sysDot"/>
                <a:round/>
                <a:headEnd/>
                <a:tailEnd/>
              </a:ln>
            </p:spPr>
            <p:txBody>
              <a:bodyPr/>
              <a:lstStyle/>
              <a:p>
                <a:endParaRPr lang="en-US"/>
              </a:p>
            </p:txBody>
          </p:sp>
          <p:sp>
            <p:nvSpPr>
              <p:cNvPr id="77" name="Freeform 1563"/>
              <p:cNvSpPr>
                <a:spLocks/>
              </p:cNvSpPr>
              <p:nvPr/>
            </p:nvSpPr>
            <p:spPr bwMode="gray">
              <a:xfrm>
                <a:off x="6579332" y="5474560"/>
                <a:ext cx="55552" cy="14757"/>
              </a:xfrm>
              <a:custGeom>
                <a:avLst/>
                <a:gdLst/>
                <a:ahLst/>
                <a:cxnLst>
                  <a:cxn ang="0">
                    <a:pos x="0" y="0"/>
                  </a:cxn>
                  <a:cxn ang="0">
                    <a:pos x="24" y="1"/>
                  </a:cxn>
                  <a:cxn ang="0">
                    <a:pos x="23" y="6"/>
                  </a:cxn>
                  <a:cxn ang="0">
                    <a:pos x="0" y="4"/>
                  </a:cxn>
                  <a:cxn ang="0">
                    <a:pos x="0" y="0"/>
                  </a:cxn>
                </a:cxnLst>
                <a:rect l="0" t="0" r="r" b="b"/>
                <a:pathLst>
                  <a:path w="24" h="6">
                    <a:moveTo>
                      <a:pt x="0" y="0"/>
                    </a:moveTo>
                    <a:lnTo>
                      <a:pt x="24" y="1"/>
                    </a:lnTo>
                    <a:lnTo>
                      <a:pt x="23" y="6"/>
                    </a:lnTo>
                    <a:lnTo>
                      <a:pt x="0" y="4"/>
                    </a:lnTo>
                    <a:lnTo>
                      <a:pt x="0" y="0"/>
                    </a:lnTo>
                    <a:close/>
                  </a:path>
                </a:pathLst>
              </a:custGeom>
              <a:noFill/>
              <a:ln w="3175" cap="rnd" cmpd="sng">
                <a:solidFill>
                  <a:schemeClr val="bg2"/>
                </a:solidFill>
                <a:prstDash val="sysDot"/>
                <a:round/>
                <a:headEnd/>
                <a:tailEnd/>
              </a:ln>
            </p:spPr>
            <p:txBody>
              <a:bodyPr/>
              <a:lstStyle/>
              <a:p>
                <a:endParaRPr lang="en-US"/>
              </a:p>
            </p:txBody>
          </p:sp>
          <p:sp>
            <p:nvSpPr>
              <p:cNvPr id="78" name="Freeform 1564"/>
              <p:cNvSpPr>
                <a:spLocks/>
              </p:cNvSpPr>
              <p:nvPr/>
            </p:nvSpPr>
            <p:spPr bwMode="gray">
              <a:xfrm>
                <a:off x="5906028" y="5439425"/>
                <a:ext cx="58013" cy="15108"/>
              </a:xfrm>
              <a:custGeom>
                <a:avLst/>
                <a:gdLst/>
                <a:ahLst/>
                <a:cxnLst>
                  <a:cxn ang="0">
                    <a:pos x="1" y="0"/>
                  </a:cxn>
                  <a:cxn ang="0">
                    <a:pos x="25" y="2"/>
                  </a:cxn>
                  <a:cxn ang="0">
                    <a:pos x="22" y="7"/>
                  </a:cxn>
                  <a:cxn ang="0">
                    <a:pos x="0" y="5"/>
                  </a:cxn>
                  <a:cxn ang="0">
                    <a:pos x="1" y="0"/>
                  </a:cxn>
                </a:cxnLst>
                <a:rect l="0" t="0" r="r" b="b"/>
                <a:pathLst>
                  <a:path w="25" h="7">
                    <a:moveTo>
                      <a:pt x="1" y="0"/>
                    </a:moveTo>
                    <a:lnTo>
                      <a:pt x="25" y="2"/>
                    </a:lnTo>
                    <a:lnTo>
                      <a:pt x="22" y="7"/>
                    </a:lnTo>
                    <a:lnTo>
                      <a:pt x="0" y="5"/>
                    </a:lnTo>
                    <a:lnTo>
                      <a:pt x="1" y="0"/>
                    </a:lnTo>
                    <a:close/>
                  </a:path>
                </a:pathLst>
              </a:custGeom>
              <a:noFill/>
              <a:ln w="3175" cap="rnd" cmpd="sng">
                <a:solidFill>
                  <a:schemeClr val="bg2"/>
                </a:solidFill>
                <a:prstDash val="sysDot"/>
                <a:round/>
                <a:headEnd/>
                <a:tailEnd/>
              </a:ln>
            </p:spPr>
            <p:txBody>
              <a:bodyPr/>
              <a:lstStyle/>
              <a:p>
                <a:endParaRPr lang="en-US"/>
              </a:p>
            </p:txBody>
          </p:sp>
          <p:sp>
            <p:nvSpPr>
              <p:cNvPr id="79" name="Freeform 1565"/>
              <p:cNvSpPr>
                <a:spLocks/>
              </p:cNvSpPr>
              <p:nvPr/>
            </p:nvSpPr>
            <p:spPr bwMode="gray">
              <a:xfrm>
                <a:off x="6501278" y="5471749"/>
                <a:ext cx="55552" cy="15108"/>
              </a:xfrm>
              <a:custGeom>
                <a:avLst/>
                <a:gdLst/>
                <a:ahLst/>
                <a:cxnLst>
                  <a:cxn ang="0">
                    <a:pos x="1" y="0"/>
                  </a:cxn>
                  <a:cxn ang="0">
                    <a:pos x="24" y="1"/>
                  </a:cxn>
                  <a:cxn ang="0">
                    <a:pos x="24" y="6"/>
                  </a:cxn>
                  <a:cxn ang="0">
                    <a:pos x="0" y="4"/>
                  </a:cxn>
                  <a:cxn ang="0">
                    <a:pos x="1" y="0"/>
                  </a:cxn>
                </a:cxnLst>
                <a:rect l="0" t="0" r="r" b="b"/>
                <a:pathLst>
                  <a:path w="24" h="6">
                    <a:moveTo>
                      <a:pt x="1" y="0"/>
                    </a:moveTo>
                    <a:lnTo>
                      <a:pt x="24" y="1"/>
                    </a:lnTo>
                    <a:lnTo>
                      <a:pt x="24" y="6"/>
                    </a:lnTo>
                    <a:lnTo>
                      <a:pt x="0" y="4"/>
                    </a:lnTo>
                    <a:lnTo>
                      <a:pt x="1" y="0"/>
                    </a:lnTo>
                    <a:close/>
                  </a:path>
                </a:pathLst>
              </a:custGeom>
              <a:noFill/>
              <a:ln w="3175" cap="rnd" cmpd="sng">
                <a:solidFill>
                  <a:schemeClr val="bg2"/>
                </a:solidFill>
                <a:prstDash val="sysDot"/>
                <a:round/>
                <a:headEnd/>
                <a:tailEnd/>
              </a:ln>
            </p:spPr>
            <p:txBody>
              <a:bodyPr/>
              <a:lstStyle/>
              <a:p>
                <a:endParaRPr lang="en-US"/>
              </a:p>
            </p:txBody>
          </p:sp>
          <p:sp>
            <p:nvSpPr>
              <p:cNvPr id="80" name="Freeform 1566"/>
              <p:cNvSpPr>
                <a:spLocks/>
              </p:cNvSpPr>
              <p:nvPr/>
            </p:nvSpPr>
            <p:spPr bwMode="gray">
              <a:xfrm>
                <a:off x="5830435" y="5439425"/>
                <a:ext cx="58013" cy="12297"/>
              </a:xfrm>
              <a:custGeom>
                <a:avLst/>
                <a:gdLst/>
                <a:ahLst/>
                <a:cxnLst>
                  <a:cxn ang="0">
                    <a:pos x="1" y="0"/>
                  </a:cxn>
                  <a:cxn ang="0">
                    <a:pos x="25" y="0"/>
                  </a:cxn>
                  <a:cxn ang="0">
                    <a:pos x="22" y="5"/>
                  </a:cxn>
                  <a:cxn ang="0">
                    <a:pos x="0" y="4"/>
                  </a:cxn>
                  <a:cxn ang="0">
                    <a:pos x="1" y="0"/>
                  </a:cxn>
                </a:cxnLst>
                <a:rect l="0" t="0" r="r" b="b"/>
                <a:pathLst>
                  <a:path w="25" h="5">
                    <a:moveTo>
                      <a:pt x="1" y="0"/>
                    </a:moveTo>
                    <a:lnTo>
                      <a:pt x="25" y="0"/>
                    </a:lnTo>
                    <a:lnTo>
                      <a:pt x="22" y="5"/>
                    </a:lnTo>
                    <a:lnTo>
                      <a:pt x="0" y="4"/>
                    </a:lnTo>
                    <a:lnTo>
                      <a:pt x="1" y="0"/>
                    </a:lnTo>
                    <a:close/>
                  </a:path>
                </a:pathLst>
              </a:custGeom>
              <a:noFill/>
              <a:ln w="3175" cap="rnd" cmpd="sng">
                <a:solidFill>
                  <a:schemeClr val="bg2"/>
                </a:solidFill>
                <a:prstDash val="sysDot"/>
                <a:round/>
                <a:headEnd/>
                <a:tailEnd/>
              </a:ln>
            </p:spPr>
            <p:txBody>
              <a:bodyPr/>
              <a:lstStyle/>
              <a:p>
                <a:endParaRPr lang="en-US"/>
              </a:p>
            </p:txBody>
          </p:sp>
          <p:sp>
            <p:nvSpPr>
              <p:cNvPr id="81" name="Freeform 1567"/>
              <p:cNvSpPr>
                <a:spLocks/>
              </p:cNvSpPr>
              <p:nvPr/>
            </p:nvSpPr>
            <p:spPr bwMode="gray">
              <a:xfrm>
                <a:off x="6433068" y="5469289"/>
                <a:ext cx="53091" cy="10189"/>
              </a:xfrm>
              <a:custGeom>
                <a:avLst/>
                <a:gdLst/>
                <a:ahLst/>
                <a:cxnLst>
                  <a:cxn ang="0">
                    <a:pos x="0" y="0"/>
                  </a:cxn>
                  <a:cxn ang="0">
                    <a:pos x="22" y="1"/>
                  </a:cxn>
                  <a:cxn ang="0">
                    <a:pos x="22" y="5"/>
                  </a:cxn>
                  <a:cxn ang="0">
                    <a:pos x="0" y="3"/>
                  </a:cxn>
                  <a:cxn ang="0">
                    <a:pos x="0" y="0"/>
                  </a:cxn>
                </a:cxnLst>
                <a:rect l="0" t="0" r="r" b="b"/>
                <a:pathLst>
                  <a:path w="22" h="5">
                    <a:moveTo>
                      <a:pt x="0" y="0"/>
                    </a:moveTo>
                    <a:lnTo>
                      <a:pt x="22" y="1"/>
                    </a:lnTo>
                    <a:lnTo>
                      <a:pt x="22" y="5"/>
                    </a:lnTo>
                    <a:lnTo>
                      <a:pt x="0" y="3"/>
                    </a:lnTo>
                    <a:lnTo>
                      <a:pt x="0" y="0"/>
                    </a:lnTo>
                    <a:close/>
                  </a:path>
                </a:pathLst>
              </a:custGeom>
              <a:noFill/>
              <a:ln w="3175" cap="rnd" cmpd="sng">
                <a:solidFill>
                  <a:schemeClr val="bg2"/>
                </a:solidFill>
                <a:prstDash val="sysDot"/>
                <a:round/>
                <a:headEnd/>
                <a:tailEnd/>
              </a:ln>
            </p:spPr>
            <p:txBody>
              <a:bodyPr/>
              <a:lstStyle/>
              <a:p>
                <a:endParaRPr lang="en-US"/>
              </a:p>
            </p:txBody>
          </p:sp>
          <p:sp>
            <p:nvSpPr>
              <p:cNvPr id="82" name="Freeform 1568"/>
              <p:cNvSpPr>
                <a:spLocks/>
              </p:cNvSpPr>
              <p:nvPr/>
            </p:nvSpPr>
            <p:spPr bwMode="gray">
              <a:xfrm>
                <a:off x="6708016" y="5481938"/>
                <a:ext cx="2461" cy="29865"/>
              </a:xfrm>
              <a:custGeom>
                <a:avLst/>
                <a:gdLst/>
                <a:ahLst/>
                <a:cxnLst>
                  <a:cxn ang="0">
                    <a:pos x="0" y="0"/>
                  </a:cxn>
                  <a:cxn ang="0">
                    <a:pos x="0" y="5"/>
                  </a:cxn>
                  <a:cxn ang="0">
                    <a:pos x="0" y="12"/>
                  </a:cxn>
                  <a:cxn ang="0">
                    <a:pos x="2" y="3"/>
                  </a:cxn>
                  <a:cxn ang="0">
                    <a:pos x="0" y="0"/>
                  </a:cxn>
                </a:cxnLst>
                <a:rect l="0" t="0" r="r" b="b"/>
                <a:pathLst>
                  <a:path w="2" h="12">
                    <a:moveTo>
                      <a:pt x="0" y="0"/>
                    </a:moveTo>
                    <a:lnTo>
                      <a:pt x="0" y="5"/>
                    </a:lnTo>
                    <a:lnTo>
                      <a:pt x="0" y="12"/>
                    </a:lnTo>
                    <a:lnTo>
                      <a:pt x="2" y="3"/>
                    </a:lnTo>
                    <a:lnTo>
                      <a:pt x="0" y="0"/>
                    </a:lnTo>
                    <a:close/>
                  </a:path>
                </a:pathLst>
              </a:custGeom>
              <a:noFill/>
              <a:ln w="3175" cap="rnd" cmpd="sng">
                <a:solidFill>
                  <a:schemeClr val="bg2"/>
                </a:solidFill>
                <a:prstDash val="sysDot"/>
                <a:round/>
                <a:headEnd/>
                <a:tailEnd/>
              </a:ln>
            </p:spPr>
            <p:txBody>
              <a:bodyPr/>
              <a:lstStyle/>
              <a:p>
                <a:endParaRPr lang="en-US"/>
              </a:p>
            </p:txBody>
          </p:sp>
          <p:sp>
            <p:nvSpPr>
              <p:cNvPr id="83" name="Freeform 1569"/>
              <p:cNvSpPr>
                <a:spLocks/>
              </p:cNvSpPr>
              <p:nvPr/>
            </p:nvSpPr>
            <p:spPr bwMode="gray">
              <a:xfrm>
                <a:off x="6029789" y="5449262"/>
                <a:ext cx="9845" cy="25297"/>
              </a:xfrm>
              <a:custGeom>
                <a:avLst/>
                <a:gdLst/>
                <a:ahLst/>
                <a:cxnLst>
                  <a:cxn ang="0">
                    <a:pos x="4" y="0"/>
                  </a:cxn>
                  <a:cxn ang="0">
                    <a:pos x="1" y="6"/>
                  </a:cxn>
                  <a:cxn ang="0">
                    <a:pos x="0" y="11"/>
                  </a:cxn>
                  <a:cxn ang="0">
                    <a:pos x="5" y="3"/>
                  </a:cxn>
                  <a:cxn ang="0">
                    <a:pos x="4" y="0"/>
                  </a:cxn>
                </a:cxnLst>
                <a:rect l="0" t="0" r="r" b="b"/>
                <a:pathLst>
                  <a:path w="5" h="11">
                    <a:moveTo>
                      <a:pt x="4" y="0"/>
                    </a:moveTo>
                    <a:lnTo>
                      <a:pt x="1" y="6"/>
                    </a:lnTo>
                    <a:lnTo>
                      <a:pt x="0" y="11"/>
                    </a:lnTo>
                    <a:lnTo>
                      <a:pt x="5" y="3"/>
                    </a:lnTo>
                    <a:lnTo>
                      <a:pt x="4" y="0"/>
                    </a:lnTo>
                    <a:close/>
                  </a:path>
                </a:pathLst>
              </a:custGeom>
              <a:noFill/>
              <a:ln w="3175" cap="rnd" cmpd="sng">
                <a:solidFill>
                  <a:schemeClr val="bg2"/>
                </a:solidFill>
                <a:prstDash val="sysDot"/>
                <a:round/>
                <a:headEnd/>
                <a:tailEnd/>
              </a:ln>
            </p:spPr>
            <p:txBody>
              <a:bodyPr/>
              <a:lstStyle/>
              <a:p>
                <a:endParaRPr lang="en-US"/>
              </a:p>
            </p:txBody>
          </p:sp>
          <p:sp>
            <p:nvSpPr>
              <p:cNvPr id="84" name="Freeform 1570"/>
              <p:cNvSpPr>
                <a:spLocks/>
              </p:cNvSpPr>
              <p:nvPr/>
            </p:nvSpPr>
            <p:spPr bwMode="gray">
              <a:xfrm>
                <a:off x="6629962" y="5474560"/>
                <a:ext cx="9845" cy="37243"/>
              </a:xfrm>
              <a:custGeom>
                <a:avLst/>
                <a:gdLst/>
                <a:ahLst/>
                <a:cxnLst>
                  <a:cxn ang="0">
                    <a:pos x="2" y="0"/>
                  </a:cxn>
                  <a:cxn ang="0">
                    <a:pos x="0" y="6"/>
                  </a:cxn>
                  <a:cxn ang="0">
                    <a:pos x="2" y="15"/>
                  </a:cxn>
                  <a:cxn ang="0">
                    <a:pos x="5" y="3"/>
                  </a:cxn>
                  <a:cxn ang="0">
                    <a:pos x="2" y="0"/>
                  </a:cxn>
                </a:cxnLst>
                <a:rect l="0" t="0" r="r" b="b"/>
                <a:pathLst>
                  <a:path w="5" h="15">
                    <a:moveTo>
                      <a:pt x="2" y="0"/>
                    </a:moveTo>
                    <a:lnTo>
                      <a:pt x="0" y="6"/>
                    </a:lnTo>
                    <a:lnTo>
                      <a:pt x="2" y="15"/>
                    </a:lnTo>
                    <a:lnTo>
                      <a:pt x="5" y="3"/>
                    </a:lnTo>
                    <a:lnTo>
                      <a:pt x="2" y="0"/>
                    </a:lnTo>
                    <a:close/>
                  </a:path>
                </a:pathLst>
              </a:custGeom>
              <a:noFill/>
              <a:ln w="3175" cap="rnd" cmpd="sng">
                <a:solidFill>
                  <a:schemeClr val="bg2"/>
                </a:solidFill>
                <a:prstDash val="sysDot"/>
                <a:round/>
                <a:headEnd/>
                <a:tailEnd/>
              </a:ln>
            </p:spPr>
            <p:txBody>
              <a:bodyPr/>
              <a:lstStyle/>
              <a:p>
                <a:endParaRPr lang="en-US"/>
              </a:p>
            </p:txBody>
          </p:sp>
          <p:sp>
            <p:nvSpPr>
              <p:cNvPr id="85" name="Freeform 1571"/>
              <p:cNvSpPr>
                <a:spLocks/>
              </p:cNvSpPr>
              <p:nvPr/>
            </p:nvSpPr>
            <p:spPr bwMode="gray">
              <a:xfrm>
                <a:off x="5959118" y="5444343"/>
                <a:ext cx="12657" cy="27405"/>
              </a:xfrm>
              <a:custGeom>
                <a:avLst/>
                <a:gdLst/>
                <a:ahLst/>
                <a:cxnLst>
                  <a:cxn ang="0">
                    <a:pos x="3" y="0"/>
                  </a:cxn>
                  <a:cxn ang="0">
                    <a:pos x="0" y="5"/>
                  </a:cxn>
                  <a:cxn ang="0">
                    <a:pos x="0" y="11"/>
                  </a:cxn>
                  <a:cxn ang="0">
                    <a:pos x="5" y="3"/>
                  </a:cxn>
                  <a:cxn ang="0">
                    <a:pos x="3" y="0"/>
                  </a:cxn>
                </a:cxnLst>
                <a:rect l="0" t="0" r="r" b="b"/>
                <a:pathLst>
                  <a:path w="5" h="11">
                    <a:moveTo>
                      <a:pt x="3" y="0"/>
                    </a:moveTo>
                    <a:lnTo>
                      <a:pt x="0" y="5"/>
                    </a:lnTo>
                    <a:lnTo>
                      <a:pt x="0" y="11"/>
                    </a:lnTo>
                    <a:lnTo>
                      <a:pt x="5" y="3"/>
                    </a:lnTo>
                    <a:lnTo>
                      <a:pt x="3" y="0"/>
                    </a:lnTo>
                    <a:close/>
                  </a:path>
                </a:pathLst>
              </a:custGeom>
              <a:noFill/>
              <a:ln w="3175" cap="rnd" cmpd="sng">
                <a:solidFill>
                  <a:schemeClr val="bg2"/>
                </a:solidFill>
                <a:prstDash val="sysDot"/>
                <a:round/>
                <a:headEnd/>
                <a:tailEnd/>
              </a:ln>
            </p:spPr>
            <p:txBody>
              <a:bodyPr/>
              <a:lstStyle/>
              <a:p>
                <a:endParaRPr lang="en-US"/>
              </a:p>
            </p:txBody>
          </p:sp>
          <p:sp>
            <p:nvSpPr>
              <p:cNvPr id="86" name="Freeform 1572"/>
              <p:cNvSpPr>
                <a:spLocks/>
              </p:cNvSpPr>
              <p:nvPr/>
            </p:nvSpPr>
            <p:spPr bwMode="gray">
              <a:xfrm>
                <a:off x="6556830" y="5474560"/>
                <a:ext cx="4922" cy="29865"/>
              </a:xfrm>
              <a:custGeom>
                <a:avLst/>
                <a:gdLst/>
                <a:ahLst/>
                <a:cxnLst>
                  <a:cxn ang="0">
                    <a:pos x="0" y="0"/>
                  </a:cxn>
                  <a:cxn ang="0">
                    <a:pos x="0" y="5"/>
                  </a:cxn>
                  <a:cxn ang="0">
                    <a:pos x="0" y="13"/>
                  </a:cxn>
                  <a:cxn ang="0">
                    <a:pos x="2" y="2"/>
                  </a:cxn>
                  <a:cxn ang="0">
                    <a:pos x="0" y="0"/>
                  </a:cxn>
                </a:cxnLst>
                <a:rect l="0" t="0" r="r" b="b"/>
                <a:pathLst>
                  <a:path w="2" h="13">
                    <a:moveTo>
                      <a:pt x="0" y="0"/>
                    </a:moveTo>
                    <a:lnTo>
                      <a:pt x="0" y="5"/>
                    </a:lnTo>
                    <a:lnTo>
                      <a:pt x="0" y="13"/>
                    </a:lnTo>
                    <a:lnTo>
                      <a:pt x="2" y="2"/>
                    </a:lnTo>
                    <a:lnTo>
                      <a:pt x="0" y="0"/>
                    </a:lnTo>
                    <a:close/>
                  </a:path>
                </a:pathLst>
              </a:custGeom>
              <a:noFill/>
              <a:ln w="3175" cap="rnd" cmpd="sng">
                <a:solidFill>
                  <a:schemeClr val="bg2"/>
                </a:solidFill>
                <a:prstDash val="sysDot"/>
                <a:round/>
                <a:headEnd/>
                <a:tailEnd/>
              </a:ln>
            </p:spPr>
            <p:txBody>
              <a:bodyPr/>
              <a:lstStyle/>
              <a:p>
                <a:endParaRPr lang="en-US"/>
              </a:p>
            </p:txBody>
          </p:sp>
          <p:sp>
            <p:nvSpPr>
              <p:cNvPr id="87" name="Freeform 1573"/>
              <p:cNvSpPr>
                <a:spLocks/>
              </p:cNvSpPr>
              <p:nvPr/>
            </p:nvSpPr>
            <p:spPr bwMode="gray">
              <a:xfrm>
                <a:off x="5885987" y="5439425"/>
                <a:ext cx="9845" cy="29865"/>
              </a:xfrm>
              <a:custGeom>
                <a:avLst/>
                <a:gdLst/>
                <a:ahLst/>
                <a:cxnLst>
                  <a:cxn ang="0">
                    <a:pos x="2" y="0"/>
                  </a:cxn>
                  <a:cxn ang="0">
                    <a:pos x="0" y="6"/>
                  </a:cxn>
                  <a:cxn ang="0">
                    <a:pos x="0" y="12"/>
                  </a:cxn>
                  <a:cxn ang="0">
                    <a:pos x="4" y="4"/>
                  </a:cxn>
                  <a:cxn ang="0">
                    <a:pos x="2" y="0"/>
                  </a:cxn>
                </a:cxnLst>
                <a:rect l="0" t="0" r="r" b="b"/>
                <a:pathLst>
                  <a:path w="4" h="12">
                    <a:moveTo>
                      <a:pt x="2" y="0"/>
                    </a:moveTo>
                    <a:lnTo>
                      <a:pt x="0" y="6"/>
                    </a:lnTo>
                    <a:lnTo>
                      <a:pt x="0" y="12"/>
                    </a:lnTo>
                    <a:lnTo>
                      <a:pt x="4" y="4"/>
                    </a:lnTo>
                    <a:lnTo>
                      <a:pt x="2" y="0"/>
                    </a:lnTo>
                    <a:close/>
                  </a:path>
                </a:pathLst>
              </a:custGeom>
              <a:noFill/>
              <a:ln w="3175" cap="rnd" cmpd="sng">
                <a:solidFill>
                  <a:schemeClr val="bg2"/>
                </a:solidFill>
                <a:prstDash val="sysDot"/>
                <a:round/>
                <a:headEnd/>
                <a:tailEnd/>
              </a:ln>
            </p:spPr>
            <p:txBody>
              <a:bodyPr/>
              <a:lstStyle/>
              <a:p>
                <a:endParaRPr lang="en-US"/>
              </a:p>
            </p:txBody>
          </p:sp>
          <p:sp>
            <p:nvSpPr>
              <p:cNvPr id="88" name="Freeform 1574"/>
              <p:cNvSpPr>
                <a:spLocks/>
              </p:cNvSpPr>
              <p:nvPr/>
            </p:nvSpPr>
            <p:spPr bwMode="gray">
              <a:xfrm>
                <a:off x="6486159" y="5471749"/>
                <a:ext cx="10196" cy="25297"/>
              </a:xfrm>
              <a:custGeom>
                <a:avLst/>
                <a:gdLst/>
                <a:ahLst/>
                <a:cxnLst>
                  <a:cxn ang="0">
                    <a:pos x="1" y="0"/>
                  </a:cxn>
                  <a:cxn ang="0">
                    <a:pos x="0" y="5"/>
                  </a:cxn>
                  <a:cxn ang="0">
                    <a:pos x="0" y="12"/>
                  </a:cxn>
                  <a:cxn ang="0">
                    <a:pos x="3" y="3"/>
                  </a:cxn>
                  <a:cxn ang="0">
                    <a:pos x="1" y="0"/>
                  </a:cxn>
                </a:cxnLst>
                <a:rect l="0" t="0" r="r" b="b"/>
                <a:pathLst>
                  <a:path w="3" h="12">
                    <a:moveTo>
                      <a:pt x="1" y="0"/>
                    </a:moveTo>
                    <a:lnTo>
                      <a:pt x="0" y="5"/>
                    </a:lnTo>
                    <a:lnTo>
                      <a:pt x="0" y="12"/>
                    </a:lnTo>
                    <a:lnTo>
                      <a:pt x="3" y="3"/>
                    </a:lnTo>
                    <a:lnTo>
                      <a:pt x="1" y="0"/>
                    </a:lnTo>
                    <a:close/>
                  </a:path>
                </a:pathLst>
              </a:custGeom>
              <a:noFill/>
              <a:ln w="3175" cap="rnd" cmpd="sng">
                <a:solidFill>
                  <a:schemeClr val="bg2"/>
                </a:solidFill>
                <a:prstDash val="sysDot"/>
                <a:round/>
                <a:headEnd/>
                <a:tailEnd/>
              </a:ln>
            </p:spPr>
            <p:txBody>
              <a:bodyPr/>
              <a:lstStyle/>
              <a:p>
                <a:endParaRPr lang="en-US"/>
              </a:p>
            </p:txBody>
          </p:sp>
          <p:sp>
            <p:nvSpPr>
              <p:cNvPr id="89" name="Freeform 1575"/>
              <p:cNvSpPr>
                <a:spLocks/>
              </p:cNvSpPr>
              <p:nvPr/>
            </p:nvSpPr>
            <p:spPr bwMode="gray">
              <a:xfrm>
                <a:off x="6561752" y="5454533"/>
                <a:ext cx="151186" cy="24946"/>
              </a:xfrm>
              <a:custGeom>
                <a:avLst/>
                <a:gdLst/>
                <a:ahLst/>
                <a:cxnLst>
                  <a:cxn ang="0">
                    <a:pos x="4" y="0"/>
                  </a:cxn>
                  <a:cxn ang="0">
                    <a:pos x="0" y="4"/>
                  </a:cxn>
                  <a:cxn ang="0">
                    <a:pos x="0" y="8"/>
                  </a:cxn>
                  <a:cxn ang="0">
                    <a:pos x="63" y="11"/>
                  </a:cxn>
                  <a:cxn ang="0">
                    <a:pos x="64" y="7"/>
                  </a:cxn>
                  <a:cxn ang="0">
                    <a:pos x="3" y="4"/>
                  </a:cxn>
                  <a:cxn ang="0">
                    <a:pos x="4" y="0"/>
                  </a:cxn>
                </a:cxnLst>
                <a:rect l="0" t="0" r="r" b="b"/>
                <a:pathLst>
                  <a:path w="64" h="11">
                    <a:moveTo>
                      <a:pt x="4" y="0"/>
                    </a:moveTo>
                    <a:lnTo>
                      <a:pt x="0" y="4"/>
                    </a:lnTo>
                    <a:lnTo>
                      <a:pt x="0" y="8"/>
                    </a:lnTo>
                    <a:lnTo>
                      <a:pt x="63" y="11"/>
                    </a:lnTo>
                    <a:lnTo>
                      <a:pt x="64" y="7"/>
                    </a:lnTo>
                    <a:lnTo>
                      <a:pt x="3" y="4"/>
                    </a:lnTo>
                    <a:lnTo>
                      <a:pt x="4" y="0"/>
                    </a:lnTo>
                    <a:close/>
                  </a:path>
                </a:pathLst>
              </a:custGeom>
              <a:noFill/>
              <a:ln w="3175" cap="rnd" cmpd="sng">
                <a:solidFill>
                  <a:schemeClr val="bg2"/>
                </a:solidFill>
                <a:prstDash val="sysDot"/>
                <a:round/>
                <a:headEnd/>
                <a:tailEnd/>
              </a:ln>
            </p:spPr>
            <p:txBody>
              <a:bodyPr/>
              <a:lstStyle/>
              <a:p>
                <a:endParaRPr lang="en-US"/>
              </a:p>
            </p:txBody>
          </p:sp>
          <p:sp>
            <p:nvSpPr>
              <p:cNvPr id="90" name="Freeform 1576"/>
              <p:cNvSpPr>
                <a:spLocks/>
              </p:cNvSpPr>
              <p:nvPr/>
            </p:nvSpPr>
            <p:spPr bwMode="gray">
              <a:xfrm>
                <a:off x="6569487" y="5454533"/>
                <a:ext cx="143451" cy="20027"/>
              </a:xfrm>
              <a:custGeom>
                <a:avLst/>
                <a:gdLst/>
                <a:ahLst/>
                <a:cxnLst>
                  <a:cxn ang="0">
                    <a:pos x="2" y="0"/>
                  </a:cxn>
                  <a:cxn ang="0">
                    <a:pos x="61" y="2"/>
                  </a:cxn>
                  <a:cxn ang="0">
                    <a:pos x="60" y="9"/>
                  </a:cxn>
                  <a:cxn ang="0">
                    <a:pos x="0" y="5"/>
                  </a:cxn>
                  <a:cxn ang="0">
                    <a:pos x="2" y="0"/>
                  </a:cxn>
                </a:cxnLst>
                <a:rect l="0" t="0" r="r" b="b"/>
                <a:pathLst>
                  <a:path w="61" h="9">
                    <a:moveTo>
                      <a:pt x="2" y="0"/>
                    </a:moveTo>
                    <a:lnTo>
                      <a:pt x="61" y="2"/>
                    </a:lnTo>
                    <a:lnTo>
                      <a:pt x="60" y="9"/>
                    </a:lnTo>
                    <a:lnTo>
                      <a:pt x="0" y="5"/>
                    </a:lnTo>
                    <a:lnTo>
                      <a:pt x="2" y="0"/>
                    </a:lnTo>
                    <a:close/>
                  </a:path>
                </a:pathLst>
              </a:custGeom>
              <a:noFill/>
              <a:ln w="3175" cap="rnd" cmpd="sng">
                <a:solidFill>
                  <a:schemeClr val="bg2"/>
                </a:solidFill>
                <a:prstDash val="sysDot"/>
                <a:round/>
                <a:headEnd/>
                <a:tailEnd/>
              </a:ln>
            </p:spPr>
            <p:txBody>
              <a:bodyPr/>
              <a:lstStyle/>
              <a:p>
                <a:endParaRPr lang="en-US"/>
              </a:p>
            </p:txBody>
          </p:sp>
          <p:sp>
            <p:nvSpPr>
              <p:cNvPr id="91" name="Freeform 1577"/>
              <p:cNvSpPr>
                <a:spLocks/>
              </p:cNvSpPr>
              <p:nvPr/>
            </p:nvSpPr>
            <p:spPr bwMode="gray">
              <a:xfrm>
                <a:off x="6710477" y="5461911"/>
                <a:ext cx="10196" cy="17568"/>
              </a:xfrm>
              <a:custGeom>
                <a:avLst/>
                <a:gdLst/>
                <a:ahLst/>
                <a:cxnLst>
                  <a:cxn ang="0">
                    <a:pos x="1" y="0"/>
                  </a:cxn>
                  <a:cxn ang="0">
                    <a:pos x="0" y="5"/>
                  </a:cxn>
                  <a:cxn ang="0">
                    <a:pos x="1" y="8"/>
                  </a:cxn>
                  <a:cxn ang="0">
                    <a:pos x="4" y="1"/>
                  </a:cxn>
                  <a:cxn ang="0">
                    <a:pos x="1" y="0"/>
                  </a:cxn>
                </a:cxnLst>
                <a:rect l="0" t="0" r="r" b="b"/>
                <a:pathLst>
                  <a:path w="4" h="8">
                    <a:moveTo>
                      <a:pt x="1" y="0"/>
                    </a:moveTo>
                    <a:lnTo>
                      <a:pt x="0" y="5"/>
                    </a:lnTo>
                    <a:lnTo>
                      <a:pt x="1" y="8"/>
                    </a:lnTo>
                    <a:lnTo>
                      <a:pt x="4" y="1"/>
                    </a:lnTo>
                    <a:lnTo>
                      <a:pt x="1" y="0"/>
                    </a:lnTo>
                    <a:close/>
                  </a:path>
                </a:pathLst>
              </a:custGeom>
              <a:noFill/>
              <a:ln w="3175" cap="rnd" cmpd="sng">
                <a:solidFill>
                  <a:schemeClr val="bg2"/>
                </a:solidFill>
                <a:prstDash val="sysDot"/>
                <a:round/>
                <a:headEnd/>
                <a:tailEnd/>
              </a:ln>
            </p:spPr>
            <p:txBody>
              <a:bodyPr/>
              <a:lstStyle/>
              <a:p>
                <a:endParaRPr lang="en-US"/>
              </a:p>
            </p:txBody>
          </p:sp>
          <p:sp>
            <p:nvSpPr>
              <p:cNvPr id="92" name="Freeform 1578"/>
              <p:cNvSpPr>
                <a:spLocks/>
              </p:cNvSpPr>
              <p:nvPr/>
            </p:nvSpPr>
            <p:spPr bwMode="gray">
              <a:xfrm>
                <a:off x="6602186" y="5426776"/>
                <a:ext cx="118487" cy="27757"/>
              </a:xfrm>
              <a:custGeom>
                <a:avLst/>
                <a:gdLst/>
                <a:ahLst/>
                <a:cxnLst>
                  <a:cxn ang="0">
                    <a:pos x="6" y="0"/>
                  </a:cxn>
                  <a:cxn ang="0">
                    <a:pos x="1" y="2"/>
                  </a:cxn>
                  <a:cxn ang="0">
                    <a:pos x="0" y="8"/>
                  </a:cxn>
                  <a:cxn ang="0">
                    <a:pos x="50" y="12"/>
                  </a:cxn>
                  <a:cxn ang="0">
                    <a:pos x="51" y="9"/>
                  </a:cxn>
                  <a:cxn ang="0">
                    <a:pos x="4" y="6"/>
                  </a:cxn>
                  <a:cxn ang="0">
                    <a:pos x="6" y="0"/>
                  </a:cxn>
                </a:cxnLst>
                <a:rect l="0" t="0" r="r" b="b"/>
                <a:pathLst>
                  <a:path w="51" h="12">
                    <a:moveTo>
                      <a:pt x="6" y="0"/>
                    </a:moveTo>
                    <a:lnTo>
                      <a:pt x="1" y="2"/>
                    </a:lnTo>
                    <a:lnTo>
                      <a:pt x="0" y="8"/>
                    </a:lnTo>
                    <a:lnTo>
                      <a:pt x="50" y="12"/>
                    </a:lnTo>
                    <a:lnTo>
                      <a:pt x="51" y="9"/>
                    </a:lnTo>
                    <a:lnTo>
                      <a:pt x="4" y="6"/>
                    </a:lnTo>
                    <a:lnTo>
                      <a:pt x="6" y="0"/>
                    </a:lnTo>
                    <a:close/>
                  </a:path>
                </a:pathLst>
              </a:custGeom>
              <a:noFill/>
              <a:ln w="3175" cap="rnd" cmpd="sng">
                <a:solidFill>
                  <a:schemeClr val="bg2"/>
                </a:solidFill>
                <a:prstDash val="sysDot"/>
                <a:round/>
                <a:headEnd/>
                <a:tailEnd/>
              </a:ln>
            </p:spPr>
            <p:txBody>
              <a:bodyPr/>
              <a:lstStyle/>
              <a:p>
                <a:endParaRPr lang="en-US"/>
              </a:p>
            </p:txBody>
          </p:sp>
          <p:sp>
            <p:nvSpPr>
              <p:cNvPr id="93" name="Freeform 1579"/>
              <p:cNvSpPr>
                <a:spLocks/>
              </p:cNvSpPr>
              <p:nvPr/>
            </p:nvSpPr>
            <p:spPr bwMode="gray">
              <a:xfrm>
                <a:off x="6607108" y="5426776"/>
                <a:ext cx="113565" cy="24946"/>
              </a:xfrm>
              <a:custGeom>
                <a:avLst/>
                <a:gdLst/>
                <a:ahLst/>
                <a:cxnLst>
                  <a:cxn ang="0">
                    <a:pos x="3" y="0"/>
                  </a:cxn>
                  <a:cxn ang="0">
                    <a:pos x="48" y="2"/>
                  </a:cxn>
                  <a:cxn ang="0">
                    <a:pos x="47" y="10"/>
                  </a:cxn>
                  <a:cxn ang="0">
                    <a:pos x="0" y="7"/>
                  </a:cxn>
                  <a:cxn ang="0">
                    <a:pos x="3" y="0"/>
                  </a:cxn>
                </a:cxnLst>
                <a:rect l="0" t="0" r="r" b="b"/>
                <a:pathLst>
                  <a:path w="48" h="10">
                    <a:moveTo>
                      <a:pt x="3" y="0"/>
                    </a:moveTo>
                    <a:lnTo>
                      <a:pt x="48" y="2"/>
                    </a:lnTo>
                    <a:lnTo>
                      <a:pt x="47" y="10"/>
                    </a:lnTo>
                    <a:lnTo>
                      <a:pt x="0" y="7"/>
                    </a:lnTo>
                    <a:lnTo>
                      <a:pt x="3" y="0"/>
                    </a:lnTo>
                    <a:close/>
                  </a:path>
                </a:pathLst>
              </a:custGeom>
              <a:noFill/>
              <a:ln w="3175" cap="rnd" cmpd="sng">
                <a:solidFill>
                  <a:schemeClr val="bg2"/>
                </a:solidFill>
                <a:prstDash val="sysDot"/>
                <a:round/>
                <a:headEnd/>
                <a:tailEnd/>
              </a:ln>
            </p:spPr>
            <p:txBody>
              <a:bodyPr/>
              <a:lstStyle/>
              <a:p>
                <a:endParaRPr lang="en-US"/>
              </a:p>
            </p:txBody>
          </p:sp>
          <p:sp>
            <p:nvSpPr>
              <p:cNvPr id="94" name="Freeform 1580"/>
              <p:cNvSpPr>
                <a:spLocks/>
              </p:cNvSpPr>
              <p:nvPr/>
            </p:nvSpPr>
            <p:spPr bwMode="gray">
              <a:xfrm>
                <a:off x="6720673" y="5436965"/>
                <a:ext cx="7383" cy="17568"/>
              </a:xfrm>
              <a:custGeom>
                <a:avLst/>
                <a:gdLst/>
                <a:ahLst/>
                <a:cxnLst>
                  <a:cxn ang="0">
                    <a:pos x="1" y="0"/>
                  </a:cxn>
                  <a:cxn ang="0">
                    <a:pos x="0" y="6"/>
                  </a:cxn>
                  <a:cxn ang="0">
                    <a:pos x="2" y="9"/>
                  </a:cxn>
                  <a:cxn ang="0">
                    <a:pos x="4" y="2"/>
                  </a:cxn>
                  <a:cxn ang="0">
                    <a:pos x="1" y="0"/>
                  </a:cxn>
                </a:cxnLst>
                <a:rect l="0" t="0" r="r" b="b"/>
                <a:pathLst>
                  <a:path w="4" h="9">
                    <a:moveTo>
                      <a:pt x="1" y="0"/>
                    </a:moveTo>
                    <a:lnTo>
                      <a:pt x="0" y="6"/>
                    </a:lnTo>
                    <a:lnTo>
                      <a:pt x="2" y="9"/>
                    </a:lnTo>
                    <a:lnTo>
                      <a:pt x="4" y="2"/>
                    </a:lnTo>
                    <a:lnTo>
                      <a:pt x="1" y="0"/>
                    </a:lnTo>
                    <a:close/>
                  </a:path>
                </a:pathLst>
              </a:custGeom>
              <a:noFill/>
              <a:ln w="3175" cap="rnd" cmpd="sng">
                <a:solidFill>
                  <a:schemeClr val="bg2"/>
                </a:solidFill>
                <a:prstDash val="sysDot"/>
                <a:round/>
                <a:headEnd/>
                <a:tailEnd/>
              </a:ln>
            </p:spPr>
            <p:txBody>
              <a:bodyPr/>
              <a:lstStyle/>
              <a:p>
                <a:endParaRPr lang="en-US"/>
              </a:p>
            </p:txBody>
          </p:sp>
          <p:sp>
            <p:nvSpPr>
              <p:cNvPr id="95" name="Freeform 1581"/>
              <p:cNvSpPr>
                <a:spLocks/>
              </p:cNvSpPr>
              <p:nvPr/>
            </p:nvSpPr>
            <p:spPr bwMode="gray">
              <a:xfrm>
                <a:off x="6508661" y="5451722"/>
                <a:ext cx="40433" cy="20027"/>
              </a:xfrm>
              <a:custGeom>
                <a:avLst/>
                <a:gdLst/>
                <a:ahLst/>
                <a:cxnLst>
                  <a:cxn ang="0">
                    <a:pos x="4" y="0"/>
                  </a:cxn>
                  <a:cxn ang="0">
                    <a:pos x="0" y="3"/>
                  </a:cxn>
                  <a:cxn ang="0">
                    <a:pos x="0" y="8"/>
                  </a:cxn>
                  <a:cxn ang="0">
                    <a:pos x="17" y="8"/>
                  </a:cxn>
                  <a:cxn ang="0">
                    <a:pos x="17" y="5"/>
                  </a:cxn>
                  <a:cxn ang="0">
                    <a:pos x="1" y="4"/>
                  </a:cxn>
                  <a:cxn ang="0">
                    <a:pos x="4" y="0"/>
                  </a:cxn>
                </a:cxnLst>
                <a:rect l="0" t="0" r="r" b="b"/>
                <a:pathLst>
                  <a:path w="17" h="8">
                    <a:moveTo>
                      <a:pt x="4" y="0"/>
                    </a:moveTo>
                    <a:lnTo>
                      <a:pt x="0" y="3"/>
                    </a:lnTo>
                    <a:lnTo>
                      <a:pt x="0" y="8"/>
                    </a:lnTo>
                    <a:lnTo>
                      <a:pt x="17" y="8"/>
                    </a:lnTo>
                    <a:lnTo>
                      <a:pt x="17" y="5"/>
                    </a:lnTo>
                    <a:lnTo>
                      <a:pt x="1" y="4"/>
                    </a:lnTo>
                    <a:lnTo>
                      <a:pt x="4" y="0"/>
                    </a:lnTo>
                    <a:close/>
                  </a:path>
                </a:pathLst>
              </a:custGeom>
              <a:noFill/>
              <a:ln w="3175" cap="rnd" cmpd="sng">
                <a:solidFill>
                  <a:schemeClr val="bg2"/>
                </a:solidFill>
                <a:prstDash val="sysDot"/>
                <a:round/>
                <a:headEnd/>
                <a:tailEnd/>
              </a:ln>
            </p:spPr>
            <p:txBody>
              <a:bodyPr/>
              <a:lstStyle/>
              <a:p>
                <a:endParaRPr lang="en-US"/>
              </a:p>
            </p:txBody>
          </p:sp>
          <p:sp>
            <p:nvSpPr>
              <p:cNvPr id="96" name="Freeform 1582"/>
              <p:cNvSpPr>
                <a:spLocks/>
              </p:cNvSpPr>
              <p:nvPr/>
            </p:nvSpPr>
            <p:spPr bwMode="gray">
              <a:xfrm>
                <a:off x="6551556" y="5426776"/>
                <a:ext cx="42895" cy="22486"/>
              </a:xfrm>
              <a:custGeom>
                <a:avLst/>
                <a:gdLst/>
                <a:ahLst/>
                <a:cxnLst>
                  <a:cxn ang="0">
                    <a:pos x="4" y="0"/>
                  </a:cxn>
                  <a:cxn ang="0">
                    <a:pos x="0" y="3"/>
                  </a:cxn>
                  <a:cxn ang="0">
                    <a:pos x="0" y="8"/>
                  </a:cxn>
                  <a:cxn ang="0">
                    <a:pos x="18" y="9"/>
                  </a:cxn>
                  <a:cxn ang="0">
                    <a:pos x="18" y="5"/>
                  </a:cxn>
                  <a:cxn ang="0">
                    <a:pos x="2" y="4"/>
                  </a:cxn>
                  <a:cxn ang="0">
                    <a:pos x="4" y="0"/>
                  </a:cxn>
                </a:cxnLst>
                <a:rect l="0" t="0" r="r" b="b"/>
                <a:pathLst>
                  <a:path w="18" h="9">
                    <a:moveTo>
                      <a:pt x="4" y="0"/>
                    </a:moveTo>
                    <a:lnTo>
                      <a:pt x="0" y="3"/>
                    </a:lnTo>
                    <a:lnTo>
                      <a:pt x="0" y="8"/>
                    </a:lnTo>
                    <a:lnTo>
                      <a:pt x="18" y="9"/>
                    </a:lnTo>
                    <a:lnTo>
                      <a:pt x="18" y="5"/>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97" name="Freeform 1583"/>
              <p:cNvSpPr>
                <a:spLocks/>
              </p:cNvSpPr>
              <p:nvPr/>
            </p:nvSpPr>
            <p:spPr bwMode="gray">
              <a:xfrm>
                <a:off x="6602186" y="5404289"/>
                <a:ext cx="42895" cy="20027"/>
              </a:xfrm>
              <a:custGeom>
                <a:avLst/>
                <a:gdLst/>
                <a:ahLst/>
                <a:cxnLst>
                  <a:cxn ang="0">
                    <a:pos x="4" y="0"/>
                  </a:cxn>
                  <a:cxn ang="0">
                    <a:pos x="0" y="3"/>
                  </a:cxn>
                  <a:cxn ang="0">
                    <a:pos x="0" y="7"/>
                  </a:cxn>
                  <a:cxn ang="0">
                    <a:pos x="17" y="8"/>
                  </a:cxn>
                  <a:cxn ang="0">
                    <a:pos x="18" y="5"/>
                  </a:cxn>
                  <a:cxn ang="0">
                    <a:pos x="1" y="4"/>
                  </a:cxn>
                  <a:cxn ang="0">
                    <a:pos x="4" y="0"/>
                  </a:cxn>
                </a:cxnLst>
                <a:rect l="0" t="0" r="r" b="b"/>
                <a:pathLst>
                  <a:path w="18" h="8">
                    <a:moveTo>
                      <a:pt x="4" y="0"/>
                    </a:moveTo>
                    <a:lnTo>
                      <a:pt x="0" y="3"/>
                    </a:lnTo>
                    <a:lnTo>
                      <a:pt x="0" y="7"/>
                    </a:lnTo>
                    <a:lnTo>
                      <a:pt x="17" y="8"/>
                    </a:lnTo>
                    <a:lnTo>
                      <a:pt x="18" y="5"/>
                    </a:lnTo>
                    <a:lnTo>
                      <a:pt x="1" y="4"/>
                    </a:lnTo>
                    <a:lnTo>
                      <a:pt x="4" y="0"/>
                    </a:lnTo>
                    <a:close/>
                  </a:path>
                </a:pathLst>
              </a:custGeom>
              <a:noFill/>
              <a:ln w="3175" cap="rnd" cmpd="sng">
                <a:solidFill>
                  <a:schemeClr val="bg2"/>
                </a:solidFill>
                <a:prstDash val="sysDot"/>
                <a:round/>
                <a:headEnd/>
                <a:tailEnd/>
              </a:ln>
            </p:spPr>
            <p:txBody>
              <a:bodyPr/>
              <a:lstStyle/>
              <a:p>
                <a:endParaRPr lang="en-US"/>
              </a:p>
            </p:txBody>
          </p:sp>
          <p:sp>
            <p:nvSpPr>
              <p:cNvPr id="98" name="Freeform 1584"/>
              <p:cNvSpPr>
                <a:spLocks/>
              </p:cNvSpPr>
              <p:nvPr/>
            </p:nvSpPr>
            <p:spPr bwMode="gray">
              <a:xfrm>
                <a:off x="6571948" y="5374425"/>
                <a:ext cx="42895" cy="20027"/>
              </a:xfrm>
              <a:custGeom>
                <a:avLst/>
                <a:gdLst/>
                <a:ahLst/>
                <a:cxnLst>
                  <a:cxn ang="0">
                    <a:pos x="4" y="0"/>
                  </a:cxn>
                  <a:cxn ang="0">
                    <a:pos x="0" y="3"/>
                  </a:cxn>
                  <a:cxn ang="0">
                    <a:pos x="0" y="8"/>
                  </a:cxn>
                  <a:cxn ang="0">
                    <a:pos x="18" y="9"/>
                  </a:cxn>
                  <a:cxn ang="0">
                    <a:pos x="18" y="6"/>
                  </a:cxn>
                  <a:cxn ang="0">
                    <a:pos x="1" y="5"/>
                  </a:cxn>
                  <a:cxn ang="0">
                    <a:pos x="4" y="0"/>
                  </a:cxn>
                </a:cxnLst>
                <a:rect l="0" t="0" r="r" b="b"/>
                <a:pathLst>
                  <a:path w="18" h="9">
                    <a:moveTo>
                      <a:pt x="4" y="0"/>
                    </a:moveTo>
                    <a:lnTo>
                      <a:pt x="0" y="3"/>
                    </a:lnTo>
                    <a:lnTo>
                      <a:pt x="0" y="8"/>
                    </a:lnTo>
                    <a:lnTo>
                      <a:pt x="18" y="9"/>
                    </a:lnTo>
                    <a:lnTo>
                      <a:pt x="18" y="6"/>
                    </a:lnTo>
                    <a:lnTo>
                      <a:pt x="1" y="5"/>
                    </a:lnTo>
                    <a:lnTo>
                      <a:pt x="4" y="0"/>
                    </a:lnTo>
                    <a:close/>
                  </a:path>
                </a:pathLst>
              </a:custGeom>
              <a:noFill/>
              <a:ln w="3175" cap="rnd" cmpd="sng">
                <a:solidFill>
                  <a:schemeClr val="bg2"/>
                </a:solidFill>
                <a:prstDash val="sysDot"/>
                <a:round/>
                <a:headEnd/>
                <a:tailEnd/>
              </a:ln>
            </p:spPr>
            <p:txBody>
              <a:bodyPr/>
              <a:lstStyle/>
              <a:p>
                <a:endParaRPr lang="en-US"/>
              </a:p>
            </p:txBody>
          </p:sp>
          <p:sp>
            <p:nvSpPr>
              <p:cNvPr id="99" name="Freeform 1585"/>
              <p:cNvSpPr>
                <a:spLocks/>
              </p:cNvSpPr>
              <p:nvPr/>
            </p:nvSpPr>
            <p:spPr bwMode="gray">
              <a:xfrm>
                <a:off x="6639806" y="5374425"/>
                <a:ext cx="100908" cy="24946"/>
              </a:xfrm>
              <a:custGeom>
                <a:avLst/>
                <a:gdLst/>
                <a:ahLst/>
                <a:cxnLst>
                  <a:cxn ang="0">
                    <a:pos x="8" y="0"/>
                  </a:cxn>
                  <a:cxn ang="0">
                    <a:pos x="1" y="5"/>
                  </a:cxn>
                  <a:cxn ang="0">
                    <a:pos x="0" y="9"/>
                  </a:cxn>
                  <a:cxn ang="0">
                    <a:pos x="42" y="11"/>
                  </a:cxn>
                  <a:cxn ang="0">
                    <a:pos x="43" y="8"/>
                  </a:cxn>
                  <a:cxn ang="0">
                    <a:pos x="4" y="6"/>
                  </a:cxn>
                  <a:cxn ang="0">
                    <a:pos x="8" y="0"/>
                  </a:cxn>
                </a:cxnLst>
                <a:rect l="0" t="0" r="r" b="b"/>
                <a:pathLst>
                  <a:path w="43" h="11">
                    <a:moveTo>
                      <a:pt x="8" y="0"/>
                    </a:moveTo>
                    <a:lnTo>
                      <a:pt x="1" y="5"/>
                    </a:lnTo>
                    <a:lnTo>
                      <a:pt x="0" y="9"/>
                    </a:lnTo>
                    <a:lnTo>
                      <a:pt x="42" y="11"/>
                    </a:lnTo>
                    <a:lnTo>
                      <a:pt x="43" y="8"/>
                    </a:lnTo>
                    <a:lnTo>
                      <a:pt x="4" y="6"/>
                    </a:lnTo>
                    <a:lnTo>
                      <a:pt x="8" y="0"/>
                    </a:lnTo>
                    <a:close/>
                  </a:path>
                </a:pathLst>
              </a:custGeom>
              <a:noFill/>
              <a:ln w="3175" cap="rnd" cmpd="sng">
                <a:solidFill>
                  <a:schemeClr val="bg2"/>
                </a:solidFill>
                <a:prstDash val="sysDot"/>
                <a:round/>
                <a:headEnd/>
                <a:tailEnd/>
              </a:ln>
            </p:spPr>
            <p:txBody>
              <a:bodyPr/>
              <a:lstStyle/>
              <a:p>
                <a:endParaRPr lang="en-US"/>
              </a:p>
            </p:txBody>
          </p:sp>
          <p:sp>
            <p:nvSpPr>
              <p:cNvPr id="100" name="Freeform 1586"/>
              <p:cNvSpPr>
                <a:spLocks/>
              </p:cNvSpPr>
              <p:nvPr/>
            </p:nvSpPr>
            <p:spPr bwMode="gray">
              <a:xfrm>
                <a:off x="6450648" y="5446803"/>
                <a:ext cx="45707" cy="22486"/>
              </a:xfrm>
              <a:custGeom>
                <a:avLst/>
                <a:gdLst/>
                <a:ahLst/>
                <a:cxnLst>
                  <a:cxn ang="0">
                    <a:pos x="4" y="0"/>
                  </a:cxn>
                  <a:cxn ang="0">
                    <a:pos x="1" y="4"/>
                  </a:cxn>
                  <a:cxn ang="0">
                    <a:pos x="0" y="9"/>
                  </a:cxn>
                  <a:cxn ang="0">
                    <a:pos x="17" y="9"/>
                  </a:cxn>
                  <a:cxn ang="0">
                    <a:pos x="18" y="6"/>
                  </a:cxn>
                  <a:cxn ang="0">
                    <a:pos x="2" y="5"/>
                  </a:cxn>
                  <a:cxn ang="0">
                    <a:pos x="4" y="0"/>
                  </a:cxn>
                </a:cxnLst>
                <a:rect l="0" t="0" r="r" b="b"/>
                <a:pathLst>
                  <a:path w="18" h="9">
                    <a:moveTo>
                      <a:pt x="4" y="0"/>
                    </a:moveTo>
                    <a:lnTo>
                      <a:pt x="1" y="4"/>
                    </a:lnTo>
                    <a:lnTo>
                      <a:pt x="0" y="9"/>
                    </a:lnTo>
                    <a:lnTo>
                      <a:pt x="17"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01" name="Freeform 1587"/>
              <p:cNvSpPr>
                <a:spLocks/>
              </p:cNvSpPr>
              <p:nvPr/>
            </p:nvSpPr>
            <p:spPr bwMode="gray">
              <a:xfrm>
                <a:off x="6496356" y="5424316"/>
                <a:ext cx="40082" cy="20027"/>
              </a:xfrm>
              <a:custGeom>
                <a:avLst/>
                <a:gdLst/>
                <a:ahLst/>
                <a:cxnLst>
                  <a:cxn ang="0">
                    <a:pos x="5" y="0"/>
                  </a:cxn>
                  <a:cxn ang="0">
                    <a:pos x="1" y="4"/>
                  </a:cxn>
                  <a:cxn ang="0">
                    <a:pos x="0" y="9"/>
                  </a:cxn>
                  <a:cxn ang="0">
                    <a:pos x="18" y="9"/>
                  </a:cxn>
                  <a:cxn ang="0">
                    <a:pos x="18" y="6"/>
                  </a:cxn>
                  <a:cxn ang="0">
                    <a:pos x="2" y="5"/>
                  </a:cxn>
                  <a:cxn ang="0">
                    <a:pos x="5" y="0"/>
                  </a:cxn>
                </a:cxnLst>
                <a:rect l="0" t="0" r="r" b="b"/>
                <a:pathLst>
                  <a:path w="18" h="9">
                    <a:moveTo>
                      <a:pt x="5" y="0"/>
                    </a:moveTo>
                    <a:lnTo>
                      <a:pt x="1" y="4"/>
                    </a:lnTo>
                    <a:lnTo>
                      <a:pt x="0" y="9"/>
                    </a:lnTo>
                    <a:lnTo>
                      <a:pt x="18" y="9"/>
                    </a:lnTo>
                    <a:lnTo>
                      <a:pt x="18"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02" name="Freeform 1588"/>
              <p:cNvSpPr>
                <a:spLocks/>
              </p:cNvSpPr>
              <p:nvPr/>
            </p:nvSpPr>
            <p:spPr bwMode="gray">
              <a:xfrm>
                <a:off x="6544172" y="5401830"/>
                <a:ext cx="40433" cy="20027"/>
              </a:xfrm>
              <a:custGeom>
                <a:avLst/>
                <a:gdLst/>
                <a:ahLst/>
                <a:cxnLst>
                  <a:cxn ang="0">
                    <a:pos x="4" y="0"/>
                  </a:cxn>
                  <a:cxn ang="0">
                    <a:pos x="1" y="3"/>
                  </a:cxn>
                  <a:cxn ang="0">
                    <a:pos x="0" y="8"/>
                  </a:cxn>
                  <a:cxn ang="0">
                    <a:pos x="17" y="8"/>
                  </a:cxn>
                  <a:cxn ang="0">
                    <a:pos x="18" y="5"/>
                  </a:cxn>
                  <a:cxn ang="0">
                    <a:pos x="2" y="4"/>
                  </a:cxn>
                  <a:cxn ang="0">
                    <a:pos x="4" y="0"/>
                  </a:cxn>
                </a:cxnLst>
                <a:rect l="0" t="0" r="r" b="b"/>
                <a:pathLst>
                  <a:path w="18" h="8">
                    <a:moveTo>
                      <a:pt x="4" y="0"/>
                    </a:moveTo>
                    <a:lnTo>
                      <a:pt x="1" y="3"/>
                    </a:lnTo>
                    <a:lnTo>
                      <a:pt x="0" y="8"/>
                    </a:lnTo>
                    <a:lnTo>
                      <a:pt x="17" y="8"/>
                    </a:lnTo>
                    <a:lnTo>
                      <a:pt x="18" y="5"/>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103" name="Freeform 1589"/>
              <p:cNvSpPr>
                <a:spLocks/>
              </p:cNvSpPr>
              <p:nvPr/>
            </p:nvSpPr>
            <p:spPr bwMode="gray">
              <a:xfrm>
                <a:off x="6513935" y="5369506"/>
                <a:ext cx="42895" cy="24946"/>
              </a:xfrm>
              <a:custGeom>
                <a:avLst/>
                <a:gdLst/>
                <a:ahLst/>
                <a:cxnLst>
                  <a:cxn ang="0">
                    <a:pos x="4" y="0"/>
                  </a:cxn>
                  <a:cxn ang="0">
                    <a:pos x="1" y="4"/>
                  </a:cxn>
                  <a:cxn ang="0">
                    <a:pos x="0" y="9"/>
                  </a:cxn>
                  <a:cxn ang="0">
                    <a:pos x="18" y="10"/>
                  </a:cxn>
                  <a:cxn ang="0">
                    <a:pos x="18" y="7"/>
                  </a:cxn>
                  <a:cxn ang="0">
                    <a:pos x="2" y="5"/>
                  </a:cxn>
                  <a:cxn ang="0">
                    <a:pos x="4" y="0"/>
                  </a:cxn>
                </a:cxnLst>
                <a:rect l="0" t="0" r="r" b="b"/>
                <a:pathLst>
                  <a:path w="18" h="10">
                    <a:moveTo>
                      <a:pt x="4" y="0"/>
                    </a:moveTo>
                    <a:lnTo>
                      <a:pt x="1" y="4"/>
                    </a:lnTo>
                    <a:lnTo>
                      <a:pt x="0" y="9"/>
                    </a:lnTo>
                    <a:lnTo>
                      <a:pt x="18" y="10"/>
                    </a:lnTo>
                    <a:lnTo>
                      <a:pt x="18" y="7"/>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04" name="Freeform 1590"/>
              <p:cNvSpPr>
                <a:spLocks/>
              </p:cNvSpPr>
              <p:nvPr/>
            </p:nvSpPr>
            <p:spPr bwMode="gray">
              <a:xfrm>
                <a:off x="6662660" y="5406749"/>
                <a:ext cx="65397" cy="20027"/>
              </a:xfrm>
              <a:custGeom>
                <a:avLst/>
                <a:gdLst/>
                <a:ahLst/>
                <a:cxnLst>
                  <a:cxn ang="0">
                    <a:pos x="6" y="0"/>
                  </a:cxn>
                  <a:cxn ang="0">
                    <a:pos x="2" y="4"/>
                  </a:cxn>
                  <a:cxn ang="0">
                    <a:pos x="0" y="8"/>
                  </a:cxn>
                  <a:cxn ang="0">
                    <a:pos x="27" y="9"/>
                  </a:cxn>
                  <a:cxn ang="0">
                    <a:pos x="27" y="6"/>
                  </a:cxn>
                  <a:cxn ang="0">
                    <a:pos x="4" y="5"/>
                  </a:cxn>
                  <a:cxn ang="0">
                    <a:pos x="6" y="0"/>
                  </a:cxn>
                </a:cxnLst>
                <a:rect l="0" t="0" r="r" b="b"/>
                <a:pathLst>
                  <a:path w="27" h="9">
                    <a:moveTo>
                      <a:pt x="6" y="0"/>
                    </a:moveTo>
                    <a:lnTo>
                      <a:pt x="2" y="4"/>
                    </a:lnTo>
                    <a:lnTo>
                      <a:pt x="0" y="8"/>
                    </a:lnTo>
                    <a:lnTo>
                      <a:pt x="27" y="9"/>
                    </a:lnTo>
                    <a:lnTo>
                      <a:pt x="27" y="6"/>
                    </a:lnTo>
                    <a:lnTo>
                      <a:pt x="4" y="5"/>
                    </a:lnTo>
                    <a:lnTo>
                      <a:pt x="6" y="0"/>
                    </a:lnTo>
                    <a:close/>
                  </a:path>
                </a:pathLst>
              </a:custGeom>
              <a:noFill/>
              <a:ln w="3175" cap="rnd" cmpd="sng">
                <a:solidFill>
                  <a:schemeClr val="bg2"/>
                </a:solidFill>
                <a:prstDash val="sysDot"/>
                <a:round/>
                <a:headEnd/>
                <a:tailEnd/>
              </a:ln>
            </p:spPr>
            <p:txBody>
              <a:bodyPr/>
              <a:lstStyle/>
              <a:p>
                <a:endParaRPr lang="en-US"/>
              </a:p>
            </p:txBody>
          </p:sp>
          <p:sp>
            <p:nvSpPr>
              <p:cNvPr id="105" name="Freeform 1591"/>
              <p:cNvSpPr>
                <a:spLocks/>
              </p:cNvSpPr>
              <p:nvPr/>
            </p:nvSpPr>
            <p:spPr bwMode="gray">
              <a:xfrm>
                <a:off x="5908489" y="5314344"/>
                <a:ext cx="53091" cy="17568"/>
              </a:xfrm>
              <a:custGeom>
                <a:avLst/>
                <a:gdLst/>
                <a:ahLst/>
                <a:cxnLst>
                  <a:cxn ang="0">
                    <a:pos x="7" y="0"/>
                  </a:cxn>
                  <a:cxn ang="0">
                    <a:pos x="2" y="5"/>
                  </a:cxn>
                  <a:cxn ang="0">
                    <a:pos x="0" y="9"/>
                  </a:cxn>
                  <a:cxn ang="0">
                    <a:pos x="20" y="9"/>
                  </a:cxn>
                  <a:cxn ang="0">
                    <a:pos x="22" y="6"/>
                  </a:cxn>
                  <a:cxn ang="0">
                    <a:pos x="3" y="5"/>
                  </a:cxn>
                  <a:cxn ang="0">
                    <a:pos x="7" y="0"/>
                  </a:cxn>
                </a:cxnLst>
                <a:rect l="0" t="0" r="r" b="b"/>
                <a:pathLst>
                  <a:path w="22" h="9">
                    <a:moveTo>
                      <a:pt x="7" y="0"/>
                    </a:moveTo>
                    <a:lnTo>
                      <a:pt x="2" y="5"/>
                    </a:lnTo>
                    <a:lnTo>
                      <a:pt x="0" y="9"/>
                    </a:lnTo>
                    <a:lnTo>
                      <a:pt x="20" y="9"/>
                    </a:lnTo>
                    <a:lnTo>
                      <a:pt x="22" y="6"/>
                    </a:lnTo>
                    <a:lnTo>
                      <a:pt x="3" y="5"/>
                    </a:lnTo>
                    <a:lnTo>
                      <a:pt x="7" y="0"/>
                    </a:lnTo>
                    <a:close/>
                  </a:path>
                </a:pathLst>
              </a:custGeom>
              <a:noFill/>
              <a:ln w="3175" cap="rnd" cmpd="sng">
                <a:solidFill>
                  <a:schemeClr val="bg2"/>
                </a:solidFill>
                <a:prstDash val="sysDot"/>
                <a:round/>
                <a:headEnd/>
                <a:tailEnd/>
              </a:ln>
            </p:spPr>
            <p:txBody>
              <a:bodyPr/>
              <a:lstStyle/>
              <a:p>
                <a:endParaRPr lang="en-US"/>
              </a:p>
            </p:txBody>
          </p:sp>
          <p:sp>
            <p:nvSpPr>
              <p:cNvPr id="106" name="Freeform 1592"/>
              <p:cNvSpPr>
                <a:spLocks/>
              </p:cNvSpPr>
              <p:nvPr/>
            </p:nvSpPr>
            <p:spPr bwMode="gray">
              <a:xfrm>
                <a:off x="6385252" y="5444343"/>
                <a:ext cx="45356" cy="22486"/>
              </a:xfrm>
              <a:custGeom>
                <a:avLst/>
                <a:gdLst/>
                <a:ahLst/>
                <a:cxnLst>
                  <a:cxn ang="0">
                    <a:pos x="4" y="0"/>
                  </a:cxn>
                  <a:cxn ang="0">
                    <a:pos x="1" y="3"/>
                  </a:cxn>
                  <a:cxn ang="0">
                    <a:pos x="0" y="8"/>
                  </a:cxn>
                  <a:cxn ang="0">
                    <a:pos x="18" y="9"/>
                  </a:cxn>
                  <a:cxn ang="0">
                    <a:pos x="19" y="6"/>
                  </a:cxn>
                  <a:cxn ang="0">
                    <a:pos x="2" y="5"/>
                  </a:cxn>
                  <a:cxn ang="0">
                    <a:pos x="4" y="0"/>
                  </a:cxn>
                </a:cxnLst>
                <a:rect l="0" t="0" r="r" b="b"/>
                <a:pathLst>
                  <a:path w="19" h="9">
                    <a:moveTo>
                      <a:pt x="4" y="0"/>
                    </a:moveTo>
                    <a:lnTo>
                      <a:pt x="1" y="3"/>
                    </a:lnTo>
                    <a:lnTo>
                      <a:pt x="0" y="8"/>
                    </a:lnTo>
                    <a:lnTo>
                      <a:pt x="18" y="9"/>
                    </a:lnTo>
                    <a:lnTo>
                      <a:pt x="19"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07" name="Freeform 1593"/>
              <p:cNvSpPr>
                <a:spLocks/>
              </p:cNvSpPr>
              <p:nvPr/>
            </p:nvSpPr>
            <p:spPr bwMode="gray">
              <a:xfrm>
                <a:off x="6430607" y="5421857"/>
                <a:ext cx="42895" cy="17568"/>
              </a:xfrm>
              <a:custGeom>
                <a:avLst/>
                <a:gdLst/>
                <a:ahLst/>
                <a:cxnLst>
                  <a:cxn ang="0">
                    <a:pos x="4" y="0"/>
                  </a:cxn>
                  <a:cxn ang="0">
                    <a:pos x="1" y="4"/>
                  </a:cxn>
                  <a:cxn ang="0">
                    <a:pos x="0" y="8"/>
                  </a:cxn>
                  <a:cxn ang="0">
                    <a:pos x="17" y="8"/>
                  </a:cxn>
                  <a:cxn ang="0">
                    <a:pos x="18" y="6"/>
                  </a:cxn>
                  <a:cxn ang="0">
                    <a:pos x="2" y="5"/>
                  </a:cxn>
                  <a:cxn ang="0">
                    <a:pos x="4" y="0"/>
                  </a:cxn>
                </a:cxnLst>
                <a:rect l="0" t="0" r="r" b="b"/>
                <a:pathLst>
                  <a:path w="18" h="8">
                    <a:moveTo>
                      <a:pt x="4" y="0"/>
                    </a:moveTo>
                    <a:lnTo>
                      <a:pt x="1" y="4"/>
                    </a:lnTo>
                    <a:lnTo>
                      <a:pt x="0" y="8"/>
                    </a:lnTo>
                    <a:lnTo>
                      <a:pt x="17" y="8"/>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08" name="Freeform 1594"/>
              <p:cNvSpPr>
                <a:spLocks/>
              </p:cNvSpPr>
              <p:nvPr/>
            </p:nvSpPr>
            <p:spPr bwMode="gray">
              <a:xfrm>
                <a:off x="6478424" y="5396911"/>
                <a:ext cx="45356" cy="22486"/>
              </a:xfrm>
              <a:custGeom>
                <a:avLst/>
                <a:gdLst/>
                <a:ahLst/>
                <a:cxnLst>
                  <a:cxn ang="0">
                    <a:pos x="4" y="0"/>
                  </a:cxn>
                  <a:cxn ang="0">
                    <a:pos x="1" y="4"/>
                  </a:cxn>
                  <a:cxn ang="0">
                    <a:pos x="0" y="8"/>
                  </a:cxn>
                  <a:cxn ang="0">
                    <a:pos x="18" y="9"/>
                  </a:cxn>
                  <a:cxn ang="0">
                    <a:pos x="19" y="6"/>
                  </a:cxn>
                  <a:cxn ang="0">
                    <a:pos x="2" y="4"/>
                  </a:cxn>
                  <a:cxn ang="0">
                    <a:pos x="4" y="0"/>
                  </a:cxn>
                </a:cxnLst>
                <a:rect l="0" t="0" r="r" b="b"/>
                <a:pathLst>
                  <a:path w="19" h="9">
                    <a:moveTo>
                      <a:pt x="4" y="0"/>
                    </a:moveTo>
                    <a:lnTo>
                      <a:pt x="1" y="4"/>
                    </a:lnTo>
                    <a:lnTo>
                      <a:pt x="0" y="8"/>
                    </a:lnTo>
                    <a:lnTo>
                      <a:pt x="18" y="9"/>
                    </a:lnTo>
                    <a:lnTo>
                      <a:pt x="19" y="6"/>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109" name="Freeform 1595"/>
              <p:cNvSpPr>
                <a:spLocks/>
              </p:cNvSpPr>
              <p:nvPr/>
            </p:nvSpPr>
            <p:spPr bwMode="gray">
              <a:xfrm>
                <a:off x="6450648" y="5366695"/>
                <a:ext cx="45707" cy="22838"/>
              </a:xfrm>
              <a:custGeom>
                <a:avLst/>
                <a:gdLst/>
                <a:ahLst/>
                <a:cxnLst>
                  <a:cxn ang="0">
                    <a:pos x="4" y="0"/>
                  </a:cxn>
                  <a:cxn ang="0">
                    <a:pos x="1" y="3"/>
                  </a:cxn>
                  <a:cxn ang="0">
                    <a:pos x="0" y="8"/>
                  </a:cxn>
                  <a:cxn ang="0">
                    <a:pos x="17" y="9"/>
                  </a:cxn>
                  <a:cxn ang="0">
                    <a:pos x="18" y="6"/>
                  </a:cxn>
                  <a:cxn ang="0">
                    <a:pos x="2" y="5"/>
                  </a:cxn>
                  <a:cxn ang="0">
                    <a:pos x="4" y="0"/>
                  </a:cxn>
                </a:cxnLst>
                <a:rect l="0" t="0" r="r" b="b"/>
                <a:pathLst>
                  <a:path w="18" h="9">
                    <a:moveTo>
                      <a:pt x="4" y="0"/>
                    </a:moveTo>
                    <a:lnTo>
                      <a:pt x="1" y="3"/>
                    </a:lnTo>
                    <a:lnTo>
                      <a:pt x="0" y="8"/>
                    </a:lnTo>
                    <a:lnTo>
                      <a:pt x="17"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10" name="Freeform 1596"/>
              <p:cNvSpPr>
                <a:spLocks/>
              </p:cNvSpPr>
              <p:nvPr/>
            </p:nvSpPr>
            <p:spPr bwMode="gray">
              <a:xfrm>
                <a:off x="7071213" y="5474560"/>
                <a:ext cx="40433" cy="22486"/>
              </a:xfrm>
              <a:custGeom>
                <a:avLst/>
                <a:gdLst/>
                <a:ahLst/>
                <a:cxnLst>
                  <a:cxn ang="0">
                    <a:pos x="5" y="0"/>
                  </a:cxn>
                  <a:cxn ang="0">
                    <a:pos x="1" y="4"/>
                  </a:cxn>
                  <a:cxn ang="0">
                    <a:pos x="0" y="9"/>
                  </a:cxn>
                  <a:cxn ang="0">
                    <a:pos x="18" y="10"/>
                  </a:cxn>
                  <a:cxn ang="0">
                    <a:pos x="18" y="7"/>
                  </a:cxn>
                  <a:cxn ang="0">
                    <a:pos x="3" y="5"/>
                  </a:cxn>
                  <a:cxn ang="0">
                    <a:pos x="5" y="0"/>
                  </a:cxn>
                </a:cxnLst>
                <a:rect l="0" t="0" r="r" b="b"/>
                <a:pathLst>
                  <a:path w="18" h="10">
                    <a:moveTo>
                      <a:pt x="5" y="0"/>
                    </a:moveTo>
                    <a:lnTo>
                      <a:pt x="1" y="4"/>
                    </a:lnTo>
                    <a:lnTo>
                      <a:pt x="0" y="9"/>
                    </a:lnTo>
                    <a:lnTo>
                      <a:pt x="18" y="10"/>
                    </a:lnTo>
                    <a:lnTo>
                      <a:pt x="18" y="7"/>
                    </a:lnTo>
                    <a:lnTo>
                      <a:pt x="3" y="5"/>
                    </a:lnTo>
                    <a:lnTo>
                      <a:pt x="5" y="0"/>
                    </a:lnTo>
                    <a:close/>
                  </a:path>
                </a:pathLst>
              </a:custGeom>
              <a:noFill/>
              <a:ln w="3175" cap="rnd" cmpd="sng">
                <a:solidFill>
                  <a:schemeClr val="bg2"/>
                </a:solidFill>
                <a:prstDash val="sysDot"/>
                <a:round/>
                <a:headEnd/>
                <a:tailEnd/>
              </a:ln>
            </p:spPr>
            <p:txBody>
              <a:bodyPr/>
              <a:lstStyle/>
              <a:p>
                <a:endParaRPr lang="en-US"/>
              </a:p>
            </p:txBody>
          </p:sp>
          <p:sp>
            <p:nvSpPr>
              <p:cNvPr id="111" name="Freeform 1597"/>
              <p:cNvSpPr>
                <a:spLocks/>
              </p:cNvSpPr>
              <p:nvPr/>
            </p:nvSpPr>
            <p:spPr bwMode="gray">
              <a:xfrm>
                <a:off x="7116569" y="5506884"/>
                <a:ext cx="45356" cy="32676"/>
              </a:xfrm>
              <a:custGeom>
                <a:avLst/>
                <a:gdLst/>
                <a:ahLst/>
                <a:cxnLst>
                  <a:cxn ang="0">
                    <a:pos x="4" y="0"/>
                  </a:cxn>
                  <a:cxn ang="0">
                    <a:pos x="1" y="6"/>
                  </a:cxn>
                  <a:cxn ang="0">
                    <a:pos x="0" y="12"/>
                  </a:cxn>
                  <a:cxn ang="0">
                    <a:pos x="18" y="13"/>
                  </a:cxn>
                  <a:cxn ang="0">
                    <a:pos x="18" y="9"/>
                  </a:cxn>
                  <a:cxn ang="0">
                    <a:pos x="2" y="8"/>
                  </a:cxn>
                  <a:cxn ang="0">
                    <a:pos x="4" y="0"/>
                  </a:cxn>
                </a:cxnLst>
                <a:rect l="0" t="0" r="r" b="b"/>
                <a:pathLst>
                  <a:path w="18" h="13">
                    <a:moveTo>
                      <a:pt x="4" y="0"/>
                    </a:moveTo>
                    <a:lnTo>
                      <a:pt x="1" y="6"/>
                    </a:lnTo>
                    <a:lnTo>
                      <a:pt x="0" y="12"/>
                    </a:lnTo>
                    <a:lnTo>
                      <a:pt x="18" y="13"/>
                    </a:lnTo>
                    <a:lnTo>
                      <a:pt x="18" y="9"/>
                    </a:lnTo>
                    <a:lnTo>
                      <a:pt x="2" y="8"/>
                    </a:lnTo>
                    <a:lnTo>
                      <a:pt x="4" y="0"/>
                    </a:lnTo>
                    <a:close/>
                  </a:path>
                </a:pathLst>
              </a:custGeom>
              <a:noFill/>
              <a:ln w="3175" cap="rnd" cmpd="sng">
                <a:solidFill>
                  <a:schemeClr val="bg2"/>
                </a:solidFill>
                <a:prstDash val="sysDot"/>
                <a:round/>
                <a:headEnd/>
                <a:tailEnd/>
              </a:ln>
            </p:spPr>
            <p:txBody>
              <a:bodyPr/>
              <a:lstStyle/>
              <a:p>
                <a:endParaRPr lang="en-US"/>
              </a:p>
            </p:txBody>
          </p:sp>
          <p:sp>
            <p:nvSpPr>
              <p:cNvPr id="112" name="Freeform 1598"/>
              <p:cNvSpPr>
                <a:spLocks/>
              </p:cNvSpPr>
              <p:nvPr/>
            </p:nvSpPr>
            <p:spPr bwMode="gray">
              <a:xfrm>
                <a:off x="7081409" y="5449262"/>
                <a:ext cx="45356" cy="22486"/>
              </a:xfrm>
              <a:custGeom>
                <a:avLst/>
                <a:gdLst/>
                <a:ahLst/>
                <a:cxnLst>
                  <a:cxn ang="0">
                    <a:pos x="3" y="0"/>
                  </a:cxn>
                  <a:cxn ang="0">
                    <a:pos x="0" y="4"/>
                  </a:cxn>
                  <a:cxn ang="0">
                    <a:pos x="0" y="9"/>
                  </a:cxn>
                  <a:cxn ang="0">
                    <a:pos x="18" y="10"/>
                  </a:cxn>
                  <a:cxn ang="0">
                    <a:pos x="19" y="6"/>
                  </a:cxn>
                  <a:cxn ang="0">
                    <a:pos x="1" y="5"/>
                  </a:cxn>
                  <a:cxn ang="0">
                    <a:pos x="3" y="0"/>
                  </a:cxn>
                </a:cxnLst>
                <a:rect l="0" t="0" r="r" b="b"/>
                <a:pathLst>
                  <a:path w="19" h="10">
                    <a:moveTo>
                      <a:pt x="3" y="0"/>
                    </a:moveTo>
                    <a:lnTo>
                      <a:pt x="0" y="4"/>
                    </a:lnTo>
                    <a:lnTo>
                      <a:pt x="0" y="9"/>
                    </a:lnTo>
                    <a:lnTo>
                      <a:pt x="18" y="10"/>
                    </a:lnTo>
                    <a:lnTo>
                      <a:pt x="19" y="6"/>
                    </a:lnTo>
                    <a:lnTo>
                      <a:pt x="1" y="5"/>
                    </a:lnTo>
                    <a:lnTo>
                      <a:pt x="3" y="0"/>
                    </a:lnTo>
                    <a:close/>
                  </a:path>
                </a:pathLst>
              </a:custGeom>
              <a:noFill/>
              <a:ln w="3175" cap="rnd" cmpd="sng">
                <a:solidFill>
                  <a:schemeClr val="bg2"/>
                </a:solidFill>
                <a:prstDash val="sysDot"/>
                <a:round/>
                <a:headEnd/>
                <a:tailEnd/>
              </a:ln>
            </p:spPr>
            <p:txBody>
              <a:bodyPr/>
              <a:lstStyle/>
              <a:p>
                <a:endParaRPr lang="en-US"/>
              </a:p>
            </p:txBody>
          </p:sp>
          <p:sp>
            <p:nvSpPr>
              <p:cNvPr id="113" name="Freeform 1599"/>
              <p:cNvSpPr>
                <a:spLocks/>
              </p:cNvSpPr>
              <p:nvPr/>
            </p:nvSpPr>
            <p:spPr bwMode="gray">
              <a:xfrm>
                <a:off x="7129226" y="5471749"/>
                <a:ext cx="47817" cy="25297"/>
              </a:xfrm>
              <a:custGeom>
                <a:avLst/>
                <a:gdLst/>
                <a:ahLst/>
                <a:cxnLst>
                  <a:cxn ang="0">
                    <a:pos x="5" y="0"/>
                  </a:cxn>
                  <a:cxn ang="0">
                    <a:pos x="1" y="6"/>
                  </a:cxn>
                  <a:cxn ang="0">
                    <a:pos x="0" y="12"/>
                  </a:cxn>
                  <a:cxn ang="0">
                    <a:pos x="17" y="12"/>
                  </a:cxn>
                  <a:cxn ang="0">
                    <a:pos x="19" y="8"/>
                  </a:cxn>
                  <a:cxn ang="0">
                    <a:pos x="2" y="7"/>
                  </a:cxn>
                  <a:cxn ang="0">
                    <a:pos x="5" y="0"/>
                  </a:cxn>
                </a:cxnLst>
                <a:rect l="0" t="0" r="r" b="b"/>
                <a:pathLst>
                  <a:path w="19" h="12">
                    <a:moveTo>
                      <a:pt x="5" y="0"/>
                    </a:moveTo>
                    <a:lnTo>
                      <a:pt x="1" y="6"/>
                    </a:lnTo>
                    <a:lnTo>
                      <a:pt x="0" y="12"/>
                    </a:lnTo>
                    <a:lnTo>
                      <a:pt x="17" y="12"/>
                    </a:lnTo>
                    <a:lnTo>
                      <a:pt x="19" y="8"/>
                    </a:lnTo>
                    <a:lnTo>
                      <a:pt x="2" y="7"/>
                    </a:lnTo>
                    <a:lnTo>
                      <a:pt x="5" y="0"/>
                    </a:lnTo>
                    <a:close/>
                  </a:path>
                </a:pathLst>
              </a:custGeom>
              <a:noFill/>
              <a:ln w="3175" cap="rnd" cmpd="sng">
                <a:solidFill>
                  <a:schemeClr val="bg2"/>
                </a:solidFill>
                <a:prstDash val="sysDot"/>
                <a:round/>
                <a:headEnd/>
                <a:tailEnd/>
              </a:ln>
            </p:spPr>
            <p:txBody>
              <a:bodyPr/>
              <a:lstStyle/>
              <a:p>
                <a:endParaRPr lang="en-US"/>
              </a:p>
            </p:txBody>
          </p:sp>
          <p:sp>
            <p:nvSpPr>
              <p:cNvPr id="114" name="Freeform 1600"/>
              <p:cNvSpPr>
                <a:spLocks/>
              </p:cNvSpPr>
              <p:nvPr/>
            </p:nvSpPr>
            <p:spPr bwMode="gray">
              <a:xfrm>
                <a:off x="6884516" y="5416938"/>
                <a:ext cx="42895" cy="22486"/>
              </a:xfrm>
              <a:custGeom>
                <a:avLst/>
                <a:gdLst/>
                <a:ahLst/>
                <a:cxnLst>
                  <a:cxn ang="0">
                    <a:pos x="4" y="0"/>
                  </a:cxn>
                  <a:cxn ang="0">
                    <a:pos x="1" y="4"/>
                  </a:cxn>
                  <a:cxn ang="0">
                    <a:pos x="0" y="9"/>
                  </a:cxn>
                  <a:cxn ang="0">
                    <a:pos x="18" y="9"/>
                  </a:cxn>
                  <a:cxn ang="0">
                    <a:pos x="18" y="6"/>
                  </a:cxn>
                  <a:cxn ang="0">
                    <a:pos x="2" y="5"/>
                  </a:cxn>
                  <a:cxn ang="0">
                    <a:pos x="4" y="0"/>
                  </a:cxn>
                </a:cxnLst>
                <a:rect l="0" t="0" r="r" b="b"/>
                <a:pathLst>
                  <a:path w="18" h="9">
                    <a:moveTo>
                      <a:pt x="4" y="0"/>
                    </a:moveTo>
                    <a:lnTo>
                      <a:pt x="1" y="4"/>
                    </a:lnTo>
                    <a:lnTo>
                      <a:pt x="0" y="9"/>
                    </a:lnTo>
                    <a:lnTo>
                      <a:pt x="18"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15" name="Freeform 1601"/>
              <p:cNvSpPr>
                <a:spLocks/>
              </p:cNvSpPr>
              <p:nvPr/>
            </p:nvSpPr>
            <p:spPr bwMode="gray">
              <a:xfrm>
                <a:off x="6844083" y="5497046"/>
                <a:ext cx="42895" cy="24946"/>
              </a:xfrm>
              <a:custGeom>
                <a:avLst/>
                <a:gdLst/>
                <a:ahLst/>
                <a:cxnLst>
                  <a:cxn ang="0">
                    <a:pos x="6" y="0"/>
                  </a:cxn>
                  <a:cxn ang="0">
                    <a:pos x="1" y="4"/>
                  </a:cxn>
                  <a:cxn ang="0">
                    <a:pos x="0" y="9"/>
                  </a:cxn>
                  <a:cxn ang="0">
                    <a:pos x="19" y="10"/>
                  </a:cxn>
                  <a:cxn ang="0">
                    <a:pos x="20" y="7"/>
                  </a:cxn>
                  <a:cxn ang="0">
                    <a:pos x="3" y="6"/>
                  </a:cxn>
                  <a:cxn ang="0">
                    <a:pos x="6" y="0"/>
                  </a:cxn>
                </a:cxnLst>
                <a:rect l="0" t="0" r="r" b="b"/>
                <a:pathLst>
                  <a:path w="20" h="10">
                    <a:moveTo>
                      <a:pt x="6" y="0"/>
                    </a:moveTo>
                    <a:lnTo>
                      <a:pt x="1" y="4"/>
                    </a:lnTo>
                    <a:lnTo>
                      <a:pt x="0" y="9"/>
                    </a:lnTo>
                    <a:lnTo>
                      <a:pt x="19" y="10"/>
                    </a:lnTo>
                    <a:lnTo>
                      <a:pt x="20" y="7"/>
                    </a:lnTo>
                    <a:lnTo>
                      <a:pt x="3" y="6"/>
                    </a:lnTo>
                    <a:lnTo>
                      <a:pt x="6" y="0"/>
                    </a:lnTo>
                    <a:close/>
                  </a:path>
                </a:pathLst>
              </a:custGeom>
              <a:noFill/>
              <a:ln w="3175" cap="rnd" cmpd="sng">
                <a:solidFill>
                  <a:schemeClr val="bg2"/>
                </a:solidFill>
                <a:prstDash val="sysDot"/>
                <a:round/>
                <a:headEnd/>
                <a:tailEnd/>
              </a:ln>
            </p:spPr>
            <p:txBody>
              <a:bodyPr/>
              <a:lstStyle/>
              <a:p>
                <a:endParaRPr lang="en-US"/>
              </a:p>
            </p:txBody>
          </p:sp>
          <p:sp>
            <p:nvSpPr>
              <p:cNvPr id="116" name="Freeform 1602"/>
              <p:cNvSpPr>
                <a:spLocks/>
              </p:cNvSpPr>
              <p:nvPr/>
            </p:nvSpPr>
            <p:spPr bwMode="gray">
              <a:xfrm>
                <a:off x="7086332" y="5421857"/>
                <a:ext cx="42895" cy="22486"/>
              </a:xfrm>
              <a:custGeom>
                <a:avLst/>
                <a:gdLst/>
                <a:ahLst/>
                <a:cxnLst>
                  <a:cxn ang="0">
                    <a:pos x="4" y="0"/>
                  </a:cxn>
                  <a:cxn ang="0">
                    <a:pos x="0" y="4"/>
                  </a:cxn>
                  <a:cxn ang="0">
                    <a:pos x="0" y="9"/>
                  </a:cxn>
                  <a:cxn ang="0">
                    <a:pos x="17" y="10"/>
                  </a:cxn>
                  <a:cxn ang="0">
                    <a:pos x="18" y="7"/>
                  </a:cxn>
                  <a:cxn ang="0">
                    <a:pos x="1" y="5"/>
                  </a:cxn>
                  <a:cxn ang="0">
                    <a:pos x="4" y="0"/>
                  </a:cxn>
                </a:cxnLst>
                <a:rect l="0" t="0" r="r" b="b"/>
                <a:pathLst>
                  <a:path w="18" h="10">
                    <a:moveTo>
                      <a:pt x="4" y="0"/>
                    </a:moveTo>
                    <a:lnTo>
                      <a:pt x="0" y="4"/>
                    </a:lnTo>
                    <a:lnTo>
                      <a:pt x="0" y="9"/>
                    </a:lnTo>
                    <a:lnTo>
                      <a:pt x="17" y="10"/>
                    </a:lnTo>
                    <a:lnTo>
                      <a:pt x="18" y="7"/>
                    </a:lnTo>
                    <a:lnTo>
                      <a:pt x="1" y="5"/>
                    </a:lnTo>
                    <a:lnTo>
                      <a:pt x="4" y="0"/>
                    </a:lnTo>
                    <a:close/>
                  </a:path>
                </a:pathLst>
              </a:custGeom>
              <a:noFill/>
              <a:ln w="3175" cap="rnd" cmpd="sng">
                <a:solidFill>
                  <a:schemeClr val="bg2"/>
                </a:solidFill>
                <a:prstDash val="sysDot"/>
                <a:round/>
                <a:headEnd/>
                <a:tailEnd/>
              </a:ln>
            </p:spPr>
            <p:txBody>
              <a:bodyPr/>
              <a:lstStyle/>
              <a:p>
                <a:endParaRPr lang="en-US"/>
              </a:p>
            </p:txBody>
          </p:sp>
          <p:sp>
            <p:nvSpPr>
              <p:cNvPr id="117" name="Freeform 1603"/>
              <p:cNvSpPr>
                <a:spLocks/>
              </p:cNvSpPr>
              <p:nvPr/>
            </p:nvSpPr>
            <p:spPr bwMode="gray">
              <a:xfrm>
                <a:off x="7146806" y="5432046"/>
                <a:ext cx="42895" cy="29865"/>
              </a:xfrm>
              <a:custGeom>
                <a:avLst/>
                <a:gdLst/>
                <a:ahLst/>
                <a:cxnLst>
                  <a:cxn ang="0">
                    <a:pos x="5" y="0"/>
                  </a:cxn>
                  <a:cxn ang="0">
                    <a:pos x="1" y="6"/>
                  </a:cxn>
                  <a:cxn ang="0">
                    <a:pos x="0" y="11"/>
                  </a:cxn>
                  <a:cxn ang="0">
                    <a:pos x="17" y="12"/>
                  </a:cxn>
                  <a:cxn ang="0">
                    <a:pos x="18" y="8"/>
                  </a:cxn>
                  <a:cxn ang="0">
                    <a:pos x="2" y="7"/>
                  </a:cxn>
                  <a:cxn ang="0">
                    <a:pos x="5" y="0"/>
                  </a:cxn>
                </a:cxnLst>
                <a:rect l="0" t="0" r="r" b="b"/>
                <a:pathLst>
                  <a:path w="18" h="12">
                    <a:moveTo>
                      <a:pt x="5" y="0"/>
                    </a:moveTo>
                    <a:lnTo>
                      <a:pt x="1" y="6"/>
                    </a:lnTo>
                    <a:lnTo>
                      <a:pt x="0" y="11"/>
                    </a:lnTo>
                    <a:lnTo>
                      <a:pt x="17" y="12"/>
                    </a:lnTo>
                    <a:lnTo>
                      <a:pt x="18" y="8"/>
                    </a:lnTo>
                    <a:lnTo>
                      <a:pt x="2" y="7"/>
                    </a:lnTo>
                    <a:lnTo>
                      <a:pt x="5" y="0"/>
                    </a:lnTo>
                    <a:close/>
                  </a:path>
                </a:pathLst>
              </a:custGeom>
              <a:noFill/>
              <a:ln w="3175" cap="rnd" cmpd="sng">
                <a:solidFill>
                  <a:schemeClr val="bg2"/>
                </a:solidFill>
                <a:prstDash val="sysDot"/>
                <a:round/>
                <a:headEnd/>
                <a:tailEnd/>
              </a:ln>
            </p:spPr>
            <p:txBody>
              <a:bodyPr/>
              <a:lstStyle/>
              <a:p>
                <a:endParaRPr lang="en-US"/>
              </a:p>
            </p:txBody>
          </p:sp>
          <p:sp>
            <p:nvSpPr>
              <p:cNvPr id="118" name="Freeform 1604"/>
              <p:cNvSpPr>
                <a:spLocks/>
              </p:cNvSpPr>
              <p:nvPr/>
            </p:nvSpPr>
            <p:spPr bwMode="gray">
              <a:xfrm>
                <a:off x="6897174" y="5389533"/>
                <a:ext cx="42895" cy="19676"/>
              </a:xfrm>
              <a:custGeom>
                <a:avLst/>
                <a:gdLst/>
                <a:ahLst/>
                <a:cxnLst>
                  <a:cxn ang="0">
                    <a:pos x="4" y="0"/>
                  </a:cxn>
                  <a:cxn ang="0">
                    <a:pos x="0" y="4"/>
                  </a:cxn>
                  <a:cxn ang="0">
                    <a:pos x="0" y="8"/>
                  </a:cxn>
                  <a:cxn ang="0">
                    <a:pos x="18" y="10"/>
                  </a:cxn>
                  <a:cxn ang="0">
                    <a:pos x="19" y="6"/>
                  </a:cxn>
                  <a:cxn ang="0">
                    <a:pos x="2" y="5"/>
                  </a:cxn>
                  <a:cxn ang="0">
                    <a:pos x="4" y="0"/>
                  </a:cxn>
                </a:cxnLst>
                <a:rect l="0" t="0" r="r" b="b"/>
                <a:pathLst>
                  <a:path w="19" h="10">
                    <a:moveTo>
                      <a:pt x="4" y="0"/>
                    </a:moveTo>
                    <a:lnTo>
                      <a:pt x="0" y="4"/>
                    </a:lnTo>
                    <a:lnTo>
                      <a:pt x="0" y="8"/>
                    </a:lnTo>
                    <a:lnTo>
                      <a:pt x="18" y="10"/>
                    </a:lnTo>
                    <a:lnTo>
                      <a:pt x="19"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19" name="Freeform 1605"/>
              <p:cNvSpPr>
                <a:spLocks/>
              </p:cNvSpPr>
              <p:nvPr/>
            </p:nvSpPr>
            <p:spPr bwMode="gray">
              <a:xfrm>
                <a:off x="7098989" y="5396911"/>
                <a:ext cx="47817" cy="22486"/>
              </a:xfrm>
              <a:custGeom>
                <a:avLst/>
                <a:gdLst/>
                <a:ahLst/>
                <a:cxnLst>
                  <a:cxn ang="0">
                    <a:pos x="4" y="0"/>
                  </a:cxn>
                  <a:cxn ang="0">
                    <a:pos x="1" y="3"/>
                  </a:cxn>
                  <a:cxn ang="0">
                    <a:pos x="0" y="8"/>
                  </a:cxn>
                  <a:cxn ang="0">
                    <a:pos x="19" y="9"/>
                  </a:cxn>
                  <a:cxn ang="0">
                    <a:pos x="20" y="6"/>
                  </a:cxn>
                  <a:cxn ang="0">
                    <a:pos x="2" y="4"/>
                  </a:cxn>
                  <a:cxn ang="0">
                    <a:pos x="4" y="0"/>
                  </a:cxn>
                </a:cxnLst>
                <a:rect l="0" t="0" r="r" b="b"/>
                <a:pathLst>
                  <a:path w="20" h="9">
                    <a:moveTo>
                      <a:pt x="4" y="0"/>
                    </a:moveTo>
                    <a:lnTo>
                      <a:pt x="1" y="3"/>
                    </a:lnTo>
                    <a:lnTo>
                      <a:pt x="0" y="8"/>
                    </a:lnTo>
                    <a:lnTo>
                      <a:pt x="19" y="9"/>
                    </a:lnTo>
                    <a:lnTo>
                      <a:pt x="20" y="6"/>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120" name="Freeform 1606"/>
              <p:cNvSpPr>
                <a:spLocks/>
              </p:cNvSpPr>
              <p:nvPr/>
            </p:nvSpPr>
            <p:spPr bwMode="gray">
              <a:xfrm>
                <a:off x="7154541" y="5394452"/>
                <a:ext cx="42895" cy="29865"/>
              </a:xfrm>
              <a:custGeom>
                <a:avLst/>
                <a:gdLst/>
                <a:ahLst/>
                <a:cxnLst>
                  <a:cxn ang="0">
                    <a:pos x="5" y="0"/>
                  </a:cxn>
                  <a:cxn ang="0">
                    <a:pos x="1" y="6"/>
                  </a:cxn>
                  <a:cxn ang="0">
                    <a:pos x="0" y="12"/>
                  </a:cxn>
                  <a:cxn ang="0">
                    <a:pos x="18" y="13"/>
                  </a:cxn>
                  <a:cxn ang="0">
                    <a:pos x="18" y="8"/>
                  </a:cxn>
                  <a:cxn ang="0">
                    <a:pos x="2" y="7"/>
                  </a:cxn>
                  <a:cxn ang="0">
                    <a:pos x="5" y="0"/>
                  </a:cxn>
                </a:cxnLst>
                <a:rect l="0" t="0" r="r" b="b"/>
                <a:pathLst>
                  <a:path w="18" h="13">
                    <a:moveTo>
                      <a:pt x="5" y="0"/>
                    </a:moveTo>
                    <a:lnTo>
                      <a:pt x="1" y="6"/>
                    </a:lnTo>
                    <a:lnTo>
                      <a:pt x="0" y="12"/>
                    </a:lnTo>
                    <a:lnTo>
                      <a:pt x="18" y="13"/>
                    </a:lnTo>
                    <a:lnTo>
                      <a:pt x="18" y="8"/>
                    </a:lnTo>
                    <a:lnTo>
                      <a:pt x="2" y="7"/>
                    </a:lnTo>
                    <a:lnTo>
                      <a:pt x="5" y="0"/>
                    </a:lnTo>
                    <a:close/>
                  </a:path>
                </a:pathLst>
              </a:custGeom>
              <a:noFill/>
              <a:ln w="3175" cap="rnd" cmpd="sng">
                <a:solidFill>
                  <a:schemeClr val="bg2"/>
                </a:solidFill>
                <a:prstDash val="sysDot"/>
                <a:round/>
                <a:headEnd/>
                <a:tailEnd/>
              </a:ln>
            </p:spPr>
            <p:txBody>
              <a:bodyPr/>
              <a:lstStyle/>
              <a:p>
                <a:endParaRPr lang="en-US"/>
              </a:p>
            </p:txBody>
          </p:sp>
          <p:sp>
            <p:nvSpPr>
              <p:cNvPr id="121" name="Freeform 1607"/>
              <p:cNvSpPr>
                <a:spLocks/>
              </p:cNvSpPr>
              <p:nvPr/>
            </p:nvSpPr>
            <p:spPr bwMode="gray">
              <a:xfrm>
                <a:off x="7058556" y="5501965"/>
                <a:ext cx="45356" cy="29865"/>
              </a:xfrm>
              <a:custGeom>
                <a:avLst/>
                <a:gdLst/>
                <a:ahLst/>
                <a:cxnLst>
                  <a:cxn ang="0">
                    <a:pos x="4" y="0"/>
                  </a:cxn>
                  <a:cxn ang="0">
                    <a:pos x="0" y="6"/>
                  </a:cxn>
                  <a:cxn ang="0">
                    <a:pos x="0" y="12"/>
                  </a:cxn>
                  <a:cxn ang="0">
                    <a:pos x="18" y="13"/>
                  </a:cxn>
                  <a:cxn ang="0">
                    <a:pos x="19" y="9"/>
                  </a:cxn>
                  <a:cxn ang="0">
                    <a:pos x="2" y="8"/>
                  </a:cxn>
                  <a:cxn ang="0">
                    <a:pos x="4" y="0"/>
                  </a:cxn>
                </a:cxnLst>
                <a:rect l="0" t="0" r="r" b="b"/>
                <a:pathLst>
                  <a:path w="19" h="13">
                    <a:moveTo>
                      <a:pt x="4" y="0"/>
                    </a:moveTo>
                    <a:lnTo>
                      <a:pt x="0" y="6"/>
                    </a:lnTo>
                    <a:lnTo>
                      <a:pt x="0" y="12"/>
                    </a:lnTo>
                    <a:lnTo>
                      <a:pt x="18" y="13"/>
                    </a:lnTo>
                    <a:lnTo>
                      <a:pt x="19" y="9"/>
                    </a:lnTo>
                    <a:lnTo>
                      <a:pt x="2" y="8"/>
                    </a:lnTo>
                    <a:lnTo>
                      <a:pt x="4" y="0"/>
                    </a:lnTo>
                    <a:close/>
                  </a:path>
                </a:pathLst>
              </a:custGeom>
              <a:noFill/>
              <a:ln w="3175" cap="rnd" cmpd="sng">
                <a:solidFill>
                  <a:schemeClr val="bg2"/>
                </a:solidFill>
                <a:prstDash val="sysDot"/>
                <a:round/>
                <a:headEnd/>
                <a:tailEnd/>
              </a:ln>
            </p:spPr>
            <p:txBody>
              <a:bodyPr/>
              <a:lstStyle/>
              <a:p>
                <a:endParaRPr lang="en-US"/>
              </a:p>
            </p:txBody>
          </p:sp>
          <p:sp>
            <p:nvSpPr>
              <p:cNvPr id="122" name="Freeform 1608"/>
              <p:cNvSpPr>
                <a:spLocks/>
              </p:cNvSpPr>
              <p:nvPr/>
            </p:nvSpPr>
            <p:spPr bwMode="gray">
              <a:xfrm>
                <a:off x="6937607" y="5494235"/>
                <a:ext cx="100908" cy="35135"/>
              </a:xfrm>
              <a:custGeom>
                <a:avLst/>
                <a:gdLst/>
                <a:ahLst/>
                <a:cxnLst>
                  <a:cxn ang="0">
                    <a:pos x="8" y="0"/>
                  </a:cxn>
                  <a:cxn ang="0">
                    <a:pos x="3" y="6"/>
                  </a:cxn>
                  <a:cxn ang="0">
                    <a:pos x="0" y="13"/>
                  </a:cxn>
                  <a:cxn ang="0">
                    <a:pos x="43" y="15"/>
                  </a:cxn>
                  <a:cxn ang="0">
                    <a:pos x="43" y="11"/>
                  </a:cxn>
                  <a:cxn ang="0">
                    <a:pos x="4" y="9"/>
                  </a:cxn>
                  <a:cxn ang="0">
                    <a:pos x="8" y="0"/>
                  </a:cxn>
                </a:cxnLst>
                <a:rect l="0" t="0" r="r" b="b"/>
                <a:pathLst>
                  <a:path w="43" h="15">
                    <a:moveTo>
                      <a:pt x="8" y="0"/>
                    </a:moveTo>
                    <a:lnTo>
                      <a:pt x="3" y="6"/>
                    </a:lnTo>
                    <a:lnTo>
                      <a:pt x="0" y="13"/>
                    </a:lnTo>
                    <a:lnTo>
                      <a:pt x="43" y="15"/>
                    </a:lnTo>
                    <a:lnTo>
                      <a:pt x="43" y="11"/>
                    </a:lnTo>
                    <a:lnTo>
                      <a:pt x="4" y="9"/>
                    </a:lnTo>
                    <a:lnTo>
                      <a:pt x="8" y="0"/>
                    </a:lnTo>
                    <a:close/>
                  </a:path>
                </a:pathLst>
              </a:custGeom>
              <a:noFill/>
              <a:ln w="3175" cap="rnd" cmpd="sng">
                <a:solidFill>
                  <a:schemeClr val="bg2"/>
                </a:solidFill>
                <a:prstDash val="sysDot"/>
                <a:round/>
                <a:headEnd/>
                <a:tailEnd/>
              </a:ln>
            </p:spPr>
            <p:txBody>
              <a:bodyPr/>
              <a:lstStyle/>
              <a:p>
                <a:endParaRPr lang="en-US"/>
              </a:p>
            </p:txBody>
          </p:sp>
          <p:sp>
            <p:nvSpPr>
              <p:cNvPr id="123" name="Freeform 1609"/>
              <p:cNvSpPr>
                <a:spLocks/>
              </p:cNvSpPr>
              <p:nvPr/>
            </p:nvSpPr>
            <p:spPr bwMode="gray">
              <a:xfrm>
                <a:off x="6904909" y="5366695"/>
                <a:ext cx="45356" cy="22838"/>
              </a:xfrm>
              <a:custGeom>
                <a:avLst/>
                <a:gdLst/>
                <a:ahLst/>
                <a:cxnLst>
                  <a:cxn ang="0">
                    <a:pos x="3" y="0"/>
                  </a:cxn>
                  <a:cxn ang="0">
                    <a:pos x="0" y="3"/>
                  </a:cxn>
                  <a:cxn ang="0">
                    <a:pos x="0" y="8"/>
                  </a:cxn>
                  <a:cxn ang="0">
                    <a:pos x="17" y="9"/>
                  </a:cxn>
                  <a:cxn ang="0">
                    <a:pos x="18" y="6"/>
                  </a:cxn>
                  <a:cxn ang="0">
                    <a:pos x="1" y="5"/>
                  </a:cxn>
                  <a:cxn ang="0">
                    <a:pos x="3" y="0"/>
                  </a:cxn>
                </a:cxnLst>
                <a:rect l="0" t="0" r="r" b="b"/>
                <a:pathLst>
                  <a:path w="18" h="9">
                    <a:moveTo>
                      <a:pt x="3" y="0"/>
                    </a:moveTo>
                    <a:lnTo>
                      <a:pt x="0" y="3"/>
                    </a:lnTo>
                    <a:lnTo>
                      <a:pt x="0" y="8"/>
                    </a:lnTo>
                    <a:lnTo>
                      <a:pt x="17" y="9"/>
                    </a:lnTo>
                    <a:lnTo>
                      <a:pt x="18" y="6"/>
                    </a:lnTo>
                    <a:lnTo>
                      <a:pt x="1" y="5"/>
                    </a:lnTo>
                    <a:lnTo>
                      <a:pt x="3" y="0"/>
                    </a:lnTo>
                    <a:close/>
                  </a:path>
                </a:pathLst>
              </a:custGeom>
              <a:noFill/>
              <a:ln w="3175" cap="rnd" cmpd="sng">
                <a:solidFill>
                  <a:schemeClr val="bg2"/>
                </a:solidFill>
                <a:prstDash val="sysDot"/>
                <a:round/>
                <a:headEnd/>
                <a:tailEnd/>
              </a:ln>
            </p:spPr>
            <p:txBody>
              <a:bodyPr/>
              <a:lstStyle/>
              <a:p>
                <a:endParaRPr lang="en-US"/>
              </a:p>
            </p:txBody>
          </p:sp>
          <p:sp>
            <p:nvSpPr>
              <p:cNvPr id="124" name="Freeform 1610"/>
              <p:cNvSpPr>
                <a:spLocks/>
              </p:cNvSpPr>
              <p:nvPr/>
            </p:nvSpPr>
            <p:spPr bwMode="gray">
              <a:xfrm>
                <a:off x="6327238" y="5439425"/>
                <a:ext cx="45356" cy="22486"/>
              </a:xfrm>
              <a:custGeom>
                <a:avLst/>
                <a:gdLst/>
                <a:ahLst/>
                <a:cxnLst>
                  <a:cxn ang="0">
                    <a:pos x="5" y="0"/>
                  </a:cxn>
                  <a:cxn ang="0">
                    <a:pos x="1" y="4"/>
                  </a:cxn>
                  <a:cxn ang="0">
                    <a:pos x="0" y="8"/>
                  </a:cxn>
                  <a:cxn ang="0">
                    <a:pos x="18" y="9"/>
                  </a:cxn>
                  <a:cxn ang="0">
                    <a:pos x="19" y="7"/>
                  </a:cxn>
                  <a:cxn ang="0">
                    <a:pos x="2" y="5"/>
                  </a:cxn>
                  <a:cxn ang="0">
                    <a:pos x="5" y="0"/>
                  </a:cxn>
                </a:cxnLst>
                <a:rect l="0" t="0" r="r" b="b"/>
                <a:pathLst>
                  <a:path w="19" h="9">
                    <a:moveTo>
                      <a:pt x="5" y="0"/>
                    </a:moveTo>
                    <a:lnTo>
                      <a:pt x="1" y="4"/>
                    </a:lnTo>
                    <a:lnTo>
                      <a:pt x="0" y="8"/>
                    </a:lnTo>
                    <a:lnTo>
                      <a:pt x="18" y="9"/>
                    </a:lnTo>
                    <a:lnTo>
                      <a:pt x="19" y="7"/>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25" name="Freeform 1611"/>
              <p:cNvSpPr>
                <a:spLocks/>
              </p:cNvSpPr>
              <p:nvPr/>
            </p:nvSpPr>
            <p:spPr bwMode="gray">
              <a:xfrm>
                <a:off x="6372594" y="5419398"/>
                <a:ext cx="42895" cy="20027"/>
              </a:xfrm>
              <a:custGeom>
                <a:avLst/>
                <a:gdLst/>
                <a:ahLst/>
                <a:cxnLst>
                  <a:cxn ang="0">
                    <a:pos x="5" y="0"/>
                  </a:cxn>
                  <a:cxn ang="0">
                    <a:pos x="1" y="4"/>
                  </a:cxn>
                  <a:cxn ang="0">
                    <a:pos x="0" y="9"/>
                  </a:cxn>
                  <a:cxn ang="0">
                    <a:pos x="17" y="9"/>
                  </a:cxn>
                  <a:cxn ang="0">
                    <a:pos x="19" y="6"/>
                  </a:cxn>
                  <a:cxn ang="0">
                    <a:pos x="2" y="5"/>
                  </a:cxn>
                  <a:cxn ang="0">
                    <a:pos x="5" y="0"/>
                  </a:cxn>
                </a:cxnLst>
                <a:rect l="0" t="0" r="r" b="b"/>
                <a:pathLst>
                  <a:path w="19" h="9">
                    <a:moveTo>
                      <a:pt x="5" y="0"/>
                    </a:moveTo>
                    <a:lnTo>
                      <a:pt x="1" y="4"/>
                    </a:lnTo>
                    <a:lnTo>
                      <a:pt x="0" y="9"/>
                    </a:lnTo>
                    <a:lnTo>
                      <a:pt x="17"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26" name="Freeform 1612"/>
              <p:cNvSpPr>
                <a:spLocks/>
              </p:cNvSpPr>
              <p:nvPr/>
            </p:nvSpPr>
            <p:spPr bwMode="gray">
              <a:xfrm>
                <a:off x="6415489" y="5394452"/>
                <a:ext cx="45356" cy="20027"/>
              </a:xfrm>
              <a:custGeom>
                <a:avLst/>
                <a:gdLst/>
                <a:ahLst/>
                <a:cxnLst>
                  <a:cxn ang="0">
                    <a:pos x="5" y="0"/>
                  </a:cxn>
                  <a:cxn ang="0">
                    <a:pos x="1" y="4"/>
                  </a:cxn>
                  <a:cxn ang="0">
                    <a:pos x="0" y="9"/>
                  </a:cxn>
                  <a:cxn ang="0">
                    <a:pos x="17" y="9"/>
                  </a:cxn>
                  <a:cxn ang="0">
                    <a:pos x="18" y="6"/>
                  </a:cxn>
                  <a:cxn ang="0">
                    <a:pos x="2" y="5"/>
                  </a:cxn>
                  <a:cxn ang="0">
                    <a:pos x="5" y="0"/>
                  </a:cxn>
                </a:cxnLst>
                <a:rect l="0" t="0" r="r" b="b"/>
                <a:pathLst>
                  <a:path w="18" h="9">
                    <a:moveTo>
                      <a:pt x="5" y="0"/>
                    </a:moveTo>
                    <a:lnTo>
                      <a:pt x="1" y="4"/>
                    </a:lnTo>
                    <a:lnTo>
                      <a:pt x="0" y="9"/>
                    </a:lnTo>
                    <a:lnTo>
                      <a:pt x="17" y="9"/>
                    </a:lnTo>
                    <a:lnTo>
                      <a:pt x="18"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27" name="Freeform 1613"/>
              <p:cNvSpPr>
                <a:spLocks/>
              </p:cNvSpPr>
              <p:nvPr/>
            </p:nvSpPr>
            <p:spPr bwMode="gray">
              <a:xfrm>
                <a:off x="6387713" y="5366695"/>
                <a:ext cx="45356" cy="22838"/>
              </a:xfrm>
              <a:custGeom>
                <a:avLst/>
                <a:gdLst/>
                <a:ahLst/>
                <a:cxnLst>
                  <a:cxn ang="0">
                    <a:pos x="6" y="0"/>
                  </a:cxn>
                  <a:cxn ang="0">
                    <a:pos x="1" y="3"/>
                  </a:cxn>
                  <a:cxn ang="0">
                    <a:pos x="0" y="7"/>
                  </a:cxn>
                  <a:cxn ang="0">
                    <a:pos x="17" y="9"/>
                  </a:cxn>
                  <a:cxn ang="0">
                    <a:pos x="19" y="5"/>
                  </a:cxn>
                  <a:cxn ang="0">
                    <a:pos x="3" y="4"/>
                  </a:cxn>
                  <a:cxn ang="0">
                    <a:pos x="6" y="0"/>
                  </a:cxn>
                </a:cxnLst>
                <a:rect l="0" t="0" r="r" b="b"/>
                <a:pathLst>
                  <a:path w="19" h="9">
                    <a:moveTo>
                      <a:pt x="6" y="0"/>
                    </a:moveTo>
                    <a:lnTo>
                      <a:pt x="1" y="3"/>
                    </a:lnTo>
                    <a:lnTo>
                      <a:pt x="0" y="7"/>
                    </a:lnTo>
                    <a:lnTo>
                      <a:pt x="17" y="9"/>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28" name="Freeform 1614"/>
              <p:cNvSpPr>
                <a:spLocks/>
              </p:cNvSpPr>
              <p:nvPr/>
            </p:nvSpPr>
            <p:spPr bwMode="gray">
              <a:xfrm>
                <a:off x="7010739" y="5474560"/>
                <a:ext cx="45356" cy="19676"/>
              </a:xfrm>
              <a:custGeom>
                <a:avLst/>
                <a:gdLst/>
                <a:ahLst/>
                <a:cxnLst>
                  <a:cxn ang="0">
                    <a:pos x="5" y="0"/>
                  </a:cxn>
                  <a:cxn ang="0">
                    <a:pos x="1" y="4"/>
                  </a:cxn>
                  <a:cxn ang="0">
                    <a:pos x="0" y="7"/>
                  </a:cxn>
                  <a:cxn ang="0">
                    <a:pos x="18" y="8"/>
                  </a:cxn>
                  <a:cxn ang="0">
                    <a:pos x="19" y="5"/>
                  </a:cxn>
                  <a:cxn ang="0">
                    <a:pos x="2" y="5"/>
                  </a:cxn>
                  <a:cxn ang="0">
                    <a:pos x="5" y="0"/>
                  </a:cxn>
                </a:cxnLst>
                <a:rect l="0" t="0" r="r" b="b"/>
                <a:pathLst>
                  <a:path w="19" h="8">
                    <a:moveTo>
                      <a:pt x="5" y="0"/>
                    </a:moveTo>
                    <a:lnTo>
                      <a:pt x="1" y="4"/>
                    </a:lnTo>
                    <a:lnTo>
                      <a:pt x="0" y="7"/>
                    </a:lnTo>
                    <a:lnTo>
                      <a:pt x="18" y="8"/>
                    </a:lnTo>
                    <a:lnTo>
                      <a:pt x="19" y="5"/>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29" name="Freeform 1615"/>
              <p:cNvSpPr>
                <a:spLocks/>
              </p:cNvSpPr>
              <p:nvPr/>
            </p:nvSpPr>
            <p:spPr bwMode="gray">
              <a:xfrm>
                <a:off x="7020584" y="5446803"/>
                <a:ext cx="40433" cy="22486"/>
              </a:xfrm>
              <a:custGeom>
                <a:avLst/>
                <a:gdLst/>
                <a:ahLst/>
                <a:cxnLst>
                  <a:cxn ang="0">
                    <a:pos x="6" y="0"/>
                  </a:cxn>
                  <a:cxn ang="0">
                    <a:pos x="1" y="4"/>
                  </a:cxn>
                  <a:cxn ang="0">
                    <a:pos x="0" y="9"/>
                  </a:cxn>
                  <a:cxn ang="0">
                    <a:pos x="18" y="9"/>
                  </a:cxn>
                  <a:cxn ang="0">
                    <a:pos x="18" y="6"/>
                  </a:cxn>
                  <a:cxn ang="0">
                    <a:pos x="3" y="5"/>
                  </a:cxn>
                  <a:cxn ang="0">
                    <a:pos x="6" y="0"/>
                  </a:cxn>
                </a:cxnLst>
                <a:rect l="0" t="0" r="r" b="b"/>
                <a:pathLst>
                  <a:path w="18" h="9">
                    <a:moveTo>
                      <a:pt x="6" y="0"/>
                    </a:moveTo>
                    <a:lnTo>
                      <a:pt x="1" y="4"/>
                    </a:lnTo>
                    <a:lnTo>
                      <a:pt x="0" y="9"/>
                    </a:lnTo>
                    <a:lnTo>
                      <a:pt x="18" y="9"/>
                    </a:lnTo>
                    <a:lnTo>
                      <a:pt x="18"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30" name="Freeform 1616"/>
              <p:cNvSpPr>
                <a:spLocks/>
              </p:cNvSpPr>
              <p:nvPr/>
            </p:nvSpPr>
            <p:spPr bwMode="gray">
              <a:xfrm>
                <a:off x="6821581" y="5414479"/>
                <a:ext cx="50278" cy="22486"/>
              </a:xfrm>
              <a:custGeom>
                <a:avLst/>
                <a:gdLst/>
                <a:ahLst/>
                <a:cxnLst>
                  <a:cxn ang="0">
                    <a:pos x="6" y="0"/>
                  </a:cxn>
                  <a:cxn ang="0">
                    <a:pos x="2" y="3"/>
                  </a:cxn>
                  <a:cxn ang="0">
                    <a:pos x="0" y="8"/>
                  </a:cxn>
                  <a:cxn ang="0">
                    <a:pos x="20" y="9"/>
                  </a:cxn>
                  <a:cxn ang="0">
                    <a:pos x="21" y="6"/>
                  </a:cxn>
                  <a:cxn ang="0">
                    <a:pos x="3" y="4"/>
                  </a:cxn>
                  <a:cxn ang="0">
                    <a:pos x="6" y="0"/>
                  </a:cxn>
                </a:cxnLst>
                <a:rect l="0" t="0" r="r" b="b"/>
                <a:pathLst>
                  <a:path w="21" h="9">
                    <a:moveTo>
                      <a:pt x="6" y="0"/>
                    </a:moveTo>
                    <a:lnTo>
                      <a:pt x="2" y="3"/>
                    </a:lnTo>
                    <a:lnTo>
                      <a:pt x="0" y="8"/>
                    </a:lnTo>
                    <a:lnTo>
                      <a:pt x="20" y="9"/>
                    </a:lnTo>
                    <a:lnTo>
                      <a:pt x="21"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31" name="Freeform 1617"/>
              <p:cNvSpPr>
                <a:spLocks/>
              </p:cNvSpPr>
              <p:nvPr/>
            </p:nvSpPr>
            <p:spPr bwMode="gray">
              <a:xfrm>
                <a:off x="6783609" y="5497046"/>
                <a:ext cx="42895" cy="20027"/>
              </a:xfrm>
              <a:custGeom>
                <a:avLst/>
                <a:gdLst/>
                <a:ahLst/>
                <a:cxnLst>
                  <a:cxn ang="0">
                    <a:pos x="5" y="0"/>
                  </a:cxn>
                  <a:cxn ang="0">
                    <a:pos x="1" y="4"/>
                  </a:cxn>
                  <a:cxn ang="0">
                    <a:pos x="0" y="8"/>
                  </a:cxn>
                  <a:cxn ang="0">
                    <a:pos x="18" y="9"/>
                  </a:cxn>
                  <a:cxn ang="0">
                    <a:pos x="18" y="6"/>
                  </a:cxn>
                  <a:cxn ang="0">
                    <a:pos x="2" y="5"/>
                  </a:cxn>
                  <a:cxn ang="0">
                    <a:pos x="5" y="0"/>
                  </a:cxn>
                </a:cxnLst>
                <a:rect l="0" t="0" r="r" b="b"/>
                <a:pathLst>
                  <a:path w="18" h="9">
                    <a:moveTo>
                      <a:pt x="5" y="0"/>
                    </a:moveTo>
                    <a:lnTo>
                      <a:pt x="1" y="4"/>
                    </a:lnTo>
                    <a:lnTo>
                      <a:pt x="0" y="8"/>
                    </a:lnTo>
                    <a:lnTo>
                      <a:pt x="18" y="9"/>
                    </a:lnTo>
                    <a:lnTo>
                      <a:pt x="18"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32" name="Freeform 1618"/>
              <p:cNvSpPr>
                <a:spLocks/>
              </p:cNvSpPr>
              <p:nvPr/>
            </p:nvSpPr>
            <p:spPr bwMode="gray">
              <a:xfrm>
                <a:off x="7025857" y="5421857"/>
                <a:ext cx="45356" cy="17568"/>
              </a:xfrm>
              <a:custGeom>
                <a:avLst/>
                <a:gdLst/>
                <a:ahLst/>
                <a:cxnLst>
                  <a:cxn ang="0">
                    <a:pos x="5" y="0"/>
                  </a:cxn>
                  <a:cxn ang="0">
                    <a:pos x="1" y="4"/>
                  </a:cxn>
                  <a:cxn ang="0">
                    <a:pos x="0" y="7"/>
                  </a:cxn>
                  <a:cxn ang="0">
                    <a:pos x="18" y="8"/>
                  </a:cxn>
                  <a:cxn ang="0">
                    <a:pos x="18" y="5"/>
                  </a:cxn>
                  <a:cxn ang="0">
                    <a:pos x="2" y="4"/>
                  </a:cxn>
                  <a:cxn ang="0">
                    <a:pos x="5" y="0"/>
                  </a:cxn>
                </a:cxnLst>
                <a:rect l="0" t="0" r="r" b="b"/>
                <a:pathLst>
                  <a:path w="18" h="8">
                    <a:moveTo>
                      <a:pt x="5" y="0"/>
                    </a:moveTo>
                    <a:lnTo>
                      <a:pt x="1" y="4"/>
                    </a:lnTo>
                    <a:lnTo>
                      <a:pt x="0" y="7"/>
                    </a:lnTo>
                    <a:lnTo>
                      <a:pt x="18" y="8"/>
                    </a:lnTo>
                    <a:lnTo>
                      <a:pt x="18"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133" name="Freeform 1619"/>
              <p:cNvSpPr>
                <a:spLocks/>
              </p:cNvSpPr>
              <p:nvPr/>
            </p:nvSpPr>
            <p:spPr bwMode="gray">
              <a:xfrm>
                <a:off x="6834238" y="5384262"/>
                <a:ext cx="42895" cy="22486"/>
              </a:xfrm>
              <a:custGeom>
                <a:avLst/>
                <a:gdLst/>
                <a:ahLst/>
                <a:cxnLst>
                  <a:cxn ang="0">
                    <a:pos x="5" y="0"/>
                  </a:cxn>
                  <a:cxn ang="0">
                    <a:pos x="1" y="4"/>
                  </a:cxn>
                  <a:cxn ang="0">
                    <a:pos x="0" y="8"/>
                  </a:cxn>
                  <a:cxn ang="0">
                    <a:pos x="18" y="9"/>
                  </a:cxn>
                  <a:cxn ang="0">
                    <a:pos x="18" y="6"/>
                  </a:cxn>
                  <a:cxn ang="0">
                    <a:pos x="3" y="5"/>
                  </a:cxn>
                  <a:cxn ang="0">
                    <a:pos x="5" y="0"/>
                  </a:cxn>
                </a:cxnLst>
                <a:rect l="0" t="0" r="r" b="b"/>
                <a:pathLst>
                  <a:path w="18" h="9">
                    <a:moveTo>
                      <a:pt x="5" y="0"/>
                    </a:moveTo>
                    <a:lnTo>
                      <a:pt x="1" y="4"/>
                    </a:lnTo>
                    <a:lnTo>
                      <a:pt x="0" y="8"/>
                    </a:lnTo>
                    <a:lnTo>
                      <a:pt x="18" y="9"/>
                    </a:lnTo>
                    <a:lnTo>
                      <a:pt x="18" y="6"/>
                    </a:lnTo>
                    <a:lnTo>
                      <a:pt x="3" y="5"/>
                    </a:lnTo>
                    <a:lnTo>
                      <a:pt x="5" y="0"/>
                    </a:lnTo>
                    <a:close/>
                  </a:path>
                </a:pathLst>
              </a:custGeom>
              <a:noFill/>
              <a:ln w="3175" cap="rnd" cmpd="sng">
                <a:solidFill>
                  <a:schemeClr val="bg2"/>
                </a:solidFill>
                <a:prstDash val="sysDot"/>
                <a:round/>
                <a:headEnd/>
                <a:tailEnd/>
              </a:ln>
            </p:spPr>
            <p:txBody>
              <a:bodyPr/>
              <a:lstStyle/>
              <a:p>
                <a:endParaRPr lang="en-US"/>
              </a:p>
            </p:txBody>
          </p:sp>
          <p:sp>
            <p:nvSpPr>
              <p:cNvPr id="134" name="Freeform 1620"/>
              <p:cNvSpPr>
                <a:spLocks/>
              </p:cNvSpPr>
              <p:nvPr/>
            </p:nvSpPr>
            <p:spPr bwMode="gray">
              <a:xfrm>
                <a:off x="6798727" y="5471749"/>
                <a:ext cx="45356" cy="22486"/>
              </a:xfrm>
              <a:custGeom>
                <a:avLst/>
                <a:gdLst/>
                <a:ahLst/>
                <a:cxnLst>
                  <a:cxn ang="0">
                    <a:pos x="4" y="0"/>
                  </a:cxn>
                  <a:cxn ang="0">
                    <a:pos x="0" y="4"/>
                  </a:cxn>
                  <a:cxn ang="0">
                    <a:pos x="0" y="9"/>
                  </a:cxn>
                  <a:cxn ang="0">
                    <a:pos x="17" y="10"/>
                  </a:cxn>
                  <a:cxn ang="0">
                    <a:pos x="18" y="6"/>
                  </a:cxn>
                  <a:cxn ang="0">
                    <a:pos x="2" y="5"/>
                  </a:cxn>
                  <a:cxn ang="0">
                    <a:pos x="4" y="0"/>
                  </a:cxn>
                </a:cxnLst>
                <a:rect l="0" t="0" r="r" b="b"/>
                <a:pathLst>
                  <a:path w="18" h="10">
                    <a:moveTo>
                      <a:pt x="4" y="0"/>
                    </a:moveTo>
                    <a:lnTo>
                      <a:pt x="0" y="4"/>
                    </a:lnTo>
                    <a:lnTo>
                      <a:pt x="0" y="9"/>
                    </a:lnTo>
                    <a:lnTo>
                      <a:pt x="17" y="10"/>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35" name="Freeform 1621"/>
              <p:cNvSpPr>
                <a:spLocks/>
              </p:cNvSpPr>
              <p:nvPr/>
            </p:nvSpPr>
            <p:spPr bwMode="gray">
              <a:xfrm>
                <a:off x="7038515" y="5394452"/>
                <a:ext cx="45356" cy="20027"/>
              </a:xfrm>
              <a:custGeom>
                <a:avLst/>
                <a:gdLst/>
                <a:ahLst/>
                <a:cxnLst>
                  <a:cxn ang="0">
                    <a:pos x="6" y="0"/>
                  </a:cxn>
                  <a:cxn ang="0">
                    <a:pos x="1" y="4"/>
                  </a:cxn>
                  <a:cxn ang="0">
                    <a:pos x="0" y="9"/>
                  </a:cxn>
                  <a:cxn ang="0">
                    <a:pos x="18" y="9"/>
                  </a:cxn>
                  <a:cxn ang="0">
                    <a:pos x="19" y="6"/>
                  </a:cxn>
                  <a:cxn ang="0">
                    <a:pos x="3" y="5"/>
                  </a:cxn>
                  <a:cxn ang="0">
                    <a:pos x="6" y="0"/>
                  </a:cxn>
                </a:cxnLst>
                <a:rect l="0" t="0" r="r" b="b"/>
                <a:pathLst>
                  <a:path w="19" h="9">
                    <a:moveTo>
                      <a:pt x="6" y="0"/>
                    </a:moveTo>
                    <a:lnTo>
                      <a:pt x="1" y="4"/>
                    </a:lnTo>
                    <a:lnTo>
                      <a:pt x="0" y="9"/>
                    </a:lnTo>
                    <a:lnTo>
                      <a:pt x="18"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36" name="Freeform 1622"/>
              <p:cNvSpPr>
                <a:spLocks/>
              </p:cNvSpPr>
              <p:nvPr/>
            </p:nvSpPr>
            <p:spPr bwMode="gray">
              <a:xfrm>
                <a:off x="6844083" y="5366695"/>
                <a:ext cx="42895" cy="17568"/>
              </a:xfrm>
              <a:custGeom>
                <a:avLst/>
                <a:gdLst/>
                <a:ahLst/>
                <a:cxnLst>
                  <a:cxn ang="0">
                    <a:pos x="5" y="0"/>
                  </a:cxn>
                  <a:cxn ang="0">
                    <a:pos x="1" y="3"/>
                  </a:cxn>
                  <a:cxn ang="0">
                    <a:pos x="0" y="8"/>
                  </a:cxn>
                  <a:cxn ang="0">
                    <a:pos x="19" y="9"/>
                  </a:cxn>
                  <a:cxn ang="0">
                    <a:pos x="20" y="6"/>
                  </a:cxn>
                  <a:cxn ang="0">
                    <a:pos x="3" y="4"/>
                  </a:cxn>
                  <a:cxn ang="0">
                    <a:pos x="5" y="0"/>
                  </a:cxn>
                </a:cxnLst>
                <a:rect l="0" t="0" r="r" b="b"/>
                <a:pathLst>
                  <a:path w="20" h="9">
                    <a:moveTo>
                      <a:pt x="5" y="0"/>
                    </a:moveTo>
                    <a:lnTo>
                      <a:pt x="1" y="3"/>
                    </a:lnTo>
                    <a:lnTo>
                      <a:pt x="0" y="8"/>
                    </a:lnTo>
                    <a:lnTo>
                      <a:pt x="19" y="9"/>
                    </a:lnTo>
                    <a:lnTo>
                      <a:pt x="20" y="6"/>
                    </a:lnTo>
                    <a:lnTo>
                      <a:pt x="3" y="4"/>
                    </a:lnTo>
                    <a:lnTo>
                      <a:pt x="5" y="0"/>
                    </a:lnTo>
                    <a:close/>
                  </a:path>
                </a:pathLst>
              </a:custGeom>
              <a:noFill/>
              <a:ln w="3175" cap="rnd" cmpd="sng">
                <a:solidFill>
                  <a:schemeClr val="bg2"/>
                </a:solidFill>
                <a:prstDash val="sysDot"/>
                <a:round/>
                <a:headEnd/>
                <a:tailEnd/>
              </a:ln>
            </p:spPr>
            <p:txBody>
              <a:bodyPr/>
              <a:lstStyle/>
              <a:p>
                <a:endParaRPr lang="en-US"/>
              </a:p>
            </p:txBody>
          </p:sp>
          <p:sp>
            <p:nvSpPr>
              <p:cNvPr id="137" name="Freeform 1623"/>
              <p:cNvSpPr>
                <a:spLocks/>
              </p:cNvSpPr>
              <p:nvPr/>
            </p:nvSpPr>
            <p:spPr bwMode="gray">
              <a:xfrm>
                <a:off x="6269225" y="5439425"/>
                <a:ext cx="45356" cy="17568"/>
              </a:xfrm>
              <a:custGeom>
                <a:avLst/>
                <a:gdLst/>
                <a:ahLst/>
                <a:cxnLst>
                  <a:cxn ang="0">
                    <a:pos x="6" y="0"/>
                  </a:cxn>
                  <a:cxn ang="0">
                    <a:pos x="2" y="4"/>
                  </a:cxn>
                  <a:cxn ang="0">
                    <a:pos x="0" y="7"/>
                  </a:cxn>
                  <a:cxn ang="0">
                    <a:pos x="18" y="8"/>
                  </a:cxn>
                  <a:cxn ang="0">
                    <a:pos x="20" y="5"/>
                  </a:cxn>
                  <a:cxn ang="0">
                    <a:pos x="3" y="5"/>
                  </a:cxn>
                  <a:cxn ang="0">
                    <a:pos x="6" y="0"/>
                  </a:cxn>
                </a:cxnLst>
                <a:rect l="0" t="0" r="r" b="b"/>
                <a:pathLst>
                  <a:path w="20" h="8">
                    <a:moveTo>
                      <a:pt x="6" y="0"/>
                    </a:moveTo>
                    <a:lnTo>
                      <a:pt x="2" y="4"/>
                    </a:lnTo>
                    <a:lnTo>
                      <a:pt x="0" y="7"/>
                    </a:lnTo>
                    <a:lnTo>
                      <a:pt x="18" y="8"/>
                    </a:lnTo>
                    <a:lnTo>
                      <a:pt x="20"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38" name="Freeform 1624"/>
              <p:cNvSpPr>
                <a:spLocks/>
              </p:cNvSpPr>
              <p:nvPr/>
            </p:nvSpPr>
            <p:spPr bwMode="gray">
              <a:xfrm>
                <a:off x="6314581" y="5416938"/>
                <a:ext cx="45356" cy="22486"/>
              </a:xfrm>
              <a:custGeom>
                <a:avLst/>
                <a:gdLst/>
                <a:ahLst/>
                <a:cxnLst>
                  <a:cxn ang="0">
                    <a:pos x="5" y="0"/>
                  </a:cxn>
                  <a:cxn ang="0">
                    <a:pos x="1" y="4"/>
                  </a:cxn>
                  <a:cxn ang="0">
                    <a:pos x="0" y="8"/>
                  </a:cxn>
                  <a:cxn ang="0">
                    <a:pos x="18" y="9"/>
                  </a:cxn>
                  <a:cxn ang="0">
                    <a:pos x="19" y="6"/>
                  </a:cxn>
                  <a:cxn ang="0">
                    <a:pos x="2" y="5"/>
                  </a:cxn>
                  <a:cxn ang="0">
                    <a:pos x="5" y="0"/>
                  </a:cxn>
                </a:cxnLst>
                <a:rect l="0" t="0" r="r" b="b"/>
                <a:pathLst>
                  <a:path w="19" h="9">
                    <a:moveTo>
                      <a:pt x="5" y="0"/>
                    </a:moveTo>
                    <a:lnTo>
                      <a:pt x="1" y="4"/>
                    </a:lnTo>
                    <a:lnTo>
                      <a:pt x="0" y="8"/>
                    </a:lnTo>
                    <a:lnTo>
                      <a:pt x="18"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39" name="Freeform 1625"/>
              <p:cNvSpPr>
                <a:spLocks/>
              </p:cNvSpPr>
              <p:nvPr/>
            </p:nvSpPr>
            <p:spPr bwMode="gray">
              <a:xfrm>
                <a:off x="6362398" y="5391992"/>
                <a:ext cx="45356" cy="17216"/>
              </a:xfrm>
              <a:custGeom>
                <a:avLst/>
                <a:gdLst/>
                <a:ahLst/>
                <a:cxnLst>
                  <a:cxn ang="0">
                    <a:pos x="5" y="0"/>
                  </a:cxn>
                  <a:cxn ang="0">
                    <a:pos x="1" y="4"/>
                  </a:cxn>
                  <a:cxn ang="0">
                    <a:pos x="0" y="9"/>
                  </a:cxn>
                  <a:cxn ang="0">
                    <a:pos x="17" y="9"/>
                  </a:cxn>
                  <a:cxn ang="0">
                    <a:pos x="19" y="6"/>
                  </a:cxn>
                  <a:cxn ang="0">
                    <a:pos x="2" y="5"/>
                  </a:cxn>
                  <a:cxn ang="0">
                    <a:pos x="5" y="0"/>
                  </a:cxn>
                </a:cxnLst>
                <a:rect l="0" t="0" r="r" b="b"/>
                <a:pathLst>
                  <a:path w="19" h="9">
                    <a:moveTo>
                      <a:pt x="5" y="0"/>
                    </a:moveTo>
                    <a:lnTo>
                      <a:pt x="1" y="4"/>
                    </a:lnTo>
                    <a:lnTo>
                      <a:pt x="0" y="9"/>
                    </a:lnTo>
                    <a:lnTo>
                      <a:pt x="17"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40" name="Freeform 1626"/>
              <p:cNvSpPr>
                <a:spLocks/>
              </p:cNvSpPr>
              <p:nvPr/>
            </p:nvSpPr>
            <p:spPr bwMode="gray">
              <a:xfrm>
                <a:off x="6334622" y="5366695"/>
                <a:ext cx="45707" cy="15108"/>
              </a:xfrm>
              <a:custGeom>
                <a:avLst/>
                <a:gdLst/>
                <a:ahLst/>
                <a:cxnLst>
                  <a:cxn ang="0">
                    <a:pos x="5" y="0"/>
                  </a:cxn>
                  <a:cxn ang="0">
                    <a:pos x="1" y="3"/>
                  </a:cxn>
                  <a:cxn ang="0">
                    <a:pos x="0" y="8"/>
                  </a:cxn>
                  <a:cxn ang="0">
                    <a:pos x="18" y="8"/>
                  </a:cxn>
                  <a:cxn ang="0">
                    <a:pos x="19" y="5"/>
                  </a:cxn>
                  <a:cxn ang="0">
                    <a:pos x="2" y="4"/>
                  </a:cxn>
                  <a:cxn ang="0">
                    <a:pos x="5" y="0"/>
                  </a:cxn>
                </a:cxnLst>
                <a:rect l="0" t="0" r="r" b="b"/>
                <a:pathLst>
                  <a:path w="19" h="8">
                    <a:moveTo>
                      <a:pt x="5" y="0"/>
                    </a:moveTo>
                    <a:lnTo>
                      <a:pt x="1" y="3"/>
                    </a:lnTo>
                    <a:lnTo>
                      <a:pt x="0" y="8"/>
                    </a:lnTo>
                    <a:lnTo>
                      <a:pt x="18" y="8"/>
                    </a:lnTo>
                    <a:lnTo>
                      <a:pt x="19"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141" name="Freeform 1627"/>
              <p:cNvSpPr>
                <a:spLocks/>
              </p:cNvSpPr>
              <p:nvPr/>
            </p:nvSpPr>
            <p:spPr bwMode="gray">
              <a:xfrm>
                <a:off x="6952726" y="5471749"/>
                <a:ext cx="45356" cy="22486"/>
              </a:xfrm>
              <a:custGeom>
                <a:avLst/>
                <a:gdLst/>
                <a:ahLst/>
                <a:cxnLst>
                  <a:cxn ang="0">
                    <a:pos x="6" y="0"/>
                  </a:cxn>
                  <a:cxn ang="0">
                    <a:pos x="1" y="4"/>
                  </a:cxn>
                  <a:cxn ang="0">
                    <a:pos x="0" y="9"/>
                  </a:cxn>
                  <a:cxn ang="0">
                    <a:pos x="19" y="10"/>
                  </a:cxn>
                  <a:cxn ang="0">
                    <a:pos x="19" y="6"/>
                  </a:cxn>
                  <a:cxn ang="0">
                    <a:pos x="3" y="5"/>
                  </a:cxn>
                  <a:cxn ang="0">
                    <a:pos x="6" y="0"/>
                  </a:cxn>
                </a:cxnLst>
                <a:rect l="0" t="0" r="r" b="b"/>
                <a:pathLst>
                  <a:path w="19" h="10">
                    <a:moveTo>
                      <a:pt x="6" y="0"/>
                    </a:moveTo>
                    <a:lnTo>
                      <a:pt x="1" y="4"/>
                    </a:lnTo>
                    <a:lnTo>
                      <a:pt x="0" y="9"/>
                    </a:lnTo>
                    <a:lnTo>
                      <a:pt x="19" y="10"/>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42" name="Freeform 1628"/>
              <p:cNvSpPr>
                <a:spLocks/>
              </p:cNvSpPr>
              <p:nvPr/>
            </p:nvSpPr>
            <p:spPr bwMode="gray">
              <a:xfrm>
                <a:off x="6962570" y="5441884"/>
                <a:ext cx="48169" cy="24946"/>
              </a:xfrm>
              <a:custGeom>
                <a:avLst/>
                <a:gdLst/>
                <a:ahLst/>
                <a:cxnLst>
                  <a:cxn ang="0">
                    <a:pos x="6" y="0"/>
                  </a:cxn>
                  <a:cxn ang="0">
                    <a:pos x="2" y="4"/>
                  </a:cxn>
                  <a:cxn ang="0">
                    <a:pos x="0" y="9"/>
                  </a:cxn>
                  <a:cxn ang="0">
                    <a:pos x="18" y="10"/>
                  </a:cxn>
                  <a:cxn ang="0">
                    <a:pos x="20" y="7"/>
                  </a:cxn>
                  <a:cxn ang="0">
                    <a:pos x="3" y="6"/>
                  </a:cxn>
                  <a:cxn ang="0">
                    <a:pos x="6" y="0"/>
                  </a:cxn>
                </a:cxnLst>
                <a:rect l="0" t="0" r="r" b="b"/>
                <a:pathLst>
                  <a:path w="20" h="10">
                    <a:moveTo>
                      <a:pt x="6" y="0"/>
                    </a:moveTo>
                    <a:lnTo>
                      <a:pt x="2" y="4"/>
                    </a:lnTo>
                    <a:lnTo>
                      <a:pt x="0" y="9"/>
                    </a:lnTo>
                    <a:lnTo>
                      <a:pt x="18" y="10"/>
                    </a:lnTo>
                    <a:lnTo>
                      <a:pt x="20" y="7"/>
                    </a:lnTo>
                    <a:lnTo>
                      <a:pt x="3" y="6"/>
                    </a:lnTo>
                    <a:lnTo>
                      <a:pt x="6" y="0"/>
                    </a:lnTo>
                    <a:close/>
                  </a:path>
                </a:pathLst>
              </a:custGeom>
              <a:noFill/>
              <a:ln w="3175" cap="rnd" cmpd="sng">
                <a:solidFill>
                  <a:schemeClr val="bg2"/>
                </a:solidFill>
                <a:prstDash val="sysDot"/>
                <a:round/>
                <a:headEnd/>
                <a:tailEnd/>
              </a:ln>
            </p:spPr>
            <p:txBody>
              <a:bodyPr/>
              <a:lstStyle/>
              <a:p>
                <a:endParaRPr lang="en-US"/>
              </a:p>
            </p:txBody>
          </p:sp>
          <p:sp>
            <p:nvSpPr>
              <p:cNvPr id="143" name="Freeform 1629"/>
              <p:cNvSpPr>
                <a:spLocks/>
              </p:cNvSpPr>
              <p:nvPr/>
            </p:nvSpPr>
            <p:spPr bwMode="gray">
              <a:xfrm>
                <a:off x="6770951" y="5409208"/>
                <a:ext cx="42895" cy="22838"/>
              </a:xfrm>
              <a:custGeom>
                <a:avLst/>
                <a:gdLst/>
                <a:ahLst/>
                <a:cxnLst>
                  <a:cxn ang="0">
                    <a:pos x="4" y="0"/>
                  </a:cxn>
                  <a:cxn ang="0">
                    <a:pos x="0" y="4"/>
                  </a:cxn>
                  <a:cxn ang="0">
                    <a:pos x="0" y="8"/>
                  </a:cxn>
                  <a:cxn ang="0">
                    <a:pos x="17" y="10"/>
                  </a:cxn>
                  <a:cxn ang="0">
                    <a:pos x="18" y="6"/>
                  </a:cxn>
                  <a:cxn ang="0">
                    <a:pos x="1" y="5"/>
                  </a:cxn>
                  <a:cxn ang="0">
                    <a:pos x="4" y="0"/>
                  </a:cxn>
                </a:cxnLst>
                <a:rect l="0" t="0" r="r" b="b"/>
                <a:pathLst>
                  <a:path w="18" h="10">
                    <a:moveTo>
                      <a:pt x="4" y="0"/>
                    </a:moveTo>
                    <a:lnTo>
                      <a:pt x="0" y="4"/>
                    </a:lnTo>
                    <a:lnTo>
                      <a:pt x="0" y="8"/>
                    </a:lnTo>
                    <a:lnTo>
                      <a:pt x="17" y="10"/>
                    </a:lnTo>
                    <a:lnTo>
                      <a:pt x="18" y="6"/>
                    </a:lnTo>
                    <a:lnTo>
                      <a:pt x="1" y="5"/>
                    </a:lnTo>
                    <a:lnTo>
                      <a:pt x="4" y="0"/>
                    </a:lnTo>
                    <a:close/>
                  </a:path>
                </a:pathLst>
              </a:custGeom>
              <a:noFill/>
              <a:ln w="3175" cap="rnd" cmpd="sng">
                <a:solidFill>
                  <a:schemeClr val="bg2"/>
                </a:solidFill>
                <a:prstDash val="sysDot"/>
                <a:round/>
                <a:headEnd/>
                <a:tailEnd/>
              </a:ln>
            </p:spPr>
            <p:txBody>
              <a:bodyPr/>
              <a:lstStyle/>
              <a:p>
                <a:endParaRPr lang="en-US"/>
              </a:p>
            </p:txBody>
          </p:sp>
          <p:sp>
            <p:nvSpPr>
              <p:cNvPr id="144" name="Freeform 1630"/>
              <p:cNvSpPr>
                <a:spLocks/>
              </p:cNvSpPr>
              <p:nvPr/>
            </p:nvSpPr>
            <p:spPr bwMode="gray">
              <a:xfrm>
                <a:off x="6720673" y="5494235"/>
                <a:ext cx="50278" cy="20027"/>
              </a:xfrm>
              <a:custGeom>
                <a:avLst/>
                <a:gdLst/>
                <a:ahLst/>
                <a:cxnLst>
                  <a:cxn ang="0">
                    <a:pos x="8" y="0"/>
                  </a:cxn>
                  <a:cxn ang="0">
                    <a:pos x="4" y="3"/>
                  </a:cxn>
                  <a:cxn ang="0">
                    <a:pos x="0" y="8"/>
                  </a:cxn>
                  <a:cxn ang="0">
                    <a:pos x="21" y="9"/>
                  </a:cxn>
                  <a:cxn ang="0">
                    <a:pos x="21" y="6"/>
                  </a:cxn>
                  <a:cxn ang="0">
                    <a:pos x="4" y="4"/>
                  </a:cxn>
                  <a:cxn ang="0">
                    <a:pos x="8" y="0"/>
                  </a:cxn>
                </a:cxnLst>
                <a:rect l="0" t="0" r="r" b="b"/>
                <a:pathLst>
                  <a:path w="21" h="9">
                    <a:moveTo>
                      <a:pt x="8" y="0"/>
                    </a:moveTo>
                    <a:lnTo>
                      <a:pt x="4" y="3"/>
                    </a:lnTo>
                    <a:lnTo>
                      <a:pt x="0" y="8"/>
                    </a:lnTo>
                    <a:lnTo>
                      <a:pt x="21" y="9"/>
                    </a:lnTo>
                    <a:lnTo>
                      <a:pt x="21" y="6"/>
                    </a:lnTo>
                    <a:lnTo>
                      <a:pt x="4" y="4"/>
                    </a:lnTo>
                    <a:lnTo>
                      <a:pt x="8" y="0"/>
                    </a:lnTo>
                    <a:close/>
                  </a:path>
                </a:pathLst>
              </a:custGeom>
              <a:noFill/>
              <a:ln w="3175" cap="rnd" cmpd="sng">
                <a:solidFill>
                  <a:schemeClr val="bg2"/>
                </a:solidFill>
                <a:prstDash val="sysDot"/>
                <a:round/>
                <a:headEnd/>
                <a:tailEnd/>
              </a:ln>
            </p:spPr>
            <p:txBody>
              <a:bodyPr/>
              <a:lstStyle/>
              <a:p>
                <a:endParaRPr lang="en-US"/>
              </a:p>
            </p:txBody>
          </p:sp>
          <p:sp>
            <p:nvSpPr>
              <p:cNvPr id="145" name="Freeform 1631"/>
              <p:cNvSpPr>
                <a:spLocks/>
              </p:cNvSpPr>
              <p:nvPr/>
            </p:nvSpPr>
            <p:spPr bwMode="gray">
              <a:xfrm>
                <a:off x="6970305" y="5419398"/>
                <a:ext cx="45356" cy="20027"/>
              </a:xfrm>
              <a:custGeom>
                <a:avLst/>
                <a:gdLst/>
                <a:ahLst/>
                <a:cxnLst>
                  <a:cxn ang="0">
                    <a:pos x="6" y="0"/>
                  </a:cxn>
                  <a:cxn ang="0">
                    <a:pos x="1" y="3"/>
                  </a:cxn>
                  <a:cxn ang="0">
                    <a:pos x="0" y="8"/>
                  </a:cxn>
                  <a:cxn ang="0">
                    <a:pos x="19" y="9"/>
                  </a:cxn>
                  <a:cxn ang="0">
                    <a:pos x="20" y="6"/>
                  </a:cxn>
                  <a:cxn ang="0">
                    <a:pos x="3" y="4"/>
                  </a:cxn>
                  <a:cxn ang="0">
                    <a:pos x="6" y="0"/>
                  </a:cxn>
                </a:cxnLst>
                <a:rect l="0" t="0" r="r" b="b"/>
                <a:pathLst>
                  <a:path w="20" h="9">
                    <a:moveTo>
                      <a:pt x="6" y="0"/>
                    </a:moveTo>
                    <a:lnTo>
                      <a:pt x="1" y="3"/>
                    </a:lnTo>
                    <a:lnTo>
                      <a:pt x="0" y="8"/>
                    </a:lnTo>
                    <a:lnTo>
                      <a:pt x="19" y="9"/>
                    </a:lnTo>
                    <a:lnTo>
                      <a:pt x="20"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46" name="Freeform 1632"/>
              <p:cNvSpPr>
                <a:spLocks/>
              </p:cNvSpPr>
              <p:nvPr/>
            </p:nvSpPr>
            <p:spPr bwMode="gray">
              <a:xfrm>
                <a:off x="6778686" y="5381803"/>
                <a:ext cx="47817" cy="22486"/>
              </a:xfrm>
              <a:custGeom>
                <a:avLst/>
                <a:gdLst/>
                <a:ahLst/>
                <a:cxnLst>
                  <a:cxn ang="0">
                    <a:pos x="6" y="0"/>
                  </a:cxn>
                  <a:cxn ang="0">
                    <a:pos x="2" y="4"/>
                  </a:cxn>
                  <a:cxn ang="0">
                    <a:pos x="0" y="8"/>
                  </a:cxn>
                  <a:cxn ang="0">
                    <a:pos x="18" y="9"/>
                  </a:cxn>
                  <a:cxn ang="0">
                    <a:pos x="20" y="6"/>
                  </a:cxn>
                  <a:cxn ang="0">
                    <a:pos x="3" y="5"/>
                  </a:cxn>
                  <a:cxn ang="0">
                    <a:pos x="6" y="0"/>
                  </a:cxn>
                </a:cxnLst>
                <a:rect l="0" t="0" r="r" b="b"/>
                <a:pathLst>
                  <a:path w="20" h="9">
                    <a:moveTo>
                      <a:pt x="6" y="0"/>
                    </a:moveTo>
                    <a:lnTo>
                      <a:pt x="2" y="4"/>
                    </a:lnTo>
                    <a:lnTo>
                      <a:pt x="0" y="8"/>
                    </a:lnTo>
                    <a:lnTo>
                      <a:pt x="18" y="9"/>
                    </a:lnTo>
                    <a:lnTo>
                      <a:pt x="20"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47" name="Freeform 1633"/>
              <p:cNvSpPr>
                <a:spLocks/>
              </p:cNvSpPr>
              <p:nvPr/>
            </p:nvSpPr>
            <p:spPr bwMode="gray">
              <a:xfrm>
                <a:off x="6982963" y="5389533"/>
                <a:ext cx="42895" cy="19676"/>
              </a:xfrm>
              <a:custGeom>
                <a:avLst/>
                <a:gdLst/>
                <a:ahLst/>
                <a:cxnLst>
                  <a:cxn ang="0">
                    <a:pos x="5" y="0"/>
                  </a:cxn>
                  <a:cxn ang="0">
                    <a:pos x="1" y="5"/>
                  </a:cxn>
                  <a:cxn ang="0">
                    <a:pos x="0" y="9"/>
                  </a:cxn>
                  <a:cxn ang="0">
                    <a:pos x="17" y="10"/>
                  </a:cxn>
                  <a:cxn ang="0">
                    <a:pos x="18" y="7"/>
                  </a:cxn>
                  <a:cxn ang="0">
                    <a:pos x="2" y="6"/>
                  </a:cxn>
                  <a:cxn ang="0">
                    <a:pos x="5" y="0"/>
                  </a:cxn>
                </a:cxnLst>
                <a:rect l="0" t="0" r="r" b="b"/>
                <a:pathLst>
                  <a:path w="18" h="10">
                    <a:moveTo>
                      <a:pt x="5" y="0"/>
                    </a:moveTo>
                    <a:lnTo>
                      <a:pt x="1" y="5"/>
                    </a:lnTo>
                    <a:lnTo>
                      <a:pt x="0" y="9"/>
                    </a:lnTo>
                    <a:lnTo>
                      <a:pt x="17" y="10"/>
                    </a:lnTo>
                    <a:lnTo>
                      <a:pt x="18" y="7"/>
                    </a:lnTo>
                    <a:lnTo>
                      <a:pt x="2" y="6"/>
                    </a:lnTo>
                    <a:lnTo>
                      <a:pt x="5" y="0"/>
                    </a:lnTo>
                    <a:close/>
                  </a:path>
                </a:pathLst>
              </a:custGeom>
              <a:noFill/>
              <a:ln w="3175" cap="rnd" cmpd="sng">
                <a:solidFill>
                  <a:schemeClr val="bg2"/>
                </a:solidFill>
                <a:prstDash val="sysDot"/>
                <a:round/>
                <a:headEnd/>
                <a:tailEnd/>
              </a:ln>
            </p:spPr>
            <p:txBody>
              <a:bodyPr/>
              <a:lstStyle/>
              <a:p>
                <a:endParaRPr lang="en-US"/>
              </a:p>
            </p:txBody>
          </p:sp>
          <p:sp>
            <p:nvSpPr>
              <p:cNvPr id="148" name="Freeform 1634"/>
              <p:cNvSpPr>
                <a:spLocks/>
              </p:cNvSpPr>
              <p:nvPr/>
            </p:nvSpPr>
            <p:spPr bwMode="gray">
              <a:xfrm>
                <a:off x="6783609" y="5359316"/>
                <a:ext cx="50630" cy="22486"/>
              </a:xfrm>
              <a:custGeom>
                <a:avLst/>
                <a:gdLst/>
                <a:ahLst/>
                <a:cxnLst>
                  <a:cxn ang="0">
                    <a:pos x="6" y="0"/>
                  </a:cxn>
                  <a:cxn ang="0">
                    <a:pos x="2" y="4"/>
                  </a:cxn>
                  <a:cxn ang="0">
                    <a:pos x="0" y="9"/>
                  </a:cxn>
                  <a:cxn ang="0">
                    <a:pos x="19" y="10"/>
                  </a:cxn>
                  <a:cxn ang="0">
                    <a:pos x="21" y="6"/>
                  </a:cxn>
                  <a:cxn ang="0">
                    <a:pos x="3" y="5"/>
                  </a:cxn>
                  <a:cxn ang="0">
                    <a:pos x="6" y="0"/>
                  </a:cxn>
                </a:cxnLst>
                <a:rect l="0" t="0" r="r" b="b"/>
                <a:pathLst>
                  <a:path w="21" h="10">
                    <a:moveTo>
                      <a:pt x="6" y="0"/>
                    </a:moveTo>
                    <a:lnTo>
                      <a:pt x="2" y="4"/>
                    </a:lnTo>
                    <a:lnTo>
                      <a:pt x="0" y="9"/>
                    </a:lnTo>
                    <a:lnTo>
                      <a:pt x="19" y="10"/>
                    </a:lnTo>
                    <a:lnTo>
                      <a:pt x="21"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49" name="Freeform 1635"/>
              <p:cNvSpPr>
                <a:spLocks/>
              </p:cNvSpPr>
              <p:nvPr/>
            </p:nvSpPr>
            <p:spPr bwMode="gray">
              <a:xfrm>
                <a:off x="6208751" y="5439425"/>
                <a:ext cx="45356" cy="15108"/>
              </a:xfrm>
              <a:custGeom>
                <a:avLst/>
                <a:gdLst/>
                <a:ahLst/>
                <a:cxnLst>
                  <a:cxn ang="0">
                    <a:pos x="6" y="0"/>
                  </a:cxn>
                  <a:cxn ang="0">
                    <a:pos x="1" y="4"/>
                  </a:cxn>
                  <a:cxn ang="0">
                    <a:pos x="0" y="7"/>
                  </a:cxn>
                  <a:cxn ang="0">
                    <a:pos x="17" y="8"/>
                  </a:cxn>
                  <a:cxn ang="0">
                    <a:pos x="19" y="5"/>
                  </a:cxn>
                  <a:cxn ang="0">
                    <a:pos x="3" y="5"/>
                  </a:cxn>
                  <a:cxn ang="0">
                    <a:pos x="6" y="0"/>
                  </a:cxn>
                </a:cxnLst>
                <a:rect l="0" t="0" r="r" b="b"/>
                <a:pathLst>
                  <a:path w="19" h="8">
                    <a:moveTo>
                      <a:pt x="6" y="0"/>
                    </a:moveTo>
                    <a:lnTo>
                      <a:pt x="1" y="4"/>
                    </a:lnTo>
                    <a:lnTo>
                      <a:pt x="0" y="7"/>
                    </a:lnTo>
                    <a:lnTo>
                      <a:pt x="17" y="8"/>
                    </a:lnTo>
                    <a:lnTo>
                      <a:pt x="19"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0" name="Freeform 1636"/>
              <p:cNvSpPr>
                <a:spLocks/>
              </p:cNvSpPr>
              <p:nvPr/>
            </p:nvSpPr>
            <p:spPr bwMode="gray">
              <a:xfrm>
                <a:off x="6254107" y="5414479"/>
                <a:ext cx="45356" cy="22486"/>
              </a:xfrm>
              <a:custGeom>
                <a:avLst/>
                <a:gdLst/>
                <a:ahLst/>
                <a:cxnLst>
                  <a:cxn ang="0">
                    <a:pos x="6" y="0"/>
                  </a:cxn>
                  <a:cxn ang="0">
                    <a:pos x="1" y="4"/>
                  </a:cxn>
                  <a:cxn ang="0">
                    <a:pos x="0" y="8"/>
                  </a:cxn>
                  <a:cxn ang="0">
                    <a:pos x="17" y="9"/>
                  </a:cxn>
                  <a:cxn ang="0">
                    <a:pos x="19" y="6"/>
                  </a:cxn>
                  <a:cxn ang="0">
                    <a:pos x="2" y="5"/>
                  </a:cxn>
                  <a:cxn ang="0">
                    <a:pos x="6" y="0"/>
                  </a:cxn>
                </a:cxnLst>
                <a:rect l="0" t="0" r="r" b="b"/>
                <a:pathLst>
                  <a:path w="19" h="9">
                    <a:moveTo>
                      <a:pt x="6" y="0"/>
                    </a:moveTo>
                    <a:lnTo>
                      <a:pt x="1" y="4"/>
                    </a:lnTo>
                    <a:lnTo>
                      <a:pt x="0" y="8"/>
                    </a:lnTo>
                    <a:lnTo>
                      <a:pt x="17" y="9"/>
                    </a:lnTo>
                    <a:lnTo>
                      <a:pt x="19" y="6"/>
                    </a:lnTo>
                    <a:lnTo>
                      <a:pt x="2"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1" name="Freeform 1637"/>
              <p:cNvSpPr>
                <a:spLocks/>
              </p:cNvSpPr>
              <p:nvPr/>
            </p:nvSpPr>
            <p:spPr bwMode="gray">
              <a:xfrm>
                <a:off x="6301924" y="5389533"/>
                <a:ext cx="45356" cy="17216"/>
              </a:xfrm>
              <a:custGeom>
                <a:avLst/>
                <a:gdLst/>
                <a:ahLst/>
                <a:cxnLst>
                  <a:cxn ang="0">
                    <a:pos x="6" y="0"/>
                  </a:cxn>
                  <a:cxn ang="0">
                    <a:pos x="2" y="4"/>
                  </a:cxn>
                  <a:cxn ang="0">
                    <a:pos x="0" y="8"/>
                  </a:cxn>
                  <a:cxn ang="0">
                    <a:pos x="17" y="8"/>
                  </a:cxn>
                  <a:cxn ang="0">
                    <a:pos x="19" y="6"/>
                  </a:cxn>
                  <a:cxn ang="0">
                    <a:pos x="3" y="5"/>
                  </a:cxn>
                  <a:cxn ang="0">
                    <a:pos x="6" y="0"/>
                  </a:cxn>
                </a:cxnLst>
                <a:rect l="0" t="0" r="r" b="b"/>
                <a:pathLst>
                  <a:path w="19" h="8">
                    <a:moveTo>
                      <a:pt x="6" y="0"/>
                    </a:moveTo>
                    <a:lnTo>
                      <a:pt x="2" y="4"/>
                    </a:lnTo>
                    <a:lnTo>
                      <a:pt x="0" y="8"/>
                    </a:lnTo>
                    <a:lnTo>
                      <a:pt x="17" y="8"/>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2" name="Freeform 1638"/>
              <p:cNvSpPr>
                <a:spLocks/>
              </p:cNvSpPr>
              <p:nvPr/>
            </p:nvSpPr>
            <p:spPr bwMode="gray">
              <a:xfrm>
                <a:off x="6274148" y="5359316"/>
                <a:ext cx="48169" cy="22486"/>
              </a:xfrm>
              <a:custGeom>
                <a:avLst/>
                <a:gdLst/>
                <a:ahLst/>
                <a:cxnLst>
                  <a:cxn ang="0">
                    <a:pos x="6" y="0"/>
                  </a:cxn>
                  <a:cxn ang="0">
                    <a:pos x="2" y="4"/>
                  </a:cxn>
                  <a:cxn ang="0">
                    <a:pos x="0" y="8"/>
                  </a:cxn>
                  <a:cxn ang="0">
                    <a:pos x="18" y="9"/>
                  </a:cxn>
                  <a:cxn ang="0">
                    <a:pos x="20" y="6"/>
                  </a:cxn>
                  <a:cxn ang="0">
                    <a:pos x="3" y="5"/>
                  </a:cxn>
                  <a:cxn ang="0">
                    <a:pos x="6" y="0"/>
                  </a:cxn>
                </a:cxnLst>
                <a:rect l="0" t="0" r="r" b="b"/>
                <a:pathLst>
                  <a:path w="20" h="9">
                    <a:moveTo>
                      <a:pt x="6" y="0"/>
                    </a:moveTo>
                    <a:lnTo>
                      <a:pt x="2" y="4"/>
                    </a:lnTo>
                    <a:lnTo>
                      <a:pt x="0" y="8"/>
                    </a:lnTo>
                    <a:lnTo>
                      <a:pt x="18" y="9"/>
                    </a:lnTo>
                    <a:lnTo>
                      <a:pt x="20"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3" name="Freeform 1639"/>
              <p:cNvSpPr>
                <a:spLocks/>
              </p:cNvSpPr>
              <p:nvPr/>
            </p:nvSpPr>
            <p:spPr bwMode="gray">
              <a:xfrm>
                <a:off x="6208751" y="5439425"/>
                <a:ext cx="45356" cy="15108"/>
              </a:xfrm>
              <a:custGeom>
                <a:avLst/>
                <a:gdLst/>
                <a:ahLst/>
                <a:cxnLst>
                  <a:cxn ang="0">
                    <a:pos x="6" y="0"/>
                  </a:cxn>
                  <a:cxn ang="0">
                    <a:pos x="1" y="4"/>
                  </a:cxn>
                  <a:cxn ang="0">
                    <a:pos x="0" y="7"/>
                  </a:cxn>
                  <a:cxn ang="0">
                    <a:pos x="17" y="8"/>
                  </a:cxn>
                  <a:cxn ang="0">
                    <a:pos x="19" y="5"/>
                  </a:cxn>
                  <a:cxn ang="0">
                    <a:pos x="3" y="5"/>
                  </a:cxn>
                  <a:cxn ang="0">
                    <a:pos x="6" y="0"/>
                  </a:cxn>
                </a:cxnLst>
                <a:rect l="0" t="0" r="r" b="b"/>
                <a:pathLst>
                  <a:path w="19" h="8">
                    <a:moveTo>
                      <a:pt x="6" y="0"/>
                    </a:moveTo>
                    <a:lnTo>
                      <a:pt x="1" y="4"/>
                    </a:lnTo>
                    <a:lnTo>
                      <a:pt x="0" y="7"/>
                    </a:lnTo>
                    <a:lnTo>
                      <a:pt x="17" y="8"/>
                    </a:lnTo>
                    <a:lnTo>
                      <a:pt x="19"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4" name="Freeform 1640"/>
              <p:cNvSpPr>
                <a:spLocks/>
              </p:cNvSpPr>
              <p:nvPr/>
            </p:nvSpPr>
            <p:spPr bwMode="gray">
              <a:xfrm>
                <a:off x="6254107" y="5414479"/>
                <a:ext cx="45356" cy="22486"/>
              </a:xfrm>
              <a:custGeom>
                <a:avLst/>
                <a:gdLst/>
                <a:ahLst/>
                <a:cxnLst>
                  <a:cxn ang="0">
                    <a:pos x="6" y="0"/>
                  </a:cxn>
                  <a:cxn ang="0">
                    <a:pos x="1" y="4"/>
                  </a:cxn>
                  <a:cxn ang="0">
                    <a:pos x="0" y="8"/>
                  </a:cxn>
                  <a:cxn ang="0">
                    <a:pos x="17" y="9"/>
                  </a:cxn>
                  <a:cxn ang="0">
                    <a:pos x="19" y="6"/>
                  </a:cxn>
                  <a:cxn ang="0">
                    <a:pos x="2" y="5"/>
                  </a:cxn>
                  <a:cxn ang="0">
                    <a:pos x="6" y="0"/>
                  </a:cxn>
                </a:cxnLst>
                <a:rect l="0" t="0" r="r" b="b"/>
                <a:pathLst>
                  <a:path w="19" h="9">
                    <a:moveTo>
                      <a:pt x="6" y="0"/>
                    </a:moveTo>
                    <a:lnTo>
                      <a:pt x="1" y="4"/>
                    </a:lnTo>
                    <a:lnTo>
                      <a:pt x="0" y="8"/>
                    </a:lnTo>
                    <a:lnTo>
                      <a:pt x="17" y="9"/>
                    </a:lnTo>
                    <a:lnTo>
                      <a:pt x="19" y="6"/>
                    </a:lnTo>
                    <a:lnTo>
                      <a:pt x="2"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5" name="Freeform 1641"/>
              <p:cNvSpPr>
                <a:spLocks/>
              </p:cNvSpPr>
              <p:nvPr/>
            </p:nvSpPr>
            <p:spPr bwMode="gray">
              <a:xfrm>
                <a:off x="6301924" y="5389533"/>
                <a:ext cx="45356" cy="17216"/>
              </a:xfrm>
              <a:custGeom>
                <a:avLst/>
                <a:gdLst/>
                <a:ahLst/>
                <a:cxnLst>
                  <a:cxn ang="0">
                    <a:pos x="6" y="0"/>
                  </a:cxn>
                  <a:cxn ang="0">
                    <a:pos x="2" y="4"/>
                  </a:cxn>
                  <a:cxn ang="0">
                    <a:pos x="0" y="8"/>
                  </a:cxn>
                  <a:cxn ang="0">
                    <a:pos x="17" y="8"/>
                  </a:cxn>
                  <a:cxn ang="0">
                    <a:pos x="19" y="6"/>
                  </a:cxn>
                  <a:cxn ang="0">
                    <a:pos x="3" y="5"/>
                  </a:cxn>
                  <a:cxn ang="0">
                    <a:pos x="6" y="0"/>
                  </a:cxn>
                </a:cxnLst>
                <a:rect l="0" t="0" r="r" b="b"/>
                <a:pathLst>
                  <a:path w="19" h="8">
                    <a:moveTo>
                      <a:pt x="6" y="0"/>
                    </a:moveTo>
                    <a:lnTo>
                      <a:pt x="2" y="4"/>
                    </a:lnTo>
                    <a:lnTo>
                      <a:pt x="0" y="8"/>
                    </a:lnTo>
                    <a:lnTo>
                      <a:pt x="17" y="8"/>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6" name="Freeform 1642"/>
              <p:cNvSpPr>
                <a:spLocks/>
              </p:cNvSpPr>
              <p:nvPr/>
            </p:nvSpPr>
            <p:spPr bwMode="gray">
              <a:xfrm>
                <a:off x="6274148" y="5359316"/>
                <a:ext cx="48169" cy="22486"/>
              </a:xfrm>
              <a:custGeom>
                <a:avLst/>
                <a:gdLst/>
                <a:ahLst/>
                <a:cxnLst>
                  <a:cxn ang="0">
                    <a:pos x="6" y="0"/>
                  </a:cxn>
                  <a:cxn ang="0">
                    <a:pos x="2" y="4"/>
                  </a:cxn>
                  <a:cxn ang="0">
                    <a:pos x="0" y="8"/>
                  </a:cxn>
                  <a:cxn ang="0">
                    <a:pos x="18" y="9"/>
                  </a:cxn>
                  <a:cxn ang="0">
                    <a:pos x="20" y="6"/>
                  </a:cxn>
                  <a:cxn ang="0">
                    <a:pos x="3" y="5"/>
                  </a:cxn>
                  <a:cxn ang="0">
                    <a:pos x="6" y="0"/>
                  </a:cxn>
                </a:cxnLst>
                <a:rect l="0" t="0" r="r" b="b"/>
                <a:pathLst>
                  <a:path w="20" h="9">
                    <a:moveTo>
                      <a:pt x="6" y="0"/>
                    </a:moveTo>
                    <a:lnTo>
                      <a:pt x="2" y="4"/>
                    </a:lnTo>
                    <a:lnTo>
                      <a:pt x="0" y="8"/>
                    </a:lnTo>
                    <a:lnTo>
                      <a:pt x="18" y="9"/>
                    </a:lnTo>
                    <a:lnTo>
                      <a:pt x="20"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57" name="Freeform 1643"/>
              <p:cNvSpPr>
                <a:spLocks/>
              </p:cNvSpPr>
              <p:nvPr/>
            </p:nvSpPr>
            <p:spPr bwMode="gray">
              <a:xfrm>
                <a:off x="6150738" y="5436965"/>
                <a:ext cx="45356" cy="17568"/>
              </a:xfrm>
              <a:custGeom>
                <a:avLst/>
                <a:gdLst/>
                <a:ahLst/>
                <a:cxnLst>
                  <a:cxn ang="0">
                    <a:pos x="6" y="0"/>
                  </a:cxn>
                  <a:cxn ang="0">
                    <a:pos x="2" y="3"/>
                  </a:cxn>
                  <a:cxn ang="0">
                    <a:pos x="0" y="8"/>
                  </a:cxn>
                  <a:cxn ang="0">
                    <a:pos x="17" y="8"/>
                  </a:cxn>
                  <a:cxn ang="0">
                    <a:pos x="19" y="5"/>
                  </a:cxn>
                  <a:cxn ang="0">
                    <a:pos x="2" y="4"/>
                  </a:cxn>
                  <a:cxn ang="0">
                    <a:pos x="6" y="0"/>
                  </a:cxn>
                </a:cxnLst>
                <a:rect l="0" t="0" r="r" b="b"/>
                <a:pathLst>
                  <a:path w="19" h="8">
                    <a:moveTo>
                      <a:pt x="6" y="0"/>
                    </a:moveTo>
                    <a:lnTo>
                      <a:pt x="2" y="3"/>
                    </a:lnTo>
                    <a:lnTo>
                      <a:pt x="0" y="8"/>
                    </a:lnTo>
                    <a:lnTo>
                      <a:pt x="17" y="8"/>
                    </a:lnTo>
                    <a:lnTo>
                      <a:pt x="19"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58" name="Freeform 1644"/>
              <p:cNvSpPr>
                <a:spLocks/>
              </p:cNvSpPr>
              <p:nvPr/>
            </p:nvSpPr>
            <p:spPr bwMode="gray">
              <a:xfrm>
                <a:off x="6196093" y="5409208"/>
                <a:ext cx="42895" cy="22838"/>
              </a:xfrm>
              <a:custGeom>
                <a:avLst/>
                <a:gdLst/>
                <a:ahLst/>
                <a:cxnLst>
                  <a:cxn ang="0">
                    <a:pos x="6" y="0"/>
                  </a:cxn>
                  <a:cxn ang="0">
                    <a:pos x="1" y="3"/>
                  </a:cxn>
                  <a:cxn ang="0">
                    <a:pos x="0" y="8"/>
                  </a:cxn>
                  <a:cxn ang="0">
                    <a:pos x="17" y="9"/>
                  </a:cxn>
                  <a:cxn ang="0">
                    <a:pos x="19" y="5"/>
                  </a:cxn>
                  <a:cxn ang="0">
                    <a:pos x="3" y="4"/>
                  </a:cxn>
                  <a:cxn ang="0">
                    <a:pos x="6" y="0"/>
                  </a:cxn>
                </a:cxnLst>
                <a:rect l="0" t="0" r="r" b="b"/>
                <a:pathLst>
                  <a:path w="19" h="9">
                    <a:moveTo>
                      <a:pt x="6" y="0"/>
                    </a:moveTo>
                    <a:lnTo>
                      <a:pt x="1" y="3"/>
                    </a:lnTo>
                    <a:lnTo>
                      <a:pt x="0" y="8"/>
                    </a:lnTo>
                    <a:lnTo>
                      <a:pt x="17" y="9"/>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59" name="Freeform 1645"/>
              <p:cNvSpPr>
                <a:spLocks/>
              </p:cNvSpPr>
              <p:nvPr/>
            </p:nvSpPr>
            <p:spPr bwMode="gray">
              <a:xfrm>
                <a:off x="6243910" y="5384262"/>
                <a:ext cx="42895" cy="22486"/>
              </a:xfrm>
              <a:custGeom>
                <a:avLst/>
                <a:gdLst/>
                <a:ahLst/>
                <a:cxnLst>
                  <a:cxn ang="0">
                    <a:pos x="6" y="0"/>
                  </a:cxn>
                  <a:cxn ang="0">
                    <a:pos x="2" y="3"/>
                  </a:cxn>
                  <a:cxn ang="0">
                    <a:pos x="0" y="8"/>
                  </a:cxn>
                  <a:cxn ang="0">
                    <a:pos x="18" y="9"/>
                  </a:cxn>
                  <a:cxn ang="0">
                    <a:pos x="19" y="6"/>
                  </a:cxn>
                  <a:cxn ang="0">
                    <a:pos x="3" y="4"/>
                  </a:cxn>
                  <a:cxn ang="0">
                    <a:pos x="6" y="0"/>
                  </a:cxn>
                </a:cxnLst>
                <a:rect l="0" t="0" r="r" b="b"/>
                <a:pathLst>
                  <a:path w="19" h="9">
                    <a:moveTo>
                      <a:pt x="6" y="0"/>
                    </a:moveTo>
                    <a:lnTo>
                      <a:pt x="2" y="3"/>
                    </a:lnTo>
                    <a:lnTo>
                      <a:pt x="0" y="8"/>
                    </a:lnTo>
                    <a:lnTo>
                      <a:pt x="18" y="9"/>
                    </a:lnTo>
                    <a:lnTo>
                      <a:pt x="19"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60" name="Freeform 1646"/>
              <p:cNvSpPr>
                <a:spLocks/>
              </p:cNvSpPr>
              <p:nvPr/>
            </p:nvSpPr>
            <p:spPr bwMode="gray">
              <a:xfrm>
                <a:off x="6213673" y="5356857"/>
                <a:ext cx="45356" cy="20027"/>
              </a:xfrm>
              <a:custGeom>
                <a:avLst/>
                <a:gdLst/>
                <a:ahLst/>
                <a:cxnLst>
                  <a:cxn ang="0">
                    <a:pos x="6" y="0"/>
                  </a:cxn>
                  <a:cxn ang="0">
                    <a:pos x="1" y="3"/>
                  </a:cxn>
                  <a:cxn ang="0">
                    <a:pos x="0" y="7"/>
                  </a:cxn>
                  <a:cxn ang="0">
                    <a:pos x="18" y="8"/>
                  </a:cxn>
                  <a:cxn ang="0">
                    <a:pos x="19" y="5"/>
                  </a:cxn>
                  <a:cxn ang="0">
                    <a:pos x="2" y="4"/>
                  </a:cxn>
                  <a:cxn ang="0">
                    <a:pos x="6" y="0"/>
                  </a:cxn>
                </a:cxnLst>
                <a:rect l="0" t="0" r="r" b="b"/>
                <a:pathLst>
                  <a:path w="19" h="8">
                    <a:moveTo>
                      <a:pt x="6" y="0"/>
                    </a:moveTo>
                    <a:lnTo>
                      <a:pt x="1" y="3"/>
                    </a:lnTo>
                    <a:lnTo>
                      <a:pt x="0" y="7"/>
                    </a:lnTo>
                    <a:lnTo>
                      <a:pt x="18" y="8"/>
                    </a:lnTo>
                    <a:lnTo>
                      <a:pt x="19"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61" name="Freeform 1647"/>
              <p:cNvSpPr>
                <a:spLocks/>
              </p:cNvSpPr>
              <p:nvPr/>
            </p:nvSpPr>
            <p:spPr bwMode="gray">
              <a:xfrm>
                <a:off x="6453461" y="5344208"/>
                <a:ext cx="45356" cy="22486"/>
              </a:xfrm>
              <a:custGeom>
                <a:avLst/>
                <a:gdLst/>
                <a:ahLst/>
                <a:cxnLst>
                  <a:cxn ang="0">
                    <a:pos x="5" y="0"/>
                  </a:cxn>
                  <a:cxn ang="0">
                    <a:pos x="1" y="4"/>
                  </a:cxn>
                  <a:cxn ang="0">
                    <a:pos x="0" y="9"/>
                  </a:cxn>
                  <a:cxn ang="0">
                    <a:pos x="18" y="9"/>
                  </a:cxn>
                  <a:cxn ang="0">
                    <a:pos x="19" y="6"/>
                  </a:cxn>
                  <a:cxn ang="0">
                    <a:pos x="2" y="5"/>
                  </a:cxn>
                  <a:cxn ang="0">
                    <a:pos x="5" y="0"/>
                  </a:cxn>
                </a:cxnLst>
                <a:rect l="0" t="0" r="r" b="b"/>
                <a:pathLst>
                  <a:path w="19" h="9">
                    <a:moveTo>
                      <a:pt x="5" y="0"/>
                    </a:moveTo>
                    <a:lnTo>
                      <a:pt x="1" y="4"/>
                    </a:lnTo>
                    <a:lnTo>
                      <a:pt x="0" y="9"/>
                    </a:lnTo>
                    <a:lnTo>
                      <a:pt x="18"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62" name="Freeform 1648"/>
              <p:cNvSpPr>
                <a:spLocks/>
              </p:cNvSpPr>
              <p:nvPr/>
            </p:nvSpPr>
            <p:spPr bwMode="gray">
              <a:xfrm>
                <a:off x="6708016" y="5351938"/>
                <a:ext cx="42895" cy="22486"/>
              </a:xfrm>
              <a:custGeom>
                <a:avLst/>
                <a:gdLst/>
                <a:ahLst/>
                <a:cxnLst>
                  <a:cxn ang="0">
                    <a:pos x="6" y="0"/>
                  </a:cxn>
                  <a:cxn ang="0">
                    <a:pos x="2" y="4"/>
                  </a:cxn>
                  <a:cxn ang="0">
                    <a:pos x="0" y="8"/>
                  </a:cxn>
                  <a:cxn ang="0">
                    <a:pos x="18" y="9"/>
                  </a:cxn>
                  <a:cxn ang="0">
                    <a:pos x="18" y="6"/>
                  </a:cxn>
                  <a:cxn ang="0">
                    <a:pos x="3" y="5"/>
                  </a:cxn>
                  <a:cxn ang="0">
                    <a:pos x="6" y="0"/>
                  </a:cxn>
                </a:cxnLst>
                <a:rect l="0" t="0" r="r" b="b"/>
                <a:pathLst>
                  <a:path w="18" h="9">
                    <a:moveTo>
                      <a:pt x="6" y="0"/>
                    </a:moveTo>
                    <a:lnTo>
                      <a:pt x="2" y="4"/>
                    </a:lnTo>
                    <a:lnTo>
                      <a:pt x="0" y="8"/>
                    </a:lnTo>
                    <a:lnTo>
                      <a:pt x="18" y="9"/>
                    </a:lnTo>
                    <a:lnTo>
                      <a:pt x="18"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63" name="Freeform 1649"/>
              <p:cNvSpPr>
                <a:spLocks/>
              </p:cNvSpPr>
              <p:nvPr/>
            </p:nvSpPr>
            <p:spPr bwMode="gray">
              <a:xfrm>
                <a:off x="6191171" y="5329452"/>
                <a:ext cx="45356" cy="20027"/>
              </a:xfrm>
              <a:custGeom>
                <a:avLst/>
                <a:gdLst/>
                <a:ahLst/>
                <a:cxnLst>
                  <a:cxn ang="0">
                    <a:pos x="6" y="0"/>
                  </a:cxn>
                  <a:cxn ang="0">
                    <a:pos x="2" y="4"/>
                  </a:cxn>
                  <a:cxn ang="0">
                    <a:pos x="0" y="8"/>
                  </a:cxn>
                  <a:cxn ang="0">
                    <a:pos x="17" y="9"/>
                  </a:cxn>
                  <a:cxn ang="0">
                    <a:pos x="19" y="6"/>
                  </a:cxn>
                  <a:cxn ang="0">
                    <a:pos x="3" y="4"/>
                  </a:cxn>
                  <a:cxn ang="0">
                    <a:pos x="6" y="0"/>
                  </a:cxn>
                </a:cxnLst>
                <a:rect l="0" t="0" r="r" b="b"/>
                <a:pathLst>
                  <a:path w="19" h="9">
                    <a:moveTo>
                      <a:pt x="6" y="0"/>
                    </a:moveTo>
                    <a:lnTo>
                      <a:pt x="2" y="4"/>
                    </a:lnTo>
                    <a:lnTo>
                      <a:pt x="0" y="8"/>
                    </a:lnTo>
                    <a:lnTo>
                      <a:pt x="17" y="9"/>
                    </a:lnTo>
                    <a:lnTo>
                      <a:pt x="19"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64" name="Freeform 1650"/>
              <p:cNvSpPr>
                <a:spLocks/>
              </p:cNvSpPr>
              <p:nvPr/>
            </p:nvSpPr>
            <p:spPr bwMode="gray">
              <a:xfrm>
                <a:off x="6084989" y="5429235"/>
                <a:ext cx="45356" cy="20027"/>
              </a:xfrm>
              <a:custGeom>
                <a:avLst/>
                <a:gdLst/>
                <a:ahLst/>
                <a:cxnLst>
                  <a:cxn ang="0">
                    <a:pos x="6" y="0"/>
                  </a:cxn>
                  <a:cxn ang="0">
                    <a:pos x="2" y="3"/>
                  </a:cxn>
                  <a:cxn ang="0">
                    <a:pos x="0" y="8"/>
                  </a:cxn>
                  <a:cxn ang="0">
                    <a:pos x="17" y="8"/>
                  </a:cxn>
                  <a:cxn ang="0">
                    <a:pos x="19" y="5"/>
                  </a:cxn>
                  <a:cxn ang="0">
                    <a:pos x="3" y="4"/>
                  </a:cxn>
                  <a:cxn ang="0">
                    <a:pos x="6" y="0"/>
                  </a:cxn>
                </a:cxnLst>
                <a:rect l="0" t="0" r="r" b="b"/>
                <a:pathLst>
                  <a:path w="19" h="8">
                    <a:moveTo>
                      <a:pt x="6" y="0"/>
                    </a:moveTo>
                    <a:lnTo>
                      <a:pt x="2" y="3"/>
                    </a:lnTo>
                    <a:lnTo>
                      <a:pt x="0" y="8"/>
                    </a:lnTo>
                    <a:lnTo>
                      <a:pt x="17"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65" name="Freeform 1651"/>
              <p:cNvSpPr>
                <a:spLocks/>
              </p:cNvSpPr>
              <p:nvPr/>
            </p:nvSpPr>
            <p:spPr bwMode="gray">
              <a:xfrm>
                <a:off x="6130345" y="5406749"/>
                <a:ext cx="45707" cy="20027"/>
              </a:xfrm>
              <a:custGeom>
                <a:avLst/>
                <a:gdLst/>
                <a:ahLst/>
                <a:cxnLst>
                  <a:cxn ang="0">
                    <a:pos x="6" y="0"/>
                  </a:cxn>
                  <a:cxn ang="0">
                    <a:pos x="1" y="3"/>
                  </a:cxn>
                  <a:cxn ang="0">
                    <a:pos x="0" y="8"/>
                  </a:cxn>
                  <a:cxn ang="0">
                    <a:pos x="18" y="9"/>
                  </a:cxn>
                  <a:cxn ang="0">
                    <a:pos x="19" y="6"/>
                  </a:cxn>
                  <a:cxn ang="0">
                    <a:pos x="2" y="4"/>
                  </a:cxn>
                  <a:cxn ang="0">
                    <a:pos x="6" y="0"/>
                  </a:cxn>
                </a:cxnLst>
                <a:rect l="0" t="0" r="r" b="b"/>
                <a:pathLst>
                  <a:path w="19" h="9">
                    <a:moveTo>
                      <a:pt x="6" y="0"/>
                    </a:moveTo>
                    <a:lnTo>
                      <a:pt x="1" y="3"/>
                    </a:lnTo>
                    <a:lnTo>
                      <a:pt x="0" y="8"/>
                    </a:lnTo>
                    <a:lnTo>
                      <a:pt x="18" y="9"/>
                    </a:lnTo>
                    <a:lnTo>
                      <a:pt x="19" y="6"/>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66" name="Freeform 1652"/>
              <p:cNvSpPr>
                <a:spLocks/>
              </p:cNvSpPr>
              <p:nvPr/>
            </p:nvSpPr>
            <p:spPr bwMode="gray">
              <a:xfrm>
                <a:off x="6178514" y="5381803"/>
                <a:ext cx="45356" cy="22486"/>
              </a:xfrm>
              <a:custGeom>
                <a:avLst/>
                <a:gdLst/>
                <a:ahLst/>
                <a:cxnLst>
                  <a:cxn ang="0">
                    <a:pos x="6" y="0"/>
                  </a:cxn>
                  <a:cxn ang="0">
                    <a:pos x="1" y="3"/>
                  </a:cxn>
                  <a:cxn ang="0">
                    <a:pos x="0" y="8"/>
                  </a:cxn>
                  <a:cxn ang="0">
                    <a:pos x="18" y="9"/>
                  </a:cxn>
                  <a:cxn ang="0">
                    <a:pos x="19" y="6"/>
                  </a:cxn>
                  <a:cxn ang="0">
                    <a:pos x="2" y="4"/>
                  </a:cxn>
                  <a:cxn ang="0">
                    <a:pos x="6" y="0"/>
                  </a:cxn>
                </a:cxnLst>
                <a:rect l="0" t="0" r="r" b="b"/>
                <a:pathLst>
                  <a:path w="19" h="9">
                    <a:moveTo>
                      <a:pt x="6" y="0"/>
                    </a:moveTo>
                    <a:lnTo>
                      <a:pt x="1" y="3"/>
                    </a:lnTo>
                    <a:lnTo>
                      <a:pt x="0" y="8"/>
                    </a:lnTo>
                    <a:lnTo>
                      <a:pt x="18" y="9"/>
                    </a:lnTo>
                    <a:lnTo>
                      <a:pt x="19" y="6"/>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67" name="Freeform 1653"/>
              <p:cNvSpPr>
                <a:spLocks/>
              </p:cNvSpPr>
              <p:nvPr/>
            </p:nvSpPr>
            <p:spPr bwMode="gray">
              <a:xfrm>
                <a:off x="6153199" y="5351938"/>
                <a:ext cx="42895" cy="20027"/>
              </a:xfrm>
              <a:custGeom>
                <a:avLst/>
                <a:gdLst/>
                <a:ahLst/>
                <a:cxnLst>
                  <a:cxn ang="0">
                    <a:pos x="6" y="0"/>
                  </a:cxn>
                  <a:cxn ang="0">
                    <a:pos x="1" y="3"/>
                  </a:cxn>
                  <a:cxn ang="0">
                    <a:pos x="0" y="8"/>
                  </a:cxn>
                  <a:cxn ang="0">
                    <a:pos x="16" y="8"/>
                  </a:cxn>
                  <a:cxn ang="0">
                    <a:pos x="18" y="5"/>
                  </a:cxn>
                  <a:cxn ang="0">
                    <a:pos x="2" y="4"/>
                  </a:cxn>
                  <a:cxn ang="0">
                    <a:pos x="6" y="0"/>
                  </a:cxn>
                </a:cxnLst>
                <a:rect l="0" t="0" r="r" b="b"/>
                <a:pathLst>
                  <a:path w="18" h="8">
                    <a:moveTo>
                      <a:pt x="6" y="0"/>
                    </a:moveTo>
                    <a:lnTo>
                      <a:pt x="1" y="3"/>
                    </a:lnTo>
                    <a:lnTo>
                      <a:pt x="0" y="8"/>
                    </a:lnTo>
                    <a:lnTo>
                      <a:pt x="16" y="8"/>
                    </a:lnTo>
                    <a:lnTo>
                      <a:pt x="18"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68" name="Freeform 1654"/>
              <p:cNvSpPr>
                <a:spLocks/>
              </p:cNvSpPr>
              <p:nvPr/>
            </p:nvSpPr>
            <p:spPr bwMode="gray">
              <a:xfrm>
                <a:off x="6390174" y="5339289"/>
                <a:ext cx="42895" cy="20027"/>
              </a:xfrm>
              <a:custGeom>
                <a:avLst/>
                <a:gdLst/>
                <a:ahLst/>
                <a:cxnLst>
                  <a:cxn ang="0">
                    <a:pos x="4" y="0"/>
                  </a:cxn>
                  <a:cxn ang="0">
                    <a:pos x="1" y="4"/>
                  </a:cxn>
                  <a:cxn ang="0">
                    <a:pos x="0" y="9"/>
                  </a:cxn>
                  <a:cxn ang="0">
                    <a:pos x="17" y="9"/>
                  </a:cxn>
                  <a:cxn ang="0">
                    <a:pos x="18" y="6"/>
                  </a:cxn>
                  <a:cxn ang="0">
                    <a:pos x="2" y="5"/>
                  </a:cxn>
                  <a:cxn ang="0">
                    <a:pos x="4" y="0"/>
                  </a:cxn>
                </a:cxnLst>
                <a:rect l="0" t="0" r="r" b="b"/>
                <a:pathLst>
                  <a:path w="18" h="9">
                    <a:moveTo>
                      <a:pt x="4" y="0"/>
                    </a:moveTo>
                    <a:lnTo>
                      <a:pt x="1" y="4"/>
                    </a:lnTo>
                    <a:lnTo>
                      <a:pt x="0" y="9"/>
                    </a:lnTo>
                    <a:lnTo>
                      <a:pt x="17"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169" name="Freeform 1655"/>
              <p:cNvSpPr>
                <a:spLocks/>
              </p:cNvSpPr>
              <p:nvPr/>
            </p:nvSpPr>
            <p:spPr bwMode="gray">
              <a:xfrm>
                <a:off x="6645080" y="5349479"/>
                <a:ext cx="45356" cy="20027"/>
              </a:xfrm>
              <a:custGeom>
                <a:avLst/>
                <a:gdLst/>
                <a:ahLst/>
                <a:cxnLst>
                  <a:cxn ang="0">
                    <a:pos x="5" y="0"/>
                  </a:cxn>
                  <a:cxn ang="0">
                    <a:pos x="2" y="4"/>
                  </a:cxn>
                  <a:cxn ang="0">
                    <a:pos x="0" y="7"/>
                  </a:cxn>
                  <a:cxn ang="0">
                    <a:pos x="19" y="8"/>
                  </a:cxn>
                  <a:cxn ang="0">
                    <a:pos x="20" y="5"/>
                  </a:cxn>
                  <a:cxn ang="0">
                    <a:pos x="3" y="4"/>
                  </a:cxn>
                  <a:cxn ang="0">
                    <a:pos x="5" y="0"/>
                  </a:cxn>
                </a:cxnLst>
                <a:rect l="0" t="0" r="r" b="b"/>
                <a:pathLst>
                  <a:path w="20" h="8">
                    <a:moveTo>
                      <a:pt x="5" y="0"/>
                    </a:moveTo>
                    <a:lnTo>
                      <a:pt x="2" y="4"/>
                    </a:lnTo>
                    <a:lnTo>
                      <a:pt x="0" y="7"/>
                    </a:lnTo>
                    <a:lnTo>
                      <a:pt x="19" y="8"/>
                    </a:lnTo>
                    <a:lnTo>
                      <a:pt x="20" y="5"/>
                    </a:lnTo>
                    <a:lnTo>
                      <a:pt x="3" y="4"/>
                    </a:lnTo>
                    <a:lnTo>
                      <a:pt x="5" y="0"/>
                    </a:lnTo>
                    <a:close/>
                  </a:path>
                </a:pathLst>
              </a:custGeom>
              <a:noFill/>
              <a:ln w="3175" cap="rnd" cmpd="sng">
                <a:solidFill>
                  <a:schemeClr val="bg2"/>
                </a:solidFill>
                <a:prstDash val="sysDot"/>
                <a:round/>
                <a:headEnd/>
                <a:tailEnd/>
              </a:ln>
            </p:spPr>
            <p:txBody>
              <a:bodyPr/>
              <a:lstStyle/>
              <a:p>
                <a:endParaRPr lang="en-US"/>
              </a:p>
            </p:txBody>
          </p:sp>
          <p:sp>
            <p:nvSpPr>
              <p:cNvPr id="170" name="Freeform 1656"/>
              <p:cNvSpPr>
                <a:spLocks/>
              </p:cNvSpPr>
              <p:nvPr/>
            </p:nvSpPr>
            <p:spPr bwMode="gray">
              <a:xfrm>
                <a:off x="6130345" y="5324181"/>
                <a:ext cx="45707" cy="22486"/>
              </a:xfrm>
              <a:custGeom>
                <a:avLst/>
                <a:gdLst/>
                <a:ahLst/>
                <a:cxnLst>
                  <a:cxn ang="0">
                    <a:pos x="6" y="0"/>
                  </a:cxn>
                  <a:cxn ang="0">
                    <a:pos x="2" y="4"/>
                  </a:cxn>
                  <a:cxn ang="0">
                    <a:pos x="0" y="8"/>
                  </a:cxn>
                  <a:cxn ang="0">
                    <a:pos x="18" y="9"/>
                  </a:cxn>
                  <a:cxn ang="0">
                    <a:pos x="19" y="6"/>
                  </a:cxn>
                  <a:cxn ang="0">
                    <a:pos x="3" y="5"/>
                  </a:cxn>
                  <a:cxn ang="0">
                    <a:pos x="6" y="0"/>
                  </a:cxn>
                </a:cxnLst>
                <a:rect l="0" t="0" r="r" b="b"/>
                <a:pathLst>
                  <a:path w="19" h="9">
                    <a:moveTo>
                      <a:pt x="6" y="0"/>
                    </a:moveTo>
                    <a:lnTo>
                      <a:pt x="2" y="4"/>
                    </a:lnTo>
                    <a:lnTo>
                      <a:pt x="0" y="8"/>
                    </a:lnTo>
                    <a:lnTo>
                      <a:pt x="18"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71" name="Freeform 1657"/>
              <p:cNvSpPr>
                <a:spLocks/>
              </p:cNvSpPr>
              <p:nvPr/>
            </p:nvSpPr>
            <p:spPr bwMode="gray">
              <a:xfrm>
                <a:off x="6026976" y="5426776"/>
                <a:ext cx="45707" cy="20027"/>
              </a:xfrm>
              <a:custGeom>
                <a:avLst/>
                <a:gdLst/>
                <a:ahLst/>
                <a:cxnLst>
                  <a:cxn ang="0">
                    <a:pos x="6" y="0"/>
                  </a:cxn>
                  <a:cxn ang="0">
                    <a:pos x="2" y="4"/>
                  </a:cxn>
                  <a:cxn ang="0">
                    <a:pos x="0" y="8"/>
                  </a:cxn>
                  <a:cxn ang="0">
                    <a:pos x="17" y="9"/>
                  </a:cxn>
                  <a:cxn ang="0">
                    <a:pos x="19" y="6"/>
                  </a:cxn>
                  <a:cxn ang="0">
                    <a:pos x="2" y="5"/>
                  </a:cxn>
                  <a:cxn ang="0">
                    <a:pos x="6" y="0"/>
                  </a:cxn>
                </a:cxnLst>
                <a:rect l="0" t="0" r="r" b="b"/>
                <a:pathLst>
                  <a:path w="19" h="9">
                    <a:moveTo>
                      <a:pt x="6" y="0"/>
                    </a:moveTo>
                    <a:lnTo>
                      <a:pt x="2" y="4"/>
                    </a:lnTo>
                    <a:lnTo>
                      <a:pt x="0" y="8"/>
                    </a:lnTo>
                    <a:lnTo>
                      <a:pt x="17" y="9"/>
                    </a:lnTo>
                    <a:lnTo>
                      <a:pt x="19" y="6"/>
                    </a:lnTo>
                    <a:lnTo>
                      <a:pt x="2" y="5"/>
                    </a:lnTo>
                    <a:lnTo>
                      <a:pt x="6" y="0"/>
                    </a:lnTo>
                    <a:close/>
                  </a:path>
                </a:pathLst>
              </a:custGeom>
              <a:noFill/>
              <a:ln w="3175" cap="rnd" cmpd="sng">
                <a:solidFill>
                  <a:schemeClr val="bg2"/>
                </a:solidFill>
                <a:prstDash val="sysDot"/>
                <a:round/>
                <a:headEnd/>
                <a:tailEnd/>
              </a:ln>
            </p:spPr>
            <p:txBody>
              <a:bodyPr/>
              <a:lstStyle/>
              <a:p>
                <a:endParaRPr lang="en-US"/>
              </a:p>
            </p:txBody>
          </p:sp>
          <p:sp>
            <p:nvSpPr>
              <p:cNvPr id="172" name="Freeform 1658"/>
              <p:cNvSpPr>
                <a:spLocks/>
              </p:cNvSpPr>
              <p:nvPr/>
            </p:nvSpPr>
            <p:spPr bwMode="gray">
              <a:xfrm>
                <a:off x="6069871" y="5404289"/>
                <a:ext cx="45356" cy="20027"/>
              </a:xfrm>
              <a:custGeom>
                <a:avLst/>
                <a:gdLst/>
                <a:ahLst/>
                <a:cxnLst>
                  <a:cxn ang="0">
                    <a:pos x="6" y="0"/>
                  </a:cxn>
                  <a:cxn ang="0">
                    <a:pos x="1" y="4"/>
                  </a:cxn>
                  <a:cxn ang="0">
                    <a:pos x="0" y="7"/>
                  </a:cxn>
                  <a:cxn ang="0">
                    <a:pos x="18" y="8"/>
                  </a:cxn>
                  <a:cxn ang="0">
                    <a:pos x="20" y="5"/>
                  </a:cxn>
                  <a:cxn ang="0">
                    <a:pos x="3" y="5"/>
                  </a:cxn>
                  <a:cxn ang="0">
                    <a:pos x="6" y="0"/>
                  </a:cxn>
                </a:cxnLst>
                <a:rect l="0" t="0" r="r" b="b"/>
                <a:pathLst>
                  <a:path w="20" h="8">
                    <a:moveTo>
                      <a:pt x="6" y="0"/>
                    </a:moveTo>
                    <a:lnTo>
                      <a:pt x="1" y="4"/>
                    </a:lnTo>
                    <a:lnTo>
                      <a:pt x="0" y="7"/>
                    </a:lnTo>
                    <a:lnTo>
                      <a:pt x="18" y="8"/>
                    </a:lnTo>
                    <a:lnTo>
                      <a:pt x="20"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73" name="Freeform 1659"/>
              <p:cNvSpPr>
                <a:spLocks/>
              </p:cNvSpPr>
              <p:nvPr/>
            </p:nvSpPr>
            <p:spPr bwMode="gray">
              <a:xfrm>
                <a:off x="6120501" y="5379343"/>
                <a:ext cx="40433" cy="20027"/>
              </a:xfrm>
              <a:custGeom>
                <a:avLst/>
                <a:gdLst/>
                <a:ahLst/>
                <a:cxnLst>
                  <a:cxn ang="0">
                    <a:pos x="6" y="0"/>
                  </a:cxn>
                  <a:cxn ang="0">
                    <a:pos x="2" y="4"/>
                  </a:cxn>
                  <a:cxn ang="0">
                    <a:pos x="0" y="8"/>
                  </a:cxn>
                  <a:cxn ang="0">
                    <a:pos x="17" y="9"/>
                  </a:cxn>
                  <a:cxn ang="0">
                    <a:pos x="18" y="6"/>
                  </a:cxn>
                  <a:cxn ang="0">
                    <a:pos x="3" y="5"/>
                  </a:cxn>
                  <a:cxn ang="0">
                    <a:pos x="6" y="0"/>
                  </a:cxn>
                </a:cxnLst>
                <a:rect l="0" t="0" r="r" b="b"/>
                <a:pathLst>
                  <a:path w="18" h="9">
                    <a:moveTo>
                      <a:pt x="6" y="0"/>
                    </a:moveTo>
                    <a:lnTo>
                      <a:pt x="2" y="4"/>
                    </a:lnTo>
                    <a:lnTo>
                      <a:pt x="0" y="8"/>
                    </a:lnTo>
                    <a:lnTo>
                      <a:pt x="17" y="9"/>
                    </a:lnTo>
                    <a:lnTo>
                      <a:pt x="18"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74" name="Freeform 1660"/>
              <p:cNvSpPr>
                <a:spLocks/>
              </p:cNvSpPr>
              <p:nvPr/>
            </p:nvSpPr>
            <p:spPr bwMode="gray">
              <a:xfrm>
                <a:off x="6090263" y="5349479"/>
                <a:ext cx="45356" cy="20027"/>
              </a:xfrm>
              <a:custGeom>
                <a:avLst/>
                <a:gdLst/>
                <a:ahLst/>
                <a:cxnLst>
                  <a:cxn ang="0">
                    <a:pos x="6" y="0"/>
                  </a:cxn>
                  <a:cxn ang="0">
                    <a:pos x="1" y="4"/>
                  </a:cxn>
                  <a:cxn ang="0">
                    <a:pos x="0" y="7"/>
                  </a:cxn>
                  <a:cxn ang="0">
                    <a:pos x="18" y="8"/>
                  </a:cxn>
                  <a:cxn ang="0">
                    <a:pos x="19" y="5"/>
                  </a:cxn>
                  <a:cxn ang="0">
                    <a:pos x="3" y="4"/>
                  </a:cxn>
                  <a:cxn ang="0">
                    <a:pos x="6" y="0"/>
                  </a:cxn>
                </a:cxnLst>
                <a:rect l="0" t="0" r="r" b="b"/>
                <a:pathLst>
                  <a:path w="19" h="8">
                    <a:moveTo>
                      <a:pt x="6" y="0"/>
                    </a:moveTo>
                    <a:lnTo>
                      <a:pt x="1" y="4"/>
                    </a:lnTo>
                    <a:lnTo>
                      <a:pt x="0" y="7"/>
                    </a:lnTo>
                    <a:lnTo>
                      <a:pt x="18"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75" name="Freeform 1661"/>
              <p:cNvSpPr>
                <a:spLocks/>
              </p:cNvSpPr>
              <p:nvPr/>
            </p:nvSpPr>
            <p:spPr bwMode="gray">
              <a:xfrm>
                <a:off x="6329700" y="5334371"/>
                <a:ext cx="45356" cy="22486"/>
              </a:xfrm>
              <a:custGeom>
                <a:avLst/>
                <a:gdLst/>
                <a:ahLst/>
                <a:cxnLst>
                  <a:cxn ang="0">
                    <a:pos x="5" y="0"/>
                  </a:cxn>
                  <a:cxn ang="0">
                    <a:pos x="1" y="3"/>
                  </a:cxn>
                  <a:cxn ang="0">
                    <a:pos x="0" y="8"/>
                  </a:cxn>
                  <a:cxn ang="0">
                    <a:pos x="18" y="9"/>
                  </a:cxn>
                  <a:cxn ang="0">
                    <a:pos x="19" y="6"/>
                  </a:cxn>
                  <a:cxn ang="0">
                    <a:pos x="2" y="5"/>
                  </a:cxn>
                  <a:cxn ang="0">
                    <a:pos x="5" y="0"/>
                  </a:cxn>
                </a:cxnLst>
                <a:rect l="0" t="0" r="r" b="b"/>
                <a:pathLst>
                  <a:path w="19" h="9">
                    <a:moveTo>
                      <a:pt x="5" y="0"/>
                    </a:moveTo>
                    <a:lnTo>
                      <a:pt x="1" y="3"/>
                    </a:lnTo>
                    <a:lnTo>
                      <a:pt x="0" y="8"/>
                    </a:lnTo>
                    <a:lnTo>
                      <a:pt x="18"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176" name="Freeform 1662"/>
              <p:cNvSpPr>
                <a:spLocks/>
              </p:cNvSpPr>
              <p:nvPr/>
            </p:nvSpPr>
            <p:spPr bwMode="gray">
              <a:xfrm>
                <a:off x="6584606" y="5349479"/>
                <a:ext cx="45356" cy="17216"/>
              </a:xfrm>
              <a:custGeom>
                <a:avLst/>
                <a:gdLst/>
                <a:ahLst/>
                <a:cxnLst>
                  <a:cxn ang="0">
                    <a:pos x="5" y="0"/>
                  </a:cxn>
                  <a:cxn ang="0">
                    <a:pos x="1" y="3"/>
                  </a:cxn>
                  <a:cxn ang="0">
                    <a:pos x="0" y="8"/>
                  </a:cxn>
                  <a:cxn ang="0">
                    <a:pos x="18" y="8"/>
                  </a:cxn>
                  <a:cxn ang="0">
                    <a:pos x="19" y="5"/>
                  </a:cxn>
                  <a:cxn ang="0">
                    <a:pos x="2" y="4"/>
                  </a:cxn>
                  <a:cxn ang="0">
                    <a:pos x="5" y="0"/>
                  </a:cxn>
                </a:cxnLst>
                <a:rect l="0" t="0" r="r" b="b"/>
                <a:pathLst>
                  <a:path w="19" h="8">
                    <a:moveTo>
                      <a:pt x="5" y="0"/>
                    </a:moveTo>
                    <a:lnTo>
                      <a:pt x="1" y="3"/>
                    </a:lnTo>
                    <a:lnTo>
                      <a:pt x="0" y="8"/>
                    </a:lnTo>
                    <a:lnTo>
                      <a:pt x="18" y="8"/>
                    </a:lnTo>
                    <a:lnTo>
                      <a:pt x="19"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177" name="Freeform 1663"/>
              <p:cNvSpPr>
                <a:spLocks/>
              </p:cNvSpPr>
              <p:nvPr/>
            </p:nvSpPr>
            <p:spPr bwMode="gray">
              <a:xfrm>
                <a:off x="6069871" y="5321722"/>
                <a:ext cx="42895" cy="20027"/>
              </a:xfrm>
              <a:custGeom>
                <a:avLst/>
                <a:gdLst/>
                <a:ahLst/>
                <a:cxnLst>
                  <a:cxn ang="0">
                    <a:pos x="7" y="0"/>
                  </a:cxn>
                  <a:cxn ang="0">
                    <a:pos x="2" y="3"/>
                  </a:cxn>
                  <a:cxn ang="0">
                    <a:pos x="0" y="7"/>
                  </a:cxn>
                  <a:cxn ang="0">
                    <a:pos x="18" y="8"/>
                  </a:cxn>
                  <a:cxn ang="0">
                    <a:pos x="20" y="5"/>
                  </a:cxn>
                  <a:cxn ang="0">
                    <a:pos x="3" y="4"/>
                  </a:cxn>
                  <a:cxn ang="0">
                    <a:pos x="7" y="0"/>
                  </a:cxn>
                </a:cxnLst>
                <a:rect l="0" t="0" r="r" b="b"/>
                <a:pathLst>
                  <a:path w="20" h="8">
                    <a:moveTo>
                      <a:pt x="7" y="0"/>
                    </a:moveTo>
                    <a:lnTo>
                      <a:pt x="2" y="3"/>
                    </a:lnTo>
                    <a:lnTo>
                      <a:pt x="0" y="7"/>
                    </a:lnTo>
                    <a:lnTo>
                      <a:pt x="18" y="8"/>
                    </a:lnTo>
                    <a:lnTo>
                      <a:pt x="20" y="5"/>
                    </a:lnTo>
                    <a:lnTo>
                      <a:pt x="3" y="4"/>
                    </a:lnTo>
                    <a:lnTo>
                      <a:pt x="7" y="0"/>
                    </a:lnTo>
                    <a:close/>
                  </a:path>
                </a:pathLst>
              </a:custGeom>
              <a:noFill/>
              <a:ln w="3175" cap="rnd" cmpd="sng">
                <a:solidFill>
                  <a:schemeClr val="bg2"/>
                </a:solidFill>
                <a:prstDash val="sysDot"/>
                <a:round/>
                <a:headEnd/>
                <a:tailEnd/>
              </a:ln>
            </p:spPr>
            <p:txBody>
              <a:bodyPr/>
              <a:lstStyle/>
              <a:p>
                <a:endParaRPr lang="en-US"/>
              </a:p>
            </p:txBody>
          </p:sp>
          <p:sp>
            <p:nvSpPr>
              <p:cNvPr id="178" name="Freeform 1664"/>
              <p:cNvSpPr>
                <a:spLocks/>
              </p:cNvSpPr>
              <p:nvPr/>
            </p:nvSpPr>
            <p:spPr bwMode="gray">
              <a:xfrm>
                <a:off x="5968963" y="5424316"/>
                <a:ext cx="42895" cy="20027"/>
              </a:xfrm>
              <a:custGeom>
                <a:avLst/>
                <a:gdLst/>
                <a:ahLst/>
                <a:cxnLst>
                  <a:cxn ang="0">
                    <a:pos x="6" y="0"/>
                  </a:cxn>
                  <a:cxn ang="0">
                    <a:pos x="2" y="4"/>
                  </a:cxn>
                  <a:cxn ang="0">
                    <a:pos x="0" y="8"/>
                  </a:cxn>
                  <a:cxn ang="0">
                    <a:pos x="17" y="9"/>
                  </a:cxn>
                  <a:cxn ang="0">
                    <a:pos x="19" y="6"/>
                  </a:cxn>
                  <a:cxn ang="0">
                    <a:pos x="3" y="5"/>
                  </a:cxn>
                  <a:cxn ang="0">
                    <a:pos x="6" y="0"/>
                  </a:cxn>
                </a:cxnLst>
                <a:rect l="0" t="0" r="r" b="b"/>
                <a:pathLst>
                  <a:path w="19" h="9">
                    <a:moveTo>
                      <a:pt x="6" y="0"/>
                    </a:moveTo>
                    <a:lnTo>
                      <a:pt x="2" y="4"/>
                    </a:lnTo>
                    <a:lnTo>
                      <a:pt x="0" y="8"/>
                    </a:lnTo>
                    <a:lnTo>
                      <a:pt x="17"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79" name="Freeform 1665"/>
              <p:cNvSpPr>
                <a:spLocks/>
              </p:cNvSpPr>
              <p:nvPr/>
            </p:nvSpPr>
            <p:spPr bwMode="gray">
              <a:xfrm>
                <a:off x="6011858" y="5401830"/>
                <a:ext cx="45356" cy="20027"/>
              </a:xfrm>
              <a:custGeom>
                <a:avLst/>
                <a:gdLst/>
                <a:ahLst/>
                <a:cxnLst>
                  <a:cxn ang="0">
                    <a:pos x="6" y="0"/>
                  </a:cxn>
                  <a:cxn ang="0">
                    <a:pos x="2" y="4"/>
                  </a:cxn>
                  <a:cxn ang="0">
                    <a:pos x="0" y="7"/>
                  </a:cxn>
                  <a:cxn ang="0">
                    <a:pos x="17" y="8"/>
                  </a:cxn>
                  <a:cxn ang="0">
                    <a:pos x="19" y="5"/>
                  </a:cxn>
                  <a:cxn ang="0">
                    <a:pos x="3" y="4"/>
                  </a:cxn>
                  <a:cxn ang="0">
                    <a:pos x="6" y="0"/>
                  </a:cxn>
                </a:cxnLst>
                <a:rect l="0" t="0" r="r" b="b"/>
                <a:pathLst>
                  <a:path w="19" h="8">
                    <a:moveTo>
                      <a:pt x="6" y="0"/>
                    </a:moveTo>
                    <a:lnTo>
                      <a:pt x="2" y="4"/>
                    </a:lnTo>
                    <a:lnTo>
                      <a:pt x="0" y="7"/>
                    </a:lnTo>
                    <a:lnTo>
                      <a:pt x="17"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80" name="Freeform 1666"/>
              <p:cNvSpPr>
                <a:spLocks/>
              </p:cNvSpPr>
              <p:nvPr/>
            </p:nvSpPr>
            <p:spPr bwMode="gray">
              <a:xfrm>
                <a:off x="6060026" y="5376884"/>
                <a:ext cx="45356" cy="20027"/>
              </a:xfrm>
              <a:custGeom>
                <a:avLst/>
                <a:gdLst/>
                <a:ahLst/>
                <a:cxnLst>
                  <a:cxn ang="0">
                    <a:pos x="6" y="0"/>
                  </a:cxn>
                  <a:cxn ang="0">
                    <a:pos x="1" y="4"/>
                  </a:cxn>
                  <a:cxn ang="0">
                    <a:pos x="0" y="8"/>
                  </a:cxn>
                  <a:cxn ang="0">
                    <a:pos x="17" y="9"/>
                  </a:cxn>
                  <a:cxn ang="0">
                    <a:pos x="19" y="6"/>
                  </a:cxn>
                  <a:cxn ang="0">
                    <a:pos x="3" y="5"/>
                  </a:cxn>
                  <a:cxn ang="0">
                    <a:pos x="6" y="0"/>
                  </a:cxn>
                </a:cxnLst>
                <a:rect l="0" t="0" r="r" b="b"/>
                <a:pathLst>
                  <a:path w="19" h="9">
                    <a:moveTo>
                      <a:pt x="6" y="0"/>
                    </a:moveTo>
                    <a:lnTo>
                      <a:pt x="1" y="4"/>
                    </a:lnTo>
                    <a:lnTo>
                      <a:pt x="0" y="8"/>
                    </a:lnTo>
                    <a:lnTo>
                      <a:pt x="17"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81" name="Freeform 1667"/>
              <p:cNvSpPr>
                <a:spLocks/>
              </p:cNvSpPr>
              <p:nvPr/>
            </p:nvSpPr>
            <p:spPr bwMode="gray">
              <a:xfrm>
                <a:off x="6032250" y="5349479"/>
                <a:ext cx="45356" cy="17216"/>
              </a:xfrm>
              <a:custGeom>
                <a:avLst/>
                <a:gdLst/>
                <a:ahLst/>
                <a:cxnLst>
                  <a:cxn ang="0">
                    <a:pos x="6" y="0"/>
                  </a:cxn>
                  <a:cxn ang="0">
                    <a:pos x="1" y="4"/>
                  </a:cxn>
                  <a:cxn ang="0">
                    <a:pos x="0" y="7"/>
                  </a:cxn>
                  <a:cxn ang="0">
                    <a:pos x="18" y="8"/>
                  </a:cxn>
                  <a:cxn ang="0">
                    <a:pos x="19" y="5"/>
                  </a:cxn>
                  <a:cxn ang="0">
                    <a:pos x="2" y="4"/>
                  </a:cxn>
                  <a:cxn ang="0">
                    <a:pos x="6" y="0"/>
                  </a:cxn>
                </a:cxnLst>
                <a:rect l="0" t="0" r="r" b="b"/>
                <a:pathLst>
                  <a:path w="19" h="8">
                    <a:moveTo>
                      <a:pt x="6" y="0"/>
                    </a:moveTo>
                    <a:lnTo>
                      <a:pt x="1" y="4"/>
                    </a:lnTo>
                    <a:lnTo>
                      <a:pt x="0" y="7"/>
                    </a:lnTo>
                    <a:lnTo>
                      <a:pt x="18" y="8"/>
                    </a:lnTo>
                    <a:lnTo>
                      <a:pt x="19"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82" name="Freeform 1668"/>
              <p:cNvSpPr>
                <a:spLocks/>
              </p:cNvSpPr>
              <p:nvPr/>
            </p:nvSpPr>
            <p:spPr bwMode="gray">
              <a:xfrm>
                <a:off x="5852937" y="5396911"/>
                <a:ext cx="83328" cy="22486"/>
              </a:xfrm>
              <a:custGeom>
                <a:avLst/>
                <a:gdLst/>
                <a:ahLst/>
                <a:cxnLst>
                  <a:cxn ang="0">
                    <a:pos x="7" y="0"/>
                  </a:cxn>
                  <a:cxn ang="0">
                    <a:pos x="3" y="2"/>
                  </a:cxn>
                  <a:cxn ang="0">
                    <a:pos x="0" y="7"/>
                  </a:cxn>
                  <a:cxn ang="0">
                    <a:pos x="35" y="9"/>
                  </a:cxn>
                  <a:cxn ang="0">
                    <a:pos x="36" y="6"/>
                  </a:cxn>
                  <a:cxn ang="0">
                    <a:pos x="3" y="4"/>
                  </a:cxn>
                  <a:cxn ang="0">
                    <a:pos x="7" y="0"/>
                  </a:cxn>
                </a:cxnLst>
                <a:rect l="0" t="0" r="r" b="b"/>
                <a:pathLst>
                  <a:path w="36" h="9">
                    <a:moveTo>
                      <a:pt x="7" y="0"/>
                    </a:moveTo>
                    <a:lnTo>
                      <a:pt x="3" y="2"/>
                    </a:lnTo>
                    <a:lnTo>
                      <a:pt x="0" y="7"/>
                    </a:lnTo>
                    <a:lnTo>
                      <a:pt x="35" y="9"/>
                    </a:lnTo>
                    <a:lnTo>
                      <a:pt x="36" y="6"/>
                    </a:lnTo>
                    <a:lnTo>
                      <a:pt x="3" y="4"/>
                    </a:lnTo>
                    <a:lnTo>
                      <a:pt x="7" y="0"/>
                    </a:lnTo>
                    <a:close/>
                  </a:path>
                </a:pathLst>
              </a:custGeom>
              <a:noFill/>
              <a:ln w="3175" cap="rnd" cmpd="sng">
                <a:solidFill>
                  <a:schemeClr val="bg2"/>
                </a:solidFill>
                <a:prstDash val="sysDot"/>
                <a:round/>
                <a:headEnd/>
                <a:tailEnd/>
              </a:ln>
            </p:spPr>
            <p:txBody>
              <a:bodyPr/>
              <a:lstStyle/>
              <a:p>
                <a:endParaRPr lang="en-US"/>
              </a:p>
            </p:txBody>
          </p:sp>
          <p:sp>
            <p:nvSpPr>
              <p:cNvPr id="183" name="Freeform 1669"/>
              <p:cNvSpPr>
                <a:spLocks/>
              </p:cNvSpPr>
              <p:nvPr/>
            </p:nvSpPr>
            <p:spPr bwMode="gray">
              <a:xfrm>
                <a:off x="5830435" y="5419398"/>
                <a:ext cx="126223" cy="20027"/>
              </a:xfrm>
              <a:custGeom>
                <a:avLst/>
                <a:gdLst/>
                <a:ahLst/>
                <a:cxnLst>
                  <a:cxn ang="0">
                    <a:pos x="9" y="0"/>
                  </a:cxn>
                  <a:cxn ang="0">
                    <a:pos x="5" y="2"/>
                  </a:cxn>
                  <a:cxn ang="0">
                    <a:pos x="0" y="7"/>
                  </a:cxn>
                  <a:cxn ang="0">
                    <a:pos x="52" y="9"/>
                  </a:cxn>
                  <a:cxn ang="0">
                    <a:pos x="53" y="6"/>
                  </a:cxn>
                  <a:cxn ang="0">
                    <a:pos x="6" y="4"/>
                  </a:cxn>
                  <a:cxn ang="0">
                    <a:pos x="9" y="0"/>
                  </a:cxn>
                </a:cxnLst>
                <a:rect l="0" t="0" r="r" b="b"/>
                <a:pathLst>
                  <a:path w="53" h="9">
                    <a:moveTo>
                      <a:pt x="9" y="0"/>
                    </a:moveTo>
                    <a:lnTo>
                      <a:pt x="5" y="2"/>
                    </a:lnTo>
                    <a:lnTo>
                      <a:pt x="0" y="7"/>
                    </a:lnTo>
                    <a:lnTo>
                      <a:pt x="52" y="9"/>
                    </a:lnTo>
                    <a:lnTo>
                      <a:pt x="53" y="6"/>
                    </a:lnTo>
                    <a:lnTo>
                      <a:pt x="6" y="4"/>
                    </a:lnTo>
                    <a:lnTo>
                      <a:pt x="9" y="0"/>
                    </a:lnTo>
                    <a:close/>
                  </a:path>
                </a:pathLst>
              </a:custGeom>
              <a:noFill/>
              <a:ln w="3175" cap="rnd" cmpd="sng">
                <a:solidFill>
                  <a:schemeClr val="bg2"/>
                </a:solidFill>
                <a:prstDash val="sysDot"/>
                <a:round/>
                <a:headEnd/>
                <a:tailEnd/>
              </a:ln>
            </p:spPr>
            <p:txBody>
              <a:bodyPr/>
              <a:lstStyle/>
              <a:p>
                <a:endParaRPr lang="en-US"/>
              </a:p>
            </p:txBody>
          </p:sp>
          <p:sp>
            <p:nvSpPr>
              <p:cNvPr id="184" name="Freeform 1670"/>
              <p:cNvSpPr>
                <a:spLocks/>
              </p:cNvSpPr>
              <p:nvPr/>
            </p:nvSpPr>
            <p:spPr bwMode="gray">
              <a:xfrm>
                <a:off x="5865594" y="5374425"/>
                <a:ext cx="80867" cy="20027"/>
              </a:xfrm>
              <a:custGeom>
                <a:avLst/>
                <a:gdLst/>
                <a:ahLst/>
                <a:cxnLst>
                  <a:cxn ang="0">
                    <a:pos x="6" y="0"/>
                  </a:cxn>
                  <a:cxn ang="0">
                    <a:pos x="2" y="2"/>
                  </a:cxn>
                  <a:cxn ang="0">
                    <a:pos x="0" y="6"/>
                  </a:cxn>
                  <a:cxn ang="0">
                    <a:pos x="33" y="8"/>
                  </a:cxn>
                  <a:cxn ang="0">
                    <a:pos x="33" y="6"/>
                  </a:cxn>
                  <a:cxn ang="0">
                    <a:pos x="4" y="4"/>
                  </a:cxn>
                  <a:cxn ang="0">
                    <a:pos x="6" y="0"/>
                  </a:cxn>
                </a:cxnLst>
                <a:rect l="0" t="0" r="r" b="b"/>
                <a:pathLst>
                  <a:path w="33" h="8">
                    <a:moveTo>
                      <a:pt x="6" y="0"/>
                    </a:moveTo>
                    <a:lnTo>
                      <a:pt x="2" y="2"/>
                    </a:lnTo>
                    <a:lnTo>
                      <a:pt x="0" y="6"/>
                    </a:lnTo>
                    <a:lnTo>
                      <a:pt x="33" y="8"/>
                    </a:lnTo>
                    <a:lnTo>
                      <a:pt x="33" y="6"/>
                    </a:lnTo>
                    <a:lnTo>
                      <a:pt x="4" y="4"/>
                    </a:lnTo>
                    <a:lnTo>
                      <a:pt x="6" y="0"/>
                    </a:lnTo>
                    <a:close/>
                  </a:path>
                </a:pathLst>
              </a:custGeom>
              <a:noFill/>
              <a:ln w="3175" cap="rnd" cmpd="sng">
                <a:solidFill>
                  <a:schemeClr val="bg2"/>
                </a:solidFill>
                <a:prstDash val="sysDot"/>
                <a:round/>
                <a:headEnd/>
                <a:tailEnd/>
              </a:ln>
            </p:spPr>
            <p:txBody>
              <a:bodyPr/>
              <a:lstStyle/>
              <a:p>
                <a:endParaRPr lang="en-US"/>
              </a:p>
            </p:txBody>
          </p:sp>
          <p:sp>
            <p:nvSpPr>
              <p:cNvPr id="185" name="Freeform 1671"/>
              <p:cNvSpPr>
                <a:spLocks/>
              </p:cNvSpPr>
              <p:nvPr/>
            </p:nvSpPr>
            <p:spPr bwMode="gray">
              <a:xfrm>
                <a:off x="6274148" y="5331911"/>
                <a:ext cx="40433" cy="22486"/>
              </a:xfrm>
              <a:custGeom>
                <a:avLst/>
                <a:gdLst/>
                <a:ahLst/>
                <a:cxnLst>
                  <a:cxn ang="0">
                    <a:pos x="4" y="0"/>
                  </a:cxn>
                  <a:cxn ang="0">
                    <a:pos x="1" y="3"/>
                  </a:cxn>
                  <a:cxn ang="0">
                    <a:pos x="0" y="8"/>
                  </a:cxn>
                  <a:cxn ang="0">
                    <a:pos x="17" y="9"/>
                  </a:cxn>
                  <a:cxn ang="0">
                    <a:pos x="18" y="6"/>
                  </a:cxn>
                  <a:cxn ang="0">
                    <a:pos x="1" y="4"/>
                  </a:cxn>
                  <a:cxn ang="0">
                    <a:pos x="4" y="0"/>
                  </a:cxn>
                </a:cxnLst>
                <a:rect l="0" t="0" r="r" b="b"/>
                <a:pathLst>
                  <a:path w="18" h="9">
                    <a:moveTo>
                      <a:pt x="4" y="0"/>
                    </a:moveTo>
                    <a:lnTo>
                      <a:pt x="1" y="3"/>
                    </a:lnTo>
                    <a:lnTo>
                      <a:pt x="0" y="8"/>
                    </a:lnTo>
                    <a:lnTo>
                      <a:pt x="17" y="9"/>
                    </a:lnTo>
                    <a:lnTo>
                      <a:pt x="18" y="6"/>
                    </a:lnTo>
                    <a:lnTo>
                      <a:pt x="1" y="4"/>
                    </a:lnTo>
                    <a:lnTo>
                      <a:pt x="4" y="0"/>
                    </a:lnTo>
                    <a:close/>
                  </a:path>
                </a:pathLst>
              </a:custGeom>
              <a:noFill/>
              <a:ln w="3175" cap="rnd" cmpd="sng">
                <a:solidFill>
                  <a:schemeClr val="bg2"/>
                </a:solidFill>
                <a:prstDash val="sysDot"/>
                <a:round/>
                <a:headEnd/>
                <a:tailEnd/>
              </a:ln>
            </p:spPr>
            <p:txBody>
              <a:bodyPr/>
              <a:lstStyle/>
              <a:p>
                <a:endParaRPr lang="en-US"/>
              </a:p>
            </p:txBody>
          </p:sp>
          <p:sp>
            <p:nvSpPr>
              <p:cNvPr id="186" name="Freeform 1672"/>
              <p:cNvSpPr>
                <a:spLocks/>
              </p:cNvSpPr>
              <p:nvPr/>
            </p:nvSpPr>
            <p:spPr bwMode="gray">
              <a:xfrm>
                <a:off x="6526593" y="5346668"/>
                <a:ext cx="42895" cy="20027"/>
              </a:xfrm>
              <a:custGeom>
                <a:avLst/>
                <a:gdLst/>
                <a:ahLst/>
                <a:cxnLst>
                  <a:cxn ang="0">
                    <a:pos x="5" y="0"/>
                  </a:cxn>
                  <a:cxn ang="0">
                    <a:pos x="1" y="3"/>
                  </a:cxn>
                  <a:cxn ang="0">
                    <a:pos x="0" y="8"/>
                  </a:cxn>
                  <a:cxn ang="0">
                    <a:pos x="17" y="8"/>
                  </a:cxn>
                  <a:cxn ang="0">
                    <a:pos x="18" y="5"/>
                  </a:cxn>
                  <a:cxn ang="0">
                    <a:pos x="2" y="4"/>
                  </a:cxn>
                  <a:cxn ang="0">
                    <a:pos x="5" y="0"/>
                  </a:cxn>
                </a:cxnLst>
                <a:rect l="0" t="0" r="r" b="b"/>
                <a:pathLst>
                  <a:path w="18" h="8">
                    <a:moveTo>
                      <a:pt x="5" y="0"/>
                    </a:moveTo>
                    <a:lnTo>
                      <a:pt x="1" y="3"/>
                    </a:lnTo>
                    <a:lnTo>
                      <a:pt x="0" y="8"/>
                    </a:lnTo>
                    <a:lnTo>
                      <a:pt x="17" y="8"/>
                    </a:lnTo>
                    <a:lnTo>
                      <a:pt x="18"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187" name="Freeform 1673"/>
              <p:cNvSpPr>
                <a:spLocks/>
              </p:cNvSpPr>
              <p:nvPr/>
            </p:nvSpPr>
            <p:spPr bwMode="gray">
              <a:xfrm>
                <a:off x="6009397" y="5321722"/>
                <a:ext cx="47817" cy="17568"/>
              </a:xfrm>
              <a:custGeom>
                <a:avLst/>
                <a:gdLst/>
                <a:ahLst/>
                <a:cxnLst>
                  <a:cxn ang="0">
                    <a:pos x="6" y="0"/>
                  </a:cxn>
                  <a:cxn ang="0">
                    <a:pos x="2" y="3"/>
                  </a:cxn>
                  <a:cxn ang="0">
                    <a:pos x="0" y="8"/>
                  </a:cxn>
                  <a:cxn ang="0">
                    <a:pos x="17" y="8"/>
                  </a:cxn>
                  <a:cxn ang="0">
                    <a:pos x="19" y="5"/>
                  </a:cxn>
                  <a:cxn ang="0">
                    <a:pos x="3" y="4"/>
                  </a:cxn>
                  <a:cxn ang="0">
                    <a:pos x="6" y="0"/>
                  </a:cxn>
                </a:cxnLst>
                <a:rect l="0" t="0" r="r" b="b"/>
                <a:pathLst>
                  <a:path w="19" h="8">
                    <a:moveTo>
                      <a:pt x="6" y="0"/>
                    </a:moveTo>
                    <a:lnTo>
                      <a:pt x="2" y="3"/>
                    </a:lnTo>
                    <a:lnTo>
                      <a:pt x="0" y="8"/>
                    </a:lnTo>
                    <a:lnTo>
                      <a:pt x="17"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188" name="Freeform 1674"/>
              <p:cNvSpPr>
                <a:spLocks/>
              </p:cNvSpPr>
              <p:nvPr/>
            </p:nvSpPr>
            <p:spPr bwMode="gray">
              <a:xfrm>
                <a:off x="5959118" y="5396911"/>
                <a:ext cx="42895" cy="22486"/>
              </a:xfrm>
              <a:custGeom>
                <a:avLst/>
                <a:gdLst/>
                <a:ahLst/>
                <a:cxnLst>
                  <a:cxn ang="0">
                    <a:pos x="6" y="0"/>
                  </a:cxn>
                  <a:cxn ang="0">
                    <a:pos x="1" y="3"/>
                  </a:cxn>
                  <a:cxn ang="0">
                    <a:pos x="0" y="8"/>
                  </a:cxn>
                  <a:cxn ang="0">
                    <a:pos x="17" y="9"/>
                  </a:cxn>
                  <a:cxn ang="0">
                    <a:pos x="18" y="6"/>
                  </a:cxn>
                  <a:cxn ang="0">
                    <a:pos x="2" y="4"/>
                  </a:cxn>
                  <a:cxn ang="0">
                    <a:pos x="6" y="0"/>
                  </a:cxn>
                </a:cxnLst>
                <a:rect l="0" t="0" r="r" b="b"/>
                <a:pathLst>
                  <a:path w="18" h="9">
                    <a:moveTo>
                      <a:pt x="6" y="0"/>
                    </a:moveTo>
                    <a:lnTo>
                      <a:pt x="1" y="3"/>
                    </a:lnTo>
                    <a:lnTo>
                      <a:pt x="0" y="8"/>
                    </a:lnTo>
                    <a:lnTo>
                      <a:pt x="17" y="9"/>
                    </a:lnTo>
                    <a:lnTo>
                      <a:pt x="18" y="6"/>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89" name="Freeform 1675"/>
              <p:cNvSpPr>
                <a:spLocks/>
              </p:cNvSpPr>
              <p:nvPr/>
            </p:nvSpPr>
            <p:spPr bwMode="gray">
              <a:xfrm>
                <a:off x="5959118" y="5369506"/>
                <a:ext cx="45356" cy="22486"/>
              </a:xfrm>
              <a:custGeom>
                <a:avLst/>
                <a:gdLst/>
                <a:ahLst/>
                <a:cxnLst>
                  <a:cxn ang="0">
                    <a:pos x="6" y="0"/>
                  </a:cxn>
                  <a:cxn ang="0">
                    <a:pos x="2" y="4"/>
                  </a:cxn>
                  <a:cxn ang="0">
                    <a:pos x="0" y="9"/>
                  </a:cxn>
                  <a:cxn ang="0">
                    <a:pos x="17" y="9"/>
                  </a:cxn>
                  <a:cxn ang="0">
                    <a:pos x="19" y="7"/>
                  </a:cxn>
                  <a:cxn ang="0">
                    <a:pos x="3" y="5"/>
                  </a:cxn>
                  <a:cxn ang="0">
                    <a:pos x="6" y="0"/>
                  </a:cxn>
                </a:cxnLst>
                <a:rect l="0" t="0" r="r" b="b"/>
                <a:pathLst>
                  <a:path w="19" h="9">
                    <a:moveTo>
                      <a:pt x="6" y="0"/>
                    </a:moveTo>
                    <a:lnTo>
                      <a:pt x="2" y="4"/>
                    </a:lnTo>
                    <a:lnTo>
                      <a:pt x="0" y="9"/>
                    </a:lnTo>
                    <a:lnTo>
                      <a:pt x="17" y="9"/>
                    </a:lnTo>
                    <a:lnTo>
                      <a:pt x="19" y="7"/>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90" name="Freeform 1676"/>
              <p:cNvSpPr>
                <a:spLocks/>
              </p:cNvSpPr>
              <p:nvPr/>
            </p:nvSpPr>
            <p:spPr bwMode="gray">
              <a:xfrm>
                <a:off x="6011858" y="5374425"/>
                <a:ext cx="45356" cy="20027"/>
              </a:xfrm>
              <a:custGeom>
                <a:avLst/>
                <a:gdLst/>
                <a:ahLst/>
                <a:cxnLst>
                  <a:cxn ang="0">
                    <a:pos x="6" y="0"/>
                  </a:cxn>
                  <a:cxn ang="0">
                    <a:pos x="1" y="3"/>
                  </a:cxn>
                  <a:cxn ang="0">
                    <a:pos x="0" y="8"/>
                  </a:cxn>
                  <a:cxn ang="0">
                    <a:pos x="18" y="9"/>
                  </a:cxn>
                  <a:cxn ang="0">
                    <a:pos x="19" y="6"/>
                  </a:cxn>
                  <a:cxn ang="0">
                    <a:pos x="3" y="5"/>
                  </a:cxn>
                  <a:cxn ang="0">
                    <a:pos x="6" y="0"/>
                  </a:cxn>
                </a:cxnLst>
                <a:rect l="0" t="0" r="r" b="b"/>
                <a:pathLst>
                  <a:path w="19" h="9">
                    <a:moveTo>
                      <a:pt x="6" y="0"/>
                    </a:moveTo>
                    <a:lnTo>
                      <a:pt x="1" y="3"/>
                    </a:lnTo>
                    <a:lnTo>
                      <a:pt x="0" y="8"/>
                    </a:lnTo>
                    <a:lnTo>
                      <a:pt x="18"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91" name="Freeform 1677"/>
              <p:cNvSpPr>
                <a:spLocks/>
              </p:cNvSpPr>
              <p:nvPr/>
            </p:nvSpPr>
            <p:spPr bwMode="gray">
              <a:xfrm>
                <a:off x="5981621" y="5349479"/>
                <a:ext cx="48169" cy="20027"/>
              </a:xfrm>
              <a:custGeom>
                <a:avLst/>
                <a:gdLst/>
                <a:ahLst/>
                <a:cxnLst>
                  <a:cxn ang="0">
                    <a:pos x="6" y="0"/>
                  </a:cxn>
                  <a:cxn ang="0">
                    <a:pos x="2" y="3"/>
                  </a:cxn>
                  <a:cxn ang="0">
                    <a:pos x="0" y="7"/>
                  </a:cxn>
                  <a:cxn ang="0">
                    <a:pos x="18" y="8"/>
                  </a:cxn>
                  <a:cxn ang="0">
                    <a:pos x="20" y="5"/>
                  </a:cxn>
                  <a:cxn ang="0">
                    <a:pos x="2" y="4"/>
                  </a:cxn>
                  <a:cxn ang="0">
                    <a:pos x="6" y="0"/>
                  </a:cxn>
                </a:cxnLst>
                <a:rect l="0" t="0" r="r" b="b"/>
                <a:pathLst>
                  <a:path w="20" h="8">
                    <a:moveTo>
                      <a:pt x="6" y="0"/>
                    </a:moveTo>
                    <a:lnTo>
                      <a:pt x="2" y="3"/>
                    </a:lnTo>
                    <a:lnTo>
                      <a:pt x="0" y="7"/>
                    </a:lnTo>
                    <a:lnTo>
                      <a:pt x="18" y="8"/>
                    </a:lnTo>
                    <a:lnTo>
                      <a:pt x="20"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192" name="Freeform 1678"/>
              <p:cNvSpPr>
                <a:spLocks/>
              </p:cNvSpPr>
              <p:nvPr/>
            </p:nvSpPr>
            <p:spPr bwMode="gray">
              <a:xfrm>
                <a:off x="5938726" y="5344208"/>
                <a:ext cx="45356" cy="22486"/>
              </a:xfrm>
              <a:custGeom>
                <a:avLst/>
                <a:gdLst/>
                <a:ahLst/>
                <a:cxnLst>
                  <a:cxn ang="0">
                    <a:pos x="6" y="0"/>
                  </a:cxn>
                  <a:cxn ang="0">
                    <a:pos x="2" y="3"/>
                  </a:cxn>
                  <a:cxn ang="0">
                    <a:pos x="0" y="8"/>
                  </a:cxn>
                  <a:cxn ang="0">
                    <a:pos x="17" y="9"/>
                  </a:cxn>
                  <a:cxn ang="0">
                    <a:pos x="19" y="6"/>
                  </a:cxn>
                  <a:cxn ang="0">
                    <a:pos x="3" y="5"/>
                  </a:cxn>
                  <a:cxn ang="0">
                    <a:pos x="6" y="0"/>
                  </a:cxn>
                </a:cxnLst>
                <a:rect l="0" t="0" r="r" b="b"/>
                <a:pathLst>
                  <a:path w="19" h="9">
                    <a:moveTo>
                      <a:pt x="6" y="0"/>
                    </a:moveTo>
                    <a:lnTo>
                      <a:pt x="2" y="3"/>
                    </a:lnTo>
                    <a:lnTo>
                      <a:pt x="0" y="8"/>
                    </a:lnTo>
                    <a:lnTo>
                      <a:pt x="17"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193" name="Freeform 1679"/>
              <p:cNvSpPr>
                <a:spLocks/>
              </p:cNvSpPr>
              <p:nvPr/>
            </p:nvSpPr>
            <p:spPr bwMode="gray">
              <a:xfrm>
                <a:off x="5888448" y="5346668"/>
                <a:ext cx="45356" cy="20027"/>
              </a:xfrm>
              <a:custGeom>
                <a:avLst/>
                <a:gdLst/>
                <a:ahLst/>
                <a:cxnLst>
                  <a:cxn ang="0">
                    <a:pos x="7" y="0"/>
                  </a:cxn>
                  <a:cxn ang="0">
                    <a:pos x="2" y="3"/>
                  </a:cxn>
                  <a:cxn ang="0">
                    <a:pos x="0" y="8"/>
                  </a:cxn>
                  <a:cxn ang="0">
                    <a:pos x="18" y="8"/>
                  </a:cxn>
                  <a:cxn ang="0">
                    <a:pos x="20" y="5"/>
                  </a:cxn>
                  <a:cxn ang="0">
                    <a:pos x="3" y="4"/>
                  </a:cxn>
                  <a:cxn ang="0">
                    <a:pos x="7" y="0"/>
                  </a:cxn>
                </a:cxnLst>
                <a:rect l="0" t="0" r="r" b="b"/>
                <a:pathLst>
                  <a:path w="20" h="8">
                    <a:moveTo>
                      <a:pt x="7" y="0"/>
                    </a:moveTo>
                    <a:lnTo>
                      <a:pt x="2" y="3"/>
                    </a:lnTo>
                    <a:lnTo>
                      <a:pt x="0" y="8"/>
                    </a:lnTo>
                    <a:lnTo>
                      <a:pt x="18" y="8"/>
                    </a:lnTo>
                    <a:lnTo>
                      <a:pt x="20" y="5"/>
                    </a:lnTo>
                    <a:lnTo>
                      <a:pt x="3" y="4"/>
                    </a:lnTo>
                    <a:lnTo>
                      <a:pt x="7" y="0"/>
                    </a:lnTo>
                    <a:close/>
                  </a:path>
                </a:pathLst>
              </a:custGeom>
              <a:noFill/>
              <a:ln w="3175" cap="rnd" cmpd="sng">
                <a:solidFill>
                  <a:schemeClr val="bg2"/>
                </a:solidFill>
                <a:prstDash val="sysDot"/>
                <a:round/>
                <a:headEnd/>
                <a:tailEnd/>
              </a:ln>
            </p:spPr>
            <p:txBody>
              <a:bodyPr/>
              <a:lstStyle/>
              <a:p>
                <a:endParaRPr lang="en-US"/>
              </a:p>
            </p:txBody>
          </p:sp>
          <p:sp>
            <p:nvSpPr>
              <p:cNvPr id="194" name="Freeform 1680"/>
              <p:cNvSpPr>
                <a:spLocks/>
              </p:cNvSpPr>
              <p:nvPr/>
            </p:nvSpPr>
            <p:spPr bwMode="gray">
              <a:xfrm>
                <a:off x="6511474" y="5449262"/>
                <a:ext cx="40082" cy="15108"/>
              </a:xfrm>
              <a:custGeom>
                <a:avLst/>
                <a:gdLst/>
                <a:ahLst/>
                <a:cxnLst>
                  <a:cxn ang="0">
                    <a:pos x="0" y="0"/>
                  </a:cxn>
                  <a:cxn ang="0">
                    <a:pos x="16" y="1"/>
                  </a:cxn>
                  <a:cxn ang="0">
                    <a:pos x="15" y="6"/>
                  </a:cxn>
                  <a:cxn ang="0">
                    <a:pos x="0" y="6"/>
                  </a:cxn>
                  <a:cxn ang="0">
                    <a:pos x="0" y="1"/>
                  </a:cxn>
                  <a:cxn ang="0">
                    <a:pos x="0" y="0"/>
                  </a:cxn>
                </a:cxnLst>
                <a:rect l="0" t="0" r="r" b="b"/>
                <a:pathLst>
                  <a:path w="16" h="6">
                    <a:moveTo>
                      <a:pt x="0" y="0"/>
                    </a:moveTo>
                    <a:lnTo>
                      <a:pt x="16" y="1"/>
                    </a:lnTo>
                    <a:lnTo>
                      <a:pt x="15" y="6"/>
                    </a:lnTo>
                    <a:lnTo>
                      <a:pt x="0" y="6"/>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195" name="Freeform 1681"/>
              <p:cNvSpPr>
                <a:spLocks/>
              </p:cNvSpPr>
              <p:nvPr/>
            </p:nvSpPr>
            <p:spPr bwMode="gray">
              <a:xfrm>
                <a:off x="6556830" y="5426776"/>
                <a:ext cx="42895" cy="12649"/>
              </a:xfrm>
              <a:custGeom>
                <a:avLst/>
                <a:gdLst/>
                <a:ahLst/>
                <a:cxnLst>
                  <a:cxn ang="0">
                    <a:pos x="0" y="0"/>
                  </a:cxn>
                  <a:cxn ang="0">
                    <a:pos x="17" y="0"/>
                  </a:cxn>
                  <a:cxn ang="0">
                    <a:pos x="15" y="5"/>
                  </a:cxn>
                  <a:cxn ang="0">
                    <a:pos x="0" y="4"/>
                  </a:cxn>
                  <a:cxn ang="0">
                    <a:pos x="0" y="1"/>
                  </a:cxn>
                  <a:cxn ang="0">
                    <a:pos x="0" y="0"/>
                  </a:cxn>
                </a:cxnLst>
                <a:rect l="0" t="0" r="r" b="b"/>
                <a:pathLst>
                  <a:path w="17" h="5">
                    <a:moveTo>
                      <a:pt x="0" y="0"/>
                    </a:moveTo>
                    <a:lnTo>
                      <a:pt x="17" y="0"/>
                    </a:lnTo>
                    <a:lnTo>
                      <a:pt x="15" y="5"/>
                    </a:lnTo>
                    <a:lnTo>
                      <a:pt x="0" y="4"/>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196" name="Freeform 1682"/>
              <p:cNvSpPr>
                <a:spLocks/>
              </p:cNvSpPr>
              <p:nvPr/>
            </p:nvSpPr>
            <p:spPr bwMode="gray">
              <a:xfrm>
                <a:off x="6604647" y="5404289"/>
                <a:ext cx="40433" cy="15108"/>
              </a:xfrm>
              <a:custGeom>
                <a:avLst/>
                <a:gdLst/>
                <a:ahLst/>
                <a:cxnLst>
                  <a:cxn ang="0">
                    <a:pos x="1" y="0"/>
                  </a:cxn>
                  <a:cxn ang="0">
                    <a:pos x="16" y="0"/>
                  </a:cxn>
                  <a:cxn ang="0">
                    <a:pos x="15" y="6"/>
                  </a:cxn>
                  <a:cxn ang="0">
                    <a:pos x="0" y="5"/>
                  </a:cxn>
                  <a:cxn ang="0">
                    <a:pos x="0" y="1"/>
                  </a:cxn>
                  <a:cxn ang="0">
                    <a:pos x="1" y="0"/>
                  </a:cxn>
                </a:cxnLst>
                <a:rect l="0" t="0" r="r" b="b"/>
                <a:pathLst>
                  <a:path w="16" h="6">
                    <a:moveTo>
                      <a:pt x="1" y="0"/>
                    </a:moveTo>
                    <a:lnTo>
                      <a:pt x="16" y="0"/>
                    </a:lnTo>
                    <a:lnTo>
                      <a:pt x="15" y="6"/>
                    </a:lnTo>
                    <a:lnTo>
                      <a:pt x="0" y="5"/>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197" name="Freeform 1683"/>
              <p:cNvSpPr>
                <a:spLocks/>
              </p:cNvSpPr>
              <p:nvPr/>
            </p:nvSpPr>
            <p:spPr bwMode="gray">
              <a:xfrm>
                <a:off x="6579332" y="5371965"/>
                <a:ext cx="35511" cy="17568"/>
              </a:xfrm>
              <a:custGeom>
                <a:avLst/>
                <a:gdLst/>
                <a:ahLst/>
                <a:cxnLst>
                  <a:cxn ang="0">
                    <a:pos x="0" y="0"/>
                  </a:cxn>
                  <a:cxn ang="0">
                    <a:pos x="15" y="1"/>
                  </a:cxn>
                  <a:cxn ang="0">
                    <a:pos x="15" y="7"/>
                  </a:cxn>
                  <a:cxn ang="0">
                    <a:pos x="0" y="6"/>
                  </a:cxn>
                  <a:cxn ang="0">
                    <a:pos x="0" y="1"/>
                  </a:cxn>
                  <a:cxn ang="0">
                    <a:pos x="0" y="0"/>
                  </a:cxn>
                </a:cxnLst>
                <a:rect l="0" t="0" r="r" b="b"/>
                <a:pathLst>
                  <a:path w="15" h="7">
                    <a:moveTo>
                      <a:pt x="0" y="0"/>
                    </a:moveTo>
                    <a:lnTo>
                      <a:pt x="15" y="1"/>
                    </a:lnTo>
                    <a:lnTo>
                      <a:pt x="15" y="7"/>
                    </a:lnTo>
                    <a:lnTo>
                      <a:pt x="0" y="6"/>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198" name="Freeform 1684"/>
              <p:cNvSpPr>
                <a:spLocks/>
              </p:cNvSpPr>
              <p:nvPr/>
            </p:nvSpPr>
            <p:spPr bwMode="gray">
              <a:xfrm>
                <a:off x="6654925" y="5374425"/>
                <a:ext cx="85789" cy="20027"/>
              </a:xfrm>
              <a:custGeom>
                <a:avLst/>
                <a:gdLst/>
                <a:ahLst/>
                <a:cxnLst>
                  <a:cxn ang="0">
                    <a:pos x="1" y="0"/>
                  </a:cxn>
                  <a:cxn ang="0">
                    <a:pos x="37" y="2"/>
                  </a:cxn>
                  <a:cxn ang="0">
                    <a:pos x="35" y="8"/>
                  </a:cxn>
                  <a:cxn ang="0">
                    <a:pos x="0" y="6"/>
                  </a:cxn>
                  <a:cxn ang="0">
                    <a:pos x="0" y="2"/>
                  </a:cxn>
                  <a:cxn ang="0">
                    <a:pos x="1" y="0"/>
                  </a:cxn>
                </a:cxnLst>
                <a:rect l="0" t="0" r="r" b="b"/>
                <a:pathLst>
                  <a:path w="37" h="8">
                    <a:moveTo>
                      <a:pt x="1" y="0"/>
                    </a:moveTo>
                    <a:lnTo>
                      <a:pt x="37" y="2"/>
                    </a:lnTo>
                    <a:lnTo>
                      <a:pt x="35" y="8"/>
                    </a:lnTo>
                    <a:lnTo>
                      <a:pt x="0" y="6"/>
                    </a:lnTo>
                    <a:lnTo>
                      <a:pt x="0" y="2"/>
                    </a:lnTo>
                    <a:lnTo>
                      <a:pt x="1" y="0"/>
                    </a:lnTo>
                    <a:close/>
                  </a:path>
                </a:pathLst>
              </a:custGeom>
              <a:noFill/>
              <a:ln w="3175" cap="rnd" cmpd="sng">
                <a:solidFill>
                  <a:schemeClr val="bg2"/>
                </a:solidFill>
                <a:prstDash val="sysDot"/>
                <a:round/>
                <a:headEnd/>
                <a:tailEnd/>
              </a:ln>
            </p:spPr>
            <p:txBody>
              <a:bodyPr/>
              <a:lstStyle/>
              <a:p>
                <a:endParaRPr lang="en-US"/>
              </a:p>
            </p:txBody>
          </p:sp>
          <p:sp>
            <p:nvSpPr>
              <p:cNvPr id="199" name="Freeform 1685"/>
              <p:cNvSpPr>
                <a:spLocks/>
              </p:cNvSpPr>
              <p:nvPr/>
            </p:nvSpPr>
            <p:spPr bwMode="gray">
              <a:xfrm>
                <a:off x="6455922" y="5446803"/>
                <a:ext cx="40433" cy="15108"/>
              </a:xfrm>
              <a:custGeom>
                <a:avLst/>
                <a:gdLst/>
                <a:ahLst/>
                <a:cxnLst>
                  <a:cxn ang="0">
                    <a:pos x="1" y="0"/>
                  </a:cxn>
                  <a:cxn ang="0">
                    <a:pos x="16" y="1"/>
                  </a:cxn>
                  <a:cxn ang="0">
                    <a:pos x="16" y="6"/>
                  </a:cxn>
                  <a:cxn ang="0">
                    <a:pos x="0" y="5"/>
                  </a:cxn>
                  <a:cxn ang="0">
                    <a:pos x="1" y="1"/>
                  </a:cxn>
                  <a:cxn ang="0">
                    <a:pos x="1" y="0"/>
                  </a:cxn>
                </a:cxnLst>
                <a:rect l="0" t="0" r="r" b="b"/>
                <a:pathLst>
                  <a:path w="16" h="6">
                    <a:moveTo>
                      <a:pt x="1" y="0"/>
                    </a:moveTo>
                    <a:lnTo>
                      <a:pt x="16" y="1"/>
                    </a:lnTo>
                    <a:lnTo>
                      <a:pt x="16"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00" name="Freeform 1686"/>
              <p:cNvSpPr>
                <a:spLocks/>
              </p:cNvSpPr>
              <p:nvPr/>
            </p:nvSpPr>
            <p:spPr bwMode="gray">
              <a:xfrm>
                <a:off x="6501278" y="5424316"/>
                <a:ext cx="42895" cy="15108"/>
              </a:xfrm>
              <a:custGeom>
                <a:avLst/>
                <a:gdLst/>
                <a:ahLst/>
                <a:cxnLst>
                  <a:cxn ang="0">
                    <a:pos x="2" y="0"/>
                  </a:cxn>
                  <a:cxn ang="0">
                    <a:pos x="18" y="1"/>
                  </a:cxn>
                  <a:cxn ang="0">
                    <a:pos x="16" y="7"/>
                  </a:cxn>
                  <a:cxn ang="0">
                    <a:pos x="0" y="6"/>
                  </a:cxn>
                  <a:cxn ang="0">
                    <a:pos x="1" y="2"/>
                  </a:cxn>
                  <a:cxn ang="0">
                    <a:pos x="2" y="0"/>
                  </a:cxn>
                </a:cxnLst>
                <a:rect l="0" t="0" r="r" b="b"/>
                <a:pathLst>
                  <a:path w="18" h="7">
                    <a:moveTo>
                      <a:pt x="2" y="0"/>
                    </a:moveTo>
                    <a:lnTo>
                      <a:pt x="18" y="1"/>
                    </a:lnTo>
                    <a:lnTo>
                      <a:pt x="16" y="7"/>
                    </a:lnTo>
                    <a:lnTo>
                      <a:pt x="0" y="6"/>
                    </a:lnTo>
                    <a:lnTo>
                      <a:pt x="1" y="2"/>
                    </a:lnTo>
                    <a:lnTo>
                      <a:pt x="2" y="0"/>
                    </a:lnTo>
                    <a:close/>
                  </a:path>
                </a:pathLst>
              </a:custGeom>
              <a:noFill/>
              <a:ln w="3175" cap="rnd" cmpd="sng">
                <a:solidFill>
                  <a:schemeClr val="bg2"/>
                </a:solidFill>
                <a:prstDash val="sysDot"/>
                <a:round/>
                <a:headEnd/>
                <a:tailEnd/>
              </a:ln>
            </p:spPr>
            <p:txBody>
              <a:bodyPr/>
              <a:lstStyle/>
              <a:p>
                <a:endParaRPr lang="en-US"/>
              </a:p>
            </p:txBody>
          </p:sp>
          <p:sp>
            <p:nvSpPr>
              <p:cNvPr id="201" name="Freeform 1687"/>
              <p:cNvSpPr>
                <a:spLocks/>
              </p:cNvSpPr>
              <p:nvPr/>
            </p:nvSpPr>
            <p:spPr bwMode="gray">
              <a:xfrm>
                <a:off x="6549095" y="5399371"/>
                <a:ext cx="35511" cy="15108"/>
              </a:xfrm>
              <a:custGeom>
                <a:avLst/>
                <a:gdLst/>
                <a:ahLst/>
                <a:cxnLst>
                  <a:cxn ang="0">
                    <a:pos x="1" y="0"/>
                  </a:cxn>
                  <a:cxn ang="0">
                    <a:pos x="16" y="1"/>
                  </a:cxn>
                  <a:cxn ang="0">
                    <a:pos x="15" y="6"/>
                  </a:cxn>
                  <a:cxn ang="0">
                    <a:pos x="0" y="5"/>
                  </a:cxn>
                  <a:cxn ang="0">
                    <a:pos x="1" y="1"/>
                  </a:cxn>
                  <a:cxn ang="0">
                    <a:pos x="1" y="0"/>
                  </a:cxn>
                </a:cxnLst>
                <a:rect l="0" t="0" r="r" b="b"/>
                <a:pathLst>
                  <a:path w="16" h="6">
                    <a:moveTo>
                      <a:pt x="1" y="0"/>
                    </a:moveTo>
                    <a:lnTo>
                      <a:pt x="16" y="1"/>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02" name="Freeform 1688"/>
              <p:cNvSpPr>
                <a:spLocks/>
              </p:cNvSpPr>
              <p:nvPr/>
            </p:nvSpPr>
            <p:spPr bwMode="gray">
              <a:xfrm>
                <a:off x="6523780" y="5369506"/>
                <a:ext cx="37972" cy="14757"/>
              </a:xfrm>
              <a:custGeom>
                <a:avLst/>
                <a:gdLst/>
                <a:ahLst/>
                <a:cxnLst>
                  <a:cxn ang="0">
                    <a:pos x="1" y="0"/>
                  </a:cxn>
                  <a:cxn ang="0">
                    <a:pos x="17" y="1"/>
                  </a:cxn>
                  <a:cxn ang="0">
                    <a:pos x="15" y="7"/>
                  </a:cxn>
                  <a:cxn ang="0">
                    <a:pos x="0" y="6"/>
                  </a:cxn>
                  <a:cxn ang="0">
                    <a:pos x="1" y="1"/>
                  </a:cxn>
                  <a:cxn ang="0">
                    <a:pos x="1" y="0"/>
                  </a:cxn>
                </a:cxnLst>
                <a:rect l="0" t="0" r="r" b="b"/>
                <a:pathLst>
                  <a:path w="17" h="7">
                    <a:moveTo>
                      <a:pt x="1" y="0"/>
                    </a:moveTo>
                    <a:lnTo>
                      <a:pt x="17" y="1"/>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03" name="Freeform 1689"/>
              <p:cNvSpPr>
                <a:spLocks/>
              </p:cNvSpPr>
              <p:nvPr/>
            </p:nvSpPr>
            <p:spPr bwMode="gray">
              <a:xfrm>
                <a:off x="6672856" y="5406749"/>
                <a:ext cx="60474" cy="15108"/>
              </a:xfrm>
              <a:custGeom>
                <a:avLst/>
                <a:gdLst/>
                <a:ahLst/>
                <a:cxnLst>
                  <a:cxn ang="0">
                    <a:pos x="2" y="0"/>
                  </a:cxn>
                  <a:cxn ang="0">
                    <a:pos x="26" y="1"/>
                  </a:cxn>
                  <a:cxn ang="0">
                    <a:pos x="24" y="6"/>
                  </a:cxn>
                  <a:cxn ang="0">
                    <a:pos x="0" y="5"/>
                  </a:cxn>
                  <a:cxn ang="0">
                    <a:pos x="1" y="1"/>
                  </a:cxn>
                  <a:cxn ang="0">
                    <a:pos x="2" y="0"/>
                  </a:cxn>
                </a:cxnLst>
                <a:rect l="0" t="0" r="r" b="b"/>
                <a:pathLst>
                  <a:path w="26" h="6">
                    <a:moveTo>
                      <a:pt x="2" y="0"/>
                    </a:moveTo>
                    <a:lnTo>
                      <a:pt x="26" y="1"/>
                    </a:lnTo>
                    <a:lnTo>
                      <a:pt x="2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04" name="Freeform 1690"/>
              <p:cNvSpPr>
                <a:spLocks/>
              </p:cNvSpPr>
              <p:nvPr/>
            </p:nvSpPr>
            <p:spPr bwMode="gray">
              <a:xfrm>
                <a:off x="5918685" y="5314344"/>
                <a:ext cx="45356" cy="15108"/>
              </a:xfrm>
              <a:custGeom>
                <a:avLst/>
                <a:gdLst/>
                <a:ahLst/>
                <a:cxnLst>
                  <a:cxn ang="0">
                    <a:pos x="4" y="0"/>
                  </a:cxn>
                  <a:cxn ang="0">
                    <a:pos x="21" y="1"/>
                  </a:cxn>
                  <a:cxn ang="0">
                    <a:pos x="18" y="7"/>
                  </a:cxn>
                  <a:cxn ang="0">
                    <a:pos x="0" y="6"/>
                  </a:cxn>
                  <a:cxn ang="0">
                    <a:pos x="3" y="1"/>
                  </a:cxn>
                  <a:cxn ang="0">
                    <a:pos x="4" y="0"/>
                  </a:cxn>
                </a:cxnLst>
                <a:rect l="0" t="0" r="r" b="b"/>
                <a:pathLst>
                  <a:path w="21" h="7">
                    <a:moveTo>
                      <a:pt x="4" y="0"/>
                    </a:moveTo>
                    <a:lnTo>
                      <a:pt x="21" y="1"/>
                    </a:lnTo>
                    <a:lnTo>
                      <a:pt x="18" y="7"/>
                    </a:lnTo>
                    <a:lnTo>
                      <a:pt x="0" y="6"/>
                    </a:lnTo>
                    <a:lnTo>
                      <a:pt x="3" y="1"/>
                    </a:lnTo>
                    <a:lnTo>
                      <a:pt x="4" y="0"/>
                    </a:lnTo>
                    <a:close/>
                  </a:path>
                </a:pathLst>
              </a:custGeom>
              <a:noFill/>
              <a:ln w="3175" cap="rnd" cmpd="sng">
                <a:solidFill>
                  <a:schemeClr val="bg2"/>
                </a:solidFill>
                <a:prstDash val="sysDot"/>
                <a:round/>
                <a:headEnd/>
                <a:tailEnd/>
              </a:ln>
            </p:spPr>
            <p:txBody>
              <a:bodyPr/>
              <a:lstStyle/>
              <a:p>
                <a:endParaRPr lang="en-US"/>
              </a:p>
            </p:txBody>
          </p:sp>
          <p:sp>
            <p:nvSpPr>
              <p:cNvPr id="205" name="Freeform 1691"/>
              <p:cNvSpPr>
                <a:spLocks/>
              </p:cNvSpPr>
              <p:nvPr/>
            </p:nvSpPr>
            <p:spPr bwMode="gray">
              <a:xfrm>
                <a:off x="6390174" y="5444343"/>
                <a:ext cx="42895" cy="12649"/>
              </a:xfrm>
              <a:custGeom>
                <a:avLst/>
                <a:gdLst/>
                <a:ahLst/>
                <a:cxnLst>
                  <a:cxn ang="0">
                    <a:pos x="1" y="0"/>
                  </a:cxn>
                  <a:cxn ang="0">
                    <a:pos x="17" y="1"/>
                  </a:cxn>
                  <a:cxn ang="0">
                    <a:pos x="15" y="6"/>
                  </a:cxn>
                  <a:cxn ang="0">
                    <a:pos x="0" y="5"/>
                  </a:cxn>
                  <a:cxn ang="0">
                    <a:pos x="0" y="1"/>
                  </a:cxn>
                  <a:cxn ang="0">
                    <a:pos x="1" y="0"/>
                  </a:cxn>
                </a:cxnLst>
                <a:rect l="0" t="0" r="r" b="b"/>
                <a:pathLst>
                  <a:path w="17" h="6">
                    <a:moveTo>
                      <a:pt x="1" y="0"/>
                    </a:moveTo>
                    <a:lnTo>
                      <a:pt x="17" y="1"/>
                    </a:lnTo>
                    <a:lnTo>
                      <a:pt x="15" y="6"/>
                    </a:lnTo>
                    <a:lnTo>
                      <a:pt x="0" y="5"/>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206" name="Freeform 1692"/>
              <p:cNvSpPr>
                <a:spLocks/>
              </p:cNvSpPr>
              <p:nvPr/>
            </p:nvSpPr>
            <p:spPr bwMode="gray">
              <a:xfrm>
                <a:off x="6433068" y="5421857"/>
                <a:ext cx="42895" cy="17568"/>
              </a:xfrm>
              <a:custGeom>
                <a:avLst/>
                <a:gdLst/>
                <a:ahLst/>
                <a:cxnLst>
                  <a:cxn ang="0">
                    <a:pos x="1" y="0"/>
                  </a:cxn>
                  <a:cxn ang="0">
                    <a:pos x="17" y="0"/>
                  </a:cxn>
                  <a:cxn ang="0">
                    <a:pos x="15" y="7"/>
                  </a:cxn>
                  <a:cxn ang="0">
                    <a:pos x="0" y="6"/>
                  </a:cxn>
                  <a:cxn ang="0">
                    <a:pos x="1" y="1"/>
                  </a:cxn>
                  <a:cxn ang="0">
                    <a:pos x="1" y="0"/>
                  </a:cxn>
                </a:cxnLst>
                <a:rect l="0" t="0" r="r" b="b"/>
                <a:pathLst>
                  <a:path w="17" h="7">
                    <a:moveTo>
                      <a:pt x="1" y="0"/>
                    </a:moveTo>
                    <a:lnTo>
                      <a:pt x="17" y="0"/>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07" name="Freeform 1693"/>
              <p:cNvSpPr>
                <a:spLocks/>
              </p:cNvSpPr>
              <p:nvPr/>
            </p:nvSpPr>
            <p:spPr bwMode="gray">
              <a:xfrm>
                <a:off x="6483698" y="5396911"/>
                <a:ext cx="40082" cy="12297"/>
              </a:xfrm>
              <a:custGeom>
                <a:avLst/>
                <a:gdLst/>
                <a:ahLst/>
                <a:cxnLst>
                  <a:cxn ang="0">
                    <a:pos x="1" y="0"/>
                  </a:cxn>
                  <a:cxn ang="0">
                    <a:pos x="16" y="0"/>
                  </a:cxn>
                  <a:cxn ang="0">
                    <a:pos x="16" y="6"/>
                  </a:cxn>
                  <a:cxn ang="0">
                    <a:pos x="0" y="4"/>
                  </a:cxn>
                  <a:cxn ang="0">
                    <a:pos x="1" y="1"/>
                  </a:cxn>
                  <a:cxn ang="0">
                    <a:pos x="1" y="0"/>
                  </a:cxn>
                </a:cxnLst>
                <a:rect l="0" t="0" r="r" b="b"/>
                <a:pathLst>
                  <a:path w="16" h="6">
                    <a:moveTo>
                      <a:pt x="1" y="0"/>
                    </a:moveTo>
                    <a:lnTo>
                      <a:pt x="16" y="0"/>
                    </a:lnTo>
                    <a:lnTo>
                      <a:pt x="16" y="6"/>
                    </a:lnTo>
                    <a:lnTo>
                      <a:pt x="0" y="4"/>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08" name="Freeform 1694"/>
              <p:cNvSpPr>
                <a:spLocks/>
              </p:cNvSpPr>
              <p:nvPr/>
            </p:nvSpPr>
            <p:spPr bwMode="gray">
              <a:xfrm>
                <a:off x="6455922" y="5366695"/>
                <a:ext cx="40433" cy="15108"/>
              </a:xfrm>
              <a:custGeom>
                <a:avLst/>
                <a:gdLst/>
                <a:ahLst/>
                <a:cxnLst>
                  <a:cxn ang="0">
                    <a:pos x="1" y="0"/>
                  </a:cxn>
                  <a:cxn ang="0">
                    <a:pos x="16" y="1"/>
                  </a:cxn>
                  <a:cxn ang="0">
                    <a:pos x="15" y="7"/>
                  </a:cxn>
                  <a:cxn ang="0">
                    <a:pos x="0" y="6"/>
                  </a:cxn>
                  <a:cxn ang="0">
                    <a:pos x="0" y="1"/>
                  </a:cxn>
                  <a:cxn ang="0">
                    <a:pos x="1" y="0"/>
                  </a:cxn>
                </a:cxnLst>
                <a:rect l="0" t="0" r="r" b="b"/>
                <a:pathLst>
                  <a:path w="16" h="7">
                    <a:moveTo>
                      <a:pt x="1" y="0"/>
                    </a:moveTo>
                    <a:lnTo>
                      <a:pt x="16" y="1"/>
                    </a:lnTo>
                    <a:lnTo>
                      <a:pt x="15" y="7"/>
                    </a:lnTo>
                    <a:lnTo>
                      <a:pt x="0" y="6"/>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209" name="Freeform 1695"/>
              <p:cNvSpPr>
                <a:spLocks/>
              </p:cNvSpPr>
              <p:nvPr/>
            </p:nvSpPr>
            <p:spPr bwMode="gray">
              <a:xfrm>
                <a:off x="7076136" y="5474560"/>
                <a:ext cx="40433" cy="19676"/>
              </a:xfrm>
              <a:custGeom>
                <a:avLst/>
                <a:gdLst/>
                <a:ahLst/>
                <a:cxnLst>
                  <a:cxn ang="0">
                    <a:pos x="1" y="0"/>
                  </a:cxn>
                  <a:cxn ang="0">
                    <a:pos x="17" y="1"/>
                  </a:cxn>
                  <a:cxn ang="0">
                    <a:pos x="15" y="8"/>
                  </a:cxn>
                  <a:cxn ang="0">
                    <a:pos x="0" y="6"/>
                  </a:cxn>
                  <a:cxn ang="0">
                    <a:pos x="0" y="1"/>
                  </a:cxn>
                  <a:cxn ang="0">
                    <a:pos x="1" y="0"/>
                  </a:cxn>
                </a:cxnLst>
                <a:rect l="0" t="0" r="r" b="b"/>
                <a:pathLst>
                  <a:path w="17" h="8">
                    <a:moveTo>
                      <a:pt x="1" y="0"/>
                    </a:moveTo>
                    <a:lnTo>
                      <a:pt x="17" y="1"/>
                    </a:lnTo>
                    <a:lnTo>
                      <a:pt x="15" y="8"/>
                    </a:lnTo>
                    <a:lnTo>
                      <a:pt x="0" y="6"/>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210" name="Freeform 1696"/>
              <p:cNvSpPr>
                <a:spLocks/>
              </p:cNvSpPr>
              <p:nvPr/>
            </p:nvSpPr>
            <p:spPr bwMode="gray">
              <a:xfrm>
                <a:off x="7126765" y="5506884"/>
                <a:ext cx="37621" cy="22486"/>
              </a:xfrm>
              <a:custGeom>
                <a:avLst/>
                <a:gdLst/>
                <a:ahLst/>
                <a:cxnLst>
                  <a:cxn ang="0">
                    <a:pos x="1" y="0"/>
                  </a:cxn>
                  <a:cxn ang="0">
                    <a:pos x="17" y="1"/>
                  </a:cxn>
                  <a:cxn ang="0">
                    <a:pos x="15" y="9"/>
                  </a:cxn>
                  <a:cxn ang="0">
                    <a:pos x="0" y="7"/>
                  </a:cxn>
                  <a:cxn ang="0">
                    <a:pos x="1" y="1"/>
                  </a:cxn>
                  <a:cxn ang="0">
                    <a:pos x="1" y="0"/>
                  </a:cxn>
                </a:cxnLst>
                <a:rect l="0" t="0" r="r" b="b"/>
                <a:pathLst>
                  <a:path w="17" h="9">
                    <a:moveTo>
                      <a:pt x="1" y="0"/>
                    </a:moveTo>
                    <a:lnTo>
                      <a:pt x="17" y="1"/>
                    </a:lnTo>
                    <a:lnTo>
                      <a:pt x="15" y="9"/>
                    </a:lnTo>
                    <a:lnTo>
                      <a:pt x="0" y="7"/>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11" name="Freeform 1697"/>
              <p:cNvSpPr>
                <a:spLocks/>
              </p:cNvSpPr>
              <p:nvPr/>
            </p:nvSpPr>
            <p:spPr bwMode="gray">
              <a:xfrm>
                <a:off x="7083871" y="5449262"/>
                <a:ext cx="42895" cy="15108"/>
              </a:xfrm>
              <a:custGeom>
                <a:avLst/>
                <a:gdLst/>
                <a:ahLst/>
                <a:cxnLst>
                  <a:cxn ang="0">
                    <a:pos x="2" y="0"/>
                  </a:cxn>
                  <a:cxn ang="0">
                    <a:pos x="18" y="1"/>
                  </a:cxn>
                  <a:cxn ang="0">
                    <a:pos x="17" y="6"/>
                  </a:cxn>
                  <a:cxn ang="0">
                    <a:pos x="0" y="6"/>
                  </a:cxn>
                  <a:cxn ang="0">
                    <a:pos x="1" y="1"/>
                  </a:cxn>
                  <a:cxn ang="0">
                    <a:pos x="2" y="0"/>
                  </a:cxn>
                </a:cxnLst>
                <a:rect l="0" t="0" r="r" b="b"/>
                <a:pathLst>
                  <a:path w="18" h="6">
                    <a:moveTo>
                      <a:pt x="2" y="0"/>
                    </a:moveTo>
                    <a:lnTo>
                      <a:pt x="18" y="1"/>
                    </a:lnTo>
                    <a:lnTo>
                      <a:pt x="17"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12" name="Freeform 1698"/>
              <p:cNvSpPr>
                <a:spLocks/>
              </p:cNvSpPr>
              <p:nvPr/>
            </p:nvSpPr>
            <p:spPr bwMode="gray">
              <a:xfrm>
                <a:off x="7136610" y="5471749"/>
                <a:ext cx="42895" cy="20027"/>
              </a:xfrm>
              <a:custGeom>
                <a:avLst/>
                <a:gdLst/>
                <a:ahLst/>
                <a:cxnLst>
                  <a:cxn ang="0">
                    <a:pos x="1" y="0"/>
                  </a:cxn>
                  <a:cxn ang="0">
                    <a:pos x="18" y="0"/>
                  </a:cxn>
                  <a:cxn ang="0">
                    <a:pos x="15" y="9"/>
                  </a:cxn>
                  <a:cxn ang="0">
                    <a:pos x="0" y="8"/>
                  </a:cxn>
                  <a:cxn ang="0">
                    <a:pos x="0" y="1"/>
                  </a:cxn>
                  <a:cxn ang="0">
                    <a:pos x="1" y="0"/>
                  </a:cxn>
                </a:cxnLst>
                <a:rect l="0" t="0" r="r" b="b"/>
                <a:pathLst>
                  <a:path w="18" h="9">
                    <a:moveTo>
                      <a:pt x="1" y="0"/>
                    </a:moveTo>
                    <a:lnTo>
                      <a:pt x="18" y="0"/>
                    </a:lnTo>
                    <a:lnTo>
                      <a:pt x="15" y="9"/>
                    </a:lnTo>
                    <a:lnTo>
                      <a:pt x="0" y="8"/>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213" name="Freeform 1699"/>
              <p:cNvSpPr>
                <a:spLocks/>
              </p:cNvSpPr>
              <p:nvPr/>
            </p:nvSpPr>
            <p:spPr bwMode="gray">
              <a:xfrm>
                <a:off x="6889439" y="5416938"/>
                <a:ext cx="37972" cy="12297"/>
              </a:xfrm>
              <a:custGeom>
                <a:avLst/>
                <a:gdLst/>
                <a:ahLst/>
                <a:cxnLst>
                  <a:cxn ang="0">
                    <a:pos x="1" y="0"/>
                  </a:cxn>
                  <a:cxn ang="0">
                    <a:pos x="15" y="1"/>
                  </a:cxn>
                  <a:cxn ang="0">
                    <a:pos x="15" y="6"/>
                  </a:cxn>
                  <a:cxn ang="0">
                    <a:pos x="0" y="5"/>
                  </a:cxn>
                  <a:cxn ang="0">
                    <a:pos x="0" y="1"/>
                  </a:cxn>
                  <a:cxn ang="0">
                    <a:pos x="1" y="0"/>
                  </a:cxn>
                </a:cxnLst>
                <a:rect l="0" t="0" r="r" b="b"/>
                <a:pathLst>
                  <a:path w="15" h="6">
                    <a:moveTo>
                      <a:pt x="1" y="0"/>
                    </a:moveTo>
                    <a:lnTo>
                      <a:pt x="15" y="1"/>
                    </a:lnTo>
                    <a:lnTo>
                      <a:pt x="15" y="6"/>
                    </a:lnTo>
                    <a:lnTo>
                      <a:pt x="0" y="5"/>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214" name="Freeform 1700"/>
              <p:cNvSpPr>
                <a:spLocks/>
              </p:cNvSpPr>
              <p:nvPr/>
            </p:nvSpPr>
            <p:spPr bwMode="gray">
              <a:xfrm>
                <a:off x="6849357" y="5497046"/>
                <a:ext cx="40082" cy="17216"/>
              </a:xfrm>
              <a:custGeom>
                <a:avLst/>
                <a:gdLst/>
                <a:ahLst/>
                <a:cxnLst>
                  <a:cxn ang="0">
                    <a:pos x="2" y="0"/>
                  </a:cxn>
                  <a:cxn ang="0">
                    <a:pos x="18" y="1"/>
                  </a:cxn>
                  <a:cxn ang="0">
                    <a:pos x="17" y="7"/>
                  </a:cxn>
                  <a:cxn ang="0">
                    <a:pos x="0" y="6"/>
                  </a:cxn>
                  <a:cxn ang="0">
                    <a:pos x="2" y="1"/>
                  </a:cxn>
                  <a:cxn ang="0">
                    <a:pos x="2" y="0"/>
                  </a:cxn>
                </a:cxnLst>
                <a:rect l="0" t="0" r="r" b="b"/>
                <a:pathLst>
                  <a:path w="18" h="7">
                    <a:moveTo>
                      <a:pt x="2" y="0"/>
                    </a:moveTo>
                    <a:lnTo>
                      <a:pt x="18" y="1"/>
                    </a:lnTo>
                    <a:lnTo>
                      <a:pt x="17"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15" name="Freeform 1701"/>
              <p:cNvSpPr>
                <a:spLocks/>
              </p:cNvSpPr>
              <p:nvPr/>
            </p:nvSpPr>
            <p:spPr bwMode="gray">
              <a:xfrm>
                <a:off x="7096528" y="5421857"/>
                <a:ext cx="35159" cy="17568"/>
              </a:xfrm>
              <a:custGeom>
                <a:avLst/>
                <a:gdLst/>
                <a:ahLst/>
                <a:cxnLst>
                  <a:cxn ang="0">
                    <a:pos x="0" y="0"/>
                  </a:cxn>
                  <a:cxn ang="0">
                    <a:pos x="16" y="1"/>
                  </a:cxn>
                  <a:cxn ang="0">
                    <a:pos x="14" y="8"/>
                  </a:cxn>
                  <a:cxn ang="0">
                    <a:pos x="0" y="6"/>
                  </a:cxn>
                  <a:cxn ang="0">
                    <a:pos x="0" y="1"/>
                  </a:cxn>
                  <a:cxn ang="0">
                    <a:pos x="0" y="0"/>
                  </a:cxn>
                </a:cxnLst>
                <a:rect l="0" t="0" r="r" b="b"/>
                <a:pathLst>
                  <a:path w="16" h="8">
                    <a:moveTo>
                      <a:pt x="0" y="0"/>
                    </a:moveTo>
                    <a:lnTo>
                      <a:pt x="16" y="1"/>
                    </a:lnTo>
                    <a:lnTo>
                      <a:pt x="14" y="8"/>
                    </a:lnTo>
                    <a:lnTo>
                      <a:pt x="0" y="6"/>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216" name="Freeform 1702"/>
              <p:cNvSpPr>
                <a:spLocks/>
              </p:cNvSpPr>
              <p:nvPr/>
            </p:nvSpPr>
            <p:spPr bwMode="gray">
              <a:xfrm>
                <a:off x="7146806" y="5429235"/>
                <a:ext cx="42895" cy="25297"/>
              </a:xfrm>
              <a:custGeom>
                <a:avLst/>
                <a:gdLst/>
                <a:ahLst/>
                <a:cxnLst>
                  <a:cxn ang="0">
                    <a:pos x="4" y="0"/>
                  </a:cxn>
                  <a:cxn ang="0">
                    <a:pos x="18" y="1"/>
                  </a:cxn>
                  <a:cxn ang="0">
                    <a:pos x="15" y="10"/>
                  </a:cxn>
                  <a:cxn ang="0">
                    <a:pos x="0" y="8"/>
                  </a:cxn>
                  <a:cxn ang="0">
                    <a:pos x="3" y="3"/>
                  </a:cxn>
                  <a:cxn ang="0">
                    <a:pos x="4" y="0"/>
                  </a:cxn>
                </a:cxnLst>
                <a:rect l="0" t="0" r="r" b="b"/>
                <a:pathLst>
                  <a:path w="18" h="10">
                    <a:moveTo>
                      <a:pt x="4" y="0"/>
                    </a:moveTo>
                    <a:lnTo>
                      <a:pt x="18" y="1"/>
                    </a:lnTo>
                    <a:lnTo>
                      <a:pt x="15" y="10"/>
                    </a:lnTo>
                    <a:lnTo>
                      <a:pt x="0" y="8"/>
                    </a:lnTo>
                    <a:lnTo>
                      <a:pt x="3" y="3"/>
                    </a:lnTo>
                    <a:lnTo>
                      <a:pt x="4" y="0"/>
                    </a:lnTo>
                    <a:close/>
                  </a:path>
                </a:pathLst>
              </a:custGeom>
              <a:noFill/>
              <a:ln w="3175" cap="rnd" cmpd="sng">
                <a:solidFill>
                  <a:schemeClr val="bg2"/>
                </a:solidFill>
                <a:prstDash val="sysDot"/>
                <a:round/>
                <a:headEnd/>
                <a:tailEnd/>
              </a:ln>
            </p:spPr>
            <p:txBody>
              <a:bodyPr/>
              <a:lstStyle/>
              <a:p>
                <a:endParaRPr lang="en-US"/>
              </a:p>
            </p:txBody>
          </p:sp>
          <p:sp>
            <p:nvSpPr>
              <p:cNvPr id="217" name="Freeform 1703"/>
              <p:cNvSpPr>
                <a:spLocks/>
              </p:cNvSpPr>
              <p:nvPr/>
            </p:nvSpPr>
            <p:spPr bwMode="gray">
              <a:xfrm>
                <a:off x="6904909" y="5389533"/>
                <a:ext cx="35159" cy="14757"/>
              </a:xfrm>
              <a:custGeom>
                <a:avLst/>
                <a:gdLst/>
                <a:ahLst/>
                <a:cxnLst>
                  <a:cxn ang="0">
                    <a:pos x="0" y="0"/>
                  </a:cxn>
                  <a:cxn ang="0">
                    <a:pos x="16" y="1"/>
                  </a:cxn>
                  <a:cxn ang="0">
                    <a:pos x="15" y="7"/>
                  </a:cxn>
                  <a:cxn ang="0">
                    <a:pos x="0" y="7"/>
                  </a:cxn>
                  <a:cxn ang="0">
                    <a:pos x="0" y="1"/>
                  </a:cxn>
                  <a:cxn ang="0">
                    <a:pos x="0" y="0"/>
                  </a:cxn>
                </a:cxnLst>
                <a:rect l="0" t="0" r="r" b="b"/>
                <a:pathLst>
                  <a:path w="16" h="7">
                    <a:moveTo>
                      <a:pt x="0" y="0"/>
                    </a:moveTo>
                    <a:lnTo>
                      <a:pt x="16" y="1"/>
                    </a:lnTo>
                    <a:lnTo>
                      <a:pt x="15" y="7"/>
                    </a:lnTo>
                    <a:lnTo>
                      <a:pt x="0" y="7"/>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218" name="Freeform 1704"/>
              <p:cNvSpPr>
                <a:spLocks/>
              </p:cNvSpPr>
              <p:nvPr/>
            </p:nvSpPr>
            <p:spPr bwMode="gray">
              <a:xfrm>
                <a:off x="7103912" y="5394452"/>
                <a:ext cx="42895" cy="14757"/>
              </a:xfrm>
              <a:custGeom>
                <a:avLst/>
                <a:gdLst/>
                <a:ahLst/>
                <a:cxnLst>
                  <a:cxn ang="0">
                    <a:pos x="1" y="0"/>
                  </a:cxn>
                  <a:cxn ang="0">
                    <a:pos x="17" y="1"/>
                  </a:cxn>
                  <a:cxn ang="0">
                    <a:pos x="16" y="7"/>
                  </a:cxn>
                  <a:cxn ang="0">
                    <a:pos x="0" y="5"/>
                  </a:cxn>
                  <a:cxn ang="0">
                    <a:pos x="1" y="1"/>
                  </a:cxn>
                  <a:cxn ang="0">
                    <a:pos x="1" y="0"/>
                  </a:cxn>
                </a:cxnLst>
                <a:rect l="0" t="0" r="r" b="b"/>
                <a:pathLst>
                  <a:path w="17" h="7">
                    <a:moveTo>
                      <a:pt x="1" y="0"/>
                    </a:moveTo>
                    <a:lnTo>
                      <a:pt x="17" y="1"/>
                    </a:lnTo>
                    <a:lnTo>
                      <a:pt x="16" y="7"/>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19" name="Freeform 1705"/>
              <p:cNvSpPr>
                <a:spLocks/>
              </p:cNvSpPr>
              <p:nvPr/>
            </p:nvSpPr>
            <p:spPr bwMode="gray">
              <a:xfrm>
                <a:off x="7161925" y="5394452"/>
                <a:ext cx="42895" cy="20027"/>
              </a:xfrm>
              <a:custGeom>
                <a:avLst/>
                <a:gdLst/>
                <a:ahLst/>
                <a:cxnLst>
                  <a:cxn ang="0">
                    <a:pos x="1" y="0"/>
                  </a:cxn>
                  <a:cxn ang="0">
                    <a:pos x="18" y="1"/>
                  </a:cxn>
                  <a:cxn ang="0">
                    <a:pos x="16" y="9"/>
                  </a:cxn>
                  <a:cxn ang="0">
                    <a:pos x="0" y="8"/>
                  </a:cxn>
                  <a:cxn ang="0">
                    <a:pos x="1" y="1"/>
                  </a:cxn>
                  <a:cxn ang="0">
                    <a:pos x="1" y="0"/>
                  </a:cxn>
                </a:cxnLst>
                <a:rect l="0" t="0" r="r" b="b"/>
                <a:pathLst>
                  <a:path w="18" h="9">
                    <a:moveTo>
                      <a:pt x="1" y="0"/>
                    </a:moveTo>
                    <a:lnTo>
                      <a:pt x="18" y="1"/>
                    </a:lnTo>
                    <a:lnTo>
                      <a:pt x="16" y="9"/>
                    </a:lnTo>
                    <a:lnTo>
                      <a:pt x="0" y="8"/>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20" name="Freeform 1706"/>
              <p:cNvSpPr>
                <a:spLocks/>
              </p:cNvSpPr>
              <p:nvPr/>
            </p:nvSpPr>
            <p:spPr bwMode="gray">
              <a:xfrm>
                <a:off x="7066291" y="5501965"/>
                <a:ext cx="37621" cy="22486"/>
              </a:xfrm>
              <a:custGeom>
                <a:avLst/>
                <a:gdLst/>
                <a:ahLst/>
                <a:cxnLst>
                  <a:cxn ang="0">
                    <a:pos x="1" y="0"/>
                  </a:cxn>
                  <a:cxn ang="0">
                    <a:pos x="16" y="1"/>
                  </a:cxn>
                  <a:cxn ang="0">
                    <a:pos x="15" y="9"/>
                  </a:cxn>
                  <a:cxn ang="0">
                    <a:pos x="0" y="8"/>
                  </a:cxn>
                  <a:cxn ang="0">
                    <a:pos x="1" y="2"/>
                  </a:cxn>
                  <a:cxn ang="0">
                    <a:pos x="1" y="0"/>
                  </a:cxn>
                </a:cxnLst>
                <a:rect l="0" t="0" r="r" b="b"/>
                <a:pathLst>
                  <a:path w="16" h="9">
                    <a:moveTo>
                      <a:pt x="1" y="0"/>
                    </a:moveTo>
                    <a:lnTo>
                      <a:pt x="16" y="1"/>
                    </a:lnTo>
                    <a:lnTo>
                      <a:pt x="15" y="9"/>
                    </a:lnTo>
                    <a:lnTo>
                      <a:pt x="0" y="8"/>
                    </a:lnTo>
                    <a:lnTo>
                      <a:pt x="1" y="2"/>
                    </a:lnTo>
                    <a:lnTo>
                      <a:pt x="1" y="0"/>
                    </a:lnTo>
                    <a:close/>
                  </a:path>
                </a:pathLst>
              </a:custGeom>
              <a:noFill/>
              <a:ln w="3175" cap="rnd" cmpd="sng">
                <a:solidFill>
                  <a:schemeClr val="bg2"/>
                </a:solidFill>
                <a:prstDash val="sysDot"/>
                <a:round/>
                <a:headEnd/>
                <a:tailEnd/>
              </a:ln>
            </p:spPr>
            <p:txBody>
              <a:bodyPr/>
              <a:lstStyle/>
              <a:p>
                <a:endParaRPr lang="en-US"/>
              </a:p>
            </p:txBody>
          </p:sp>
          <p:sp>
            <p:nvSpPr>
              <p:cNvPr id="221" name="Freeform 1707"/>
              <p:cNvSpPr>
                <a:spLocks/>
              </p:cNvSpPr>
              <p:nvPr/>
            </p:nvSpPr>
            <p:spPr bwMode="gray">
              <a:xfrm>
                <a:off x="6950265" y="5497046"/>
                <a:ext cx="98095" cy="22486"/>
              </a:xfrm>
              <a:custGeom>
                <a:avLst/>
                <a:gdLst/>
                <a:ahLst/>
                <a:cxnLst>
                  <a:cxn ang="0">
                    <a:pos x="3" y="0"/>
                  </a:cxn>
                  <a:cxn ang="0">
                    <a:pos x="42" y="2"/>
                  </a:cxn>
                  <a:cxn ang="0">
                    <a:pos x="38" y="10"/>
                  </a:cxn>
                  <a:cxn ang="0">
                    <a:pos x="0" y="8"/>
                  </a:cxn>
                  <a:cxn ang="0">
                    <a:pos x="2" y="2"/>
                  </a:cxn>
                  <a:cxn ang="0">
                    <a:pos x="3" y="0"/>
                  </a:cxn>
                </a:cxnLst>
                <a:rect l="0" t="0" r="r" b="b"/>
                <a:pathLst>
                  <a:path w="42" h="10">
                    <a:moveTo>
                      <a:pt x="3" y="0"/>
                    </a:moveTo>
                    <a:lnTo>
                      <a:pt x="42" y="2"/>
                    </a:lnTo>
                    <a:lnTo>
                      <a:pt x="38" y="10"/>
                    </a:lnTo>
                    <a:lnTo>
                      <a:pt x="0" y="8"/>
                    </a:lnTo>
                    <a:lnTo>
                      <a:pt x="2" y="2"/>
                    </a:lnTo>
                    <a:lnTo>
                      <a:pt x="3" y="0"/>
                    </a:lnTo>
                    <a:close/>
                  </a:path>
                </a:pathLst>
              </a:custGeom>
              <a:noFill/>
              <a:ln w="3175" cap="rnd" cmpd="sng">
                <a:solidFill>
                  <a:schemeClr val="bg2"/>
                </a:solidFill>
                <a:prstDash val="sysDot"/>
                <a:round/>
                <a:headEnd/>
                <a:tailEnd/>
              </a:ln>
            </p:spPr>
            <p:txBody>
              <a:bodyPr/>
              <a:lstStyle/>
              <a:p>
                <a:endParaRPr lang="en-US"/>
              </a:p>
            </p:txBody>
          </p:sp>
          <p:sp>
            <p:nvSpPr>
              <p:cNvPr id="222" name="Freeform 1708"/>
              <p:cNvSpPr>
                <a:spLocks/>
              </p:cNvSpPr>
              <p:nvPr/>
            </p:nvSpPr>
            <p:spPr bwMode="gray">
              <a:xfrm>
                <a:off x="6912292" y="5366695"/>
                <a:ext cx="37972" cy="15108"/>
              </a:xfrm>
              <a:custGeom>
                <a:avLst/>
                <a:gdLst/>
                <a:ahLst/>
                <a:cxnLst>
                  <a:cxn ang="0">
                    <a:pos x="0" y="0"/>
                  </a:cxn>
                  <a:cxn ang="0">
                    <a:pos x="15" y="0"/>
                  </a:cxn>
                  <a:cxn ang="0">
                    <a:pos x="14" y="6"/>
                  </a:cxn>
                  <a:cxn ang="0">
                    <a:pos x="0" y="5"/>
                  </a:cxn>
                  <a:cxn ang="0">
                    <a:pos x="0" y="1"/>
                  </a:cxn>
                  <a:cxn ang="0">
                    <a:pos x="0" y="0"/>
                  </a:cxn>
                </a:cxnLst>
                <a:rect l="0" t="0" r="r" b="b"/>
                <a:pathLst>
                  <a:path w="15" h="6">
                    <a:moveTo>
                      <a:pt x="0" y="0"/>
                    </a:moveTo>
                    <a:lnTo>
                      <a:pt x="15" y="0"/>
                    </a:lnTo>
                    <a:lnTo>
                      <a:pt x="14" y="6"/>
                    </a:lnTo>
                    <a:lnTo>
                      <a:pt x="0" y="5"/>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223" name="Freeform 1709"/>
              <p:cNvSpPr>
                <a:spLocks/>
              </p:cNvSpPr>
              <p:nvPr/>
            </p:nvSpPr>
            <p:spPr bwMode="gray">
              <a:xfrm>
                <a:off x="6332161" y="5439425"/>
                <a:ext cx="42895" cy="15108"/>
              </a:xfrm>
              <a:custGeom>
                <a:avLst/>
                <a:gdLst/>
                <a:ahLst/>
                <a:cxnLst>
                  <a:cxn ang="0">
                    <a:pos x="1" y="0"/>
                  </a:cxn>
                  <a:cxn ang="0">
                    <a:pos x="18" y="1"/>
                  </a:cxn>
                  <a:cxn ang="0">
                    <a:pos x="15" y="7"/>
                  </a:cxn>
                  <a:cxn ang="0">
                    <a:pos x="0" y="6"/>
                  </a:cxn>
                  <a:cxn ang="0">
                    <a:pos x="1" y="2"/>
                  </a:cxn>
                  <a:cxn ang="0">
                    <a:pos x="1" y="0"/>
                  </a:cxn>
                </a:cxnLst>
                <a:rect l="0" t="0" r="r" b="b"/>
                <a:pathLst>
                  <a:path w="18" h="7">
                    <a:moveTo>
                      <a:pt x="1" y="0"/>
                    </a:moveTo>
                    <a:lnTo>
                      <a:pt x="18" y="1"/>
                    </a:lnTo>
                    <a:lnTo>
                      <a:pt x="15" y="7"/>
                    </a:lnTo>
                    <a:lnTo>
                      <a:pt x="0" y="6"/>
                    </a:lnTo>
                    <a:lnTo>
                      <a:pt x="1" y="2"/>
                    </a:lnTo>
                    <a:lnTo>
                      <a:pt x="1" y="0"/>
                    </a:lnTo>
                    <a:close/>
                  </a:path>
                </a:pathLst>
              </a:custGeom>
              <a:noFill/>
              <a:ln w="3175" cap="rnd" cmpd="sng">
                <a:solidFill>
                  <a:schemeClr val="bg2"/>
                </a:solidFill>
                <a:prstDash val="sysDot"/>
                <a:round/>
                <a:headEnd/>
                <a:tailEnd/>
              </a:ln>
            </p:spPr>
            <p:txBody>
              <a:bodyPr/>
              <a:lstStyle/>
              <a:p>
                <a:endParaRPr lang="en-US"/>
              </a:p>
            </p:txBody>
          </p:sp>
          <p:sp>
            <p:nvSpPr>
              <p:cNvPr id="224" name="Freeform 1710"/>
              <p:cNvSpPr>
                <a:spLocks/>
              </p:cNvSpPr>
              <p:nvPr/>
            </p:nvSpPr>
            <p:spPr bwMode="gray">
              <a:xfrm>
                <a:off x="6377516" y="5419398"/>
                <a:ext cx="37972" cy="12649"/>
              </a:xfrm>
              <a:custGeom>
                <a:avLst/>
                <a:gdLst/>
                <a:ahLst/>
                <a:cxnLst>
                  <a:cxn ang="0">
                    <a:pos x="2" y="0"/>
                  </a:cxn>
                  <a:cxn ang="0">
                    <a:pos x="17" y="1"/>
                  </a:cxn>
                  <a:cxn ang="0">
                    <a:pos x="14" y="6"/>
                  </a:cxn>
                  <a:cxn ang="0">
                    <a:pos x="0" y="6"/>
                  </a:cxn>
                  <a:cxn ang="0">
                    <a:pos x="1" y="1"/>
                  </a:cxn>
                  <a:cxn ang="0">
                    <a:pos x="2" y="0"/>
                  </a:cxn>
                </a:cxnLst>
                <a:rect l="0" t="0" r="r" b="b"/>
                <a:pathLst>
                  <a:path w="17" h="6">
                    <a:moveTo>
                      <a:pt x="2" y="0"/>
                    </a:moveTo>
                    <a:lnTo>
                      <a:pt x="17" y="1"/>
                    </a:lnTo>
                    <a:lnTo>
                      <a:pt x="14"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25" name="Freeform 1711"/>
              <p:cNvSpPr>
                <a:spLocks/>
              </p:cNvSpPr>
              <p:nvPr/>
            </p:nvSpPr>
            <p:spPr bwMode="gray">
              <a:xfrm>
                <a:off x="6425685" y="5394452"/>
                <a:ext cx="40082" cy="12297"/>
              </a:xfrm>
              <a:custGeom>
                <a:avLst/>
                <a:gdLst/>
                <a:ahLst/>
                <a:cxnLst>
                  <a:cxn ang="0">
                    <a:pos x="1" y="0"/>
                  </a:cxn>
                  <a:cxn ang="0">
                    <a:pos x="18" y="1"/>
                  </a:cxn>
                  <a:cxn ang="0">
                    <a:pos x="15" y="6"/>
                  </a:cxn>
                  <a:cxn ang="0">
                    <a:pos x="0" y="6"/>
                  </a:cxn>
                  <a:cxn ang="0">
                    <a:pos x="1" y="1"/>
                  </a:cxn>
                  <a:cxn ang="0">
                    <a:pos x="1" y="0"/>
                  </a:cxn>
                </a:cxnLst>
                <a:rect l="0" t="0" r="r" b="b"/>
                <a:pathLst>
                  <a:path w="18" h="6">
                    <a:moveTo>
                      <a:pt x="1" y="0"/>
                    </a:moveTo>
                    <a:lnTo>
                      <a:pt x="18" y="1"/>
                    </a:lnTo>
                    <a:lnTo>
                      <a:pt x="15" y="6"/>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26" name="Freeform 1712"/>
              <p:cNvSpPr>
                <a:spLocks/>
              </p:cNvSpPr>
              <p:nvPr/>
            </p:nvSpPr>
            <p:spPr bwMode="gray">
              <a:xfrm>
                <a:off x="6400370" y="5366695"/>
                <a:ext cx="37972" cy="12649"/>
              </a:xfrm>
              <a:custGeom>
                <a:avLst/>
                <a:gdLst/>
                <a:ahLst/>
                <a:cxnLst>
                  <a:cxn ang="0">
                    <a:pos x="2" y="0"/>
                  </a:cxn>
                  <a:cxn ang="0">
                    <a:pos x="17" y="1"/>
                  </a:cxn>
                  <a:cxn ang="0">
                    <a:pos x="14" y="6"/>
                  </a:cxn>
                  <a:cxn ang="0">
                    <a:pos x="0" y="5"/>
                  </a:cxn>
                  <a:cxn ang="0">
                    <a:pos x="1" y="1"/>
                  </a:cxn>
                  <a:cxn ang="0">
                    <a:pos x="2" y="0"/>
                  </a:cxn>
                </a:cxnLst>
                <a:rect l="0" t="0" r="r" b="b"/>
                <a:pathLst>
                  <a:path w="17" h="6">
                    <a:moveTo>
                      <a:pt x="2" y="0"/>
                    </a:moveTo>
                    <a:lnTo>
                      <a:pt x="17" y="1"/>
                    </a:lnTo>
                    <a:lnTo>
                      <a:pt x="1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27" name="Freeform 1713"/>
              <p:cNvSpPr>
                <a:spLocks/>
              </p:cNvSpPr>
              <p:nvPr/>
            </p:nvSpPr>
            <p:spPr bwMode="gray">
              <a:xfrm>
                <a:off x="7015661" y="5471749"/>
                <a:ext cx="40433" cy="17568"/>
              </a:xfrm>
              <a:custGeom>
                <a:avLst/>
                <a:gdLst/>
                <a:ahLst/>
                <a:cxnLst>
                  <a:cxn ang="0">
                    <a:pos x="2" y="0"/>
                  </a:cxn>
                  <a:cxn ang="0">
                    <a:pos x="16" y="1"/>
                  </a:cxn>
                  <a:cxn ang="0">
                    <a:pos x="15" y="7"/>
                  </a:cxn>
                  <a:cxn ang="0">
                    <a:pos x="0" y="6"/>
                  </a:cxn>
                  <a:cxn ang="0">
                    <a:pos x="1" y="1"/>
                  </a:cxn>
                  <a:cxn ang="0">
                    <a:pos x="2" y="0"/>
                  </a:cxn>
                </a:cxnLst>
                <a:rect l="0" t="0" r="r" b="b"/>
                <a:pathLst>
                  <a:path w="16" h="7">
                    <a:moveTo>
                      <a:pt x="2" y="0"/>
                    </a:moveTo>
                    <a:lnTo>
                      <a:pt x="16" y="1"/>
                    </a:lnTo>
                    <a:lnTo>
                      <a:pt x="15"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28" name="Freeform 1714"/>
              <p:cNvSpPr>
                <a:spLocks/>
              </p:cNvSpPr>
              <p:nvPr/>
            </p:nvSpPr>
            <p:spPr bwMode="gray">
              <a:xfrm>
                <a:off x="7025857" y="5446803"/>
                <a:ext cx="45356" cy="15108"/>
              </a:xfrm>
              <a:custGeom>
                <a:avLst/>
                <a:gdLst/>
                <a:ahLst/>
                <a:cxnLst>
                  <a:cxn ang="0">
                    <a:pos x="1" y="0"/>
                  </a:cxn>
                  <a:cxn ang="0">
                    <a:pos x="18" y="0"/>
                  </a:cxn>
                  <a:cxn ang="0">
                    <a:pos x="15" y="6"/>
                  </a:cxn>
                  <a:cxn ang="0">
                    <a:pos x="0" y="5"/>
                  </a:cxn>
                  <a:cxn ang="0">
                    <a:pos x="1" y="1"/>
                  </a:cxn>
                  <a:cxn ang="0">
                    <a:pos x="1" y="0"/>
                  </a:cxn>
                </a:cxnLst>
                <a:rect l="0" t="0" r="r" b="b"/>
                <a:pathLst>
                  <a:path w="18" h="6">
                    <a:moveTo>
                      <a:pt x="1" y="0"/>
                    </a:moveTo>
                    <a:lnTo>
                      <a:pt x="18" y="0"/>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29" name="Freeform 1715"/>
              <p:cNvSpPr>
                <a:spLocks/>
              </p:cNvSpPr>
              <p:nvPr/>
            </p:nvSpPr>
            <p:spPr bwMode="gray">
              <a:xfrm>
                <a:off x="6831777" y="5409208"/>
                <a:ext cx="42543" cy="17568"/>
              </a:xfrm>
              <a:custGeom>
                <a:avLst/>
                <a:gdLst/>
                <a:ahLst/>
                <a:cxnLst>
                  <a:cxn ang="0">
                    <a:pos x="1" y="0"/>
                  </a:cxn>
                  <a:cxn ang="0">
                    <a:pos x="18" y="1"/>
                  </a:cxn>
                  <a:cxn ang="0">
                    <a:pos x="15" y="7"/>
                  </a:cxn>
                  <a:cxn ang="0">
                    <a:pos x="0" y="6"/>
                  </a:cxn>
                  <a:cxn ang="0">
                    <a:pos x="0" y="2"/>
                  </a:cxn>
                  <a:cxn ang="0">
                    <a:pos x="1" y="0"/>
                  </a:cxn>
                </a:cxnLst>
                <a:rect l="0" t="0" r="r" b="b"/>
                <a:pathLst>
                  <a:path w="18" h="7">
                    <a:moveTo>
                      <a:pt x="1" y="0"/>
                    </a:moveTo>
                    <a:lnTo>
                      <a:pt x="18" y="1"/>
                    </a:lnTo>
                    <a:lnTo>
                      <a:pt x="15" y="7"/>
                    </a:lnTo>
                    <a:lnTo>
                      <a:pt x="0" y="6"/>
                    </a:lnTo>
                    <a:lnTo>
                      <a:pt x="0" y="2"/>
                    </a:lnTo>
                    <a:lnTo>
                      <a:pt x="1" y="0"/>
                    </a:lnTo>
                    <a:close/>
                  </a:path>
                </a:pathLst>
              </a:custGeom>
              <a:noFill/>
              <a:ln w="3175" cap="rnd" cmpd="sng">
                <a:solidFill>
                  <a:schemeClr val="bg2"/>
                </a:solidFill>
                <a:prstDash val="sysDot"/>
                <a:round/>
                <a:headEnd/>
                <a:tailEnd/>
              </a:ln>
            </p:spPr>
            <p:txBody>
              <a:bodyPr/>
              <a:lstStyle/>
              <a:p>
                <a:endParaRPr lang="en-US"/>
              </a:p>
            </p:txBody>
          </p:sp>
          <p:sp>
            <p:nvSpPr>
              <p:cNvPr id="230" name="Freeform 1716"/>
              <p:cNvSpPr>
                <a:spLocks/>
              </p:cNvSpPr>
              <p:nvPr/>
            </p:nvSpPr>
            <p:spPr bwMode="gray">
              <a:xfrm>
                <a:off x="6791344" y="5497046"/>
                <a:ext cx="42895" cy="14757"/>
              </a:xfrm>
              <a:custGeom>
                <a:avLst/>
                <a:gdLst/>
                <a:ahLst/>
                <a:cxnLst>
                  <a:cxn ang="0">
                    <a:pos x="2" y="0"/>
                  </a:cxn>
                  <a:cxn ang="0">
                    <a:pos x="18" y="1"/>
                  </a:cxn>
                  <a:cxn ang="0">
                    <a:pos x="16" y="6"/>
                  </a:cxn>
                  <a:cxn ang="0">
                    <a:pos x="0" y="5"/>
                  </a:cxn>
                  <a:cxn ang="0">
                    <a:pos x="1" y="1"/>
                  </a:cxn>
                  <a:cxn ang="0">
                    <a:pos x="2" y="0"/>
                  </a:cxn>
                </a:cxnLst>
                <a:rect l="0" t="0" r="r" b="b"/>
                <a:pathLst>
                  <a:path w="18" h="6">
                    <a:moveTo>
                      <a:pt x="2" y="0"/>
                    </a:moveTo>
                    <a:lnTo>
                      <a:pt x="18" y="1"/>
                    </a:lnTo>
                    <a:lnTo>
                      <a:pt x="16"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31" name="Freeform 1717"/>
              <p:cNvSpPr>
                <a:spLocks/>
              </p:cNvSpPr>
              <p:nvPr/>
            </p:nvSpPr>
            <p:spPr bwMode="gray">
              <a:xfrm>
                <a:off x="7033241" y="5419398"/>
                <a:ext cx="42895" cy="17568"/>
              </a:xfrm>
              <a:custGeom>
                <a:avLst/>
                <a:gdLst/>
                <a:ahLst/>
                <a:cxnLst>
                  <a:cxn ang="0">
                    <a:pos x="2" y="0"/>
                  </a:cxn>
                  <a:cxn ang="0">
                    <a:pos x="18" y="2"/>
                  </a:cxn>
                  <a:cxn ang="0">
                    <a:pos x="16" y="7"/>
                  </a:cxn>
                  <a:cxn ang="0">
                    <a:pos x="0" y="6"/>
                  </a:cxn>
                  <a:cxn ang="0">
                    <a:pos x="1" y="2"/>
                  </a:cxn>
                  <a:cxn ang="0">
                    <a:pos x="2" y="0"/>
                  </a:cxn>
                </a:cxnLst>
                <a:rect l="0" t="0" r="r" b="b"/>
                <a:pathLst>
                  <a:path w="18" h="7">
                    <a:moveTo>
                      <a:pt x="2" y="0"/>
                    </a:moveTo>
                    <a:lnTo>
                      <a:pt x="18" y="2"/>
                    </a:lnTo>
                    <a:lnTo>
                      <a:pt x="16" y="7"/>
                    </a:lnTo>
                    <a:lnTo>
                      <a:pt x="0" y="6"/>
                    </a:lnTo>
                    <a:lnTo>
                      <a:pt x="1" y="2"/>
                    </a:lnTo>
                    <a:lnTo>
                      <a:pt x="2" y="0"/>
                    </a:lnTo>
                    <a:close/>
                  </a:path>
                </a:pathLst>
              </a:custGeom>
              <a:noFill/>
              <a:ln w="3175" cap="rnd" cmpd="sng">
                <a:solidFill>
                  <a:schemeClr val="bg2"/>
                </a:solidFill>
                <a:prstDash val="sysDot"/>
                <a:round/>
                <a:headEnd/>
                <a:tailEnd/>
              </a:ln>
            </p:spPr>
            <p:txBody>
              <a:bodyPr/>
              <a:lstStyle/>
              <a:p>
                <a:endParaRPr lang="en-US"/>
              </a:p>
            </p:txBody>
          </p:sp>
          <p:sp>
            <p:nvSpPr>
              <p:cNvPr id="232" name="Freeform 1718"/>
              <p:cNvSpPr>
                <a:spLocks/>
              </p:cNvSpPr>
              <p:nvPr/>
            </p:nvSpPr>
            <p:spPr bwMode="gray">
              <a:xfrm>
                <a:off x="6844083" y="5384262"/>
                <a:ext cx="40433" cy="17568"/>
              </a:xfrm>
              <a:custGeom>
                <a:avLst/>
                <a:gdLst/>
                <a:ahLst/>
                <a:cxnLst>
                  <a:cxn ang="0">
                    <a:pos x="1" y="0"/>
                  </a:cxn>
                  <a:cxn ang="0">
                    <a:pos x="18" y="0"/>
                  </a:cxn>
                  <a:cxn ang="0">
                    <a:pos x="15" y="7"/>
                  </a:cxn>
                  <a:cxn ang="0">
                    <a:pos x="0" y="6"/>
                  </a:cxn>
                  <a:cxn ang="0">
                    <a:pos x="1" y="1"/>
                  </a:cxn>
                  <a:cxn ang="0">
                    <a:pos x="1" y="0"/>
                  </a:cxn>
                </a:cxnLst>
                <a:rect l="0" t="0" r="r" b="b"/>
                <a:pathLst>
                  <a:path w="18" h="7">
                    <a:moveTo>
                      <a:pt x="1" y="0"/>
                    </a:moveTo>
                    <a:lnTo>
                      <a:pt x="18" y="0"/>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33" name="Freeform 1719"/>
              <p:cNvSpPr>
                <a:spLocks/>
              </p:cNvSpPr>
              <p:nvPr/>
            </p:nvSpPr>
            <p:spPr bwMode="gray">
              <a:xfrm>
                <a:off x="6804001" y="5471749"/>
                <a:ext cx="40082" cy="15108"/>
              </a:xfrm>
              <a:custGeom>
                <a:avLst/>
                <a:gdLst/>
                <a:ahLst/>
                <a:cxnLst>
                  <a:cxn ang="0">
                    <a:pos x="1" y="0"/>
                  </a:cxn>
                  <a:cxn ang="0">
                    <a:pos x="16" y="1"/>
                  </a:cxn>
                  <a:cxn ang="0">
                    <a:pos x="15" y="6"/>
                  </a:cxn>
                  <a:cxn ang="0">
                    <a:pos x="0" y="6"/>
                  </a:cxn>
                  <a:cxn ang="0">
                    <a:pos x="1" y="1"/>
                  </a:cxn>
                  <a:cxn ang="0">
                    <a:pos x="1" y="0"/>
                  </a:cxn>
                </a:cxnLst>
                <a:rect l="0" t="0" r="r" b="b"/>
                <a:pathLst>
                  <a:path w="16" h="6">
                    <a:moveTo>
                      <a:pt x="1" y="0"/>
                    </a:moveTo>
                    <a:lnTo>
                      <a:pt x="16" y="1"/>
                    </a:lnTo>
                    <a:lnTo>
                      <a:pt x="15" y="6"/>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34" name="Freeform 1720"/>
              <p:cNvSpPr>
                <a:spLocks/>
              </p:cNvSpPr>
              <p:nvPr/>
            </p:nvSpPr>
            <p:spPr bwMode="gray">
              <a:xfrm>
                <a:off x="7045898" y="5394452"/>
                <a:ext cx="40433" cy="12297"/>
              </a:xfrm>
              <a:custGeom>
                <a:avLst/>
                <a:gdLst/>
                <a:ahLst/>
                <a:cxnLst>
                  <a:cxn ang="0">
                    <a:pos x="1" y="0"/>
                  </a:cxn>
                  <a:cxn ang="0">
                    <a:pos x="18" y="0"/>
                  </a:cxn>
                  <a:cxn ang="0">
                    <a:pos x="15" y="6"/>
                  </a:cxn>
                  <a:cxn ang="0">
                    <a:pos x="0" y="5"/>
                  </a:cxn>
                  <a:cxn ang="0">
                    <a:pos x="1" y="1"/>
                  </a:cxn>
                  <a:cxn ang="0">
                    <a:pos x="1" y="0"/>
                  </a:cxn>
                </a:cxnLst>
                <a:rect l="0" t="0" r="r" b="b"/>
                <a:pathLst>
                  <a:path w="18" h="6">
                    <a:moveTo>
                      <a:pt x="1" y="0"/>
                    </a:moveTo>
                    <a:lnTo>
                      <a:pt x="18" y="0"/>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35" name="Freeform 1721"/>
              <p:cNvSpPr>
                <a:spLocks/>
              </p:cNvSpPr>
              <p:nvPr/>
            </p:nvSpPr>
            <p:spPr bwMode="gray">
              <a:xfrm>
                <a:off x="6849357" y="5364235"/>
                <a:ext cx="40082" cy="12649"/>
              </a:xfrm>
              <a:custGeom>
                <a:avLst/>
                <a:gdLst/>
                <a:ahLst/>
                <a:cxnLst>
                  <a:cxn ang="0">
                    <a:pos x="2" y="0"/>
                  </a:cxn>
                  <a:cxn ang="0">
                    <a:pos x="18" y="1"/>
                  </a:cxn>
                  <a:cxn ang="0">
                    <a:pos x="17" y="6"/>
                  </a:cxn>
                  <a:cxn ang="0">
                    <a:pos x="0" y="5"/>
                  </a:cxn>
                  <a:cxn ang="0">
                    <a:pos x="2" y="1"/>
                  </a:cxn>
                  <a:cxn ang="0">
                    <a:pos x="2" y="0"/>
                  </a:cxn>
                </a:cxnLst>
                <a:rect l="0" t="0" r="r" b="b"/>
                <a:pathLst>
                  <a:path w="18" h="6">
                    <a:moveTo>
                      <a:pt x="2" y="0"/>
                    </a:moveTo>
                    <a:lnTo>
                      <a:pt x="18" y="1"/>
                    </a:lnTo>
                    <a:lnTo>
                      <a:pt x="17"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36" name="Freeform 1722"/>
              <p:cNvSpPr>
                <a:spLocks/>
              </p:cNvSpPr>
              <p:nvPr/>
            </p:nvSpPr>
            <p:spPr bwMode="gray">
              <a:xfrm>
                <a:off x="6279421" y="5439425"/>
                <a:ext cx="42895" cy="15108"/>
              </a:xfrm>
              <a:custGeom>
                <a:avLst/>
                <a:gdLst/>
                <a:ahLst/>
                <a:cxnLst>
                  <a:cxn ang="0">
                    <a:pos x="2" y="0"/>
                  </a:cxn>
                  <a:cxn ang="0">
                    <a:pos x="18" y="0"/>
                  </a:cxn>
                  <a:cxn ang="0">
                    <a:pos x="15" y="6"/>
                  </a:cxn>
                  <a:cxn ang="0">
                    <a:pos x="0" y="5"/>
                  </a:cxn>
                  <a:cxn ang="0">
                    <a:pos x="1" y="1"/>
                  </a:cxn>
                  <a:cxn ang="0">
                    <a:pos x="2" y="0"/>
                  </a:cxn>
                </a:cxnLst>
                <a:rect l="0" t="0" r="r" b="b"/>
                <a:pathLst>
                  <a:path w="18" h="6">
                    <a:moveTo>
                      <a:pt x="2" y="0"/>
                    </a:moveTo>
                    <a:lnTo>
                      <a:pt x="18" y="0"/>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37" name="Freeform 1723"/>
              <p:cNvSpPr>
                <a:spLocks/>
              </p:cNvSpPr>
              <p:nvPr/>
            </p:nvSpPr>
            <p:spPr bwMode="gray">
              <a:xfrm>
                <a:off x="6324777" y="5416938"/>
                <a:ext cx="37621" cy="12297"/>
              </a:xfrm>
              <a:custGeom>
                <a:avLst/>
                <a:gdLst/>
                <a:ahLst/>
                <a:cxnLst>
                  <a:cxn ang="0">
                    <a:pos x="2" y="0"/>
                  </a:cxn>
                  <a:cxn ang="0">
                    <a:pos x="17" y="1"/>
                  </a:cxn>
                  <a:cxn ang="0">
                    <a:pos x="14" y="6"/>
                  </a:cxn>
                  <a:cxn ang="0">
                    <a:pos x="0" y="5"/>
                  </a:cxn>
                  <a:cxn ang="0">
                    <a:pos x="1" y="1"/>
                  </a:cxn>
                  <a:cxn ang="0">
                    <a:pos x="2" y="0"/>
                  </a:cxn>
                </a:cxnLst>
                <a:rect l="0" t="0" r="r" b="b"/>
                <a:pathLst>
                  <a:path w="17" h="6">
                    <a:moveTo>
                      <a:pt x="2" y="0"/>
                    </a:moveTo>
                    <a:lnTo>
                      <a:pt x="17" y="1"/>
                    </a:lnTo>
                    <a:lnTo>
                      <a:pt x="1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38" name="Freeform 1724"/>
              <p:cNvSpPr>
                <a:spLocks/>
              </p:cNvSpPr>
              <p:nvPr/>
            </p:nvSpPr>
            <p:spPr bwMode="gray">
              <a:xfrm>
                <a:off x="6372594" y="5391992"/>
                <a:ext cx="40433" cy="12297"/>
              </a:xfrm>
              <a:custGeom>
                <a:avLst/>
                <a:gdLst/>
                <a:ahLst/>
                <a:cxnLst>
                  <a:cxn ang="0">
                    <a:pos x="1" y="0"/>
                  </a:cxn>
                  <a:cxn ang="0">
                    <a:pos x="18" y="1"/>
                  </a:cxn>
                  <a:cxn ang="0">
                    <a:pos x="15" y="6"/>
                  </a:cxn>
                  <a:cxn ang="0">
                    <a:pos x="0" y="5"/>
                  </a:cxn>
                  <a:cxn ang="0">
                    <a:pos x="1" y="1"/>
                  </a:cxn>
                  <a:cxn ang="0">
                    <a:pos x="1" y="0"/>
                  </a:cxn>
                </a:cxnLst>
                <a:rect l="0" t="0" r="r" b="b"/>
                <a:pathLst>
                  <a:path w="18" h="6">
                    <a:moveTo>
                      <a:pt x="1" y="0"/>
                    </a:moveTo>
                    <a:lnTo>
                      <a:pt x="18" y="1"/>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39" name="Freeform 1725"/>
              <p:cNvSpPr>
                <a:spLocks/>
              </p:cNvSpPr>
              <p:nvPr/>
            </p:nvSpPr>
            <p:spPr bwMode="gray">
              <a:xfrm>
                <a:off x="6344818" y="5364235"/>
                <a:ext cx="40433" cy="12649"/>
              </a:xfrm>
              <a:custGeom>
                <a:avLst/>
                <a:gdLst/>
                <a:ahLst/>
                <a:cxnLst>
                  <a:cxn ang="0">
                    <a:pos x="1" y="0"/>
                  </a:cxn>
                  <a:cxn ang="0">
                    <a:pos x="18" y="1"/>
                  </a:cxn>
                  <a:cxn ang="0">
                    <a:pos x="15" y="6"/>
                  </a:cxn>
                  <a:cxn ang="0">
                    <a:pos x="0" y="5"/>
                  </a:cxn>
                  <a:cxn ang="0">
                    <a:pos x="1" y="1"/>
                  </a:cxn>
                  <a:cxn ang="0">
                    <a:pos x="1" y="0"/>
                  </a:cxn>
                </a:cxnLst>
                <a:rect l="0" t="0" r="r" b="b"/>
                <a:pathLst>
                  <a:path w="18" h="6">
                    <a:moveTo>
                      <a:pt x="1" y="0"/>
                    </a:moveTo>
                    <a:lnTo>
                      <a:pt x="18" y="1"/>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40" name="Freeform 1726"/>
              <p:cNvSpPr>
                <a:spLocks/>
              </p:cNvSpPr>
              <p:nvPr/>
            </p:nvSpPr>
            <p:spPr bwMode="gray">
              <a:xfrm>
                <a:off x="6962570" y="5471749"/>
                <a:ext cx="40433" cy="15108"/>
              </a:xfrm>
              <a:custGeom>
                <a:avLst/>
                <a:gdLst/>
                <a:ahLst/>
                <a:cxnLst>
                  <a:cxn ang="0">
                    <a:pos x="2" y="0"/>
                  </a:cxn>
                  <a:cxn ang="0">
                    <a:pos x="17" y="1"/>
                  </a:cxn>
                  <a:cxn ang="0">
                    <a:pos x="15" y="6"/>
                  </a:cxn>
                  <a:cxn ang="0">
                    <a:pos x="0" y="6"/>
                  </a:cxn>
                  <a:cxn ang="0">
                    <a:pos x="1" y="1"/>
                  </a:cxn>
                  <a:cxn ang="0">
                    <a:pos x="2" y="0"/>
                  </a:cxn>
                </a:cxnLst>
                <a:rect l="0" t="0" r="r" b="b"/>
                <a:pathLst>
                  <a:path w="17" h="6">
                    <a:moveTo>
                      <a:pt x="2" y="0"/>
                    </a:moveTo>
                    <a:lnTo>
                      <a:pt x="17" y="1"/>
                    </a:lnTo>
                    <a:lnTo>
                      <a:pt x="15"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41" name="Freeform 1727"/>
              <p:cNvSpPr>
                <a:spLocks/>
              </p:cNvSpPr>
              <p:nvPr/>
            </p:nvSpPr>
            <p:spPr bwMode="gray">
              <a:xfrm>
                <a:off x="6970305" y="5441884"/>
                <a:ext cx="40433" cy="15108"/>
              </a:xfrm>
              <a:custGeom>
                <a:avLst/>
                <a:gdLst/>
                <a:ahLst/>
                <a:cxnLst>
                  <a:cxn ang="0">
                    <a:pos x="2" y="0"/>
                  </a:cxn>
                  <a:cxn ang="0">
                    <a:pos x="18" y="1"/>
                  </a:cxn>
                  <a:cxn ang="0">
                    <a:pos x="16" y="7"/>
                  </a:cxn>
                  <a:cxn ang="0">
                    <a:pos x="0" y="6"/>
                  </a:cxn>
                  <a:cxn ang="0">
                    <a:pos x="1" y="1"/>
                  </a:cxn>
                  <a:cxn ang="0">
                    <a:pos x="2" y="0"/>
                  </a:cxn>
                </a:cxnLst>
                <a:rect l="0" t="0" r="r" b="b"/>
                <a:pathLst>
                  <a:path w="18" h="7">
                    <a:moveTo>
                      <a:pt x="2" y="0"/>
                    </a:moveTo>
                    <a:lnTo>
                      <a:pt x="18" y="1"/>
                    </a:lnTo>
                    <a:lnTo>
                      <a:pt x="16"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42" name="Freeform 1728"/>
              <p:cNvSpPr>
                <a:spLocks/>
              </p:cNvSpPr>
              <p:nvPr/>
            </p:nvSpPr>
            <p:spPr bwMode="gray">
              <a:xfrm>
                <a:off x="6776225" y="5406749"/>
                <a:ext cx="40082" cy="17568"/>
              </a:xfrm>
              <a:custGeom>
                <a:avLst/>
                <a:gdLst/>
                <a:ahLst/>
                <a:cxnLst>
                  <a:cxn ang="0">
                    <a:pos x="1" y="0"/>
                  </a:cxn>
                  <a:cxn ang="0">
                    <a:pos x="18" y="1"/>
                  </a:cxn>
                  <a:cxn ang="0">
                    <a:pos x="15" y="7"/>
                  </a:cxn>
                  <a:cxn ang="0">
                    <a:pos x="0" y="6"/>
                  </a:cxn>
                  <a:cxn ang="0">
                    <a:pos x="1" y="1"/>
                  </a:cxn>
                  <a:cxn ang="0">
                    <a:pos x="1" y="0"/>
                  </a:cxn>
                </a:cxnLst>
                <a:rect l="0" t="0" r="r" b="b"/>
                <a:pathLst>
                  <a:path w="18" h="7">
                    <a:moveTo>
                      <a:pt x="1" y="0"/>
                    </a:moveTo>
                    <a:lnTo>
                      <a:pt x="18" y="1"/>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43" name="Freeform 1729"/>
              <p:cNvSpPr>
                <a:spLocks/>
              </p:cNvSpPr>
              <p:nvPr/>
            </p:nvSpPr>
            <p:spPr bwMode="gray">
              <a:xfrm>
                <a:off x="6733330" y="5494235"/>
                <a:ext cx="45356" cy="17568"/>
              </a:xfrm>
              <a:custGeom>
                <a:avLst/>
                <a:gdLst/>
                <a:ahLst/>
                <a:cxnLst>
                  <a:cxn ang="0">
                    <a:pos x="3" y="0"/>
                  </a:cxn>
                  <a:cxn ang="0">
                    <a:pos x="19" y="1"/>
                  </a:cxn>
                  <a:cxn ang="0">
                    <a:pos x="15" y="7"/>
                  </a:cxn>
                  <a:cxn ang="0">
                    <a:pos x="0" y="6"/>
                  </a:cxn>
                  <a:cxn ang="0">
                    <a:pos x="2" y="1"/>
                  </a:cxn>
                  <a:cxn ang="0">
                    <a:pos x="3" y="0"/>
                  </a:cxn>
                </a:cxnLst>
                <a:rect l="0" t="0" r="r" b="b"/>
                <a:pathLst>
                  <a:path w="19" h="7">
                    <a:moveTo>
                      <a:pt x="3" y="0"/>
                    </a:moveTo>
                    <a:lnTo>
                      <a:pt x="19" y="1"/>
                    </a:lnTo>
                    <a:lnTo>
                      <a:pt x="15" y="7"/>
                    </a:lnTo>
                    <a:lnTo>
                      <a:pt x="0" y="6"/>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44" name="Freeform 1730"/>
              <p:cNvSpPr>
                <a:spLocks/>
              </p:cNvSpPr>
              <p:nvPr/>
            </p:nvSpPr>
            <p:spPr bwMode="gray">
              <a:xfrm>
                <a:off x="6978041" y="5416938"/>
                <a:ext cx="42543" cy="15108"/>
              </a:xfrm>
              <a:custGeom>
                <a:avLst/>
                <a:gdLst/>
                <a:ahLst/>
                <a:cxnLst>
                  <a:cxn ang="0">
                    <a:pos x="2" y="0"/>
                  </a:cxn>
                  <a:cxn ang="0">
                    <a:pos x="18" y="1"/>
                  </a:cxn>
                  <a:cxn ang="0">
                    <a:pos x="17" y="7"/>
                  </a:cxn>
                  <a:cxn ang="0">
                    <a:pos x="0" y="6"/>
                  </a:cxn>
                  <a:cxn ang="0">
                    <a:pos x="2" y="1"/>
                  </a:cxn>
                  <a:cxn ang="0">
                    <a:pos x="2" y="0"/>
                  </a:cxn>
                </a:cxnLst>
                <a:rect l="0" t="0" r="r" b="b"/>
                <a:pathLst>
                  <a:path w="18" h="7">
                    <a:moveTo>
                      <a:pt x="2" y="0"/>
                    </a:moveTo>
                    <a:lnTo>
                      <a:pt x="18" y="1"/>
                    </a:lnTo>
                    <a:lnTo>
                      <a:pt x="17"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45" name="Freeform 1731"/>
              <p:cNvSpPr>
                <a:spLocks/>
              </p:cNvSpPr>
              <p:nvPr/>
            </p:nvSpPr>
            <p:spPr bwMode="gray">
              <a:xfrm>
                <a:off x="6783609" y="5381803"/>
                <a:ext cx="42895" cy="17568"/>
              </a:xfrm>
              <a:custGeom>
                <a:avLst/>
                <a:gdLst/>
                <a:ahLst/>
                <a:cxnLst>
                  <a:cxn ang="0">
                    <a:pos x="2" y="0"/>
                  </a:cxn>
                  <a:cxn ang="0">
                    <a:pos x="18" y="1"/>
                  </a:cxn>
                  <a:cxn ang="0">
                    <a:pos x="16" y="7"/>
                  </a:cxn>
                  <a:cxn ang="0">
                    <a:pos x="0" y="6"/>
                  </a:cxn>
                  <a:cxn ang="0">
                    <a:pos x="1" y="2"/>
                  </a:cxn>
                  <a:cxn ang="0">
                    <a:pos x="2" y="0"/>
                  </a:cxn>
                </a:cxnLst>
                <a:rect l="0" t="0" r="r" b="b"/>
                <a:pathLst>
                  <a:path w="18" h="7">
                    <a:moveTo>
                      <a:pt x="2" y="0"/>
                    </a:moveTo>
                    <a:lnTo>
                      <a:pt x="18" y="1"/>
                    </a:lnTo>
                    <a:lnTo>
                      <a:pt x="16" y="7"/>
                    </a:lnTo>
                    <a:lnTo>
                      <a:pt x="0" y="6"/>
                    </a:lnTo>
                    <a:lnTo>
                      <a:pt x="1" y="2"/>
                    </a:lnTo>
                    <a:lnTo>
                      <a:pt x="2" y="0"/>
                    </a:lnTo>
                    <a:close/>
                  </a:path>
                </a:pathLst>
              </a:custGeom>
              <a:noFill/>
              <a:ln w="3175" cap="rnd" cmpd="sng">
                <a:solidFill>
                  <a:schemeClr val="bg2"/>
                </a:solidFill>
                <a:prstDash val="sysDot"/>
                <a:round/>
                <a:headEnd/>
                <a:tailEnd/>
              </a:ln>
            </p:spPr>
            <p:txBody>
              <a:bodyPr/>
              <a:lstStyle/>
              <a:p>
                <a:endParaRPr lang="en-US"/>
              </a:p>
            </p:txBody>
          </p:sp>
          <p:sp>
            <p:nvSpPr>
              <p:cNvPr id="246" name="Freeform 1732"/>
              <p:cNvSpPr>
                <a:spLocks/>
              </p:cNvSpPr>
              <p:nvPr/>
            </p:nvSpPr>
            <p:spPr bwMode="gray">
              <a:xfrm>
                <a:off x="6990346" y="5389533"/>
                <a:ext cx="40433" cy="14757"/>
              </a:xfrm>
              <a:custGeom>
                <a:avLst/>
                <a:gdLst/>
                <a:ahLst/>
                <a:cxnLst>
                  <a:cxn ang="0">
                    <a:pos x="1" y="0"/>
                  </a:cxn>
                  <a:cxn ang="0">
                    <a:pos x="17" y="1"/>
                  </a:cxn>
                  <a:cxn ang="0">
                    <a:pos x="15" y="7"/>
                  </a:cxn>
                  <a:cxn ang="0">
                    <a:pos x="0" y="6"/>
                  </a:cxn>
                  <a:cxn ang="0">
                    <a:pos x="1" y="1"/>
                  </a:cxn>
                  <a:cxn ang="0">
                    <a:pos x="1" y="0"/>
                  </a:cxn>
                </a:cxnLst>
                <a:rect l="0" t="0" r="r" b="b"/>
                <a:pathLst>
                  <a:path w="17" h="7">
                    <a:moveTo>
                      <a:pt x="1" y="0"/>
                    </a:moveTo>
                    <a:lnTo>
                      <a:pt x="17" y="1"/>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47" name="Freeform 1733"/>
              <p:cNvSpPr>
                <a:spLocks/>
              </p:cNvSpPr>
              <p:nvPr/>
            </p:nvSpPr>
            <p:spPr bwMode="gray">
              <a:xfrm>
                <a:off x="6791344" y="5359316"/>
                <a:ext cx="42895" cy="15108"/>
              </a:xfrm>
              <a:custGeom>
                <a:avLst/>
                <a:gdLst/>
                <a:ahLst/>
                <a:cxnLst>
                  <a:cxn ang="0">
                    <a:pos x="3" y="0"/>
                  </a:cxn>
                  <a:cxn ang="0">
                    <a:pos x="18" y="1"/>
                  </a:cxn>
                  <a:cxn ang="0">
                    <a:pos x="17" y="6"/>
                  </a:cxn>
                  <a:cxn ang="0">
                    <a:pos x="0" y="5"/>
                  </a:cxn>
                  <a:cxn ang="0">
                    <a:pos x="2" y="1"/>
                  </a:cxn>
                  <a:cxn ang="0">
                    <a:pos x="3" y="0"/>
                  </a:cxn>
                </a:cxnLst>
                <a:rect l="0" t="0" r="r" b="b"/>
                <a:pathLst>
                  <a:path w="18" h="6">
                    <a:moveTo>
                      <a:pt x="3" y="0"/>
                    </a:moveTo>
                    <a:lnTo>
                      <a:pt x="18" y="1"/>
                    </a:lnTo>
                    <a:lnTo>
                      <a:pt x="17"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48" name="Freeform 1734"/>
              <p:cNvSpPr>
                <a:spLocks/>
              </p:cNvSpPr>
              <p:nvPr/>
            </p:nvSpPr>
            <p:spPr bwMode="gray">
              <a:xfrm>
                <a:off x="6218947" y="5439425"/>
                <a:ext cx="40082" cy="12297"/>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49" name="Freeform 1735"/>
              <p:cNvSpPr>
                <a:spLocks/>
              </p:cNvSpPr>
              <p:nvPr/>
            </p:nvSpPr>
            <p:spPr bwMode="gray">
              <a:xfrm>
                <a:off x="6261490" y="5414479"/>
                <a:ext cx="45707" cy="12297"/>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50" name="Freeform 1736"/>
              <p:cNvSpPr>
                <a:spLocks/>
              </p:cNvSpPr>
              <p:nvPr/>
            </p:nvSpPr>
            <p:spPr bwMode="gray">
              <a:xfrm>
                <a:off x="6309659" y="5389533"/>
                <a:ext cx="45356" cy="14757"/>
              </a:xfrm>
              <a:custGeom>
                <a:avLst/>
                <a:gdLst/>
                <a:ahLst/>
                <a:cxnLst>
                  <a:cxn ang="0">
                    <a:pos x="2" y="0"/>
                  </a:cxn>
                  <a:cxn ang="0">
                    <a:pos x="19" y="1"/>
                  </a:cxn>
                  <a:cxn ang="0">
                    <a:pos x="15" y="7"/>
                  </a:cxn>
                  <a:cxn ang="0">
                    <a:pos x="0" y="6"/>
                  </a:cxn>
                  <a:cxn ang="0">
                    <a:pos x="2" y="1"/>
                  </a:cxn>
                  <a:cxn ang="0">
                    <a:pos x="2" y="0"/>
                  </a:cxn>
                </a:cxnLst>
                <a:rect l="0" t="0" r="r" b="b"/>
                <a:pathLst>
                  <a:path w="19" h="7">
                    <a:moveTo>
                      <a:pt x="2" y="0"/>
                    </a:moveTo>
                    <a:lnTo>
                      <a:pt x="19" y="1"/>
                    </a:lnTo>
                    <a:lnTo>
                      <a:pt x="15"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1" name="Freeform 1737"/>
              <p:cNvSpPr>
                <a:spLocks/>
              </p:cNvSpPr>
              <p:nvPr/>
            </p:nvSpPr>
            <p:spPr bwMode="gray">
              <a:xfrm>
                <a:off x="6281883" y="5359316"/>
                <a:ext cx="45356" cy="15108"/>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2" name="Freeform 1738"/>
              <p:cNvSpPr>
                <a:spLocks/>
              </p:cNvSpPr>
              <p:nvPr/>
            </p:nvSpPr>
            <p:spPr bwMode="gray">
              <a:xfrm>
                <a:off x="6218947" y="5439425"/>
                <a:ext cx="40082" cy="12297"/>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3" name="Freeform 1739"/>
              <p:cNvSpPr>
                <a:spLocks/>
              </p:cNvSpPr>
              <p:nvPr/>
            </p:nvSpPr>
            <p:spPr bwMode="gray">
              <a:xfrm>
                <a:off x="6261490" y="5414479"/>
                <a:ext cx="45707" cy="12297"/>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54" name="Freeform 1740"/>
              <p:cNvSpPr>
                <a:spLocks/>
              </p:cNvSpPr>
              <p:nvPr/>
            </p:nvSpPr>
            <p:spPr bwMode="gray">
              <a:xfrm>
                <a:off x="6309659" y="5389533"/>
                <a:ext cx="45356" cy="14757"/>
              </a:xfrm>
              <a:custGeom>
                <a:avLst/>
                <a:gdLst/>
                <a:ahLst/>
                <a:cxnLst>
                  <a:cxn ang="0">
                    <a:pos x="2" y="0"/>
                  </a:cxn>
                  <a:cxn ang="0">
                    <a:pos x="19" y="1"/>
                  </a:cxn>
                  <a:cxn ang="0">
                    <a:pos x="15" y="7"/>
                  </a:cxn>
                  <a:cxn ang="0">
                    <a:pos x="0" y="6"/>
                  </a:cxn>
                  <a:cxn ang="0">
                    <a:pos x="2" y="1"/>
                  </a:cxn>
                  <a:cxn ang="0">
                    <a:pos x="2" y="0"/>
                  </a:cxn>
                </a:cxnLst>
                <a:rect l="0" t="0" r="r" b="b"/>
                <a:pathLst>
                  <a:path w="19" h="7">
                    <a:moveTo>
                      <a:pt x="2" y="0"/>
                    </a:moveTo>
                    <a:lnTo>
                      <a:pt x="19" y="1"/>
                    </a:lnTo>
                    <a:lnTo>
                      <a:pt x="15"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5" name="Freeform 1741"/>
              <p:cNvSpPr>
                <a:spLocks/>
              </p:cNvSpPr>
              <p:nvPr/>
            </p:nvSpPr>
            <p:spPr bwMode="gray">
              <a:xfrm>
                <a:off x="6281883" y="5359316"/>
                <a:ext cx="45356" cy="15108"/>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6" name="Freeform 1742"/>
              <p:cNvSpPr>
                <a:spLocks/>
              </p:cNvSpPr>
              <p:nvPr/>
            </p:nvSpPr>
            <p:spPr bwMode="gray">
              <a:xfrm>
                <a:off x="6160934" y="5432046"/>
                <a:ext cx="40082" cy="14757"/>
              </a:xfrm>
              <a:custGeom>
                <a:avLst/>
                <a:gdLst/>
                <a:ahLst/>
                <a:cxnLst>
                  <a:cxn ang="0">
                    <a:pos x="2" y="0"/>
                  </a:cxn>
                  <a:cxn ang="0">
                    <a:pos x="17" y="1"/>
                  </a:cxn>
                  <a:cxn ang="0">
                    <a:pos x="14" y="6"/>
                  </a:cxn>
                  <a:cxn ang="0">
                    <a:pos x="0" y="6"/>
                  </a:cxn>
                  <a:cxn ang="0">
                    <a:pos x="1" y="1"/>
                  </a:cxn>
                  <a:cxn ang="0">
                    <a:pos x="2" y="0"/>
                  </a:cxn>
                </a:cxnLst>
                <a:rect l="0" t="0" r="r" b="b"/>
                <a:pathLst>
                  <a:path w="17" h="6">
                    <a:moveTo>
                      <a:pt x="2" y="0"/>
                    </a:moveTo>
                    <a:lnTo>
                      <a:pt x="17" y="1"/>
                    </a:lnTo>
                    <a:lnTo>
                      <a:pt x="14"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7" name="Freeform 1743"/>
              <p:cNvSpPr>
                <a:spLocks/>
              </p:cNvSpPr>
              <p:nvPr/>
            </p:nvSpPr>
            <p:spPr bwMode="gray">
              <a:xfrm>
                <a:off x="6203477" y="5409208"/>
                <a:ext cx="42895" cy="15108"/>
              </a:xfrm>
              <a:custGeom>
                <a:avLst/>
                <a:gdLst/>
                <a:ahLst/>
                <a:cxnLst>
                  <a:cxn ang="0">
                    <a:pos x="2" y="0"/>
                  </a:cxn>
                  <a:cxn ang="0">
                    <a:pos x="18" y="0"/>
                  </a:cxn>
                  <a:cxn ang="0">
                    <a:pos x="15" y="5"/>
                  </a:cxn>
                  <a:cxn ang="0">
                    <a:pos x="0" y="5"/>
                  </a:cxn>
                  <a:cxn ang="0">
                    <a:pos x="1" y="1"/>
                  </a:cxn>
                  <a:cxn ang="0">
                    <a:pos x="2" y="0"/>
                  </a:cxn>
                </a:cxnLst>
                <a:rect l="0" t="0" r="r" b="b"/>
                <a:pathLst>
                  <a:path w="18" h="5">
                    <a:moveTo>
                      <a:pt x="2" y="0"/>
                    </a:moveTo>
                    <a:lnTo>
                      <a:pt x="18" y="0"/>
                    </a:lnTo>
                    <a:lnTo>
                      <a:pt x="15" y="5"/>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8" name="Freeform 1744"/>
              <p:cNvSpPr>
                <a:spLocks/>
              </p:cNvSpPr>
              <p:nvPr/>
            </p:nvSpPr>
            <p:spPr bwMode="gray">
              <a:xfrm>
                <a:off x="6254107" y="5384262"/>
                <a:ext cx="40433" cy="17568"/>
              </a:xfrm>
              <a:custGeom>
                <a:avLst/>
                <a:gdLst/>
                <a:ahLst/>
                <a:cxnLst>
                  <a:cxn ang="0">
                    <a:pos x="2" y="0"/>
                  </a:cxn>
                  <a:cxn ang="0">
                    <a:pos x="17" y="0"/>
                  </a:cxn>
                  <a:cxn ang="0">
                    <a:pos x="14" y="7"/>
                  </a:cxn>
                  <a:cxn ang="0">
                    <a:pos x="0" y="6"/>
                  </a:cxn>
                  <a:cxn ang="0">
                    <a:pos x="1" y="1"/>
                  </a:cxn>
                  <a:cxn ang="0">
                    <a:pos x="2" y="0"/>
                  </a:cxn>
                </a:cxnLst>
                <a:rect l="0" t="0" r="r" b="b"/>
                <a:pathLst>
                  <a:path w="17" h="7">
                    <a:moveTo>
                      <a:pt x="2" y="0"/>
                    </a:moveTo>
                    <a:lnTo>
                      <a:pt x="17" y="0"/>
                    </a:lnTo>
                    <a:lnTo>
                      <a:pt x="14"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59" name="Freeform 1745"/>
              <p:cNvSpPr>
                <a:spLocks/>
              </p:cNvSpPr>
              <p:nvPr/>
            </p:nvSpPr>
            <p:spPr bwMode="gray">
              <a:xfrm>
                <a:off x="6221408" y="5354398"/>
                <a:ext cx="42895" cy="15108"/>
              </a:xfrm>
              <a:custGeom>
                <a:avLst/>
                <a:gdLst/>
                <a:ahLst/>
                <a:cxnLst>
                  <a:cxn ang="0">
                    <a:pos x="3" y="0"/>
                  </a:cxn>
                  <a:cxn ang="0">
                    <a:pos x="19" y="1"/>
                  </a:cxn>
                  <a:cxn ang="0">
                    <a:pos x="16" y="6"/>
                  </a:cxn>
                  <a:cxn ang="0">
                    <a:pos x="0" y="6"/>
                  </a:cxn>
                  <a:cxn ang="0">
                    <a:pos x="2" y="1"/>
                  </a:cxn>
                  <a:cxn ang="0">
                    <a:pos x="3" y="0"/>
                  </a:cxn>
                </a:cxnLst>
                <a:rect l="0" t="0" r="r" b="b"/>
                <a:pathLst>
                  <a:path w="19" h="6">
                    <a:moveTo>
                      <a:pt x="3" y="0"/>
                    </a:moveTo>
                    <a:lnTo>
                      <a:pt x="19" y="1"/>
                    </a:lnTo>
                    <a:lnTo>
                      <a:pt x="16" y="6"/>
                    </a:lnTo>
                    <a:lnTo>
                      <a:pt x="0" y="6"/>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60" name="Freeform 1746"/>
              <p:cNvSpPr>
                <a:spLocks/>
              </p:cNvSpPr>
              <p:nvPr/>
            </p:nvSpPr>
            <p:spPr bwMode="gray">
              <a:xfrm>
                <a:off x="6460844" y="5344208"/>
                <a:ext cx="40433" cy="12649"/>
              </a:xfrm>
              <a:custGeom>
                <a:avLst/>
                <a:gdLst/>
                <a:ahLst/>
                <a:cxnLst>
                  <a:cxn ang="0">
                    <a:pos x="1" y="0"/>
                  </a:cxn>
                  <a:cxn ang="0">
                    <a:pos x="17" y="1"/>
                  </a:cxn>
                  <a:cxn ang="0">
                    <a:pos x="16" y="6"/>
                  </a:cxn>
                  <a:cxn ang="0">
                    <a:pos x="0" y="5"/>
                  </a:cxn>
                  <a:cxn ang="0">
                    <a:pos x="1" y="1"/>
                  </a:cxn>
                  <a:cxn ang="0">
                    <a:pos x="1" y="0"/>
                  </a:cxn>
                </a:cxnLst>
                <a:rect l="0" t="0" r="r" b="b"/>
                <a:pathLst>
                  <a:path w="17" h="6">
                    <a:moveTo>
                      <a:pt x="1" y="0"/>
                    </a:moveTo>
                    <a:lnTo>
                      <a:pt x="17" y="1"/>
                    </a:lnTo>
                    <a:lnTo>
                      <a:pt x="16"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61" name="Freeform 1747"/>
              <p:cNvSpPr>
                <a:spLocks/>
              </p:cNvSpPr>
              <p:nvPr/>
            </p:nvSpPr>
            <p:spPr bwMode="gray">
              <a:xfrm>
                <a:off x="6712938" y="5351938"/>
                <a:ext cx="42895" cy="14757"/>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62" name="Freeform 1748"/>
              <p:cNvSpPr>
                <a:spLocks/>
              </p:cNvSpPr>
              <p:nvPr/>
            </p:nvSpPr>
            <p:spPr bwMode="gray">
              <a:xfrm>
                <a:off x="6201016" y="5329452"/>
                <a:ext cx="45356" cy="14757"/>
              </a:xfrm>
              <a:custGeom>
                <a:avLst/>
                <a:gdLst/>
                <a:ahLst/>
                <a:cxnLst>
                  <a:cxn ang="0">
                    <a:pos x="2" y="0"/>
                  </a:cxn>
                  <a:cxn ang="0">
                    <a:pos x="19" y="1"/>
                  </a:cxn>
                  <a:cxn ang="0">
                    <a:pos x="16" y="6"/>
                  </a:cxn>
                  <a:cxn ang="0">
                    <a:pos x="0" y="5"/>
                  </a:cxn>
                  <a:cxn ang="0">
                    <a:pos x="2" y="1"/>
                  </a:cxn>
                  <a:cxn ang="0">
                    <a:pos x="2" y="0"/>
                  </a:cxn>
                </a:cxnLst>
                <a:rect l="0" t="0" r="r" b="b"/>
                <a:pathLst>
                  <a:path w="19" h="6">
                    <a:moveTo>
                      <a:pt x="2" y="0"/>
                    </a:moveTo>
                    <a:lnTo>
                      <a:pt x="19" y="1"/>
                    </a:lnTo>
                    <a:lnTo>
                      <a:pt x="16"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63" name="Freeform 1749"/>
              <p:cNvSpPr>
                <a:spLocks/>
              </p:cNvSpPr>
              <p:nvPr/>
            </p:nvSpPr>
            <p:spPr bwMode="gray">
              <a:xfrm>
                <a:off x="6095186" y="5426776"/>
                <a:ext cx="42895" cy="15108"/>
              </a:xfrm>
              <a:custGeom>
                <a:avLst/>
                <a:gdLst/>
                <a:ahLst/>
                <a:cxnLst>
                  <a:cxn ang="0">
                    <a:pos x="3" y="0"/>
                  </a:cxn>
                  <a:cxn ang="0">
                    <a:pos x="19" y="1"/>
                  </a:cxn>
                  <a:cxn ang="0">
                    <a:pos x="16" y="6"/>
                  </a:cxn>
                  <a:cxn ang="0">
                    <a:pos x="0" y="5"/>
                  </a:cxn>
                  <a:cxn ang="0">
                    <a:pos x="2" y="1"/>
                  </a:cxn>
                  <a:cxn ang="0">
                    <a:pos x="3" y="0"/>
                  </a:cxn>
                </a:cxnLst>
                <a:rect l="0" t="0" r="r" b="b"/>
                <a:pathLst>
                  <a:path w="19" h="6">
                    <a:moveTo>
                      <a:pt x="3" y="0"/>
                    </a:moveTo>
                    <a:lnTo>
                      <a:pt x="19" y="1"/>
                    </a:lnTo>
                    <a:lnTo>
                      <a:pt x="16"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64" name="Freeform 1750"/>
              <p:cNvSpPr>
                <a:spLocks/>
              </p:cNvSpPr>
              <p:nvPr/>
            </p:nvSpPr>
            <p:spPr bwMode="gray">
              <a:xfrm>
                <a:off x="6138080" y="5406749"/>
                <a:ext cx="42895" cy="15108"/>
              </a:xfrm>
              <a:custGeom>
                <a:avLst/>
                <a:gdLst/>
                <a:ahLst/>
                <a:cxnLst>
                  <a:cxn ang="0">
                    <a:pos x="3" y="0"/>
                  </a:cxn>
                  <a:cxn ang="0">
                    <a:pos x="18" y="0"/>
                  </a:cxn>
                  <a:cxn ang="0">
                    <a:pos x="15" y="6"/>
                  </a:cxn>
                  <a:cxn ang="0">
                    <a:pos x="0" y="5"/>
                  </a:cxn>
                  <a:cxn ang="0">
                    <a:pos x="2" y="0"/>
                  </a:cxn>
                  <a:cxn ang="0">
                    <a:pos x="3" y="0"/>
                  </a:cxn>
                </a:cxnLst>
                <a:rect l="0" t="0" r="r" b="b"/>
                <a:pathLst>
                  <a:path w="18" h="6">
                    <a:moveTo>
                      <a:pt x="3" y="0"/>
                    </a:moveTo>
                    <a:lnTo>
                      <a:pt x="18" y="0"/>
                    </a:lnTo>
                    <a:lnTo>
                      <a:pt x="15" y="6"/>
                    </a:lnTo>
                    <a:lnTo>
                      <a:pt x="0" y="5"/>
                    </a:lnTo>
                    <a:lnTo>
                      <a:pt x="2" y="0"/>
                    </a:lnTo>
                    <a:lnTo>
                      <a:pt x="3" y="0"/>
                    </a:lnTo>
                    <a:close/>
                  </a:path>
                </a:pathLst>
              </a:custGeom>
              <a:noFill/>
              <a:ln w="3175" cap="rnd" cmpd="sng">
                <a:solidFill>
                  <a:schemeClr val="bg2"/>
                </a:solidFill>
                <a:prstDash val="sysDot"/>
                <a:round/>
                <a:headEnd/>
                <a:tailEnd/>
              </a:ln>
            </p:spPr>
            <p:txBody>
              <a:bodyPr/>
              <a:lstStyle/>
              <a:p>
                <a:endParaRPr lang="en-US"/>
              </a:p>
            </p:txBody>
          </p:sp>
          <p:sp>
            <p:nvSpPr>
              <p:cNvPr id="265" name="Freeform 1751"/>
              <p:cNvSpPr>
                <a:spLocks/>
              </p:cNvSpPr>
              <p:nvPr/>
            </p:nvSpPr>
            <p:spPr bwMode="gray">
              <a:xfrm>
                <a:off x="6185897" y="5381803"/>
                <a:ext cx="45356" cy="15108"/>
              </a:xfrm>
              <a:custGeom>
                <a:avLst/>
                <a:gdLst/>
                <a:ahLst/>
                <a:cxnLst>
                  <a:cxn ang="0">
                    <a:pos x="3" y="0"/>
                  </a:cxn>
                  <a:cxn ang="0">
                    <a:pos x="19" y="0"/>
                  </a:cxn>
                  <a:cxn ang="0">
                    <a:pos x="15" y="6"/>
                  </a:cxn>
                  <a:cxn ang="0">
                    <a:pos x="0" y="5"/>
                  </a:cxn>
                  <a:cxn ang="0">
                    <a:pos x="2" y="1"/>
                  </a:cxn>
                  <a:cxn ang="0">
                    <a:pos x="3" y="0"/>
                  </a:cxn>
                </a:cxnLst>
                <a:rect l="0" t="0" r="r" b="b"/>
                <a:pathLst>
                  <a:path w="19" h="6">
                    <a:moveTo>
                      <a:pt x="3" y="0"/>
                    </a:moveTo>
                    <a:lnTo>
                      <a:pt x="19" y="0"/>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66" name="Freeform 1752"/>
              <p:cNvSpPr>
                <a:spLocks/>
              </p:cNvSpPr>
              <p:nvPr/>
            </p:nvSpPr>
            <p:spPr bwMode="gray">
              <a:xfrm>
                <a:off x="6160934" y="5349479"/>
                <a:ext cx="42543" cy="17216"/>
              </a:xfrm>
              <a:custGeom>
                <a:avLst/>
                <a:gdLst/>
                <a:ahLst/>
                <a:cxnLst>
                  <a:cxn ang="0">
                    <a:pos x="3" y="0"/>
                  </a:cxn>
                  <a:cxn ang="0">
                    <a:pos x="18" y="1"/>
                  </a:cxn>
                  <a:cxn ang="0">
                    <a:pos x="15" y="7"/>
                  </a:cxn>
                  <a:cxn ang="0">
                    <a:pos x="0" y="7"/>
                  </a:cxn>
                  <a:cxn ang="0">
                    <a:pos x="2" y="2"/>
                  </a:cxn>
                  <a:cxn ang="0">
                    <a:pos x="3" y="0"/>
                  </a:cxn>
                </a:cxnLst>
                <a:rect l="0" t="0" r="r" b="b"/>
                <a:pathLst>
                  <a:path w="18" h="7">
                    <a:moveTo>
                      <a:pt x="3" y="0"/>
                    </a:moveTo>
                    <a:lnTo>
                      <a:pt x="18" y="1"/>
                    </a:lnTo>
                    <a:lnTo>
                      <a:pt x="15" y="7"/>
                    </a:lnTo>
                    <a:lnTo>
                      <a:pt x="0" y="7"/>
                    </a:lnTo>
                    <a:lnTo>
                      <a:pt x="2" y="2"/>
                    </a:lnTo>
                    <a:lnTo>
                      <a:pt x="3" y="0"/>
                    </a:lnTo>
                    <a:close/>
                  </a:path>
                </a:pathLst>
              </a:custGeom>
              <a:noFill/>
              <a:ln w="3175" cap="rnd" cmpd="sng">
                <a:solidFill>
                  <a:schemeClr val="bg2"/>
                </a:solidFill>
                <a:prstDash val="sysDot"/>
                <a:round/>
                <a:headEnd/>
                <a:tailEnd/>
              </a:ln>
            </p:spPr>
            <p:txBody>
              <a:bodyPr/>
              <a:lstStyle/>
              <a:p>
                <a:endParaRPr lang="en-US"/>
              </a:p>
            </p:txBody>
          </p:sp>
          <p:sp>
            <p:nvSpPr>
              <p:cNvPr id="267" name="Freeform 1753"/>
              <p:cNvSpPr>
                <a:spLocks/>
              </p:cNvSpPr>
              <p:nvPr/>
            </p:nvSpPr>
            <p:spPr bwMode="gray">
              <a:xfrm>
                <a:off x="6400370" y="5339289"/>
                <a:ext cx="35159" cy="12649"/>
              </a:xfrm>
              <a:custGeom>
                <a:avLst/>
                <a:gdLst/>
                <a:ahLst/>
                <a:cxnLst>
                  <a:cxn ang="0">
                    <a:pos x="1" y="0"/>
                  </a:cxn>
                  <a:cxn ang="0">
                    <a:pos x="16" y="1"/>
                  </a:cxn>
                  <a:cxn ang="0">
                    <a:pos x="14" y="6"/>
                  </a:cxn>
                  <a:cxn ang="0">
                    <a:pos x="0" y="5"/>
                  </a:cxn>
                  <a:cxn ang="0">
                    <a:pos x="1" y="1"/>
                  </a:cxn>
                  <a:cxn ang="0">
                    <a:pos x="1" y="0"/>
                  </a:cxn>
                </a:cxnLst>
                <a:rect l="0" t="0" r="r" b="b"/>
                <a:pathLst>
                  <a:path w="16" h="6">
                    <a:moveTo>
                      <a:pt x="1" y="0"/>
                    </a:moveTo>
                    <a:lnTo>
                      <a:pt x="16" y="1"/>
                    </a:lnTo>
                    <a:lnTo>
                      <a:pt x="14"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68" name="Freeform 1754"/>
              <p:cNvSpPr>
                <a:spLocks/>
              </p:cNvSpPr>
              <p:nvPr/>
            </p:nvSpPr>
            <p:spPr bwMode="gray">
              <a:xfrm>
                <a:off x="6650002" y="5349479"/>
                <a:ext cx="40433" cy="17216"/>
              </a:xfrm>
              <a:custGeom>
                <a:avLst/>
                <a:gdLst/>
                <a:ahLst/>
                <a:cxnLst>
                  <a:cxn ang="0">
                    <a:pos x="2" y="0"/>
                  </a:cxn>
                  <a:cxn ang="0">
                    <a:pos x="18" y="1"/>
                  </a:cxn>
                  <a:cxn ang="0">
                    <a:pos x="16" y="6"/>
                  </a:cxn>
                  <a:cxn ang="0">
                    <a:pos x="0" y="5"/>
                  </a:cxn>
                  <a:cxn ang="0">
                    <a:pos x="2" y="1"/>
                  </a:cxn>
                  <a:cxn ang="0">
                    <a:pos x="2" y="0"/>
                  </a:cxn>
                </a:cxnLst>
                <a:rect l="0" t="0" r="r" b="b"/>
                <a:pathLst>
                  <a:path w="18" h="6">
                    <a:moveTo>
                      <a:pt x="2" y="0"/>
                    </a:moveTo>
                    <a:lnTo>
                      <a:pt x="18" y="1"/>
                    </a:lnTo>
                    <a:lnTo>
                      <a:pt x="16"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69" name="Freeform 1755"/>
              <p:cNvSpPr>
                <a:spLocks/>
              </p:cNvSpPr>
              <p:nvPr/>
            </p:nvSpPr>
            <p:spPr bwMode="gray">
              <a:xfrm>
                <a:off x="6138080" y="5324181"/>
                <a:ext cx="40433" cy="15108"/>
              </a:xfrm>
              <a:custGeom>
                <a:avLst/>
                <a:gdLst/>
                <a:ahLst/>
                <a:cxnLst>
                  <a:cxn ang="0">
                    <a:pos x="2" y="0"/>
                  </a:cxn>
                  <a:cxn ang="0">
                    <a:pos x="17" y="1"/>
                  </a:cxn>
                  <a:cxn ang="0">
                    <a:pos x="14" y="6"/>
                  </a:cxn>
                  <a:cxn ang="0">
                    <a:pos x="0" y="5"/>
                  </a:cxn>
                  <a:cxn ang="0">
                    <a:pos x="1" y="1"/>
                  </a:cxn>
                  <a:cxn ang="0">
                    <a:pos x="2" y="0"/>
                  </a:cxn>
                </a:cxnLst>
                <a:rect l="0" t="0" r="r" b="b"/>
                <a:pathLst>
                  <a:path w="17" h="6">
                    <a:moveTo>
                      <a:pt x="2" y="0"/>
                    </a:moveTo>
                    <a:lnTo>
                      <a:pt x="17" y="1"/>
                    </a:lnTo>
                    <a:lnTo>
                      <a:pt x="1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70" name="Freeform 1756"/>
              <p:cNvSpPr>
                <a:spLocks/>
              </p:cNvSpPr>
              <p:nvPr/>
            </p:nvSpPr>
            <p:spPr bwMode="gray">
              <a:xfrm>
                <a:off x="6034711" y="5426776"/>
                <a:ext cx="42895" cy="12649"/>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71" name="Freeform 1757"/>
              <p:cNvSpPr>
                <a:spLocks/>
              </p:cNvSpPr>
              <p:nvPr/>
            </p:nvSpPr>
            <p:spPr bwMode="gray">
              <a:xfrm>
                <a:off x="6080067" y="5404289"/>
                <a:ext cx="45356" cy="15108"/>
              </a:xfrm>
              <a:custGeom>
                <a:avLst/>
                <a:gdLst/>
                <a:ahLst/>
                <a:cxnLst>
                  <a:cxn ang="0">
                    <a:pos x="2" y="0"/>
                  </a:cxn>
                  <a:cxn ang="0">
                    <a:pos x="19" y="1"/>
                  </a:cxn>
                  <a:cxn ang="0">
                    <a:pos x="15" y="6"/>
                  </a:cxn>
                  <a:cxn ang="0">
                    <a:pos x="0" y="5"/>
                  </a:cxn>
                  <a:cxn ang="0">
                    <a:pos x="2" y="1"/>
                  </a:cxn>
                  <a:cxn ang="0">
                    <a:pos x="2" y="0"/>
                  </a:cxn>
                </a:cxnLst>
                <a:rect l="0" t="0" r="r" b="b"/>
                <a:pathLst>
                  <a:path w="19" h="6">
                    <a:moveTo>
                      <a:pt x="2" y="0"/>
                    </a:moveTo>
                    <a:lnTo>
                      <a:pt x="19" y="1"/>
                    </a:lnTo>
                    <a:lnTo>
                      <a:pt x="15"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72" name="Freeform 1758"/>
              <p:cNvSpPr>
                <a:spLocks/>
              </p:cNvSpPr>
              <p:nvPr/>
            </p:nvSpPr>
            <p:spPr bwMode="gray">
              <a:xfrm>
                <a:off x="6127884" y="5379343"/>
                <a:ext cx="45356" cy="15108"/>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73" name="Freeform 1759"/>
              <p:cNvSpPr>
                <a:spLocks/>
              </p:cNvSpPr>
              <p:nvPr/>
            </p:nvSpPr>
            <p:spPr bwMode="gray">
              <a:xfrm>
                <a:off x="6102921" y="5349479"/>
                <a:ext cx="37621" cy="17216"/>
              </a:xfrm>
              <a:custGeom>
                <a:avLst/>
                <a:gdLst/>
                <a:ahLst/>
                <a:cxnLst>
                  <a:cxn ang="0">
                    <a:pos x="2" y="0"/>
                  </a:cxn>
                  <a:cxn ang="0">
                    <a:pos x="17" y="1"/>
                  </a:cxn>
                  <a:cxn ang="0">
                    <a:pos x="14" y="6"/>
                  </a:cxn>
                  <a:cxn ang="0">
                    <a:pos x="0" y="5"/>
                  </a:cxn>
                  <a:cxn ang="0">
                    <a:pos x="2" y="1"/>
                  </a:cxn>
                  <a:cxn ang="0">
                    <a:pos x="2" y="0"/>
                  </a:cxn>
                </a:cxnLst>
                <a:rect l="0" t="0" r="r" b="b"/>
                <a:pathLst>
                  <a:path w="17" h="6">
                    <a:moveTo>
                      <a:pt x="2" y="0"/>
                    </a:moveTo>
                    <a:lnTo>
                      <a:pt x="17" y="1"/>
                    </a:lnTo>
                    <a:lnTo>
                      <a:pt x="14"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74" name="Freeform 1760"/>
              <p:cNvSpPr>
                <a:spLocks/>
              </p:cNvSpPr>
              <p:nvPr/>
            </p:nvSpPr>
            <p:spPr bwMode="gray">
              <a:xfrm>
                <a:off x="6337435" y="5334371"/>
                <a:ext cx="42895" cy="15108"/>
              </a:xfrm>
              <a:custGeom>
                <a:avLst/>
                <a:gdLst/>
                <a:ahLst/>
                <a:cxnLst>
                  <a:cxn ang="0">
                    <a:pos x="1" y="0"/>
                  </a:cxn>
                  <a:cxn ang="0">
                    <a:pos x="18" y="1"/>
                  </a:cxn>
                  <a:cxn ang="0">
                    <a:pos x="16" y="6"/>
                  </a:cxn>
                  <a:cxn ang="0">
                    <a:pos x="0" y="5"/>
                  </a:cxn>
                  <a:cxn ang="0">
                    <a:pos x="1" y="1"/>
                  </a:cxn>
                  <a:cxn ang="0">
                    <a:pos x="1" y="0"/>
                  </a:cxn>
                </a:cxnLst>
                <a:rect l="0" t="0" r="r" b="b"/>
                <a:pathLst>
                  <a:path w="18" h="6">
                    <a:moveTo>
                      <a:pt x="1" y="0"/>
                    </a:moveTo>
                    <a:lnTo>
                      <a:pt x="18" y="1"/>
                    </a:lnTo>
                    <a:lnTo>
                      <a:pt x="16"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75" name="Freeform 1761"/>
              <p:cNvSpPr>
                <a:spLocks/>
              </p:cNvSpPr>
              <p:nvPr/>
            </p:nvSpPr>
            <p:spPr bwMode="gray">
              <a:xfrm>
                <a:off x="6589528" y="5346668"/>
                <a:ext cx="42895" cy="12649"/>
              </a:xfrm>
              <a:custGeom>
                <a:avLst/>
                <a:gdLst/>
                <a:ahLst/>
                <a:cxnLst>
                  <a:cxn ang="0">
                    <a:pos x="2" y="0"/>
                  </a:cxn>
                  <a:cxn ang="0">
                    <a:pos x="18" y="1"/>
                  </a:cxn>
                  <a:cxn ang="0">
                    <a:pos x="15" y="6"/>
                  </a:cxn>
                  <a:cxn ang="0">
                    <a:pos x="0" y="6"/>
                  </a:cxn>
                  <a:cxn ang="0">
                    <a:pos x="1" y="1"/>
                  </a:cxn>
                  <a:cxn ang="0">
                    <a:pos x="2" y="0"/>
                  </a:cxn>
                </a:cxnLst>
                <a:rect l="0" t="0" r="r" b="b"/>
                <a:pathLst>
                  <a:path w="18" h="6">
                    <a:moveTo>
                      <a:pt x="2" y="0"/>
                    </a:moveTo>
                    <a:lnTo>
                      <a:pt x="18" y="1"/>
                    </a:lnTo>
                    <a:lnTo>
                      <a:pt x="15"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76" name="Freeform 1762"/>
              <p:cNvSpPr>
                <a:spLocks/>
              </p:cNvSpPr>
              <p:nvPr/>
            </p:nvSpPr>
            <p:spPr bwMode="gray">
              <a:xfrm>
                <a:off x="6077606" y="5321722"/>
                <a:ext cx="45356" cy="10189"/>
              </a:xfrm>
              <a:custGeom>
                <a:avLst/>
                <a:gdLst/>
                <a:ahLst/>
                <a:cxnLst>
                  <a:cxn ang="0">
                    <a:pos x="3" y="0"/>
                  </a:cxn>
                  <a:cxn ang="0">
                    <a:pos x="19" y="1"/>
                  </a:cxn>
                  <a:cxn ang="0">
                    <a:pos x="15" y="6"/>
                  </a:cxn>
                  <a:cxn ang="0">
                    <a:pos x="0" y="6"/>
                  </a:cxn>
                  <a:cxn ang="0">
                    <a:pos x="2" y="1"/>
                  </a:cxn>
                  <a:cxn ang="0">
                    <a:pos x="3" y="0"/>
                  </a:cxn>
                </a:cxnLst>
                <a:rect l="0" t="0" r="r" b="b"/>
                <a:pathLst>
                  <a:path w="19" h="6">
                    <a:moveTo>
                      <a:pt x="3" y="0"/>
                    </a:moveTo>
                    <a:lnTo>
                      <a:pt x="19" y="1"/>
                    </a:lnTo>
                    <a:lnTo>
                      <a:pt x="15" y="6"/>
                    </a:lnTo>
                    <a:lnTo>
                      <a:pt x="0" y="6"/>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77" name="Freeform 1763"/>
              <p:cNvSpPr>
                <a:spLocks/>
              </p:cNvSpPr>
              <p:nvPr/>
            </p:nvSpPr>
            <p:spPr bwMode="gray">
              <a:xfrm>
                <a:off x="5979159" y="5424316"/>
                <a:ext cx="40433" cy="15108"/>
              </a:xfrm>
              <a:custGeom>
                <a:avLst/>
                <a:gdLst/>
                <a:ahLst/>
                <a:cxnLst>
                  <a:cxn ang="0">
                    <a:pos x="2" y="0"/>
                  </a:cxn>
                  <a:cxn ang="0">
                    <a:pos x="17" y="1"/>
                  </a:cxn>
                  <a:cxn ang="0">
                    <a:pos x="14" y="7"/>
                  </a:cxn>
                  <a:cxn ang="0">
                    <a:pos x="0" y="6"/>
                  </a:cxn>
                  <a:cxn ang="0">
                    <a:pos x="2" y="1"/>
                  </a:cxn>
                  <a:cxn ang="0">
                    <a:pos x="2" y="0"/>
                  </a:cxn>
                </a:cxnLst>
                <a:rect l="0" t="0" r="r" b="b"/>
                <a:pathLst>
                  <a:path w="17" h="7">
                    <a:moveTo>
                      <a:pt x="2" y="0"/>
                    </a:moveTo>
                    <a:lnTo>
                      <a:pt x="17" y="1"/>
                    </a:lnTo>
                    <a:lnTo>
                      <a:pt x="14"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78" name="Freeform 1764"/>
              <p:cNvSpPr>
                <a:spLocks/>
              </p:cNvSpPr>
              <p:nvPr/>
            </p:nvSpPr>
            <p:spPr bwMode="gray">
              <a:xfrm>
                <a:off x="6022054" y="5401830"/>
                <a:ext cx="42895" cy="15108"/>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79" name="Freeform 1765"/>
              <p:cNvSpPr>
                <a:spLocks/>
              </p:cNvSpPr>
              <p:nvPr/>
            </p:nvSpPr>
            <p:spPr bwMode="gray">
              <a:xfrm>
                <a:off x="6069871" y="5374425"/>
                <a:ext cx="42895" cy="17568"/>
              </a:xfrm>
              <a:custGeom>
                <a:avLst/>
                <a:gdLst/>
                <a:ahLst/>
                <a:cxnLst>
                  <a:cxn ang="0">
                    <a:pos x="2" y="0"/>
                  </a:cxn>
                  <a:cxn ang="0">
                    <a:pos x="19" y="1"/>
                  </a:cxn>
                  <a:cxn ang="0">
                    <a:pos x="15" y="7"/>
                  </a:cxn>
                  <a:cxn ang="0">
                    <a:pos x="0" y="6"/>
                  </a:cxn>
                  <a:cxn ang="0">
                    <a:pos x="1" y="1"/>
                  </a:cxn>
                  <a:cxn ang="0">
                    <a:pos x="2" y="0"/>
                  </a:cxn>
                </a:cxnLst>
                <a:rect l="0" t="0" r="r" b="b"/>
                <a:pathLst>
                  <a:path w="19" h="7">
                    <a:moveTo>
                      <a:pt x="2" y="0"/>
                    </a:moveTo>
                    <a:lnTo>
                      <a:pt x="19" y="1"/>
                    </a:lnTo>
                    <a:lnTo>
                      <a:pt x="15"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280" name="Freeform 1766"/>
              <p:cNvSpPr>
                <a:spLocks/>
              </p:cNvSpPr>
              <p:nvPr/>
            </p:nvSpPr>
            <p:spPr bwMode="gray">
              <a:xfrm>
                <a:off x="6039634" y="5349479"/>
                <a:ext cx="45356" cy="14757"/>
              </a:xfrm>
              <a:custGeom>
                <a:avLst/>
                <a:gdLst/>
                <a:ahLst/>
                <a:cxnLst>
                  <a:cxn ang="0">
                    <a:pos x="3" y="0"/>
                  </a:cxn>
                  <a:cxn ang="0">
                    <a:pos x="19" y="1"/>
                  </a:cxn>
                  <a:cxn ang="0">
                    <a:pos x="16" y="6"/>
                  </a:cxn>
                  <a:cxn ang="0">
                    <a:pos x="0" y="5"/>
                  </a:cxn>
                  <a:cxn ang="0">
                    <a:pos x="3" y="1"/>
                  </a:cxn>
                  <a:cxn ang="0">
                    <a:pos x="3" y="0"/>
                  </a:cxn>
                </a:cxnLst>
                <a:rect l="0" t="0" r="r" b="b"/>
                <a:pathLst>
                  <a:path w="19" h="6">
                    <a:moveTo>
                      <a:pt x="3" y="0"/>
                    </a:moveTo>
                    <a:lnTo>
                      <a:pt x="19" y="1"/>
                    </a:lnTo>
                    <a:lnTo>
                      <a:pt x="16" y="6"/>
                    </a:lnTo>
                    <a:lnTo>
                      <a:pt x="0" y="5"/>
                    </a:lnTo>
                    <a:lnTo>
                      <a:pt x="3" y="1"/>
                    </a:lnTo>
                    <a:lnTo>
                      <a:pt x="3" y="0"/>
                    </a:lnTo>
                    <a:close/>
                  </a:path>
                </a:pathLst>
              </a:custGeom>
              <a:noFill/>
              <a:ln w="3175" cap="rnd" cmpd="sng">
                <a:solidFill>
                  <a:schemeClr val="bg2"/>
                </a:solidFill>
                <a:prstDash val="sysDot"/>
                <a:round/>
                <a:headEnd/>
                <a:tailEnd/>
              </a:ln>
            </p:spPr>
            <p:txBody>
              <a:bodyPr/>
              <a:lstStyle/>
              <a:p>
                <a:endParaRPr lang="en-US"/>
              </a:p>
            </p:txBody>
          </p:sp>
          <p:sp>
            <p:nvSpPr>
              <p:cNvPr id="281" name="Freeform 1767"/>
              <p:cNvSpPr>
                <a:spLocks/>
              </p:cNvSpPr>
              <p:nvPr/>
            </p:nvSpPr>
            <p:spPr bwMode="gray">
              <a:xfrm>
                <a:off x="5858211" y="5394452"/>
                <a:ext cx="80515" cy="14757"/>
              </a:xfrm>
              <a:custGeom>
                <a:avLst/>
                <a:gdLst/>
                <a:ahLst/>
                <a:cxnLst>
                  <a:cxn ang="0">
                    <a:pos x="3" y="0"/>
                  </a:cxn>
                  <a:cxn ang="0">
                    <a:pos x="34" y="1"/>
                  </a:cxn>
                  <a:cxn ang="0">
                    <a:pos x="32" y="7"/>
                  </a:cxn>
                  <a:cxn ang="0">
                    <a:pos x="0" y="5"/>
                  </a:cxn>
                  <a:cxn ang="0">
                    <a:pos x="2" y="1"/>
                  </a:cxn>
                  <a:cxn ang="0">
                    <a:pos x="3" y="0"/>
                  </a:cxn>
                </a:cxnLst>
                <a:rect l="0" t="0" r="r" b="b"/>
                <a:pathLst>
                  <a:path w="34" h="7">
                    <a:moveTo>
                      <a:pt x="3" y="0"/>
                    </a:moveTo>
                    <a:lnTo>
                      <a:pt x="34" y="1"/>
                    </a:lnTo>
                    <a:lnTo>
                      <a:pt x="32" y="7"/>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82" name="Freeform 1768"/>
              <p:cNvSpPr>
                <a:spLocks/>
              </p:cNvSpPr>
              <p:nvPr/>
            </p:nvSpPr>
            <p:spPr bwMode="gray">
              <a:xfrm>
                <a:off x="5845553" y="5419398"/>
                <a:ext cx="111104" cy="12649"/>
              </a:xfrm>
              <a:custGeom>
                <a:avLst/>
                <a:gdLst/>
                <a:ahLst/>
                <a:cxnLst>
                  <a:cxn ang="0">
                    <a:pos x="3" y="0"/>
                  </a:cxn>
                  <a:cxn ang="0">
                    <a:pos x="47" y="1"/>
                  </a:cxn>
                  <a:cxn ang="0">
                    <a:pos x="45" y="6"/>
                  </a:cxn>
                  <a:cxn ang="0">
                    <a:pos x="0" y="4"/>
                  </a:cxn>
                  <a:cxn ang="0">
                    <a:pos x="2" y="1"/>
                  </a:cxn>
                  <a:cxn ang="0">
                    <a:pos x="3" y="0"/>
                  </a:cxn>
                </a:cxnLst>
                <a:rect l="0" t="0" r="r" b="b"/>
                <a:pathLst>
                  <a:path w="47" h="6">
                    <a:moveTo>
                      <a:pt x="3" y="0"/>
                    </a:moveTo>
                    <a:lnTo>
                      <a:pt x="47" y="1"/>
                    </a:lnTo>
                    <a:lnTo>
                      <a:pt x="45" y="6"/>
                    </a:lnTo>
                    <a:lnTo>
                      <a:pt x="0" y="4"/>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83" name="Freeform 1769"/>
              <p:cNvSpPr>
                <a:spLocks/>
              </p:cNvSpPr>
              <p:nvPr/>
            </p:nvSpPr>
            <p:spPr bwMode="gray">
              <a:xfrm>
                <a:off x="5873329" y="5371965"/>
                <a:ext cx="75593" cy="12297"/>
              </a:xfrm>
              <a:custGeom>
                <a:avLst/>
                <a:gdLst/>
                <a:ahLst/>
                <a:cxnLst>
                  <a:cxn ang="0">
                    <a:pos x="3" y="0"/>
                  </a:cxn>
                  <a:cxn ang="0">
                    <a:pos x="31" y="1"/>
                  </a:cxn>
                  <a:cxn ang="0">
                    <a:pos x="29" y="6"/>
                  </a:cxn>
                  <a:cxn ang="0">
                    <a:pos x="0" y="5"/>
                  </a:cxn>
                  <a:cxn ang="0">
                    <a:pos x="2" y="1"/>
                  </a:cxn>
                  <a:cxn ang="0">
                    <a:pos x="3" y="0"/>
                  </a:cxn>
                </a:cxnLst>
                <a:rect l="0" t="0" r="r" b="b"/>
                <a:pathLst>
                  <a:path w="31" h="6">
                    <a:moveTo>
                      <a:pt x="3" y="0"/>
                    </a:moveTo>
                    <a:lnTo>
                      <a:pt x="31" y="1"/>
                    </a:lnTo>
                    <a:lnTo>
                      <a:pt x="29"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84" name="Freeform 1770"/>
              <p:cNvSpPr>
                <a:spLocks/>
              </p:cNvSpPr>
              <p:nvPr/>
            </p:nvSpPr>
            <p:spPr bwMode="gray">
              <a:xfrm>
                <a:off x="6281883" y="5331911"/>
                <a:ext cx="40433" cy="17568"/>
              </a:xfrm>
              <a:custGeom>
                <a:avLst/>
                <a:gdLst/>
                <a:ahLst/>
                <a:cxnLst>
                  <a:cxn ang="0">
                    <a:pos x="1" y="0"/>
                  </a:cxn>
                  <a:cxn ang="0">
                    <a:pos x="17" y="0"/>
                  </a:cxn>
                  <a:cxn ang="0">
                    <a:pos x="15" y="7"/>
                  </a:cxn>
                  <a:cxn ang="0">
                    <a:pos x="0" y="6"/>
                  </a:cxn>
                  <a:cxn ang="0">
                    <a:pos x="1" y="1"/>
                  </a:cxn>
                  <a:cxn ang="0">
                    <a:pos x="1" y="0"/>
                  </a:cxn>
                </a:cxnLst>
                <a:rect l="0" t="0" r="r" b="b"/>
                <a:pathLst>
                  <a:path w="17" h="7">
                    <a:moveTo>
                      <a:pt x="1" y="0"/>
                    </a:moveTo>
                    <a:lnTo>
                      <a:pt x="17" y="0"/>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285" name="Freeform 1771"/>
              <p:cNvSpPr>
                <a:spLocks/>
              </p:cNvSpPr>
              <p:nvPr/>
            </p:nvSpPr>
            <p:spPr bwMode="gray">
              <a:xfrm>
                <a:off x="6529054" y="5344208"/>
                <a:ext cx="42895" cy="12649"/>
              </a:xfrm>
              <a:custGeom>
                <a:avLst/>
                <a:gdLst/>
                <a:ahLst/>
                <a:cxnLst>
                  <a:cxn ang="0">
                    <a:pos x="3" y="0"/>
                  </a:cxn>
                  <a:cxn ang="0">
                    <a:pos x="18" y="1"/>
                  </a:cxn>
                  <a:cxn ang="0">
                    <a:pos x="16" y="6"/>
                  </a:cxn>
                  <a:cxn ang="0">
                    <a:pos x="0" y="5"/>
                  </a:cxn>
                  <a:cxn ang="0">
                    <a:pos x="2" y="1"/>
                  </a:cxn>
                  <a:cxn ang="0">
                    <a:pos x="3" y="0"/>
                  </a:cxn>
                </a:cxnLst>
                <a:rect l="0" t="0" r="r" b="b"/>
                <a:pathLst>
                  <a:path w="18" h="6">
                    <a:moveTo>
                      <a:pt x="3" y="0"/>
                    </a:moveTo>
                    <a:lnTo>
                      <a:pt x="18" y="1"/>
                    </a:lnTo>
                    <a:lnTo>
                      <a:pt x="16"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86" name="Freeform 1772"/>
              <p:cNvSpPr>
                <a:spLocks/>
              </p:cNvSpPr>
              <p:nvPr/>
            </p:nvSpPr>
            <p:spPr bwMode="gray">
              <a:xfrm>
                <a:off x="6019593" y="5319262"/>
                <a:ext cx="42895" cy="12649"/>
              </a:xfrm>
              <a:custGeom>
                <a:avLst/>
                <a:gdLst/>
                <a:ahLst/>
                <a:cxnLst>
                  <a:cxn ang="0">
                    <a:pos x="2" y="0"/>
                  </a:cxn>
                  <a:cxn ang="0">
                    <a:pos x="19" y="1"/>
                  </a:cxn>
                  <a:cxn ang="0">
                    <a:pos x="15" y="6"/>
                  </a:cxn>
                  <a:cxn ang="0">
                    <a:pos x="0" y="5"/>
                  </a:cxn>
                  <a:cxn ang="0">
                    <a:pos x="2" y="1"/>
                  </a:cxn>
                  <a:cxn ang="0">
                    <a:pos x="2" y="0"/>
                  </a:cxn>
                </a:cxnLst>
                <a:rect l="0" t="0" r="r" b="b"/>
                <a:pathLst>
                  <a:path w="19" h="6">
                    <a:moveTo>
                      <a:pt x="2" y="0"/>
                    </a:moveTo>
                    <a:lnTo>
                      <a:pt x="19" y="1"/>
                    </a:lnTo>
                    <a:lnTo>
                      <a:pt x="15"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87" name="Freeform 1773"/>
              <p:cNvSpPr>
                <a:spLocks/>
              </p:cNvSpPr>
              <p:nvPr/>
            </p:nvSpPr>
            <p:spPr bwMode="gray">
              <a:xfrm>
                <a:off x="5964041" y="5396911"/>
                <a:ext cx="45356" cy="12297"/>
              </a:xfrm>
              <a:custGeom>
                <a:avLst/>
                <a:gdLst/>
                <a:ahLst/>
                <a:cxnLst>
                  <a:cxn ang="0">
                    <a:pos x="2" y="0"/>
                  </a:cxn>
                  <a:cxn ang="0">
                    <a:pos x="18" y="0"/>
                  </a:cxn>
                  <a:cxn ang="0">
                    <a:pos x="15" y="6"/>
                  </a:cxn>
                  <a:cxn ang="0">
                    <a:pos x="0" y="4"/>
                  </a:cxn>
                  <a:cxn ang="0">
                    <a:pos x="2" y="1"/>
                  </a:cxn>
                  <a:cxn ang="0">
                    <a:pos x="2" y="0"/>
                  </a:cxn>
                </a:cxnLst>
                <a:rect l="0" t="0" r="r" b="b"/>
                <a:pathLst>
                  <a:path w="18" h="6">
                    <a:moveTo>
                      <a:pt x="2" y="0"/>
                    </a:moveTo>
                    <a:lnTo>
                      <a:pt x="18" y="0"/>
                    </a:lnTo>
                    <a:lnTo>
                      <a:pt x="15" y="6"/>
                    </a:lnTo>
                    <a:lnTo>
                      <a:pt x="0" y="4"/>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88" name="Freeform 1774"/>
              <p:cNvSpPr>
                <a:spLocks/>
              </p:cNvSpPr>
              <p:nvPr/>
            </p:nvSpPr>
            <p:spPr bwMode="gray">
              <a:xfrm>
                <a:off x="5964041" y="5369506"/>
                <a:ext cx="45356" cy="14757"/>
              </a:xfrm>
              <a:custGeom>
                <a:avLst/>
                <a:gdLst/>
                <a:ahLst/>
                <a:cxnLst>
                  <a:cxn ang="0">
                    <a:pos x="3" y="0"/>
                  </a:cxn>
                  <a:cxn ang="0">
                    <a:pos x="19" y="1"/>
                  </a:cxn>
                  <a:cxn ang="0">
                    <a:pos x="15" y="7"/>
                  </a:cxn>
                  <a:cxn ang="0">
                    <a:pos x="0" y="5"/>
                  </a:cxn>
                  <a:cxn ang="0">
                    <a:pos x="2" y="1"/>
                  </a:cxn>
                  <a:cxn ang="0">
                    <a:pos x="3" y="0"/>
                  </a:cxn>
                </a:cxnLst>
                <a:rect l="0" t="0" r="r" b="b"/>
                <a:pathLst>
                  <a:path w="19" h="7">
                    <a:moveTo>
                      <a:pt x="3" y="0"/>
                    </a:moveTo>
                    <a:lnTo>
                      <a:pt x="19" y="1"/>
                    </a:lnTo>
                    <a:lnTo>
                      <a:pt x="15" y="7"/>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89" name="Freeform 1775"/>
              <p:cNvSpPr>
                <a:spLocks/>
              </p:cNvSpPr>
              <p:nvPr/>
            </p:nvSpPr>
            <p:spPr bwMode="gray">
              <a:xfrm>
                <a:off x="6024515" y="5371965"/>
                <a:ext cx="40433" cy="17568"/>
              </a:xfrm>
              <a:custGeom>
                <a:avLst/>
                <a:gdLst/>
                <a:ahLst/>
                <a:cxnLst>
                  <a:cxn ang="0">
                    <a:pos x="2" y="0"/>
                  </a:cxn>
                  <a:cxn ang="0">
                    <a:pos x="18" y="1"/>
                  </a:cxn>
                  <a:cxn ang="0">
                    <a:pos x="15" y="7"/>
                  </a:cxn>
                  <a:cxn ang="0">
                    <a:pos x="0" y="6"/>
                  </a:cxn>
                  <a:cxn ang="0">
                    <a:pos x="2" y="1"/>
                  </a:cxn>
                  <a:cxn ang="0">
                    <a:pos x="2" y="0"/>
                  </a:cxn>
                </a:cxnLst>
                <a:rect l="0" t="0" r="r" b="b"/>
                <a:pathLst>
                  <a:path w="18" h="7">
                    <a:moveTo>
                      <a:pt x="2" y="0"/>
                    </a:moveTo>
                    <a:lnTo>
                      <a:pt x="18" y="1"/>
                    </a:lnTo>
                    <a:lnTo>
                      <a:pt x="15"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90" name="Freeform 1776"/>
              <p:cNvSpPr>
                <a:spLocks/>
              </p:cNvSpPr>
              <p:nvPr/>
            </p:nvSpPr>
            <p:spPr bwMode="gray">
              <a:xfrm>
                <a:off x="5994278" y="5349479"/>
                <a:ext cx="37972" cy="17216"/>
              </a:xfrm>
              <a:custGeom>
                <a:avLst/>
                <a:gdLst/>
                <a:ahLst/>
                <a:cxnLst>
                  <a:cxn ang="0">
                    <a:pos x="2" y="0"/>
                  </a:cxn>
                  <a:cxn ang="0">
                    <a:pos x="17" y="0"/>
                  </a:cxn>
                  <a:cxn ang="0">
                    <a:pos x="14" y="6"/>
                  </a:cxn>
                  <a:cxn ang="0">
                    <a:pos x="0" y="5"/>
                  </a:cxn>
                  <a:cxn ang="0">
                    <a:pos x="2" y="1"/>
                  </a:cxn>
                  <a:cxn ang="0">
                    <a:pos x="2" y="0"/>
                  </a:cxn>
                </a:cxnLst>
                <a:rect l="0" t="0" r="r" b="b"/>
                <a:pathLst>
                  <a:path w="17" h="6">
                    <a:moveTo>
                      <a:pt x="2" y="0"/>
                    </a:moveTo>
                    <a:lnTo>
                      <a:pt x="17" y="0"/>
                    </a:lnTo>
                    <a:lnTo>
                      <a:pt x="14"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291" name="Freeform 1777"/>
              <p:cNvSpPr>
                <a:spLocks/>
              </p:cNvSpPr>
              <p:nvPr/>
            </p:nvSpPr>
            <p:spPr bwMode="gray">
              <a:xfrm>
                <a:off x="5948922" y="5344208"/>
                <a:ext cx="45356" cy="12649"/>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92" name="Freeform 1778"/>
              <p:cNvSpPr>
                <a:spLocks/>
              </p:cNvSpPr>
              <p:nvPr/>
            </p:nvSpPr>
            <p:spPr bwMode="gray">
              <a:xfrm>
                <a:off x="5898644" y="5344208"/>
                <a:ext cx="40082" cy="12649"/>
              </a:xfrm>
              <a:custGeom>
                <a:avLst/>
                <a:gdLst/>
                <a:ahLst/>
                <a:cxnLst>
                  <a:cxn ang="0">
                    <a:pos x="3" y="0"/>
                  </a:cxn>
                  <a:cxn ang="0">
                    <a:pos x="18" y="1"/>
                  </a:cxn>
                  <a:cxn ang="0">
                    <a:pos x="14" y="6"/>
                  </a:cxn>
                  <a:cxn ang="0">
                    <a:pos x="0" y="5"/>
                  </a:cxn>
                  <a:cxn ang="0">
                    <a:pos x="2" y="1"/>
                  </a:cxn>
                  <a:cxn ang="0">
                    <a:pos x="3" y="0"/>
                  </a:cxn>
                </a:cxnLst>
                <a:rect l="0" t="0" r="r" b="b"/>
                <a:pathLst>
                  <a:path w="18" h="6">
                    <a:moveTo>
                      <a:pt x="3" y="0"/>
                    </a:moveTo>
                    <a:lnTo>
                      <a:pt x="18" y="1"/>
                    </a:lnTo>
                    <a:lnTo>
                      <a:pt x="14"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293" name="Freeform 1779"/>
              <p:cNvSpPr>
                <a:spLocks/>
              </p:cNvSpPr>
              <p:nvPr/>
            </p:nvSpPr>
            <p:spPr bwMode="gray">
              <a:xfrm>
                <a:off x="6544172" y="5451722"/>
                <a:ext cx="12657" cy="20027"/>
              </a:xfrm>
              <a:custGeom>
                <a:avLst/>
                <a:gdLst/>
                <a:ahLst/>
                <a:cxnLst>
                  <a:cxn ang="0">
                    <a:pos x="3" y="0"/>
                  </a:cxn>
                  <a:cxn ang="0">
                    <a:pos x="0" y="6"/>
                  </a:cxn>
                  <a:cxn ang="0">
                    <a:pos x="3" y="9"/>
                  </a:cxn>
                  <a:cxn ang="0">
                    <a:pos x="5" y="2"/>
                  </a:cxn>
                  <a:cxn ang="0">
                    <a:pos x="3" y="0"/>
                  </a:cxn>
                </a:cxnLst>
                <a:rect l="0" t="0" r="r" b="b"/>
                <a:pathLst>
                  <a:path w="5" h="9">
                    <a:moveTo>
                      <a:pt x="3" y="0"/>
                    </a:moveTo>
                    <a:lnTo>
                      <a:pt x="0" y="6"/>
                    </a:lnTo>
                    <a:lnTo>
                      <a:pt x="3"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294" name="Freeform 1780"/>
              <p:cNvSpPr>
                <a:spLocks/>
              </p:cNvSpPr>
              <p:nvPr/>
            </p:nvSpPr>
            <p:spPr bwMode="gray">
              <a:xfrm>
                <a:off x="6594450" y="5426776"/>
                <a:ext cx="7735"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295" name="Freeform 1781"/>
              <p:cNvSpPr>
                <a:spLocks/>
              </p:cNvSpPr>
              <p:nvPr/>
            </p:nvSpPr>
            <p:spPr bwMode="gray">
              <a:xfrm>
                <a:off x="6639806" y="5404289"/>
                <a:ext cx="7735" cy="20027"/>
              </a:xfrm>
              <a:custGeom>
                <a:avLst/>
                <a:gdLst/>
                <a:ahLst/>
                <a:cxnLst>
                  <a:cxn ang="0">
                    <a:pos x="1" y="0"/>
                  </a:cxn>
                  <a:cxn ang="0">
                    <a:pos x="0" y="5"/>
                  </a:cxn>
                  <a:cxn ang="0">
                    <a:pos x="1" y="8"/>
                  </a:cxn>
                  <a:cxn ang="0">
                    <a:pos x="3" y="1"/>
                  </a:cxn>
                  <a:cxn ang="0">
                    <a:pos x="1" y="0"/>
                  </a:cxn>
                </a:cxnLst>
                <a:rect l="0" t="0" r="r" b="b"/>
                <a:pathLst>
                  <a:path w="3" h="8">
                    <a:moveTo>
                      <a:pt x="1" y="0"/>
                    </a:moveTo>
                    <a:lnTo>
                      <a:pt x="0" y="5"/>
                    </a:lnTo>
                    <a:lnTo>
                      <a:pt x="1" y="8"/>
                    </a:lnTo>
                    <a:lnTo>
                      <a:pt x="3" y="1"/>
                    </a:lnTo>
                    <a:lnTo>
                      <a:pt x="1" y="0"/>
                    </a:lnTo>
                    <a:close/>
                  </a:path>
                </a:pathLst>
              </a:custGeom>
              <a:noFill/>
              <a:ln w="3175" cap="rnd" cmpd="sng">
                <a:solidFill>
                  <a:schemeClr val="bg2"/>
                </a:solidFill>
                <a:prstDash val="sysDot"/>
                <a:round/>
                <a:headEnd/>
                <a:tailEnd/>
              </a:ln>
            </p:spPr>
            <p:txBody>
              <a:bodyPr/>
              <a:lstStyle/>
              <a:p>
                <a:endParaRPr lang="en-US"/>
              </a:p>
            </p:txBody>
          </p:sp>
          <p:sp>
            <p:nvSpPr>
              <p:cNvPr id="296" name="Freeform 1782"/>
              <p:cNvSpPr>
                <a:spLocks/>
              </p:cNvSpPr>
              <p:nvPr/>
            </p:nvSpPr>
            <p:spPr bwMode="gray">
              <a:xfrm>
                <a:off x="6612030" y="5374425"/>
                <a:ext cx="7735" cy="22486"/>
              </a:xfrm>
              <a:custGeom>
                <a:avLst/>
                <a:gdLst/>
                <a:ahLst/>
                <a:cxnLst>
                  <a:cxn ang="0">
                    <a:pos x="1" y="0"/>
                  </a:cxn>
                  <a:cxn ang="0">
                    <a:pos x="0" y="6"/>
                  </a:cxn>
                  <a:cxn ang="0">
                    <a:pos x="1" y="10"/>
                  </a:cxn>
                  <a:cxn ang="0">
                    <a:pos x="3" y="3"/>
                  </a:cxn>
                  <a:cxn ang="0">
                    <a:pos x="1" y="0"/>
                  </a:cxn>
                </a:cxnLst>
                <a:rect l="0" t="0" r="r" b="b"/>
                <a:pathLst>
                  <a:path w="3" h="10">
                    <a:moveTo>
                      <a:pt x="1" y="0"/>
                    </a:moveTo>
                    <a:lnTo>
                      <a:pt x="0" y="6"/>
                    </a:lnTo>
                    <a:lnTo>
                      <a:pt x="1" y="10"/>
                    </a:lnTo>
                    <a:lnTo>
                      <a:pt x="3" y="3"/>
                    </a:lnTo>
                    <a:lnTo>
                      <a:pt x="1" y="0"/>
                    </a:lnTo>
                    <a:close/>
                  </a:path>
                </a:pathLst>
              </a:custGeom>
              <a:noFill/>
              <a:ln w="3175" cap="rnd" cmpd="sng">
                <a:solidFill>
                  <a:schemeClr val="bg2"/>
                </a:solidFill>
                <a:prstDash val="sysDot"/>
                <a:round/>
                <a:headEnd/>
                <a:tailEnd/>
              </a:ln>
            </p:spPr>
            <p:txBody>
              <a:bodyPr/>
              <a:lstStyle/>
              <a:p>
                <a:endParaRPr lang="en-US"/>
              </a:p>
            </p:txBody>
          </p:sp>
          <p:sp>
            <p:nvSpPr>
              <p:cNvPr id="297" name="Freeform 1783"/>
              <p:cNvSpPr>
                <a:spLocks/>
              </p:cNvSpPr>
              <p:nvPr/>
            </p:nvSpPr>
            <p:spPr bwMode="gray">
              <a:xfrm>
                <a:off x="6735792" y="5381803"/>
                <a:ext cx="15119" cy="20027"/>
              </a:xfrm>
              <a:custGeom>
                <a:avLst/>
                <a:gdLst/>
                <a:ahLst/>
                <a:cxnLst>
                  <a:cxn ang="0">
                    <a:pos x="1" y="0"/>
                  </a:cxn>
                  <a:cxn ang="0">
                    <a:pos x="0" y="5"/>
                  </a:cxn>
                  <a:cxn ang="0">
                    <a:pos x="4" y="9"/>
                  </a:cxn>
                  <a:cxn ang="0">
                    <a:pos x="6" y="2"/>
                  </a:cxn>
                  <a:cxn ang="0">
                    <a:pos x="1" y="0"/>
                  </a:cxn>
                </a:cxnLst>
                <a:rect l="0" t="0" r="r" b="b"/>
                <a:pathLst>
                  <a:path w="6" h="9">
                    <a:moveTo>
                      <a:pt x="1" y="0"/>
                    </a:moveTo>
                    <a:lnTo>
                      <a:pt x="0" y="5"/>
                    </a:lnTo>
                    <a:lnTo>
                      <a:pt x="4" y="9"/>
                    </a:lnTo>
                    <a:lnTo>
                      <a:pt x="6" y="2"/>
                    </a:lnTo>
                    <a:lnTo>
                      <a:pt x="1" y="0"/>
                    </a:lnTo>
                    <a:close/>
                  </a:path>
                </a:pathLst>
              </a:custGeom>
              <a:noFill/>
              <a:ln w="3175" cap="rnd" cmpd="sng">
                <a:solidFill>
                  <a:schemeClr val="bg2"/>
                </a:solidFill>
                <a:prstDash val="sysDot"/>
                <a:round/>
                <a:headEnd/>
                <a:tailEnd/>
              </a:ln>
            </p:spPr>
            <p:txBody>
              <a:bodyPr/>
              <a:lstStyle/>
              <a:p>
                <a:endParaRPr lang="en-US"/>
              </a:p>
            </p:txBody>
          </p:sp>
          <p:sp>
            <p:nvSpPr>
              <p:cNvPr id="298" name="Freeform 1784"/>
              <p:cNvSpPr>
                <a:spLocks/>
              </p:cNvSpPr>
              <p:nvPr/>
            </p:nvSpPr>
            <p:spPr bwMode="gray">
              <a:xfrm>
                <a:off x="6491082" y="5449262"/>
                <a:ext cx="7735" cy="22486"/>
              </a:xfrm>
              <a:custGeom>
                <a:avLst/>
                <a:gdLst/>
                <a:ahLst/>
                <a:cxnLst>
                  <a:cxn ang="0">
                    <a:pos x="1" y="0"/>
                  </a:cxn>
                  <a:cxn ang="0">
                    <a:pos x="0" y="6"/>
                  </a:cxn>
                  <a:cxn ang="0">
                    <a:pos x="1" y="9"/>
                  </a:cxn>
                  <a:cxn ang="0">
                    <a:pos x="3" y="1"/>
                  </a:cxn>
                  <a:cxn ang="0">
                    <a:pos x="1" y="0"/>
                  </a:cxn>
                </a:cxnLst>
                <a:rect l="0" t="0" r="r" b="b"/>
                <a:pathLst>
                  <a:path w="3" h="9">
                    <a:moveTo>
                      <a:pt x="1" y="0"/>
                    </a:moveTo>
                    <a:lnTo>
                      <a:pt x="0" y="6"/>
                    </a:lnTo>
                    <a:lnTo>
                      <a:pt x="1" y="9"/>
                    </a:lnTo>
                    <a:lnTo>
                      <a:pt x="3" y="1"/>
                    </a:lnTo>
                    <a:lnTo>
                      <a:pt x="1" y="0"/>
                    </a:lnTo>
                    <a:close/>
                  </a:path>
                </a:pathLst>
              </a:custGeom>
              <a:noFill/>
              <a:ln w="3175" cap="rnd" cmpd="sng">
                <a:solidFill>
                  <a:schemeClr val="bg2"/>
                </a:solidFill>
                <a:prstDash val="sysDot"/>
                <a:round/>
                <a:headEnd/>
                <a:tailEnd/>
              </a:ln>
            </p:spPr>
            <p:txBody>
              <a:bodyPr/>
              <a:lstStyle/>
              <a:p>
                <a:endParaRPr lang="en-US"/>
              </a:p>
            </p:txBody>
          </p:sp>
          <p:sp>
            <p:nvSpPr>
              <p:cNvPr id="299" name="Freeform 1785"/>
              <p:cNvSpPr>
                <a:spLocks/>
              </p:cNvSpPr>
              <p:nvPr/>
            </p:nvSpPr>
            <p:spPr bwMode="gray">
              <a:xfrm>
                <a:off x="6536437" y="5426776"/>
                <a:ext cx="7735" cy="20027"/>
              </a:xfrm>
              <a:custGeom>
                <a:avLst/>
                <a:gdLst/>
                <a:ahLst/>
                <a:cxnLst>
                  <a:cxn ang="0">
                    <a:pos x="2" y="0"/>
                  </a:cxn>
                  <a:cxn ang="0">
                    <a:pos x="0" y="5"/>
                  </a:cxn>
                  <a:cxn ang="0">
                    <a:pos x="2" y="9"/>
                  </a:cxn>
                  <a:cxn ang="0">
                    <a:pos x="3" y="2"/>
                  </a:cxn>
                  <a:cxn ang="0">
                    <a:pos x="2" y="0"/>
                  </a:cxn>
                </a:cxnLst>
                <a:rect l="0" t="0" r="r" b="b"/>
                <a:pathLst>
                  <a:path w="3" h="9">
                    <a:moveTo>
                      <a:pt x="2" y="0"/>
                    </a:moveTo>
                    <a:lnTo>
                      <a:pt x="0" y="5"/>
                    </a:lnTo>
                    <a:lnTo>
                      <a:pt x="2"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00" name="Freeform 1786"/>
              <p:cNvSpPr>
                <a:spLocks/>
              </p:cNvSpPr>
              <p:nvPr/>
            </p:nvSpPr>
            <p:spPr bwMode="gray">
              <a:xfrm>
                <a:off x="6584606" y="5401830"/>
                <a:ext cx="9845" cy="20027"/>
              </a:xfrm>
              <a:custGeom>
                <a:avLst/>
                <a:gdLst/>
                <a:ahLst/>
                <a:cxnLst>
                  <a:cxn ang="0">
                    <a:pos x="1" y="0"/>
                  </a:cxn>
                  <a:cxn ang="0">
                    <a:pos x="0" y="5"/>
                  </a:cxn>
                  <a:cxn ang="0">
                    <a:pos x="1" y="8"/>
                  </a:cxn>
                  <a:cxn ang="0">
                    <a:pos x="4" y="2"/>
                  </a:cxn>
                  <a:cxn ang="0">
                    <a:pos x="1" y="0"/>
                  </a:cxn>
                </a:cxnLst>
                <a:rect l="0" t="0" r="r" b="b"/>
                <a:pathLst>
                  <a:path w="4" h="8">
                    <a:moveTo>
                      <a:pt x="1" y="0"/>
                    </a:moveTo>
                    <a:lnTo>
                      <a:pt x="0" y="5"/>
                    </a:lnTo>
                    <a:lnTo>
                      <a:pt x="1" y="8"/>
                    </a:lnTo>
                    <a:lnTo>
                      <a:pt x="4" y="2"/>
                    </a:lnTo>
                    <a:lnTo>
                      <a:pt x="1" y="0"/>
                    </a:lnTo>
                    <a:close/>
                  </a:path>
                </a:pathLst>
              </a:custGeom>
              <a:noFill/>
              <a:ln w="3175" cap="rnd" cmpd="sng">
                <a:solidFill>
                  <a:schemeClr val="bg2"/>
                </a:solidFill>
                <a:prstDash val="sysDot"/>
                <a:round/>
                <a:headEnd/>
                <a:tailEnd/>
              </a:ln>
            </p:spPr>
            <p:txBody>
              <a:bodyPr/>
              <a:lstStyle/>
              <a:p>
                <a:endParaRPr lang="en-US"/>
              </a:p>
            </p:txBody>
          </p:sp>
          <p:sp>
            <p:nvSpPr>
              <p:cNvPr id="301" name="Freeform 1787"/>
              <p:cNvSpPr>
                <a:spLocks/>
              </p:cNvSpPr>
              <p:nvPr/>
            </p:nvSpPr>
            <p:spPr bwMode="gray">
              <a:xfrm>
                <a:off x="6556830" y="5371965"/>
                <a:ext cx="4922" cy="22486"/>
              </a:xfrm>
              <a:custGeom>
                <a:avLst/>
                <a:gdLst/>
                <a:ahLst/>
                <a:cxnLst>
                  <a:cxn ang="0">
                    <a:pos x="1" y="0"/>
                  </a:cxn>
                  <a:cxn ang="0">
                    <a:pos x="0" y="6"/>
                  </a:cxn>
                  <a:cxn ang="0">
                    <a:pos x="0" y="9"/>
                  </a:cxn>
                  <a:cxn ang="0">
                    <a:pos x="2" y="1"/>
                  </a:cxn>
                  <a:cxn ang="0">
                    <a:pos x="1" y="0"/>
                  </a:cxn>
                </a:cxnLst>
                <a:rect l="0" t="0" r="r" b="b"/>
                <a:pathLst>
                  <a:path w="2" h="9">
                    <a:moveTo>
                      <a:pt x="1" y="0"/>
                    </a:moveTo>
                    <a:lnTo>
                      <a:pt x="0" y="6"/>
                    </a:lnTo>
                    <a:lnTo>
                      <a:pt x="0" y="9"/>
                    </a:lnTo>
                    <a:lnTo>
                      <a:pt x="2" y="1"/>
                    </a:lnTo>
                    <a:lnTo>
                      <a:pt x="1" y="0"/>
                    </a:lnTo>
                    <a:close/>
                  </a:path>
                </a:pathLst>
              </a:custGeom>
              <a:noFill/>
              <a:ln w="3175" cap="rnd" cmpd="sng">
                <a:solidFill>
                  <a:schemeClr val="bg2"/>
                </a:solidFill>
                <a:prstDash val="sysDot"/>
                <a:round/>
                <a:headEnd/>
                <a:tailEnd/>
              </a:ln>
            </p:spPr>
            <p:txBody>
              <a:bodyPr/>
              <a:lstStyle/>
              <a:p>
                <a:endParaRPr lang="en-US"/>
              </a:p>
            </p:txBody>
          </p:sp>
          <p:sp>
            <p:nvSpPr>
              <p:cNvPr id="302" name="Freeform 1788"/>
              <p:cNvSpPr>
                <a:spLocks/>
              </p:cNvSpPr>
              <p:nvPr/>
            </p:nvSpPr>
            <p:spPr bwMode="gray">
              <a:xfrm>
                <a:off x="6728057" y="5409208"/>
                <a:ext cx="7735" cy="20027"/>
              </a:xfrm>
              <a:custGeom>
                <a:avLst/>
                <a:gdLst/>
                <a:ahLst/>
                <a:cxnLst>
                  <a:cxn ang="0">
                    <a:pos x="1" y="0"/>
                  </a:cxn>
                  <a:cxn ang="0">
                    <a:pos x="0" y="5"/>
                  </a:cxn>
                  <a:cxn ang="0">
                    <a:pos x="2" y="9"/>
                  </a:cxn>
                  <a:cxn ang="0">
                    <a:pos x="3" y="2"/>
                  </a:cxn>
                  <a:cxn ang="0">
                    <a:pos x="1" y="0"/>
                  </a:cxn>
                </a:cxnLst>
                <a:rect l="0" t="0" r="r" b="b"/>
                <a:pathLst>
                  <a:path w="3" h="9">
                    <a:moveTo>
                      <a:pt x="1" y="0"/>
                    </a:moveTo>
                    <a:lnTo>
                      <a:pt x="0" y="5"/>
                    </a:lnTo>
                    <a:lnTo>
                      <a:pt x="2"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03" name="Freeform 1789"/>
              <p:cNvSpPr>
                <a:spLocks/>
              </p:cNvSpPr>
              <p:nvPr/>
            </p:nvSpPr>
            <p:spPr bwMode="gray">
              <a:xfrm>
                <a:off x="5959118" y="5316803"/>
                <a:ext cx="9845" cy="17568"/>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04" name="Freeform 1790"/>
              <p:cNvSpPr>
                <a:spLocks/>
              </p:cNvSpPr>
              <p:nvPr/>
            </p:nvSpPr>
            <p:spPr bwMode="gray">
              <a:xfrm>
                <a:off x="6428146" y="5446803"/>
                <a:ext cx="4922" cy="20027"/>
              </a:xfrm>
              <a:custGeom>
                <a:avLst/>
                <a:gdLst/>
                <a:ahLst/>
                <a:cxnLst>
                  <a:cxn ang="0">
                    <a:pos x="2" y="0"/>
                  </a:cxn>
                  <a:cxn ang="0">
                    <a:pos x="0" y="5"/>
                  </a:cxn>
                  <a:cxn ang="0">
                    <a:pos x="1" y="8"/>
                  </a:cxn>
                  <a:cxn ang="0">
                    <a:pos x="3" y="2"/>
                  </a:cxn>
                  <a:cxn ang="0">
                    <a:pos x="2" y="0"/>
                  </a:cxn>
                </a:cxnLst>
                <a:rect l="0" t="0" r="r" b="b"/>
                <a:pathLst>
                  <a:path w="3" h="8">
                    <a:moveTo>
                      <a:pt x="2" y="0"/>
                    </a:moveTo>
                    <a:lnTo>
                      <a:pt x="0" y="5"/>
                    </a:lnTo>
                    <a:lnTo>
                      <a:pt x="1" y="8"/>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05" name="Freeform 1791"/>
              <p:cNvSpPr>
                <a:spLocks/>
              </p:cNvSpPr>
              <p:nvPr/>
            </p:nvSpPr>
            <p:spPr bwMode="gray">
              <a:xfrm>
                <a:off x="6473502" y="5421857"/>
                <a:ext cx="4922" cy="20027"/>
              </a:xfrm>
              <a:custGeom>
                <a:avLst/>
                <a:gdLst/>
                <a:ahLst/>
                <a:cxnLst>
                  <a:cxn ang="0">
                    <a:pos x="1" y="0"/>
                  </a:cxn>
                  <a:cxn ang="0">
                    <a:pos x="0" y="6"/>
                  </a:cxn>
                  <a:cxn ang="0">
                    <a:pos x="0" y="9"/>
                  </a:cxn>
                  <a:cxn ang="0">
                    <a:pos x="3" y="2"/>
                  </a:cxn>
                  <a:cxn ang="0">
                    <a:pos x="1" y="0"/>
                  </a:cxn>
                </a:cxnLst>
                <a:rect l="0" t="0" r="r" b="b"/>
                <a:pathLst>
                  <a:path w="3" h="9">
                    <a:moveTo>
                      <a:pt x="1" y="0"/>
                    </a:moveTo>
                    <a:lnTo>
                      <a:pt x="0" y="6"/>
                    </a:lnTo>
                    <a:lnTo>
                      <a:pt x="0"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06" name="Freeform 1792"/>
              <p:cNvSpPr>
                <a:spLocks/>
              </p:cNvSpPr>
              <p:nvPr/>
            </p:nvSpPr>
            <p:spPr bwMode="gray">
              <a:xfrm>
                <a:off x="6521319" y="5396911"/>
                <a:ext cx="5274" cy="22486"/>
              </a:xfrm>
              <a:custGeom>
                <a:avLst/>
                <a:gdLst/>
                <a:ahLst/>
                <a:cxnLst>
                  <a:cxn ang="0">
                    <a:pos x="1" y="0"/>
                  </a:cxn>
                  <a:cxn ang="0">
                    <a:pos x="0" y="6"/>
                  </a:cxn>
                  <a:cxn ang="0">
                    <a:pos x="1" y="9"/>
                  </a:cxn>
                  <a:cxn ang="0">
                    <a:pos x="3" y="2"/>
                  </a:cxn>
                  <a:cxn ang="0">
                    <a:pos x="1" y="0"/>
                  </a:cxn>
                </a:cxnLst>
                <a:rect l="0" t="0" r="r" b="b"/>
                <a:pathLst>
                  <a:path w="3" h="9">
                    <a:moveTo>
                      <a:pt x="1" y="0"/>
                    </a:moveTo>
                    <a:lnTo>
                      <a:pt x="0" y="6"/>
                    </a:lnTo>
                    <a:lnTo>
                      <a:pt x="1"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07" name="Freeform 1793"/>
              <p:cNvSpPr>
                <a:spLocks/>
              </p:cNvSpPr>
              <p:nvPr/>
            </p:nvSpPr>
            <p:spPr bwMode="gray">
              <a:xfrm>
                <a:off x="6491082" y="5369506"/>
                <a:ext cx="7735" cy="20027"/>
              </a:xfrm>
              <a:custGeom>
                <a:avLst/>
                <a:gdLst/>
                <a:ahLst/>
                <a:cxnLst>
                  <a:cxn ang="0">
                    <a:pos x="1" y="0"/>
                  </a:cxn>
                  <a:cxn ang="0">
                    <a:pos x="0" y="5"/>
                  </a:cxn>
                  <a:cxn ang="0">
                    <a:pos x="1" y="8"/>
                  </a:cxn>
                  <a:cxn ang="0">
                    <a:pos x="3" y="2"/>
                  </a:cxn>
                  <a:cxn ang="0">
                    <a:pos x="1" y="0"/>
                  </a:cxn>
                </a:cxnLst>
                <a:rect l="0" t="0" r="r" b="b"/>
                <a:pathLst>
                  <a:path w="3" h="8">
                    <a:moveTo>
                      <a:pt x="1" y="0"/>
                    </a:moveTo>
                    <a:lnTo>
                      <a:pt x="0" y="5"/>
                    </a:lnTo>
                    <a:lnTo>
                      <a:pt x="1" y="8"/>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08" name="Freeform 1794"/>
              <p:cNvSpPr>
                <a:spLocks/>
              </p:cNvSpPr>
              <p:nvPr/>
            </p:nvSpPr>
            <p:spPr bwMode="gray">
              <a:xfrm>
                <a:off x="6370133" y="5441884"/>
                <a:ext cx="4922"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09" name="Freeform 1795"/>
              <p:cNvSpPr>
                <a:spLocks/>
              </p:cNvSpPr>
              <p:nvPr/>
            </p:nvSpPr>
            <p:spPr bwMode="gray">
              <a:xfrm>
                <a:off x="6413028" y="5421857"/>
                <a:ext cx="7383" cy="17568"/>
              </a:xfrm>
              <a:custGeom>
                <a:avLst/>
                <a:gdLst/>
                <a:ahLst/>
                <a:cxnLst>
                  <a:cxn ang="0">
                    <a:pos x="2" y="0"/>
                  </a:cxn>
                  <a:cxn ang="0">
                    <a:pos x="0" y="6"/>
                  </a:cxn>
                  <a:cxn ang="0">
                    <a:pos x="0" y="8"/>
                  </a:cxn>
                  <a:cxn ang="0">
                    <a:pos x="3" y="1"/>
                  </a:cxn>
                  <a:cxn ang="0">
                    <a:pos x="2" y="0"/>
                  </a:cxn>
                </a:cxnLst>
                <a:rect l="0" t="0" r="r" b="b"/>
                <a:pathLst>
                  <a:path w="3" h="8">
                    <a:moveTo>
                      <a:pt x="2" y="0"/>
                    </a:moveTo>
                    <a:lnTo>
                      <a:pt x="0" y="6"/>
                    </a:lnTo>
                    <a:lnTo>
                      <a:pt x="0" y="8"/>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310" name="Freeform 1796"/>
              <p:cNvSpPr>
                <a:spLocks/>
              </p:cNvSpPr>
              <p:nvPr/>
            </p:nvSpPr>
            <p:spPr bwMode="gray">
              <a:xfrm>
                <a:off x="6460844" y="5394452"/>
                <a:ext cx="10196" cy="22486"/>
              </a:xfrm>
              <a:custGeom>
                <a:avLst/>
                <a:gdLst/>
                <a:ahLst/>
                <a:cxnLst>
                  <a:cxn ang="0">
                    <a:pos x="2" y="0"/>
                  </a:cxn>
                  <a:cxn ang="0">
                    <a:pos x="0" y="5"/>
                  </a:cxn>
                  <a:cxn ang="0">
                    <a:pos x="0" y="9"/>
                  </a:cxn>
                  <a:cxn ang="0">
                    <a:pos x="4" y="2"/>
                  </a:cxn>
                  <a:cxn ang="0">
                    <a:pos x="2" y="0"/>
                  </a:cxn>
                </a:cxnLst>
                <a:rect l="0" t="0" r="r" b="b"/>
                <a:pathLst>
                  <a:path w="4" h="9">
                    <a:moveTo>
                      <a:pt x="2" y="0"/>
                    </a:moveTo>
                    <a:lnTo>
                      <a:pt x="0" y="5"/>
                    </a:lnTo>
                    <a:lnTo>
                      <a:pt x="0" y="9"/>
                    </a:lnTo>
                    <a:lnTo>
                      <a:pt x="4" y="2"/>
                    </a:lnTo>
                    <a:lnTo>
                      <a:pt x="2" y="0"/>
                    </a:lnTo>
                    <a:close/>
                  </a:path>
                </a:pathLst>
              </a:custGeom>
              <a:noFill/>
              <a:ln w="3175" cap="rnd" cmpd="sng">
                <a:solidFill>
                  <a:schemeClr val="bg2"/>
                </a:solidFill>
                <a:prstDash val="sysDot"/>
                <a:round/>
                <a:headEnd/>
                <a:tailEnd/>
              </a:ln>
            </p:spPr>
            <p:txBody>
              <a:bodyPr/>
              <a:lstStyle/>
              <a:p>
                <a:endParaRPr lang="en-US"/>
              </a:p>
            </p:txBody>
          </p:sp>
          <p:sp>
            <p:nvSpPr>
              <p:cNvPr id="311" name="Freeform 1797"/>
              <p:cNvSpPr>
                <a:spLocks/>
              </p:cNvSpPr>
              <p:nvPr/>
            </p:nvSpPr>
            <p:spPr bwMode="gray">
              <a:xfrm>
                <a:off x="6433068" y="5366695"/>
                <a:ext cx="5274" cy="17568"/>
              </a:xfrm>
              <a:custGeom>
                <a:avLst/>
                <a:gdLst/>
                <a:ahLst/>
                <a:cxnLst>
                  <a:cxn ang="0">
                    <a:pos x="1" y="0"/>
                  </a:cxn>
                  <a:cxn ang="0">
                    <a:pos x="0" y="5"/>
                  </a:cxn>
                  <a:cxn ang="0">
                    <a:pos x="0" y="8"/>
                  </a:cxn>
                  <a:cxn ang="0">
                    <a:pos x="2" y="2"/>
                  </a:cxn>
                  <a:cxn ang="0">
                    <a:pos x="1" y="0"/>
                  </a:cxn>
                </a:cxnLst>
                <a:rect l="0" t="0" r="r" b="b"/>
                <a:pathLst>
                  <a:path w="2" h="8">
                    <a:moveTo>
                      <a:pt x="1" y="0"/>
                    </a:moveTo>
                    <a:lnTo>
                      <a:pt x="0" y="5"/>
                    </a:lnTo>
                    <a:lnTo>
                      <a:pt x="0" y="8"/>
                    </a:lnTo>
                    <a:lnTo>
                      <a:pt x="2" y="2"/>
                    </a:lnTo>
                    <a:lnTo>
                      <a:pt x="1" y="0"/>
                    </a:lnTo>
                    <a:close/>
                  </a:path>
                </a:pathLst>
              </a:custGeom>
              <a:noFill/>
              <a:ln w="3175" cap="rnd" cmpd="sng">
                <a:solidFill>
                  <a:schemeClr val="bg2"/>
                </a:solidFill>
                <a:prstDash val="sysDot"/>
                <a:round/>
                <a:headEnd/>
                <a:tailEnd/>
              </a:ln>
            </p:spPr>
            <p:txBody>
              <a:bodyPr/>
              <a:lstStyle/>
              <a:p>
                <a:endParaRPr lang="en-US"/>
              </a:p>
            </p:txBody>
          </p:sp>
          <p:sp>
            <p:nvSpPr>
              <p:cNvPr id="312" name="Freeform 1798"/>
              <p:cNvSpPr>
                <a:spLocks/>
              </p:cNvSpPr>
              <p:nvPr/>
            </p:nvSpPr>
            <p:spPr bwMode="gray">
              <a:xfrm>
                <a:off x="7053633" y="5474560"/>
                <a:ext cx="4922" cy="22486"/>
              </a:xfrm>
              <a:custGeom>
                <a:avLst/>
                <a:gdLst/>
                <a:ahLst/>
                <a:cxnLst>
                  <a:cxn ang="0">
                    <a:pos x="2" y="0"/>
                  </a:cxn>
                  <a:cxn ang="0">
                    <a:pos x="0" y="5"/>
                  </a:cxn>
                  <a:cxn ang="0">
                    <a:pos x="0" y="9"/>
                  </a:cxn>
                  <a:cxn ang="0">
                    <a:pos x="3" y="2"/>
                  </a:cxn>
                  <a:cxn ang="0">
                    <a:pos x="2" y="0"/>
                  </a:cxn>
                </a:cxnLst>
                <a:rect l="0" t="0" r="r" b="b"/>
                <a:pathLst>
                  <a:path w="3" h="9">
                    <a:moveTo>
                      <a:pt x="2" y="0"/>
                    </a:moveTo>
                    <a:lnTo>
                      <a:pt x="0" y="5"/>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13" name="Freeform 1799"/>
              <p:cNvSpPr>
                <a:spLocks/>
              </p:cNvSpPr>
              <p:nvPr/>
            </p:nvSpPr>
            <p:spPr bwMode="gray">
              <a:xfrm>
                <a:off x="7061017" y="5446803"/>
                <a:ext cx="10196" cy="24946"/>
              </a:xfrm>
              <a:custGeom>
                <a:avLst/>
                <a:gdLst/>
                <a:ahLst/>
                <a:cxnLst>
                  <a:cxn ang="0">
                    <a:pos x="2" y="0"/>
                  </a:cxn>
                  <a:cxn ang="0">
                    <a:pos x="0" y="6"/>
                  </a:cxn>
                  <a:cxn ang="0">
                    <a:pos x="0" y="10"/>
                  </a:cxn>
                  <a:cxn ang="0">
                    <a:pos x="3" y="2"/>
                  </a:cxn>
                  <a:cxn ang="0">
                    <a:pos x="2" y="0"/>
                  </a:cxn>
                </a:cxnLst>
                <a:rect l="0" t="0" r="r" b="b"/>
                <a:pathLst>
                  <a:path w="3" h="10">
                    <a:moveTo>
                      <a:pt x="2" y="0"/>
                    </a:moveTo>
                    <a:lnTo>
                      <a:pt x="0" y="6"/>
                    </a:lnTo>
                    <a:lnTo>
                      <a:pt x="0" y="10"/>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14" name="Freeform 1800"/>
              <p:cNvSpPr>
                <a:spLocks/>
              </p:cNvSpPr>
              <p:nvPr/>
            </p:nvSpPr>
            <p:spPr bwMode="gray">
              <a:xfrm>
                <a:off x="6869398" y="5414479"/>
                <a:ext cx="4922" cy="22486"/>
              </a:xfrm>
              <a:custGeom>
                <a:avLst/>
                <a:gdLst/>
                <a:ahLst/>
                <a:cxnLst>
                  <a:cxn ang="0">
                    <a:pos x="1" y="0"/>
                  </a:cxn>
                  <a:cxn ang="0">
                    <a:pos x="0" y="6"/>
                  </a:cxn>
                  <a:cxn ang="0">
                    <a:pos x="1" y="9"/>
                  </a:cxn>
                  <a:cxn ang="0">
                    <a:pos x="3" y="2"/>
                  </a:cxn>
                  <a:cxn ang="0">
                    <a:pos x="1" y="0"/>
                  </a:cxn>
                </a:cxnLst>
                <a:rect l="0" t="0" r="r" b="b"/>
                <a:pathLst>
                  <a:path w="3" h="9">
                    <a:moveTo>
                      <a:pt x="1" y="0"/>
                    </a:moveTo>
                    <a:lnTo>
                      <a:pt x="0" y="6"/>
                    </a:lnTo>
                    <a:lnTo>
                      <a:pt x="1"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15" name="Freeform 1801"/>
              <p:cNvSpPr>
                <a:spLocks/>
              </p:cNvSpPr>
              <p:nvPr/>
            </p:nvSpPr>
            <p:spPr bwMode="gray">
              <a:xfrm>
                <a:off x="6826503" y="5497046"/>
                <a:ext cx="7735" cy="22486"/>
              </a:xfrm>
              <a:custGeom>
                <a:avLst/>
                <a:gdLst/>
                <a:ahLst/>
                <a:cxnLst>
                  <a:cxn ang="0">
                    <a:pos x="3" y="0"/>
                  </a:cxn>
                  <a:cxn ang="0">
                    <a:pos x="0" y="6"/>
                  </a:cxn>
                  <a:cxn ang="0">
                    <a:pos x="0" y="9"/>
                  </a:cxn>
                  <a:cxn ang="0">
                    <a:pos x="3" y="1"/>
                  </a:cxn>
                  <a:cxn ang="0">
                    <a:pos x="3" y="0"/>
                  </a:cxn>
                </a:cxnLst>
                <a:rect l="0" t="0" r="r" b="b"/>
                <a:pathLst>
                  <a:path w="3" h="9">
                    <a:moveTo>
                      <a:pt x="3" y="0"/>
                    </a:moveTo>
                    <a:lnTo>
                      <a:pt x="0" y="6"/>
                    </a:lnTo>
                    <a:lnTo>
                      <a:pt x="0" y="9"/>
                    </a:lnTo>
                    <a:lnTo>
                      <a:pt x="3" y="1"/>
                    </a:lnTo>
                    <a:lnTo>
                      <a:pt x="3" y="0"/>
                    </a:lnTo>
                    <a:close/>
                  </a:path>
                </a:pathLst>
              </a:custGeom>
              <a:noFill/>
              <a:ln w="3175" cap="rnd" cmpd="sng">
                <a:solidFill>
                  <a:schemeClr val="bg2"/>
                </a:solidFill>
                <a:prstDash val="sysDot"/>
                <a:round/>
                <a:headEnd/>
                <a:tailEnd/>
              </a:ln>
            </p:spPr>
            <p:txBody>
              <a:bodyPr/>
              <a:lstStyle/>
              <a:p>
                <a:endParaRPr lang="en-US"/>
              </a:p>
            </p:txBody>
          </p:sp>
          <p:sp>
            <p:nvSpPr>
              <p:cNvPr id="316" name="Freeform 1802"/>
              <p:cNvSpPr>
                <a:spLocks/>
              </p:cNvSpPr>
              <p:nvPr/>
            </p:nvSpPr>
            <p:spPr bwMode="gray">
              <a:xfrm>
                <a:off x="7071213" y="5421857"/>
                <a:ext cx="4922" cy="20027"/>
              </a:xfrm>
              <a:custGeom>
                <a:avLst/>
                <a:gdLst/>
                <a:ahLst/>
                <a:cxnLst>
                  <a:cxn ang="0">
                    <a:pos x="2" y="0"/>
                  </a:cxn>
                  <a:cxn ang="0">
                    <a:pos x="0" y="5"/>
                  </a:cxn>
                  <a:cxn ang="0">
                    <a:pos x="0" y="9"/>
                  </a:cxn>
                  <a:cxn ang="0">
                    <a:pos x="3" y="1"/>
                  </a:cxn>
                  <a:cxn ang="0">
                    <a:pos x="2" y="0"/>
                  </a:cxn>
                </a:cxnLst>
                <a:rect l="0" t="0" r="r" b="b"/>
                <a:pathLst>
                  <a:path w="3" h="9">
                    <a:moveTo>
                      <a:pt x="2" y="0"/>
                    </a:moveTo>
                    <a:lnTo>
                      <a:pt x="0" y="5"/>
                    </a:lnTo>
                    <a:lnTo>
                      <a:pt x="0" y="9"/>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317" name="Freeform 1803"/>
              <p:cNvSpPr>
                <a:spLocks/>
              </p:cNvSpPr>
              <p:nvPr/>
            </p:nvSpPr>
            <p:spPr bwMode="gray">
              <a:xfrm>
                <a:off x="6877133" y="5384262"/>
                <a:ext cx="7383"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18" name="Freeform 1804"/>
              <p:cNvSpPr>
                <a:spLocks/>
              </p:cNvSpPr>
              <p:nvPr/>
            </p:nvSpPr>
            <p:spPr bwMode="gray">
              <a:xfrm>
                <a:off x="6839161" y="5471749"/>
                <a:ext cx="7735" cy="22486"/>
              </a:xfrm>
              <a:custGeom>
                <a:avLst/>
                <a:gdLst/>
                <a:ahLst/>
                <a:cxnLst>
                  <a:cxn ang="0">
                    <a:pos x="1" y="0"/>
                  </a:cxn>
                  <a:cxn ang="0">
                    <a:pos x="0" y="6"/>
                  </a:cxn>
                  <a:cxn ang="0">
                    <a:pos x="1" y="9"/>
                  </a:cxn>
                  <a:cxn ang="0">
                    <a:pos x="3" y="2"/>
                  </a:cxn>
                  <a:cxn ang="0">
                    <a:pos x="1" y="0"/>
                  </a:cxn>
                </a:cxnLst>
                <a:rect l="0" t="0" r="r" b="b"/>
                <a:pathLst>
                  <a:path w="3" h="9">
                    <a:moveTo>
                      <a:pt x="1" y="0"/>
                    </a:moveTo>
                    <a:lnTo>
                      <a:pt x="0" y="6"/>
                    </a:lnTo>
                    <a:lnTo>
                      <a:pt x="1"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19" name="Freeform 1805"/>
              <p:cNvSpPr>
                <a:spLocks/>
              </p:cNvSpPr>
              <p:nvPr/>
            </p:nvSpPr>
            <p:spPr bwMode="gray">
              <a:xfrm>
                <a:off x="7081409" y="5394452"/>
                <a:ext cx="4922" cy="22486"/>
              </a:xfrm>
              <a:custGeom>
                <a:avLst/>
                <a:gdLst/>
                <a:ahLst/>
                <a:cxnLst>
                  <a:cxn ang="0">
                    <a:pos x="1" y="0"/>
                  </a:cxn>
                  <a:cxn ang="0">
                    <a:pos x="0" y="6"/>
                  </a:cxn>
                  <a:cxn ang="0">
                    <a:pos x="1" y="10"/>
                  </a:cxn>
                  <a:cxn ang="0">
                    <a:pos x="3" y="2"/>
                  </a:cxn>
                  <a:cxn ang="0">
                    <a:pos x="1" y="0"/>
                  </a:cxn>
                </a:cxnLst>
                <a:rect l="0" t="0" r="r" b="b"/>
                <a:pathLst>
                  <a:path w="3" h="10">
                    <a:moveTo>
                      <a:pt x="1" y="0"/>
                    </a:moveTo>
                    <a:lnTo>
                      <a:pt x="0" y="6"/>
                    </a:lnTo>
                    <a:lnTo>
                      <a:pt x="1" y="10"/>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20" name="Freeform 1806"/>
              <p:cNvSpPr>
                <a:spLocks/>
              </p:cNvSpPr>
              <p:nvPr/>
            </p:nvSpPr>
            <p:spPr bwMode="gray">
              <a:xfrm>
                <a:off x="6884516" y="5366695"/>
                <a:ext cx="4922" cy="17568"/>
              </a:xfrm>
              <a:custGeom>
                <a:avLst/>
                <a:gdLst/>
                <a:ahLst/>
                <a:cxnLst>
                  <a:cxn ang="0">
                    <a:pos x="3" y="0"/>
                  </a:cxn>
                  <a:cxn ang="0">
                    <a:pos x="0" y="5"/>
                  </a:cxn>
                  <a:cxn ang="0">
                    <a:pos x="1" y="9"/>
                  </a:cxn>
                  <a:cxn ang="0">
                    <a:pos x="3" y="2"/>
                  </a:cxn>
                  <a:cxn ang="0">
                    <a:pos x="3" y="0"/>
                  </a:cxn>
                </a:cxnLst>
                <a:rect l="0" t="0" r="r" b="b"/>
                <a:pathLst>
                  <a:path w="3" h="9">
                    <a:moveTo>
                      <a:pt x="3" y="0"/>
                    </a:moveTo>
                    <a:lnTo>
                      <a:pt x="0" y="5"/>
                    </a:lnTo>
                    <a:lnTo>
                      <a:pt x="1"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21" name="Freeform 1807"/>
              <p:cNvSpPr>
                <a:spLocks/>
              </p:cNvSpPr>
              <p:nvPr/>
            </p:nvSpPr>
            <p:spPr bwMode="gray">
              <a:xfrm>
                <a:off x="6312120" y="5439425"/>
                <a:ext cx="10196" cy="17568"/>
              </a:xfrm>
              <a:custGeom>
                <a:avLst/>
                <a:gdLst/>
                <a:ahLst/>
                <a:cxnLst>
                  <a:cxn ang="0">
                    <a:pos x="3" y="0"/>
                  </a:cxn>
                  <a:cxn ang="0">
                    <a:pos x="0" y="5"/>
                  </a:cxn>
                  <a:cxn ang="0">
                    <a:pos x="1" y="8"/>
                  </a:cxn>
                  <a:cxn ang="0">
                    <a:pos x="4" y="3"/>
                  </a:cxn>
                  <a:cxn ang="0">
                    <a:pos x="3" y="0"/>
                  </a:cxn>
                </a:cxnLst>
                <a:rect l="0" t="0" r="r" b="b"/>
                <a:pathLst>
                  <a:path w="4" h="8">
                    <a:moveTo>
                      <a:pt x="3" y="0"/>
                    </a:moveTo>
                    <a:lnTo>
                      <a:pt x="0" y="5"/>
                    </a:lnTo>
                    <a:lnTo>
                      <a:pt x="1" y="8"/>
                    </a:lnTo>
                    <a:lnTo>
                      <a:pt x="4" y="3"/>
                    </a:lnTo>
                    <a:lnTo>
                      <a:pt x="3" y="0"/>
                    </a:lnTo>
                    <a:close/>
                  </a:path>
                </a:pathLst>
              </a:custGeom>
              <a:noFill/>
              <a:ln w="3175" cap="rnd" cmpd="sng">
                <a:solidFill>
                  <a:schemeClr val="bg2"/>
                </a:solidFill>
                <a:prstDash val="sysDot"/>
                <a:round/>
                <a:headEnd/>
                <a:tailEnd/>
              </a:ln>
            </p:spPr>
            <p:txBody>
              <a:bodyPr/>
              <a:lstStyle/>
              <a:p>
                <a:endParaRPr lang="en-US"/>
              </a:p>
            </p:txBody>
          </p:sp>
          <p:sp>
            <p:nvSpPr>
              <p:cNvPr id="322" name="Freeform 1808"/>
              <p:cNvSpPr>
                <a:spLocks/>
              </p:cNvSpPr>
              <p:nvPr/>
            </p:nvSpPr>
            <p:spPr bwMode="gray">
              <a:xfrm>
                <a:off x="6359937" y="5419398"/>
                <a:ext cx="5274" cy="20027"/>
              </a:xfrm>
              <a:custGeom>
                <a:avLst/>
                <a:gdLst/>
                <a:ahLst/>
                <a:cxnLst>
                  <a:cxn ang="0">
                    <a:pos x="2" y="0"/>
                  </a:cxn>
                  <a:cxn ang="0">
                    <a:pos x="0" y="5"/>
                  </a:cxn>
                  <a:cxn ang="0">
                    <a:pos x="0" y="9"/>
                  </a:cxn>
                  <a:cxn ang="0">
                    <a:pos x="3" y="2"/>
                  </a:cxn>
                  <a:cxn ang="0">
                    <a:pos x="2" y="0"/>
                  </a:cxn>
                </a:cxnLst>
                <a:rect l="0" t="0" r="r" b="b"/>
                <a:pathLst>
                  <a:path w="3" h="9">
                    <a:moveTo>
                      <a:pt x="2" y="0"/>
                    </a:moveTo>
                    <a:lnTo>
                      <a:pt x="0" y="5"/>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23" name="Freeform 1809"/>
              <p:cNvSpPr>
                <a:spLocks/>
              </p:cNvSpPr>
              <p:nvPr/>
            </p:nvSpPr>
            <p:spPr bwMode="gray">
              <a:xfrm>
                <a:off x="6405292" y="5394452"/>
                <a:ext cx="10196" cy="20027"/>
              </a:xfrm>
              <a:custGeom>
                <a:avLst/>
                <a:gdLst/>
                <a:ahLst/>
                <a:cxnLst>
                  <a:cxn ang="0">
                    <a:pos x="2" y="0"/>
                  </a:cxn>
                  <a:cxn ang="0">
                    <a:pos x="0" y="5"/>
                  </a:cxn>
                  <a:cxn ang="0">
                    <a:pos x="1" y="9"/>
                  </a:cxn>
                  <a:cxn ang="0">
                    <a:pos x="4" y="1"/>
                  </a:cxn>
                  <a:cxn ang="0">
                    <a:pos x="2" y="0"/>
                  </a:cxn>
                </a:cxnLst>
                <a:rect l="0" t="0" r="r" b="b"/>
                <a:pathLst>
                  <a:path w="4" h="9">
                    <a:moveTo>
                      <a:pt x="2" y="0"/>
                    </a:moveTo>
                    <a:lnTo>
                      <a:pt x="0" y="5"/>
                    </a:lnTo>
                    <a:lnTo>
                      <a:pt x="1" y="9"/>
                    </a:lnTo>
                    <a:lnTo>
                      <a:pt x="4" y="1"/>
                    </a:lnTo>
                    <a:lnTo>
                      <a:pt x="2" y="0"/>
                    </a:lnTo>
                    <a:close/>
                  </a:path>
                </a:pathLst>
              </a:custGeom>
              <a:noFill/>
              <a:ln w="3175" cap="rnd" cmpd="sng">
                <a:solidFill>
                  <a:schemeClr val="bg2"/>
                </a:solidFill>
                <a:prstDash val="sysDot"/>
                <a:round/>
                <a:headEnd/>
                <a:tailEnd/>
              </a:ln>
            </p:spPr>
            <p:txBody>
              <a:bodyPr/>
              <a:lstStyle/>
              <a:p>
                <a:endParaRPr lang="en-US"/>
              </a:p>
            </p:txBody>
          </p:sp>
          <p:sp>
            <p:nvSpPr>
              <p:cNvPr id="324" name="Freeform 1810"/>
              <p:cNvSpPr>
                <a:spLocks/>
              </p:cNvSpPr>
              <p:nvPr/>
            </p:nvSpPr>
            <p:spPr bwMode="gray">
              <a:xfrm>
                <a:off x="6380329" y="5366695"/>
                <a:ext cx="7383" cy="17568"/>
              </a:xfrm>
              <a:custGeom>
                <a:avLst/>
                <a:gdLst/>
                <a:ahLst/>
                <a:cxnLst>
                  <a:cxn ang="0">
                    <a:pos x="1" y="0"/>
                  </a:cxn>
                  <a:cxn ang="0">
                    <a:pos x="0" y="5"/>
                  </a:cxn>
                  <a:cxn ang="0">
                    <a:pos x="0" y="9"/>
                  </a:cxn>
                  <a:cxn ang="0">
                    <a:pos x="3" y="2"/>
                  </a:cxn>
                  <a:cxn ang="0">
                    <a:pos x="1" y="0"/>
                  </a:cxn>
                </a:cxnLst>
                <a:rect l="0" t="0" r="r" b="b"/>
                <a:pathLst>
                  <a:path w="3" h="9">
                    <a:moveTo>
                      <a:pt x="1" y="0"/>
                    </a:moveTo>
                    <a:lnTo>
                      <a:pt x="0" y="5"/>
                    </a:lnTo>
                    <a:lnTo>
                      <a:pt x="0"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25" name="Freeform 1811"/>
              <p:cNvSpPr>
                <a:spLocks/>
              </p:cNvSpPr>
              <p:nvPr/>
            </p:nvSpPr>
            <p:spPr bwMode="gray">
              <a:xfrm>
                <a:off x="6998081" y="5471749"/>
                <a:ext cx="7383"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26" name="Freeform 1812"/>
              <p:cNvSpPr>
                <a:spLocks/>
              </p:cNvSpPr>
              <p:nvPr/>
            </p:nvSpPr>
            <p:spPr bwMode="gray">
              <a:xfrm>
                <a:off x="7005465" y="5444343"/>
                <a:ext cx="10196" cy="24946"/>
              </a:xfrm>
              <a:custGeom>
                <a:avLst/>
                <a:gdLst/>
                <a:ahLst/>
                <a:cxnLst>
                  <a:cxn ang="0">
                    <a:pos x="3" y="0"/>
                  </a:cxn>
                  <a:cxn ang="0">
                    <a:pos x="0" y="6"/>
                  </a:cxn>
                  <a:cxn ang="0">
                    <a:pos x="2" y="10"/>
                  </a:cxn>
                  <a:cxn ang="0">
                    <a:pos x="5" y="3"/>
                  </a:cxn>
                  <a:cxn ang="0">
                    <a:pos x="3" y="0"/>
                  </a:cxn>
                </a:cxnLst>
                <a:rect l="0" t="0" r="r" b="b"/>
                <a:pathLst>
                  <a:path w="5" h="10">
                    <a:moveTo>
                      <a:pt x="3" y="0"/>
                    </a:moveTo>
                    <a:lnTo>
                      <a:pt x="0" y="6"/>
                    </a:lnTo>
                    <a:lnTo>
                      <a:pt x="2" y="10"/>
                    </a:lnTo>
                    <a:lnTo>
                      <a:pt x="5" y="3"/>
                    </a:lnTo>
                    <a:lnTo>
                      <a:pt x="3" y="0"/>
                    </a:lnTo>
                    <a:close/>
                  </a:path>
                </a:pathLst>
              </a:custGeom>
              <a:noFill/>
              <a:ln w="3175" cap="rnd" cmpd="sng">
                <a:solidFill>
                  <a:schemeClr val="bg2"/>
                </a:solidFill>
                <a:prstDash val="sysDot"/>
                <a:round/>
                <a:headEnd/>
                <a:tailEnd/>
              </a:ln>
            </p:spPr>
            <p:txBody>
              <a:bodyPr/>
              <a:lstStyle/>
              <a:p>
                <a:endParaRPr lang="en-US"/>
              </a:p>
            </p:txBody>
          </p:sp>
          <p:sp>
            <p:nvSpPr>
              <p:cNvPr id="327" name="Freeform 1813"/>
              <p:cNvSpPr>
                <a:spLocks/>
              </p:cNvSpPr>
              <p:nvPr/>
            </p:nvSpPr>
            <p:spPr bwMode="gray">
              <a:xfrm>
                <a:off x="6811385" y="5409208"/>
                <a:ext cx="10196" cy="22838"/>
              </a:xfrm>
              <a:custGeom>
                <a:avLst/>
                <a:gdLst/>
                <a:ahLst/>
                <a:cxnLst>
                  <a:cxn ang="0">
                    <a:pos x="1" y="0"/>
                  </a:cxn>
                  <a:cxn ang="0">
                    <a:pos x="0" y="5"/>
                  </a:cxn>
                  <a:cxn ang="0">
                    <a:pos x="1" y="9"/>
                  </a:cxn>
                  <a:cxn ang="0">
                    <a:pos x="4" y="2"/>
                  </a:cxn>
                  <a:cxn ang="0">
                    <a:pos x="1" y="0"/>
                  </a:cxn>
                </a:cxnLst>
                <a:rect l="0" t="0" r="r" b="b"/>
                <a:pathLst>
                  <a:path w="4" h="9">
                    <a:moveTo>
                      <a:pt x="1" y="0"/>
                    </a:moveTo>
                    <a:lnTo>
                      <a:pt x="0" y="5"/>
                    </a:lnTo>
                    <a:lnTo>
                      <a:pt x="1" y="9"/>
                    </a:lnTo>
                    <a:lnTo>
                      <a:pt x="4" y="2"/>
                    </a:lnTo>
                    <a:lnTo>
                      <a:pt x="1" y="0"/>
                    </a:lnTo>
                    <a:close/>
                  </a:path>
                </a:pathLst>
              </a:custGeom>
              <a:noFill/>
              <a:ln w="3175" cap="rnd" cmpd="sng">
                <a:solidFill>
                  <a:schemeClr val="bg2"/>
                </a:solidFill>
                <a:prstDash val="sysDot"/>
                <a:round/>
                <a:headEnd/>
                <a:tailEnd/>
              </a:ln>
            </p:spPr>
            <p:txBody>
              <a:bodyPr/>
              <a:lstStyle/>
              <a:p>
                <a:endParaRPr lang="en-US"/>
              </a:p>
            </p:txBody>
          </p:sp>
          <p:sp>
            <p:nvSpPr>
              <p:cNvPr id="328" name="Freeform 1814"/>
              <p:cNvSpPr>
                <a:spLocks/>
              </p:cNvSpPr>
              <p:nvPr/>
            </p:nvSpPr>
            <p:spPr bwMode="gray">
              <a:xfrm>
                <a:off x="6770951" y="5494235"/>
                <a:ext cx="7735" cy="20027"/>
              </a:xfrm>
              <a:custGeom>
                <a:avLst/>
                <a:gdLst/>
                <a:ahLst/>
                <a:cxnLst>
                  <a:cxn ang="0">
                    <a:pos x="3" y="0"/>
                  </a:cxn>
                  <a:cxn ang="0">
                    <a:pos x="0" y="6"/>
                  </a:cxn>
                  <a:cxn ang="0">
                    <a:pos x="0" y="9"/>
                  </a:cxn>
                  <a:cxn ang="0">
                    <a:pos x="3" y="2"/>
                  </a:cxn>
                  <a:cxn ang="0">
                    <a:pos x="3" y="0"/>
                  </a:cxn>
                </a:cxnLst>
                <a:rect l="0" t="0" r="r" b="b"/>
                <a:pathLst>
                  <a:path w="3" h="9">
                    <a:moveTo>
                      <a:pt x="3" y="0"/>
                    </a:moveTo>
                    <a:lnTo>
                      <a:pt x="0" y="6"/>
                    </a:lnTo>
                    <a:lnTo>
                      <a:pt x="0"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29" name="Freeform 1815"/>
              <p:cNvSpPr>
                <a:spLocks/>
              </p:cNvSpPr>
              <p:nvPr/>
            </p:nvSpPr>
            <p:spPr bwMode="gray">
              <a:xfrm>
                <a:off x="7010739" y="5419398"/>
                <a:ext cx="9845" cy="20027"/>
              </a:xfrm>
              <a:custGeom>
                <a:avLst/>
                <a:gdLst/>
                <a:ahLst/>
                <a:cxnLst>
                  <a:cxn ang="0">
                    <a:pos x="3" y="0"/>
                  </a:cxn>
                  <a:cxn ang="0">
                    <a:pos x="0" y="6"/>
                  </a:cxn>
                  <a:cxn ang="0">
                    <a:pos x="1" y="9"/>
                  </a:cxn>
                  <a:cxn ang="0">
                    <a:pos x="3" y="2"/>
                  </a:cxn>
                  <a:cxn ang="0">
                    <a:pos x="3" y="0"/>
                  </a:cxn>
                </a:cxnLst>
                <a:rect l="0" t="0" r="r" b="b"/>
                <a:pathLst>
                  <a:path w="3" h="9">
                    <a:moveTo>
                      <a:pt x="3" y="0"/>
                    </a:moveTo>
                    <a:lnTo>
                      <a:pt x="0" y="6"/>
                    </a:lnTo>
                    <a:lnTo>
                      <a:pt x="1"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0" name="Freeform 1816"/>
              <p:cNvSpPr>
                <a:spLocks/>
              </p:cNvSpPr>
              <p:nvPr/>
            </p:nvSpPr>
            <p:spPr bwMode="gray">
              <a:xfrm>
                <a:off x="6821581" y="5384262"/>
                <a:ext cx="4922" cy="22486"/>
              </a:xfrm>
              <a:custGeom>
                <a:avLst/>
                <a:gdLst/>
                <a:ahLst/>
                <a:cxnLst>
                  <a:cxn ang="0">
                    <a:pos x="3" y="0"/>
                  </a:cxn>
                  <a:cxn ang="0">
                    <a:pos x="0" y="5"/>
                  </a:cxn>
                  <a:cxn ang="0">
                    <a:pos x="2" y="9"/>
                  </a:cxn>
                  <a:cxn ang="0">
                    <a:pos x="3" y="2"/>
                  </a:cxn>
                  <a:cxn ang="0">
                    <a:pos x="3" y="0"/>
                  </a:cxn>
                </a:cxnLst>
                <a:rect l="0" t="0" r="r" b="b"/>
                <a:pathLst>
                  <a:path w="3" h="9">
                    <a:moveTo>
                      <a:pt x="3" y="0"/>
                    </a:moveTo>
                    <a:lnTo>
                      <a:pt x="0" y="5"/>
                    </a:lnTo>
                    <a:lnTo>
                      <a:pt x="2"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1" name="Freeform 1817"/>
              <p:cNvSpPr>
                <a:spLocks/>
              </p:cNvSpPr>
              <p:nvPr/>
            </p:nvSpPr>
            <p:spPr bwMode="gray">
              <a:xfrm>
                <a:off x="7025857" y="5391992"/>
                <a:ext cx="7383" cy="22486"/>
              </a:xfrm>
              <a:custGeom>
                <a:avLst/>
                <a:gdLst/>
                <a:ahLst/>
                <a:cxnLst>
                  <a:cxn ang="0">
                    <a:pos x="3" y="0"/>
                  </a:cxn>
                  <a:cxn ang="0">
                    <a:pos x="0" y="6"/>
                  </a:cxn>
                  <a:cxn ang="0">
                    <a:pos x="1" y="10"/>
                  </a:cxn>
                  <a:cxn ang="0">
                    <a:pos x="4" y="2"/>
                  </a:cxn>
                  <a:cxn ang="0">
                    <a:pos x="3" y="0"/>
                  </a:cxn>
                </a:cxnLst>
                <a:rect l="0" t="0" r="r" b="b"/>
                <a:pathLst>
                  <a:path w="4" h="10">
                    <a:moveTo>
                      <a:pt x="3" y="0"/>
                    </a:moveTo>
                    <a:lnTo>
                      <a:pt x="0" y="6"/>
                    </a:lnTo>
                    <a:lnTo>
                      <a:pt x="1" y="10"/>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2" name="Freeform 1818"/>
              <p:cNvSpPr>
                <a:spLocks/>
              </p:cNvSpPr>
              <p:nvPr/>
            </p:nvSpPr>
            <p:spPr bwMode="gray">
              <a:xfrm>
                <a:off x="6826503" y="5364235"/>
                <a:ext cx="12657" cy="17568"/>
              </a:xfrm>
              <a:custGeom>
                <a:avLst/>
                <a:gdLst/>
                <a:ahLst/>
                <a:cxnLst>
                  <a:cxn ang="0">
                    <a:pos x="3" y="0"/>
                  </a:cxn>
                  <a:cxn ang="0">
                    <a:pos x="0" y="5"/>
                  </a:cxn>
                  <a:cxn ang="0">
                    <a:pos x="3" y="9"/>
                  </a:cxn>
                  <a:cxn ang="0">
                    <a:pos x="5" y="2"/>
                  </a:cxn>
                  <a:cxn ang="0">
                    <a:pos x="3" y="0"/>
                  </a:cxn>
                </a:cxnLst>
                <a:rect l="0" t="0" r="r" b="b"/>
                <a:pathLst>
                  <a:path w="5" h="9">
                    <a:moveTo>
                      <a:pt x="3" y="0"/>
                    </a:moveTo>
                    <a:lnTo>
                      <a:pt x="0" y="5"/>
                    </a:lnTo>
                    <a:lnTo>
                      <a:pt x="3"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3" name="Freeform 1819"/>
              <p:cNvSpPr>
                <a:spLocks/>
              </p:cNvSpPr>
              <p:nvPr/>
            </p:nvSpPr>
            <p:spPr bwMode="gray">
              <a:xfrm>
                <a:off x="6254107" y="5439425"/>
                <a:ext cx="7383" cy="15108"/>
              </a:xfrm>
              <a:custGeom>
                <a:avLst/>
                <a:gdLst/>
                <a:ahLst/>
                <a:cxnLst>
                  <a:cxn ang="0">
                    <a:pos x="3" y="0"/>
                  </a:cxn>
                  <a:cxn ang="0">
                    <a:pos x="0" y="4"/>
                  </a:cxn>
                  <a:cxn ang="0">
                    <a:pos x="0" y="7"/>
                  </a:cxn>
                  <a:cxn ang="0">
                    <a:pos x="4" y="1"/>
                  </a:cxn>
                  <a:cxn ang="0">
                    <a:pos x="3" y="0"/>
                  </a:cxn>
                </a:cxnLst>
                <a:rect l="0" t="0" r="r" b="b"/>
                <a:pathLst>
                  <a:path w="4" h="7">
                    <a:moveTo>
                      <a:pt x="3" y="0"/>
                    </a:moveTo>
                    <a:lnTo>
                      <a:pt x="0" y="4"/>
                    </a:lnTo>
                    <a:lnTo>
                      <a:pt x="0" y="7"/>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334" name="Freeform 1820"/>
              <p:cNvSpPr>
                <a:spLocks/>
              </p:cNvSpPr>
              <p:nvPr/>
            </p:nvSpPr>
            <p:spPr bwMode="gray">
              <a:xfrm>
                <a:off x="6299462" y="5416938"/>
                <a:ext cx="7735"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5" name="Freeform 1821"/>
              <p:cNvSpPr>
                <a:spLocks/>
              </p:cNvSpPr>
              <p:nvPr/>
            </p:nvSpPr>
            <p:spPr bwMode="gray">
              <a:xfrm>
                <a:off x="6344818" y="5391992"/>
                <a:ext cx="10196" cy="17216"/>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6" name="Freeform 1822"/>
              <p:cNvSpPr>
                <a:spLocks/>
              </p:cNvSpPr>
              <p:nvPr/>
            </p:nvSpPr>
            <p:spPr bwMode="gray">
              <a:xfrm>
                <a:off x="6314581" y="5364235"/>
                <a:ext cx="12657" cy="17568"/>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7" name="Freeform 1823"/>
              <p:cNvSpPr>
                <a:spLocks/>
              </p:cNvSpPr>
              <p:nvPr/>
            </p:nvSpPr>
            <p:spPr bwMode="gray">
              <a:xfrm>
                <a:off x="6254107" y="5439425"/>
                <a:ext cx="7383" cy="15108"/>
              </a:xfrm>
              <a:custGeom>
                <a:avLst/>
                <a:gdLst/>
                <a:ahLst/>
                <a:cxnLst>
                  <a:cxn ang="0">
                    <a:pos x="3" y="0"/>
                  </a:cxn>
                  <a:cxn ang="0">
                    <a:pos x="0" y="4"/>
                  </a:cxn>
                  <a:cxn ang="0">
                    <a:pos x="0" y="7"/>
                  </a:cxn>
                  <a:cxn ang="0">
                    <a:pos x="4" y="1"/>
                  </a:cxn>
                  <a:cxn ang="0">
                    <a:pos x="3" y="0"/>
                  </a:cxn>
                </a:cxnLst>
                <a:rect l="0" t="0" r="r" b="b"/>
                <a:pathLst>
                  <a:path w="4" h="7">
                    <a:moveTo>
                      <a:pt x="3" y="0"/>
                    </a:moveTo>
                    <a:lnTo>
                      <a:pt x="0" y="4"/>
                    </a:lnTo>
                    <a:lnTo>
                      <a:pt x="0" y="7"/>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338" name="Freeform 1824"/>
              <p:cNvSpPr>
                <a:spLocks/>
              </p:cNvSpPr>
              <p:nvPr/>
            </p:nvSpPr>
            <p:spPr bwMode="gray">
              <a:xfrm>
                <a:off x="6299462" y="5416938"/>
                <a:ext cx="7735"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39" name="Freeform 1825"/>
              <p:cNvSpPr>
                <a:spLocks/>
              </p:cNvSpPr>
              <p:nvPr/>
            </p:nvSpPr>
            <p:spPr bwMode="gray">
              <a:xfrm>
                <a:off x="6344818" y="5391992"/>
                <a:ext cx="10196" cy="17216"/>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40" name="Freeform 1826"/>
              <p:cNvSpPr>
                <a:spLocks/>
              </p:cNvSpPr>
              <p:nvPr/>
            </p:nvSpPr>
            <p:spPr bwMode="gray">
              <a:xfrm>
                <a:off x="6314581" y="5364235"/>
                <a:ext cx="12657" cy="17568"/>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41" name="Freeform 1827"/>
              <p:cNvSpPr>
                <a:spLocks/>
              </p:cNvSpPr>
              <p:nvPr/>
            </p:nvSpPr>
            <p:spPr bwMode="gray">
              <a:xfrm>
                <a:off x="7109185" y="5477019"/>
                <a:ext cx="7383" cy="20027"/>
              </a:xfrm>
              <a:custGeom>
                <a:avLst/>
                <a:gdLst/>
                <a:ahLst/>
                <a:cxnLst>
                  <a:cxn ang="0">
                    <a:pos x="2" y="0"/>
                  </a:cxn>
                  <a:cxn ang="0">
                    <a:pos x="0" y="6"/>
                  </a:cxn>
                  <a:cxn ang="0">
                    <a:pos x="0" y="9"/>
                  </a:cxn>
                  <a:cxn ang="0">
                    <a:pos x="4" y="2"/>
                  </a:cxn>
                  <a:cxn ang="0">
                    <a:pos x="2" y="0"/>
                  </a:cxn>
                </a:cxnLst>
                <a:rect l="0" t="0" r="r" b="b"/>
                <a:pathLst>
                  <a:path w="4" h="9">
                    <a:moveTo>
                      <a:pt x="2" y="0"/>
                    </a:moveTo>
                    <a:lnTo>
                      <a:pt x="0" y="6"/>
                    </a:lnTo>
                    <a:lnTo>
                      <a:pt x="0" y="9"/>
                    </a:lnTo>
                    <a:lnTo>
                      <a:pt x="4" y="2"/>
                    </a:lnTo>
                    <a:lnTo>
                      <a:pt x="2" y="0"/>
                    </a:lnTo>
                    <a:close/>
                  </a:path>
                </a:pathLst>
              </a:custGeom>
              <a:noFill/>
              <a:ln w="3175" cap="rnd" cmpd="sng">
                <a:solidFill>
                  <a:schemeClr val="bg2"/>
                </a:solidFill>
                <a:prstDash val="sysDot"/>
                <a:round/>
                <a:headEnd/>
                <a:tailEnd/>
              </a:ln>
            </p:spPr>
            <p:txBody>
              <a:bodyPr/>
              <a:lstStyle/>
              <a:p>
                <a:endParaRPr lang="en-US"/>
              </a:p>
            </p:txBody>
          </p:sp>
          <p:sp>
            <p:nvSpPr>
              <p:cNvPr id="342" name="Freeform 1828"/>
              <p:cNvSpPr>
                <a:spLocks/>
              </p:cNvSpPr>
              <p:nvPr/>
            </p:nvSpPr>
            <p:spPr bwMode="gray">
              <a:xfrm>
                <a:off x="7154541" y="5511803"/>
                <a:ext cx="15119" cy="30216"/>
              </a:xfrm>
              <a:custGeom>
                <a:avLst/>
                <a:gdLst/>
                <a:ahLst/>
                <a:cxnLst>
                  <a:cxn ang="0">
                    <a:pos x="5" y="0"/>
                  </a:cxn>
                  <a:cxn ang="0">
                    <a:pos x="0" y="8"/>
                  </a:cxn>
                  <a:cxn ang="0">
                    <a:pos x="2" y="13"/>
                  </a:cxn>
                  <a:cxn ang="0">
                    <a:pos x="6" y="3"/>
                  </a:cxn>
                  <a:cxn ang="0">
                    <a:pos x="5" y="0"/>
                  </a:cxn>
                </a:cxnLst>
                <a:rect l="0" t="0" r="r" b="b"/>
                <a:pathLst>
                  <a:path w="6" h="13">
                    <a:moveTo>
                      <a:pt x="5" y="0"/>
                    </a:moveTo>
                    <a:lnTo>
                      <a:pt x="0" y="8"/>
                    </a:lnTo>
                    <a:lnTo>
                      <a:pt x="2" y="13"/>
                    </a:lnTo>
                    <a:lnTo>
                      <a:pt x="6" y="3"/>
                    </a:lnTo>
                    <a:lnTo>
                      <a:pt x="5" y="0"/>
                    </a:lnTo>
                    <a:close/>
                  </a:path>
                </a:pathLst>
              </a:custGeom>
              <a:noFill/>
              <a:ln w="3175" cap="rnd" cmpd="sng">
                <a:solidFill>
                  <a:schemeClr val="bg2"/>
                </a:solidFill>
                <a:prstDash val="sysDot"/>
                <a:round/>
                <a:headEnd/>
                <a:tailEnd/>
              </a:ln>
            </p:spPr>
            <p:txBody>
              <a:bodyPr/>
              <a:lstStyle/>
              <a:p>
                <a:endParaRPr lang="en-US"/>
              </a:p>
            </p:txBody>
          </p:sp>
          <p:sp>
            <p:nvSpPr>
              <p:cNvPr id="343" name="Freeform 1829"/>
              <p:cNvSpPr>
                <a:spLocks/>
              </p:cNvSpPr>
              <p:nvPr/>
            </p:nvSpPr>
            <p:spPr bwMode="gray">
              <a:xfrm>
                <a:off x="7116569" y="5451722"/>
                <a:ext cx="10196" cy="22838"/>
              </a:xfrm>
              <a:custGeom>
                <a:avLst/>
                <a:gdLst/>
                <a:ahLst/>
                <a:cxnLst>
                  <a:cxn ang="0">
                    <a:pos x="3" y="0"/>
                  </a:cxn>
                  <a:cxn ang="0">
                    <a:pos x="0" y="6"/>
                  </a:cxn>
                  <a:cxn ang="0">
                    <a:pos x="0" y="10"/>
                  </a:cxn>
                  <a:cxn ang="0">
                    <a:pos x="3" y="3"/>
                  </a:cxn>
                  <a:cxn ang="0">
                    <a:pos x="3" y="0"/>
                  </a:cxn>
                </a:cxnLst>
                <a:rect l="0" t="0" r="r" b="b"/>
                <a:pathLst>
                  <a:path w="3" h="10">
                    <a:moveTo>
                      <a:pt x="3" y="0"/>
                    </a:moveTo>
                    <a:lnTo>
                      <a:pt x="0" y="6"/>
                    </a:lnTo>
                    <a:lnTo>
                      <a:pt x="0" y="10"/>
                    </a:lnTo>
                    <a:lnTo>
                      <a:pt x="3" y="3"/>
                    </a:lnTo>
                    <a:lnTo>
                      <a:pt x="3" y="0"/>
                    </a:lnTo>
                    <a:close/>
                  </a:path>
                </a:pathLst>
              </a:custGeom>
              <a:noFill/>
              <a:ln w="3175" cap="rnd" cmpd="sng">
                <a:solidFill>
                  <a:schemeClr val="bg2"/>
                </a:solidFill>
                <a:prstDash val="sysDot"/>
                <a:round/>
                <a:headEnd/>
                <a:tailEnd/>
              </a:ln>
            </p:spPr>
            <p:txBody>
              <a:bodyPr/>
              <a:lstStyle/>
              <a:p>
                <a:endParaRPr lang="en-US"/>
              </a:p>
            </p:txBody>
          </p:sp>
          <p:sp>
            <p:nvSpPr>
              <p:cNvPr id="344" name="Freeform 1830"/>
              <p:cNvSpPr>
                <a:spLocks/>
              </p:cNvSpPr>
              <p:nvPr/>
            </p:nvSpPr>
            <p:spPr bwMode="gray">
              <a:xfrm>
                <a:off x="7169660" y="5471749"/>
                <a:ext cx="9845" cy="30216"/>
              </a:xfrm>
              <a:custGeom>
                <a:avLst/>
                <a:gdLst/>
                <a:ahLst/>
                <a:cxnLst>
                  <a:cxn ang="0">
                    <a:pos x="3" y="0"/>
                  </a:cxn>
                  <a:cxn ang="0">
                    <a:pos x="0" y="8"/>
                  </a:cxn>
                  <a:cxn ang="0">
                    <a:pos x="0" y="13"/>
                  </a:cxn>
                  <a:cxn ang="0">
                    <a:pos x="5" y="3"/>
                  </a:cxn>
                  <a:cxn ang="0">
                    <a:pos x="3" y="0"/>
                  </a:cxn>
                </a:cxnLst>
                <a:rect l="0" t="0" r="r" b="b"/>
                <a:pathLst>
                  <a:path w="5" h="13">
                    <a:moveTo>
                      <a:pt x="3" y="0"/>
                    </a:moveTo>
                    <a:lnTo>
                      <a:pt x="0" y="8"/>
                    </a:lnTo>
                    <a:lnTo>
                      <a:pt x="0" y="13"/>
                    </a:lnTo>
                    <a:lnTo>
                      <a:pt x="5" y="3"/>
                    </a:lnTo>
                    <a:lnTo>
                      <a:pt x="3" y="0"/>
                    </a:lnTo>
                    <a:close/>
                  </a:path>
                </a:pathLst>
              </a:custGeom>
              <a:noFill/>
              <a:ln w="3175" cap="rnd" cmpd="sng">
                <a:solidFill>
                  <a:schemeClr val="bg2"/>
                </a:solidFill>
                <a:prstDash val="sysDot"/>
                <a:round/>
                <a:headEnd/>
                <a:tailEnd/>
              </a:ln>
            </p:spPr>
            <p:txBody>
              <a:bodyPr/>
              <a:lstStyle/>
              <a:p>
                <a:endParaRPr lang="en-US"/>
              </a:p>
            </p:txBody>
          </p:sp>
          <p:sp>
            <p:nvSpPr>
              <p:cNvPr id="345" name="Freeform 1831"/>
              <p:cNvSpPr>
                <a:spLocks/>
              </p:cNvSpPr>
              <p:nvPr/>
            </p:nvSpPr>
            <p:spPr bwMode="gray">
              <a:xfrm>
                <a:off x="6924950" y="5419398"/>
                <a:ext cx="7383" cy="20027"/>
              </a:xfrm>
              <a:custGeom>
                <a:avLst/>
                <a:gdLst/>
                <a:ahLst/>
                <a:cxnLst>
                  <a:cxn ang="0">
                    <a:pos x="1" y="0"/>
                  </a:cxn>
                  <a:cxn ang="0">
                    <a:pos x="0" y="6"/>
                  </a:cxn>
                  <a:cxn ang="0">
                    <a:pos x="0" y="9"/>
                  </a:cxn>
                  <a:cxn ang="0">
                    <a:pos x="3" y="2"/>
                  </a:cxn>
                  <a:cxn ang="0">
                    <a:pos x="1" y="0"/>
                  </a:cxn>
                </a:cxnLst>
                <a:rect l="0" t="0" r="r" b="b"/>
                <a:pathLst>
                  <a:path w="3" h="9">
                    <a:moveTo>
                      <a:pt x="1" y="0"/>
                    </a:moveTo>
                    <a:lnTo>
                      <a:pt x="0" y="6"/>
                    </a:lnTo>
                    <a:lnTo>
                      <a:pt x="0"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346" name="Freeform 1832"/>
              <p:cNvSpPr>
                <a:spLocks/>
              </p:cNvSpPr>
              <p:nvPr/>
            </p:nvSpPr>
            <p:spPr bwMode="gray">
              <a:xfrm>
                <a:off x="6884516" y="5499506"/>
                <a:ext cx="4922" cy="22486"/>
              </a:xfrm>
              <a:custGeom>
                <a:avLst/>
                <a:gdLst/>
                <a:ahLst/>
                <a:cxnLst>
                  <a:cxn ang="0">
                    <a:pos x="3" y="0"/>
                  </a:cxn>
                  <a:cxn ang="0">
                    <a:pos x="0" y="6"/>
                  </a:cxn>
                  <a:cxn ang="0">
                    <a:pos x="0" y="9"/>
                  </a:cxn>
                  <a:cxn ang="0">
                    <a:pos x="3" y="2"/>
                  </a:cxn>
                  <a:cxn ang="0">
                    <a:pos x="3" y="0"/>
                  </a:cxn>
                </a:cxnLst>
                <a:rect l="0" t="0" r="r" b="b"/>
                <a:pathLst>
                  <a:path w="3" h="9">
                    <a:moveTo>
                      <a:pt x="3" y="0"/>
                    </a:moveTo>
                    <a:lnTo>
                      <a:pt x="0" y="6"/>
                    </a:lnTo>
                    <a:lnTo>
                      <a:pt x="0"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47" name="Freeform 1833"/>
              <p:cNvSpPr>
                <a:spLocks/>
              </p:cNvSpPr>
              <p:nvPr/>
            </p:nvSpPr>
            <p:spPr bwMode="gray">
              <a:xfrm>
                <a:off x="7126765" y="5424316"/>
                <a:ext cx="4922" cy="22486"/>
              </a:xfrm>
              <a:custGeom>
                <a:avLst/>
                <a:gdLst/>
                <a:ahLst/>
                <a:cxnLst>
                  <a:cxn ang="0">
                    <a:pos x="2" y="0"/>
                  </a:cxn>
                  <a:cxn ang="0">
                    <a:pos x="0" y="6"/>
                  </a:cxn>
                  <a:cxn ang="0">
                    <a:pos x="1" y="10"/>
                  </a:cxn>
                  <a:cxn ang="0">
                    <a:pos x="3" y="3"/>
                  </a:cxn>
                  <a:cxn ang="0">
                    <a:pos x="2" y="0"/>
                  </a:cxn>
                </a:cxnLst>
                <a:rect l="0" t="0" r="r" b="b"/>
                <a:pathLst>
                  <a:path w="3" h="10">
                    <a:moveTo>
                      <a:pt x="2" y="0"/>
                    </a:moveTo>
                    <a:lnTo>
                      <a:pt x="0" y="6"/>
                    </a:lnTo>
                    <a:lnTo>
                      <a:pt x="1" y="10"/>
                    </a:lnTo>
                    <a:lnTo>
                      <a:pt x="3" y="3"/>
                    </a:lnTo>
                    <a:lnTo>
                      <a:pt x="2" y="0"/>
                    </a:lnTo>
                    <a:close/>
                  </a:path>
                </a:pathLst>
              </a:custGeom>
              <a:noFill/>
              <a:ln w="3175" cap="rnd" cmpd="sng">
                <a:solidFill>
                  <a:schemeClr val="bg2"/>
                </a:solidFill>
                <a:prstDash val="sysDot"/>
                <a:round/>
                <a:headEnd/>
                <a:tailEnd/>
              </a:ln>
            </p:spPr>
            <p:txBody>
              <a:bodyPr/>
              <a:lstStyle/>
              <a:p>
                <a:endParaRPr lang="en-US"/>
              </a:p>
            </p:txBody>
          </p:sp>
          <p:sp>
            <p:nvSpPr>
              <p:cNvPr id="348" name="Freeform 1834"/>
              <p:cNvSpPr>
                <a:spLocks/>
              </p:cNvSpPr>
              <p:nvPr/>
            </p:nvSpPr>
            <p:spPr bwMode="gray">
              <a:xfrm>
                <a:off x="7182317" y="5436965"/>
                <a:ext cx="12306" cy="27405"/>
              </a:xfrm>
              <a:custGeom>
                <a:avLst/>
                <a:gdLst/>
                <a:ahLst/>
                <a:cxnLst>
                  <a:cxn ang="0">
                    <a:pos x="4" y="0"/>
                  </a:cxn>
                  <a:cxn ang="0">
                    <a:pos x="0" y="7"/>
                  </a:cxn>
                  <a:cxn ang="0">
                    <a:pos x="1" y="12"/>
                  </a:cxn>
                  <a:cxn ang="0">
                    <a:pos x="5" y="2"/>
                  </a:cxn>
                  <a:cxn ang="0">
                    <a:pos x="4" y="0"/>
                  </a:cxn>
                </a:cxnLst>
                <a:rect l="0" t="0" r="r" b="b"/>
                <a:pathLst>
                  <a:path w="5" h="12">
                    <a:moveTo>
                      <a:pt x="4" y="0"/>
                    </a:moveTo>
                    <a:lnTo>
                      <a:pt x="0" y="7"/>
                    </a:lnTo>
                    <a:lnTo>
                      <a:pt x="1" y="12"/>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349" name="Freeform 1835"/>
              <p:cNvSpPr>
                <a:spLocks/>
              </p:cNvSpPr>
              <p:nvPr/>
            </p:nvSpPr>
            <p:spPr bwMode="gray">
              <a:xfrm>
                <a:off x="6932333" y="5391992"/>
                <a:ext cx="7735" cy="17216"/>
              </a:xfrm>
              <a:custGeom>
                <a:avLst/>
                <a:gdLst/>
                <a:ahLst/>
                <a:cxnLst>
                  <a:cxn ang="0">
                    <a:pos x="3" y="0"/>
                  </a:cxn>
                  <a:cxn ang="0">
                    <a:pos x="0" y="6"/>
                  </a:cxn>
                  <a:cxn ang="0">
                    <a:pos x="2" y="9"/>
                  </a:cxn>
                  <a:cxn ang="0">
                    <a:pos x="3" y="2"/>
                  </a:cxn>
                  <a:cxn ang="0">
                    <a:pos x="3" y="0"/>
                  </a:cxn>
                </a:cxnLst>
                <a:rect l="0" t="0" r="r" b="b"/>
                <a:pathLst>
                  <a:path w="3" h="9">
                    <a:moveTo>
                      <a:pt x="3" y="0"/>
                    </a:moveTo>
                    <a:lnTo>
                      <a:pt x="0" y="6"/>
                    </a:lnTo>
                    <a:lnTo>
                      <a:pt x="2"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50" name="Freeform 1836"/>
              <p:cNvSpPr>
                <a:spLocks/>
              </p:cNvSpPr>
              <p:nvPr/>
            </p:nvSpPr>
            <p:spPr bwMode="gray">
              <a:xfrm>
                <a:off x="7136610" y="5396911"/>
                <a:ext cx="10196" cy="24946"/>
              </a:xfrm>
              <a:custGeom>
                <a:avLst/>
                <a:gdLst/>
                <a:ahLst/>
                <a:cxnLst>
                  <a:cxn ang="0">
                    <a:pos x="3" y="0"/>
                  </a:cxn>
                  <a:cxn ang="0">
                    <a:pos x="0" y="6"/>
                  </a:cxn>
                  <a:cxn ang="0">
                    <a:pos x="1" y="10"/>
                  </a:cxn>
                  <a:cxn ang="0">
                    <a:pos x="4" y="2"/>
                  </a:cxn>
                  <a:cxn ang="0">
                    <a:pos x="3" y="0"/>
                  </a:cxn>
                </a:cxnLst>
                <a:rect l="0" t="0" r="r" b="b"/>
                <a:pathLst>
                  <a:path w="4" h="10">
                    <a:moveTo>
                      <a:pt x="3" y="0"/>
                    </a:moveTo>
                    <a:lnTo>
                      <a:pt x="0" y="6"/>
                    </a:lnTo>
                    <a:lnTo>
                      <a:pt x="1" y="10"/>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51" name="Freeform 1837"/>
              <p:cNvSpPr>
                <a:spLocks/>
              </p:cNvSpPr>
              <p:nvPr/>
            </p:nvSpPr>
            <p:spPr bwMode="gray">
              <a:xfrm>
                <a:off x="7038515" y="5501965"/>
                <a:ext cx="9845" cy="27405"/>
              </a:xfrm>
              <a:custGeom>
                <a:avLst/>
                <a:gdLst/>
                <a:ahLst/>
                <a:cxnLst>
                  <a:cxn ang="0">
                    <a:pos x="3" y="0"/>
                  </a:cxn>
                  <a:cxn ang="0">
                    <a:pos x="0" y="7"/>
                  </a:cxn>
                  <a:cxn ang="0">
                    <a:pos x="0" y="11"/>
                  </a:cxn>
                  <a:cxn ang="0">
                    <a:pos x="3" y="1"/>
                  </a:cxn>
                  <a:cxn ang="0">
                    <a:pos x="3" y="0"/>
                  </a:cxn>
                </a:cxnLst>
                <a:rect l="0" t="0" r="r" b="b"/>
                <a:pathLst>
                  <a:path w="3" h="11">
                    <a:moveTo>
                      <a:pt x="3" y="0"/>
                    </a:moveTo>
                    <a:lnTo>
                      <a:pt x="0" y="7"/>
                    </a:lnTo>
                    <a:lnTo>
                      <a:pt x="0" y="11"/>
                    </a:lnTo>
                    <a:lnTo>
                      <a:pt x="3" y="1"/>
                    </a:lnTo>
                    <a:lnTo>
                      <a:pt x="3" y="0"/>
                    </a:lnTo>
                    <a:close/>
                  </a:path>
                </a:pathLst>
              </a:custGeom>
              <a:noFill/>
              <a:ln w="3175" cap="rnd" cmpd="sng">
                <a:solidFill>
                  <a:schemeClr val="bg2"/>
                </a:solidFill>
                <a:prstDash val="sysDot"/>
                <a:round/>
                <a:headEnd/>
                <a:tailEnd/>
              </a:ln>
            </p:spPr>
            <p:txBody>
              <a:bodyPr/>
              <a:lstStyle/>
              <a:p>
                <a:endParaRPr lang="en-US"/>
              </a:p>
            </p:txBody>
          </p:sp>
          <p:sp>
            <p:nvSpPr>
              <p:cNvPr id="352" name="Freeform 1838"/>
              <p:cNvSpPr>
                <a:spLocks/>
              </p:cNvSpPr>
              <p:nvPr/>
            </p:nvSpPr>
            <p:spPr bwMode="gray">
              <a:xfrm>
                <a:off x="7194623" y="5394452"/>
                <a:ext cx="10196" cy="32324"/>
              </a:xfrm>
              <a:custGeom>
                <a:avLst/>
                <a:gdLst/>
                <a:ahLst/>
                <a:cxnLst>
                  <a:cxn ang="0">
                    <a:pos x="3" y="0"/>
                  </a:cxn>
                  <a:cxn ang="0">
                    <a:pos x="0" y="8"/>
                  </a:cxn>
                  <a:cxn ang="0">
                    <a:pos x="0" y="13"/>
                  </a:cxn>
                  <a:cxn ang="0">
                    <a:pos x="4" y="3"/>
                  </a:cxn>
                  <a:cxn ang="0">
                    <a:pos x="3" y="0"/>
                  </a:cxn>
                </a:cxnLst>
                <a:rect l="0" t="0" r="r" b="b"/>
                <a:pathLst>
                  <a:path w="4" h="13">
                    <a:moveTo>
                      <a:pt x="3" y="0"/>
                    </a:moveTo>
                    <a:lnTo>
                      <a:pt x="0" y="8"/>
                    </a:lnTo>
                    <a:lnTo>
                      <a:pt x="0" y="13"/>
                    </a:lnTo>
                    <a:lnTo>
                      <a:pt x="4" y="3"/>
                    </a:lnTo>
                    <a:lnTo>
                      <a:pt x="3" y="0"/>
                    </a:lnTo>
                    <a:close/>
                  </a:path>
                </a:pathLst>
              </a:custGeom>
              <a:noFill/>
              <a:ln w="3175" cap="rnd" cmpd="sng">
                <a:solidFill>
                  <a:schemeClr val="bg2"/>
                </a:solidFill>
                <a:prstDash val="sysDot"/>
                <a:round/>
                <a:headEnd/>
                <a:tailEnd/>
              </a:ln>
            </p:spPr>
            <p:txBody>
              <a:bodyPr/>
              <a:lstStyle/>
              <a:p>
                <a:endParaRPr lang="en-US"/>
              </a:p>
            </p:txBody>
          </p:sp>
          <p:sp>
            <p:nvSpPr>
              <p:cNvPr id="353" name="Freeform 1839"/>
              <p:cNvSpPr>
                <a:spLocks/>
              </p:cNvSpPr>
              <p:nvPr/>
            </p:nvSpPr>
            <p:spPr bwMode="gray">
              <a:xfrm>
                <a:off x="7098989" y="5504425"/>
                <a:ext cx="4922" cy="32324"/>
              </a:xfrm>
              <a:custGeom>
                <a:avLst/>
                <a:gdLst/>
                <a:ahLst/>
                <a:cxnLst>
                  <a:cxn ang="0">
                    <a:pos x="3" y="0"/>
                  </a:cxn>
                  <a:cxn ang="0">
                    <a:pos x="0" y="8"/>
                  </a:cxn>
                  <a:cxn ang="0">
                    <a:pos x="0" y="13"/>
                  </a:cxn>
                  <a:cxn ang="0">
                    <a:pos x="3" y="3"/>
                  </a:cxn>
                  <a:cxn ang="0">
                    <a:pos x="3" y="0"/>
                  </a:cxn>
                </a:cxnLst>
                <a:rect l="0" t="0" r="r" b="b"/>
                <a:pathLst>
                  <a:path w="3" h="13">
                    <a:moveTo>
                      <a:pt x="3" y="0"/>
                    </a:moveTo>
                    <a:lnTo>
                      <a:pt x="0" y="8"/>
                    </a:lnTo>
                    <a:lnTo>
                      <a:pt x="0" y="13"/>
                    </a:lnTo>
                    <a:lnTo>
                      <a:pt x="3" y="3"/>
                    </a:lnTo>
                    <a:lnTo>
                      <a:pt x="3" y="0"/>
                    </a:lnTo>
                    <a:close/>
                  </a:path>
                </a:pathLst>
              </a:custGeom>
              <a:noFill/>
              <a:ln w="3175" cap="rnd" cmpd="sng">
                <a:solidFill>
                  <a:schemeClr val="bg2"/>
                </a:solidFill>
                <a:prstDash val="sysDot"/>
                <a:round/>
                <a:headEnd/>
                <a:tailEnd/>
              </a:ln>
            </p:spPr>
            <p:txBody>
              <a:bodyPr/>
              <a:lstStyle/>
              <a:p>
                <a:endParaRPr lang="en-US"/>
              </a:p>
            </p:txBody>
          </p:sp>
          <p:sp>
            <p:nvSpPr>
              <p:cNvPr id="354" name="Freeform 1840"/>
              <p:cNvSpPr>
                <a:spLocks/>
              </p:cNvSpPr>
              <p:nvPr/>
            </p:nvSpPr>
            <p:spPr bwMode="gray">
              <a:xfrm>
                <a:off x="6940068" y="5366695"/>
                <a:ext cx="10196" cy="22838"/>
              </a:xfrm>
              <a:custGeom>
                <a:avLst/>
                <a:gdLst/>
                <a:ahLst/>
                <a:cxnLst>
                  <a:cxn ang="0">
                    <a:pos x="3" y="0"/>
                  </a:cxn>
                  <a:cxn ang="0">
                    <a:pos x="0" y="6"/>
                  </a:cxn>
                  <a:cxn ang="0">
                    <a:pos x="2" y="9"/>
                  </a:cxn>
                  <a:cxn ang="0">
                    <a:pos x="3" y="2"/>
                  </a:cxn>
                  <a:cxn ang="0">
                    <a:pos x="3" y="0"/>
                  </a:cxn>
                </a:cxnLst>
                <a:rect l="0" t="0" r="r" b="b"/>
                <a:pathLst>
                  <a:path w="3" h="9">
                    <a:moveTo>
                      <a:pt x="3" y="0"/>
                    </a:moveTo>
                    <a:lnTo>
                      <a:pt x="0" y="6"/>
                    </a:lnTo>
                    <a:lnTo>
                      <a:pt x="2"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55" name="Freeform 1841"/>
              <p:cNvSpPr>
                <a:spLocks/>
              </p:cNvSpPr>
              <p:nvPr/>
            </p:nvSpPr>
            <p:spPr bwMode="gray">
              <a:xfrm>
                <a:off x="6191171" y="5436965"/>
                <a:ext cx="12306" cy="17568"/>
              </a:xfrm>
              <a:custGeom>
                <a:avLst/>
                <a:gdLst/>
                <a:ahLst/>
                <a:cxnLst>
                  <a:cxn ang="0">
                    <a:pos x="3" y="0"/>
                  </a:cxn>
                  <a:cxn ang="0">
                    <a:pos x="0" y="6"/>
                  </a:cxn>
                  <a:cxn ang="0">
                    <a:pos x="0" y="9"/>
                  </a:cxn>
                  <a:cxn ang="0">
                    <a:pos x="4" y="1"/>
                  </a:cxn>
                  <a:cxn ang="0">
                    <a:pos x="3" y="0"/>
                  </a:cxn>
                </a:cxnLst>
                <a:rect l="0" t="0" r="r" b="b"/>
                <a:pathLst>
                  <a:path w="4" h="9">
                    <a:moveTo>
                      <a:pt x="3" y="0"/>
                    </a:moveTo>
                    <a:lnTo>
                      <a:pt x="0" y="6"/>
                    </a:lnTo>
                    <a:lnTo>
                      <a:pt x="0" y="9"/>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356" name="Freeform 1842"/>
              <p:cNvSpPr>
                <a:spLocks/>
              </p:cNvSpPr>
              <p:nvPr/>
            </p:nvSpPr>
            <p:spPr bwMode="gray">
              <a:xfrm>
                <a:off x="6236527" y="5409208"/>
                <a:ext cx="12657" cy="22838"/>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57" name="Freeform 1843"/>
              <p:cNvSpPr>
                <a:spLocks/>
              </p:cNvSpPr>
              <p:nvPr/>
            </p:nvSpPr>
            <p:spPr bwMode="gray">
              <a:xfrm>
                <a:off x="6284344" y="5384262"/>
                <a:ext cx="12657" cy="22486"/>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58" name="Freeform 1844"/>
              <p:cNvSpPr>
                <a:spLocks/>
              </p:cNvSpPr>
              <p:nvPr/>
            </p:nvSpPr>
            <p:spPr bwMode="gray">
              <a:xfrm>
                <a:off x="6259029" y="5356857"/>
                <a:ext cx="10196" cy="22486"/>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59" name="Freeform 1845"/>
              <p:cNvSpPr>
                <a:spLocks/>
              </p:cNvSpPr>
              <p:nvPr/>
            </p:nvSpPr>
            <p:spPr bwMode="gray">
              <a:xfrm>
                <a:off x="6496356" y="5346668"/>
                <a:ext cx="9845" cy="20027"/>
              </a:xfrm>
              <a:custGeom>
                <a:avLst/>
                <a:gdLst/>
                <a:ahLst/>
                <a:cxnLst>
                  <a:cxn ang="0">
                    <a:pos x="3" y="0"/>
                  </a:cxn>
                  <a:cxn ang="0">
                    <a:pos x="0" y="5"/>
                  </a:cxn>
                  <a:cxn ang="0">
                    <a:pos x="2" y="9"/>
                  </a:cxn>
                  <a:cxn ang="0">
                    <a:pos x="5" y="2"/>
                  </a:cxn>
                  <a:cxn ang="0">
                    <a:pos x="3" y="0"/>
                  </a:cxn>
                </a:cxnLst>
                <a:rect l="0" t="0" r="r" b="b"/>
                <a:pathLst>
                  <a:path w="5" h="9">
                    <a:moveTo>
                      <a:pt x="3" y="0"/>
                    </a:moveTo>
                    <a:lnTo>
                      <a:pt x="0" y="5"/>
                    </a:lnTo>
                    <a:lnTo>
                      <a:pt x="2"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360" name="Freeform 1846"/>
              <p:cNvSpPr>
                <a:spLocks/>
              </p:cNvSpPr>
              <p:nvPr/>
            </p:nvSpPr>
            <p:spPr bwMode="gray">
              <a:xfrm>
                <a:off x="6750910" y="5354398"/>
                <a:ext cx="4922" cy="20027"/>
              </a:xfrm>
              <a:custGeom>
                <a:avLst/>
                <a:gdLst/>
                <a:ahLst/>
                <a:cxnLst>
                  <a:cxn ang="0">
                    <a:pos x="2" y="0"/>
                  </a:cxn>
                  <a:cxn ang="0">
                    <a:pos x="0" y="5"/>
                  </a:cxn>
                  <a:cxn ang="0">
                    <a:pos x="0" y="8"/>
                  </a:cxn>
                  <a:cxn ang="0">
                    <a:pos x="3" y="1"/>
                  </a:cxn>
                  <a:cxn ang="0">
                    <a:pos x="2" y="0"/>
                  </a:cxn>
                </a:cxnLst>
                <a:rect l="0" t="0" r="r" b="b"/>
                <a:pathLst>
                  <a:path w="3" h="8">
                    <a:moveTo>
                      <a:pt x="2" y="0"/>
                    </a:moveTo>
                    <a:lnTo>
                      <a:pt x="0" y="5"/>
                    </a:lnTo>
                    <a:lnTo>
                      <a:pt x="0" y="8"/>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361" name="Freeform 1847"/>
              <p:cNvSpPr>
                <a:spLocks/>
              </p:cNvSpPr>
              <p:nvPr/>
            </p:nvSpPr>
            <p:spPr bwMode="gray">
              <a:xfrm>
                <a:off x="6236527" y="5331911"/>
                <a:ext cx="9845" cy="17568"/>
              </a:xfrm>
              <a:custGeom>
                <a:avLst/>
                <a:gdLst/>
                <a:ahLst/>
                <a:cxnLst>
                  <a:cxn ang="0">
                    <a:pos x="3" y="0"/>
                  </a:cxn>
                  <a:cxn ang="0">
                    <a:pos x="0" y="5"/>
                  </a:cxn>
                  <a:cxn ang="0">
                    <a:pos x="1" y="8"/>
                  </a:cxn>
                  <a:cxn ang="0">
                    <a:pos x="4" y="2"/>
                  </a:cxn>
                  <a:cxn ang="0">
                    <a:pos x="3" y="0"/>
                  </a:cxn>
                </a:cxnLst>
                <a:rect l="0" t="0" r="r" b="b"/>
                <a:pathLst>
                  <a:path w="4" h="8">
                    <a:moveTo>
                      <a:pt x="3" y="0"/>
                    </a:moveTo>
                    <a:lnTo>
                      <a:pt x="0" y="5"/>
                    </a:lnTo>
                    <a:lnTo>
                      <a:pt x="1"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62" name="Freeform 1848"/>
              <p:cNvSpPr>
                <a:spLocks/>
              </p:cNvSpPr>
              <p:nvPr/>
            </p:nvSpPr>
            <p:spPr bwMode="gray">
              <a:xfrm>
                <a:off x="6130345" y="5429235"/>
                <a:ext cx="7735" cy="22486"/>
              </a:xfrm>
              <a:custGeom>
                <a:avLst/>
                <a:gdLst/>
                <a:ahLst/>
                <a:cxnLst>
                  <a:cxn ang="0">
                    <a:pos x="4" y="0"/>
                  </a:cxn>
                  <a:cxn ang="0">
                    <a:pos x="0" y="6"/>
                  </a:cxn>
                  <a:cxn ang="0">
                    <a:pos x="1" y="9"/>
                  </a:cxn>
                  <a:cxn ang="0">
                    <a:pos x="4" y="2"/>
                  </a:cxn>
                  <a:cxn ang="0">
                    <a:pos x="4" y="0"/>
                  </a:cxn>
                </a:cxnLst>
                <a:rect l="0" t="0" r="r" b="b"/>
                <a:pathLst>
                  <a:path w="4" h="9">
                    <a:moveTo>
                      <a:pt x="4" y="0"/>
                    </a:moveTo>
                    <a:lnTo>
                      <a:pt x="0" y="6"/>
                    </a:lnTo>
                    <a:lnTo>
                      <a:pt x="1" y="9"/>
                    </a:lnTo>
                    <a:lnTo>
                      <a:pt x="4" y="2"/>
                    </a:lnTo>
                    <a:lnTo>
                      <a:pt x="4" y="0"/>
                    </a:lnTo>
                    <a:close/>
                  </a:path>
                </a:pathLst>
              </a:custGeom>
              <a:noFill/>
              <a:ln w="3175" cap="rnd" cmpd="sng">
                <a:solidFill>
                  <a:schemeClr val="bg2"/>
                </a:solidFill>
                <a:prstDash val="sysDot"/>
                <a:round/>
                <a:headEnd/>
                <a:tailEnd/>
              </a:ln>
            </p:spPr>
            <p:txBody>
              <a:bodyPr/>
              <a:lstStyle/>
              <a:p>
                <a:endParaRPr lang="en-US"/>
              </a:p>
            </p:txBody>
          </p:sp>
          <p:sp>
            <p:nvSpPr>
              <p:cNvPr id="363" name="Freeform 1849"/>
              <p:cNvSpPr>
                <a:spLocks/>
              </p:cNvSpPr>
              <p:nvPr/>
            </p:nvSpPr>
            <p:spPr bwMode="gray">
              <a:xfrm>
                <a:off x="6176053" y="5406749"/>
                <a:ext cx="7383" cy="20027"/>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64" name="Freeform 1850"/>
              <p:cNvSpPr>
                <a:spLocks/>
              </p:cNvSpPr>
              <p:nvPr/>
            </p:nvSpPr>
            <p:spPr bwMode="gray">
              <a:xfrm>
                <a:off x="6221408" y="5381803"/>
                <a:ext cx="12657" cy="22486"/>
              </a:xfrm>
              <a:custGeom>
                <a:avLst/>
                <a:gdLst/>
                <a:ahLst/>
                <a:cxnLst>
                  <a:cxn ang="0">
                    <a:pos x="4" y="0"/>
                  </a:cxn>
                  <a:cxn ang="0">
                    <a:pos x="0" y="6"/>
                  </a:cxn>
                  <a:cxn ang="0">
                    <a:pos x="1" y="9"/>
                  </a:cxn>
                  <a:cxn ang="0">
                    <a:pos x="5" y="2"/>
                  </a:cxn>
                  <a:cxn ang="0">
                    <a:pos x="4" y="0"/>
                  </a:cxn>
                </a:cxnLst>
                <a:rect l="0" t="0" r="r" b="b"/>
                <a:pathLst>
                  <a:path w="5" h="9">
                    <a:moveTo>
                      <a:pt x="4" y="0"/>
                    </a:moveTo>
                    <a:lnTo>
                      <a:pt x="0" y="6"/>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365" name="Freeform 1851"/>
              <p:cNvSpPr>
                <a:spLocks/>
              </p:cNvSpPr>
              <p:nvPr/>
            </p:nvSpPr>
            <p:spPr bwMode="gray">
              <a:xfrm>
                <a:off x="6196093" y="5351938"/>
                <a:ext cx="7383" cy="22486"/>
              </a:xfrm>
              <a:custGeom>
                <a:avLst/>
                <a:gdLst/>
                <a:ahLst/>
                <a:cxnLst>
                  <a:cxn ang="0">
                    <a:pos x="3" y="0"/>
                  </a:cxn>
                  <a:cxn ang="0">
                    <a:pos x="0" y="6"/>
                  </a:cxn>
                  <a:cxn ang="0">
                    <a:pos x="0" y="9"/>
                  </a:cxn>
                  <a:cxn ang="0">
                    <a:pos x="3" y="2"/>
                  </a:cxn>
                  <a:cxn ang="0">
                    <a:pos x="3" y="0"/>
                  </a:cxn>
                </a:cxnLst>
                <a:rect l="0" t="0" r="r" b="b"/>
                <a:pathLst>
                  <a:path w="3" h="9">
                    <a:moveTo>
                      <a:pt x="3" y="0"/>
                    </a:moveTo>
                    <a:lnTo>
                      <a:pt x="0" y="6"/>
                    </a:lnTo>
                    <a:lnTo>
                      <a:pt x="0"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366" name="Freeform 1852"/>
              <p:cNvSpPr>
                <a:spLocks/>
              </p:cNvSpPr>
              <p:nvPr/>
            </p:nvSpPr>
            <p:spPr bwMode="gray">
              <a:xfrm>
                <a:off x="6433068" y="5339289"/>
                <a:ext cx="5274" cy="24946"/>
              </a:xfrm>
              <a:custGeom>
                <a:avLst/>
                <a:gdLst/>
                <a:ahLst/>
                <a:cxnLst>
                  <a:cxn ang="0">
                    <a:pos x="1" y="0"/>
                  </a:cxn>
                  <a:cxn ang="0">
                    <a:pos x="0" y="6"/>
                  </a:cxn>
                  <a:cxn ang="0">
                    <a:pos x="0" y="10"/>
                  </a:cxn>
                  <a:cxn ang="0">
                    <a:pos x="2" y="2"/>
                  </a:cxn>
                  <a:cxn ang="0">
                    <a:pos x="1" y="0"/>
                  </a:cxn>
                </a:cxnLst>
                <a:rect l="0" t="0" r="r" b="b"/>
                <a:pathLst>
                  <a:path w="2" h="10">
                    <a:moveTo>
                      <a:pt x="1" y="0"/>
                    </a:moveTo>
                    <a:lnTo>
                      <a:pt x="0" y="6"/>
                    </a:lnTo>
                    <a:lnTo>
                      <a:pt x="0" y="10"/>
                    </a:lnTo>
                    <a:lnTo>
                      <a:pt x="2" y="2"/>
                    </a:lnTo>
                    <a:lnTo>
                      <a:pt x="1" y="0"/>
                    </a:lnTo>
                    <a:close/>
                  </a:path>
                </a:pathLst>
              </a:custGeom>
              <a:noFill/>
              <a:ln w="3175" cap="rnd" cmpd="sng">
                <a:solidFill>
                  <a:schemeClr val="bg2"/>
                </a:solidFill>
                <a:prstDash val="sysDot"/>
                <a:round/>
                <a:headEnd/>
                <a:tailEnd/>
              </a:ln>
            </p:spPr>
            <p:txBody>
              <a:bodyPr/>
              <a:lstStyle/>
              <a:p>
                <a:endParaRPr lang="en-US"/>
              </a:p>
            </p:txBody>
          </p:sp>
          <p:sp>
            <p:nvSpPr>
              <p:cNvPr id="367" name="Freeform 1853"/>
              <p:cNvSpPr>
                <a:spLocks/>
              </p:cNvSpPr>
              <p:nvPr/>
            </p:nvSpPr>
            <p:spPr bwMode="gray">
              <a:xfrm>
                <a:off x="6685162" y="5349479"/>
                <a:ext cx="5274" cy="20027"/>
              </a:xfrm>
              <a:custGeom>
                <a:avLst/>
                <a:gdLst/>
                <a:ahLst/>
                <a:cxnLst>
                  <a:cxn ang="0">
                    <a:pos x="2" y="0"/>
                  </a:cxn>
                  <a:cxn ang="0">
                    <a:pos x="0" y="5"/>
                  </a:cxn>
                  <a:cxn ang="0">
                    <a:pos x="1" y="8"/>
                  </a:cxn>
                  <a:cxn ang="0">
                    <a:pos x="3" y="1"/>
                  </a:cxn>
                  <a:cxn ang="0">
                    <a:pos x="2" y="0"/>
                  </a:cxn>
                </a:cxnLst>
                <a:rect l="0" t="0" r="r" b="b"/>
                <a:pathLst>
                  <a:path w="3" h="8">
                    <a:moveTo>
                      <a:pt x="2" y="0"/>
                    </a:moveTo>
                    <a:lnTo>
                      <a:pt x="0" y="5"/>
                    </a:lnTo>
                    <a:lnTo>
                      <a:pt x="1" y="8"/>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368" name="Freeform 1854"/>
              <p:cNvSpPr>
                <a:spLocks/>
              </p:cNvSpPr>
              <p:nvPr/>
            </p:nvSpPr>
            <p:spPr bwMode="gray">
              <a:xfrm>
                <a:off x="6173240" y="5326992"/>
                <a:ext cx="7735" cy="19676"/>
              </a:xfrm>
              <a:custGeom>
                <a:avLst/>
                <a:gdLst/>
                <a:ahLst/>
                <a:cxnLst>
                  <a:cxn ang="0">
                    <a:pos x="3" y="0"/>
                  </a:cxn>
                  <a:cxn ang="0">
                    <a:pos x="0" y="5"/>
                  </a:cxn>
                  <a:cxn ang="0">
                    <a:pos x="0" y="8"/>
                  </a:cxn>
                  <a:cxn ang="0">
                    <a:pos x="4" y="1"/>
                  </a:cxn>
                  <a:cxn ang="0">
                    <a:pos x="3" y="0"/>
                  </a:cxn>
                </a:cxnLst>
                <a:rect l="0" t="0" r="r" b="b"/>
                <a:pathLst>
                  <a:path w="4" h="8">
                    <a:moveTo>
                      <a:pt x="3" y="0"/>
                    </a:moveTo>
                    <a:lnTo>
                      <a:pt x="0" y="5"/>
                    </a:lnTo>
                    <a:lnTo>
                      <a:pt x="0" y="8"/>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369" name="Freeform 1855"/>
              <p:cNvSpPr>
                <a:spLocks/>
              </p:cNvSpPr>
              <p:nvPr/>
            </p:nvSpPr>
            <p:spPr bwMode="gray">
              <a:xfrm>
                <a:off x="6069871" y="5426776"/>
                <a:ext cx="10196" cy="22486"/>
              </a:xfrm>
              <a:custGeom>
                <a:avLst/>
                <a:gdLst/>
                <a:ahLst/>
                <a:cxnLst>
                  <a:cxn ang="0">
                    <a:pos x="4" y="0"/>
                  </a:cxn>
                  <a:cxn ang="0">
                    <a:pos x="0" y="5"/>
                  </a:cxn>
                  <a:cxn ang="0">
                    <a:pos x="1" y="9"/>
                  </a:cxn>
                  <a:cxn ang="0">
                    <a:pos x="5" y="1"/>
                  </a:cxn>
                  <a:cxn ang="0">
                    <a:pos x="4" y="0"/>
                  </a:cxn>
                </a:cxnLst>
                <a:rect l="0" t="0" r="r" b="b"/>
                <a:pathLst>
                  <a:path w="5" h="9">
                    <a:moveTo>
                      <a:pt x="4" y="0"/>
                    </a:moveTo>
                    <a:lnTo>
                      <a:pt x="0" y="5"/>
                    </a:lnTo>
                    <a:lnTo>
                      <a:pt x="1" y="9"/>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370" name="Freeform 1856"/>
              <p:cNvSpPr>
                <a:spLocks/>
              </p:cNvSpPr>
              <p:nvPr/>
            </p:nvSpPr>
            <p:spPr bwMode="gray">
              <a:xfrm>
                <a:off x="6112765" y="5404289"/>
                <a:ext cx="12657"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71" name="Freeform 1857"/>
              <p:cNvSpPr>
                <a:spLocks/>
              </p:cNvSpPr>
              <p:nvPr/>
            </p:nvSpPr>
            <p:spPr bwMode="gray">
              <a:xfrm>
                <a:off x="6160934" y="5381803"/>
                <a:ext cx="12306" cy="20027"/>
              </a:xfrm>
              <a:custGeom>
                <a:avLst/>
                <a:gdLst/>
                <a:ahLst/>
                <a:cxnLst>
                  <a:cxn ang="0">
                    <a:pos x="4" y="0"/>
                  </a:cxn>
                  <a:cxn ang="0">
                    <a:pos x="0" y="5"/>
                  </a:cxn>
                  <a:cxn ang="0">
                    <a:pos x="1" y="9"/>
                  </a:cxn>
                  <a:cxn ang="0">
                    <a:pos x="5" y="2"/>
                  </a:cxn>
                  <a:cxn ang="0">
                    <a:pos x="4" y="0"/>
                  </a:cxn>
                </a:cxnLst>
                <a:rect l="0" t="0" r="r" b="b"/>
                <a:pathLst>
                  <a:path w="5" h="9">
                    <a:moveTo>
                      <a:pt x="4" y="0"/>
                    </a:moveTo>
                    <a:lnTo>
                      <a:pt x="0" y="5"/>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372" name="Freeform 1858"/>
              <p:cNvSpPr>
                <a:spLocks/>
              </p:cNvSpPr>
              <p:nvPr/>
            </p:nvSpPr>
            <p:spPr bwMode="gray">
              <a:xfrm>
                <a:off x="6135619" y="5349479"/>
                <a:ext cx="10196" cy="22486"/>
              </a:xfrm>
              <a:custGeom>
                <a:avLst/>
                <a:gdLst/>
                <a:ahLst/>
                <a:cxnLst>
                  <a:cxn ang="0">
                    <a:pos x="2" y="0"/>
                  </a:cxn>
                  <a:cxn ang="0">
                    <a:pos x="0" y="5"/>
                  </a:cxn>
                  <a:cxn ang="0">
                    <a:pos x="0" y="9"/>
                  </a:cxn>
                  <a:cxn ang="0">
                    <a:pos x="3" y="1"/>
                  </a:cxn>
                  <a:cxn ang="0">
                    <a:pos x="2" y="0"/>
                  </a:cxn>
                </a:cxnLst>
                <a:rect l="0" t="0" r="r" b="b"/>
                <a:pathLst>
                  <a:path w="3" h="9">
                    <a:moveTo>
                      <a:pt x="2" y="0"/>
                    </a:moveTo>
                    <a:lnTo>
                      <a:pt x="0" y="5"/>
                    </a:lnTo>
                    <a:lnTo>
                      <a:pt x="0" y="9"/>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373" name="Freeform 1859"/>
              <p:cNvSpPr>
                <a:spLocks/>
              </p:cNvSpPr>
              <p:nvPr/>
            </p:nvSpPr>
            <p:spPr bwMode="gray">
              <a:xfrm>
                <a:off x="6372594" y="5339289"/>
                <a:ext cx="7735" cy="17568"/>
              </a:xfrm>
              <a:custGeom>
                <a:avLst/>
                <a:gdLst/>
                <a:ahLst/>
                <a:cxnLst>
                  <a:cxn ang="0">
                    <a:pos x="2" y="0"/>
                  </a:cxn>
                  <a:cxn ang="0">
                    <a:pos x="0" y="5"/>
                  </a:cxn>
                  <a:cxn ang="0">
                    <a:pos x="0" y="8"/>
                  </a:cxn>
                  <a:cxn ang="0">
                    <a:pos x="3" y="2"/>
                  </a:cxn>
                  <a:cxn ang="0">
                    <a:pos x="2" y="0"/>
                  </a:cxn>
                </a:cxnLst>
                <a:rect l="0" t="0" r="r" b="b"/>
                <a:pathLst>
                  <a:path w="3" h="8">
                    <a:moveTo>
                      <a:pt x="2" y="0"/>
                    </a:moveTo>
                    <a:lnTo>
                      <a:pt x="0" y="5"/>
                    </a:lnTo>
                    <a:lnTo>
                      <a:pt x="0" y="8"/>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74" name="Freeform 1860"/>
              <p:cNvSpPr>
                <a:spLocks/>
              </p:cNvSpPr>
              <p:nvPr/>
            </p:nvSpPr>
            <p:spPr bwMode="gray">
              <a:xfrm>
                <a:off x="6627500" y="5349479"/>
                <a:ext cx="7383" cy="17216"/>
              </a:xfrm>
              <a:custGeom>
                <a:avLst/>
                <a:gdLst/>
                <a:ahLst/>
                <a:cxnLst>
                  <a:cxn ang="0">
                    <a:pos x="3" y="0"/>
                  </a:cxn>
                  <a:cxn ang="0">
                    <a:pos x="0" y="5"/>
                  </a:cxn>
                  <a:cxn ang="0">
                    <a:pos x="1" y="8"/>
                  </a:cxn>
                  <a:cxn ang="0">
                    <a:pos x="4" y="2"/>
                  </a:cxn>
                  <a:cxn ang="0">
                    <a:pos x="3" y="0"/>
                  </a:cxn>
                </a:cxnLst>
                <a:rect l="0" t="0" r="r" b="b"/>
                <a:pathLst>
                  <a:path w="4" h="8">
                    <a:moveTo>
                      <a:pt x="3" y="0"/>
                    </a:moveTo>
                    <a:lnTo>
                      <a:pt x="0" y="5"/>
                    </a:lnTo>
                    <a:lnTo>
                      <a:pt x="1"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75" name="Freeform 1861"/>
              <p:cNvSpPr>
                <a:spLocks/>
              </p:cNvSpPr>
              <p:nvPr/>
            </p:nvSpPr>
            <p:spPr bwMode="gray">
              <a:xfrm>
                <a:off x="6112765" y="5321722"/>
                <a:ext cx="10196" cy="22486"/>
              </a:xfrm>
              <a:custGeom>
                <a:avLst/>
                <a:gdLst/>
                <a:ahLst/>
                <a:cxnLst>
                  <a:cxn ang="0">
                    <a:pos x="4" y="0"/>
                  </a:cxn>
                  <a:cxn ang="0">
                    <a:pos x="0" y="6"/>
                  </a:cxn>
                  <a:cxn ang="0">
                    <a:pos x="0" y="9"/>
                  </a:cxn>
                  <a:cxn ang="0">
                    <a:pos x="4" y="2"/>
                  </a:cxn>
                  <a:cxn ang="0">
                    <a:pos x="4" y="0"/>
                  </a:cxn>
                </a:cxnLst>
                <a:rect l="0" t="0" r="r" b="b"/>
                <a:pathLst>
                  <a:path w="4" h="9">
                    <a:moveTo>
                      <a:pt x="4" y="0"/>
                    </a:moveTo>
                    <a:lnTo>
                      <a:pt x="0" y="6"/>
                    </a:lnTo>
                    <a:lnTo>
                      <a:pt x="0" y="9"/>
                    </a:lnTo>
                    <a:lnTo>
                      <a:pt x="4" y="2"/>
                    </a:lnTo>
                    <a:lnTo>
                      <a:pt x="4" y="0"/>
                    </a:lnTo>
                    <a:close/>
                  </a:path>
                </a:pathLst>
              </a:custGeom>
              <a:noFill/>
              <a:ln w="3175" cap="rnd" cmpd="sng">
                <a:solidFill>
                  <a:schemeClr val="bg2"/>
                </a:solidFill>
                <a:prstDash val="sysDot"/>
                <a:round/>
                <a:headEnd/>
                <a:tailEnd/>
              </a:ln>
            </p:spPr>
            <p:txBody>
              <a:bodyPr/>
              <a:lstStyle/>
              <a:p>
                <a:endParaRPr lang="en-US"/>
              </a:p>
            </p:txBody>
          </p:sp>
          <p:sp>
            <p:nvSpPr>
              <p:cNvPr id="376" name="Freeform 1862"/>
              <p:cNvSpPr>
                <a:spLocks/>
              </p:cNvSpPr>
              <p:nvPr/>
            </p:nvSpPr>
            <p:spPr bwMode="gray">
              <a:xfrm>
                <a:off x="6011858" y="5426776"/>
                <a:ext cx="10196" cy="20027"/>
              </a:xfrm>
              <a:custGeom>
                <a:avLst/>
                <a:gdLst/>
                <a:ahLst/>
                <a:cxnLst>
                  <a:cxn ang="0">
                    <a:pos x="2" y="0"/>
                  </a:cxn>
                  <a:cxn ang="0">
                    <a:pos x="0" y="5"/>
                  </a:cxn>
                  <a:cxn ang="0">
                    <a:pos x="0" y="9"/>
                  </a:cxn>
                  <a:cxn ang="0">
                    <a:pos x="3" y="2"/>
                  </a:cxn>
                  <a:cxn ang="0">
                    <a:pos x="2" y="0"/>
                  </a:cxn>
                </a:cxnLst>
                <a:rect l="0" t="0" r="r" b="b"/>
                <a:pathLst>
                  <a:path w="3" h="9">
                    <a:moveTo>
                      <a:pt x="2" y="0"/>
                    </a:moveTo>
                    <a:lnTo>
                      <a:pt x="0" y="5"/>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77" name="Freeform 1863"/>
              <p:cNvSpPr>
                <a:spLocks/>
              </p:cNvSpPr>
              <p:nvPr/>
            </p:nvSpPr>
            <p:spPr bwMode="gray">
              <a:xfrm>
                <a:off x="6054752" y="5404289"/>
                <a:ext cx="10196" cy="20027"/>
              </a:xfrm>
              <a:custGeom>
                <a:avLst/>
                <a:gdLst/>
                <a:ahLst/>
                <a:cxnLst>
                  <a:cxn ang="0">
                    <a:pos x="4" y="0"/>
                  </a:cxn>
                  <a:cxn ang="0">
                    <a:pos x="0" y="5"/>
                  </a:cxn>
                  <a:cxn ang="0">
                    <a:pos x="1" y="8"/>
                  </a:cxn>
                  <a:cxn ang="0">
                    <a:pos x="5" y="1"/>
                  </a:cxn>
                  <a:cxn ang="0">
                    <a:pos x="4" y="0"/>
                  </a:cxn>
                </a:cxnLst>
                <a:rect l="0" t="0" r="r" b="b"/>
                <a:pathLst>
                  <a:path w="5" h="8">
                    <a:moveTo>
                      <a:pt x="4" y="0"/>
                    </a:moveTo>
                    <a:lnTo>
                      <a:pt x="0" y="5"/>
                    </a:lnTo>
                    <a:lnTo>
                      <a:pt x="1" y="8"/>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378" name="Freeform 1864"/>
              <p:cNvSpPr>
                <a:spLocks/>
              </p:cNvSpPr>
              <p:nvPr/>
            </p:nvSpPr>
            <p:spPr bwMode="gray">
              <a:xfrm>
                <a:off x="6102921" y="5376884"/>
                <a:ext cx="9845" cy="20027"/>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79" name="Freeform 1865"/>
              <p:cNvSpPr>
                <a:spLocks/>
              </p:cNvSpPr>
              <p:nvPr/>
            </p:nvSpPr>
            <p:spPr bwMode="gray">
              <a:xfrm>
                <a:off x="6075145" y="5349479"/>
                <a:ext cx="9845" cy="20027"/>
              </a:xfrm>
              <a:custGeom>
                <a:avLst/>
                <a:gdLst/>
                <a:ahLst/>
                <a:cxnLst>
                  <a:cxn ang="0">
                    <a:pos x="4" y="0"/>
                  </a:cxn>
                  <a:cxn ang="0">
                    <a:pos x="0" y="4"/>
                  </a:cxn>
                  <a:cxn ang="0">
                    <a:pos x="0" y="8"/>
                  </a:cxn>
                  <a:cxn ang="0">
                    <a:pos x="5" y="1"/>
                  </a:cxn>
                  <a:cxn ang="0">
                    <a:pos x="4" y="0"/>
                  </a:cxn>
                </a:cxnLst>
                <a:rect l="0" t="0" r="r" b="b"/>
                <a:pathLst>
                  <a:path w="5" h="8">
                    <a:moveTo>
                      <a:pt x="4" y="0"/>
                    </a:moveTo>
                    <a:lnTo>
                      <a:pt x="0" y="4"/>
                    </a:lnTo>
                    <a:lnTo>
                      <a:pt x="0" y="8"/>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380" name="Freeform 1866"/>
              <p:cNvSpPr>
                <a:spLocks/>
              </p:cNvSpPr>
              <p:nvPr/>
            </p:nvSpPr>
            <p:spPr bwMode="gray">
              <a:xfrm>
                <a:off x="5933804" y="5399371"/>
                <a:ext cx="12657" cy="22486"/>
              </a:xfrm>
              <a:custGeom>
                <a:avLst/>
                <a:gdLst/>
                <a:ahLst/>
                <a:cxnLst>
                  <a:cxn ang="0">
                    <a:pos x="1" y="0"/>
                  </a:cxn>
                  <a:cxn ang="0">
                    <a:pos x="0" y="5"/>
                  </a:cxn>
                  <a:cxn ang="0">
                    <a:pos x="1" y="9"/>
                  </a:cxn>
                  <a:cxn ang="0">
                    <a:pos x="5" y="1"/>
                  </a:cxn>
                  <a:cxn ang="0">
                    <a:pos x="1" y="0"/>
                  </a:cxn>
                </a:cxnLst>
                <a:rect l="0" t="0" r="r" b="b"/>
                <a:pathLst>
                  <a:path w="5" h="9">
                    <a:moveTo>
                      <a:pt x="1" y="0"/>
                    </a:moveTo>
                    <a:lnTo>
                      <a:pt x="0" y="5"/>
                    </a:lnTo>
                    <a:lnTo>
                      <a:pt x="1" y="9"/>
                    </a:lnTo>
                    <a:lnTo>
                      <a:pt x="5" y="1"/>
                    </a:lnTo>
                    <a:lnTo>
                      <a:pt x="1" y="0"/>
                    </a:lnTo>
                    <a:close/>
                  </a:path>
                </a:pathLst>
              </a:custGeom>
              <a:noFill/>
              <a:ln w="3175" cap="rnd" cmpd="sng">
                <a:solidFill>
                  <a:schemeClr val="bg2"/>
                </a:solidFill>
                <a:prstDash val="sysDot"/>
                <a:round/>
                <a:headEnd/>
                <a:tailEnd/>
              </a:ln>
            </p:spPr>
            <p:txBody>
              <a:bodyPr/>
              <a:lstStyle/>
              <a:p>
                <a:endParaRPr lang="en-US"/>
              </a:p>
            </p:txBody>
          </p:sp>
          <p:sp>
            <p:nvSpPr>
              <p:cNvPr id="381" name="Freeform 1867"/>
              <p:cNvSpPr>
                <a:spLocks/>
              </p:cNvSpPr>
              <p:nvPr/>
            </p:nvSpPr>
            <p:spPr bwMode="gray">
              <a:xfrm>
                <a:off x="5951383" y="5421857"/>
                <a:ext cx="12657" cy="17568"/>
              </a:xfrm>
              <a:custGeom>
                <a:avLst/>
                <a:gdLst/>
                <a:ahLst/>
                <a:cxnLst>
                  <a:cxn ang="0">
                    <a:pos x="2" y="0"/>
                  </a:cxn>
                  <a:cxn ang="0">
                    <a:pos x="0" y="5"/>
                  </a:cxn>
                  <a:cxn ang="0">
                    <a:pos x="3" y="8"/>
                  </a:cxn>
                  <a:cxn ang="0">
                    <a:pos x="7" y="3"/>
                  </a:cxn>
                  <a:cxn ang="0">
                    <a:pos x="2" y="0"/>
                  </a:cxn>
                </a:cxnLst>
                <a:rect l="0" t="0" r="r" b="b"/>
                <a:pathLst>
                  <a:path w="7" h="8">
                    <a:moveTo>
                      <a:pt x="2" y="0"/>
                    </a:moveTo>
                    <a:lnTo>
                      <a:pt x="0" y="5"/>
                    </a:lnTo>
                    <a:lnTo>
                      <a:pt x="3" y="8"/>
                    </a:lnTo>
                    <a:lnTo>
                      <a:pt x="7" y="3"/>
                    </a:lnTo>
                    <a:lnTo>
                      <a:pt x="2" y="0"/>
                    </a:lnTo>
                    <a:close/>
                  </a:path>
                </a:pathLst>
              </a:custGeom>
              <a:noFill/>
              <a:ln w="3175" cap="rnd" cmpd="sng">
                <a:solidFill>
                  <a:schemeClr val="bg2"/>
                </a:solidFill>
                <a:prstDash val="sysDot"/>
                <a:round/>
                <a:headEnd/>
                <a:tailEnd/>
              </a:ln>
            </p:spPr>
            <p:txBody>
              <a:bodyPr/>
              <a:lstStyle/>
              <a:p>
                <a:endParaRPr lang="en-US"/>
              </a:p>
            </p:txBody>
          </p:sp>
          <p:sp>
            <p:nvSpPr>
              <p:cNvPr id="382" name="Freeform 1868"/>
              <p:cNvSpPr>
                <a:spLocks/>
              </p:cNvSpPr>
              <p:nvPr/>
            </p:nvSpPr>
            <p:spPr bwMode="gray">
              <a:xfrm>
                <a:off x="5938726" y="5376884"/>
                <a:ext cx="15119" cy="17568"/>
              </a:xfrm>
              <a:custGeom>
                <a:avLst/>
                <a:gdLst/>
                <a:ahLst/>
                <a:cxnLst>
                  <a:cxn ang="0">
                    <a:pos x="2" y="0"/>
                  </a:cxn>
                  <a:cxn ang="0">
                    <a:pos x="0" y="5"/>
                  </a:cxn>
                  <a:cxn ang="0">
                    <a:pos x="3" y="7"/>
                  </a:cxn>
                  <a:cxn ang="0">
                    <a:pos x="6" y="2"/>
                  </a:cxn>
                  <a:cxn ang="0">
                    <a:pos x="2" y="0"/>
                  </a:cxn>
                </a:cxnLst>
                <a:rect l="0" t="0" r="r" b="b"/>
                <a:pathLst>
                  <a:path w="6" h="7">
                    <a:moveTo>
                      <a:pt x="2" y="0"/>
                    </a:moveTo>
                    <a:lnTo>
                      <a:pt x="0" y="5"/>
                    </a:lnTo>
                    <a:lnTo>
                      <a:pt x="3" y="7"/>
                    </a:lnTo>
                    <a:lnTo>
                      <a:pt x="6" y="2"/>
                    </a:lnTo>
                    <a:lnTo>
                      <a:pt x="2" y="0"/>
                    </a:lnTo>
                    <a:close/>
                  </a:path>
                </a:pathLst>
              </a:custGeom>
              <a:noFill/>
              <a:ln w="3175" cap="rnd" cmpd="sng">
                <a:solidFill>
                  <a:schemeClr val="bg2"/>
                </a:solidFill>
                <a:prstDash val="sysDot"/>
                <a:round/>
                <a:headEnd/>
                <a:tailEnd/>
              </a:ln>
            </p:spPr>
            <p:txBody>
              <a:bodyPr/>
              <a:lstStyle/>
              <a:p>
                <a:endParaRPr lang="en-US"/>
              </a:p>
            </p:txBody>
          </p:sp>
          <p:sp>
            <p:nvSpPr>
              <p:cNvPr id="383" name="Freeform 1869"/>
              <p:cNvSpPr>
                <a:spLocks/>
              </p:cNvSpPr>
              <p:nvPr/>
            </p:nvSpPr>
            <p:spPr bwMode="gray">
              <a:xfrm>
                <a:off x="6314581" y="5331911"/>
                <a:ext cx="10196" cy="22486"/>
              </a:xfrm>
              <a:custGeom>
                <a:avLst/>
                <a:gdLst/>
                <a:ahLst/>
                <a:cxnLst>
                  <a:cxn ang="0">
                    <a:pos x="3" y="0"/>
                  </a:cxn>
                  <a:cxn ang="0">
                    <a:pos x="0" y="6"/>
                  </a:cxn>
                  <a:cxn ang="0">
                    <a:pos x="1" y="9"/>
                  </a:cxn>
                  <a:cxn ang="0">
                    <a:pos x="4" y="1"/>
                  </a:cxn>
                  <a:cxn ang="0">
                    <a:pos x="3" y="0"/>
                  </a:cxn>
                </a:cxnLst>
                <a:rect l="0" t="0" r="r" b="b"/>
                <a:pathLst>
                  <a:path w="4" h="9">
                    <a:moveTo>
                      <a:pt x="3" y="0"/>
                    </a:moveTo>
                    <a:lnTo>
                      <a:pt x="0" y="6"/>
                    </a:lnTo>
                    <a:lnTo>
                      <a:pt x="1" y="9"/>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384" name="Freeform 1870"/>
              <p:cNvSpPr>
                <a:spLocks/>
              </p:cNvSpPr>
              <p:nvPr/>
            </p:nvSpPr>
            <p:spPr bwMode="gray">
              <a:xfrm>
                <a:off x="6564213" y="5346668"/>
                <a:ext cx="12657" cy="20027"/>
              </a:xfrm>
              <a:custGeom>
                <a:avLst/>
                <a:gdLst/>
                <a:ahLst/>
                <a:cxnLst>
                  <a:cxn ang="0">
                    <a:pos x="3" y="0"/>
                  </a:cxn>
                  <a:cxn ang="0">
                    <a:pos x="0" y="6"/>
                  </a:cxn>
                  <a:cxn ang="0">
                    <a:pos x="2" y="9"/>
                  </a:cxn>
                  <a:cxn ang="0">
                    <a:pos x="5" y="2"/>
                  </a:cxn>
                  <a:cxn ang="0">
                    <a:pos x="3" y="0"/>
                  </a:cxn>
                </a:cxnLst>
                <a:rect l="0" t="0" r="r" b="b"/>
                <a:pathLst>
                  <a:path w="5" h="9">
                    <a:moveTo>
                      <a:pt x="3" y="0"/>
                    </a:moveTo>
                    <a:lnTo>
                      <a:pt x="0" y="6"/>
                    </a:lnTo>
                    <a:lnTo>
                      <a:pt x="2"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385" name="Freeform 1871"/>
              <p:cNvSpPr>
                <a:spLocks/>
              </p:cNvSpPr>
              <p:nvPr/>
            </p:nvSpPr>
            <p:spPr bwMode="gray">
              <a:xfrm>
                <a:off x="6054752" y="5321722"/>
                <a:ext cx="7735" cy="20027"/>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86" name="Freeform 1872"/>
              <p:cNvSpPr>
                <a:spLocks/>
              </p:cNvSpPr>
              <p:nvPr/>
            </p:nvSpPr>
            <p:spPr bwMode="gray">
              <a:xfrm>
                <a:off x="5999200" y="5396911"/>
                <a:ext cx="10196" cy="22486"/>
              </a:xfrm>
              <a:custGeom>
                <a:avLst/>
                <a:gdLst/>
                <a:ahLst/>
                <a:cxnLst>
                  <a:cxn ang="0">
                    <a:pos x="4" y="0"/>
                  </a:cxn>
                  <a:cxn ang="0">
                    <a:pos x="0" y="6"/>
                  </a:cxn>
                  <a:cxn ang="0">
                    <a:pos x="1" y="9"/>
                  </a:cxn>
                  <a:cxn ang="0">
                    <a:pos x="5" y="2"/>
                  </a:cxn>
                  <a:cxn ang="0">
                    <a:pos x="4" y="0"/>
                  </a:cxn>
                </a:cxnLst>
                <a:rect l="0" t="0" r="r" b="b"/>
                <a:pathLst>
                  <a:path w="5" h="9">
                    <a:moveTo>
                      <a:pt x="4" y="0"/>
                    </a:moveTo>
                    <a:lnTo>
                      <a:pt x="0" y="6"/>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387" name="Freeform 1873"/>
              <p:cNvSpPr>
                <a:spLocks/>
              </p:cNvSpPr>
              <p:nvPr/>
            </p:nvSpPr>
            <p:spPr bwMode="gray">
              <a:xfrm>
                <a:off x="6002013" y="5371965"/>
                <a:ext cx="9845" cy="22486"/>
              </a:xfrm>
              <a:custGeom>
                <a:avLst/>
                <a:gdLst/>
                <a:ahLst/>
                <a:cxnLst>
                  <a:cxn ang="0">
                    <a:pos x="3" y="0"/>
                  </a:cxn>
                  <a:cxn ang="0">
                    <a:pos x="0" y="6"/>
                  </a:cxn>
                  <a:cxn ang="0">
                    <a:pos x="0" y="9"/>
                  </a:cxn>
                  <a:cxn ang="0">
                    <a:pos x="5" y="1"/>
                  </a:cxn>
                  <a:cxn ang="0">
                    <a:pos x="3" y="0"/>
                  </a:cxn>
                </a:cxnLst>
                <a:rect l="0" t="0" r="r" b="b"/>
                <a:pathLst>
                  <a:path w="5" h="9">
                    <a:moveTo>
                      <a:pt x="3" y="0"/>
                    </a:moveTo>
                    <a:lnTo>
                      <a:pt x="0" y="6"/>
                    </a:lnTo>
                    <a:lnTo>
                      <a:pt x="0" y="9"/>
                    </a:lnTo>
                    <a:lnTo>
                      <a:pt x="5" y="1"/>
                    </a:lnTo>
                    <a:lnTo>
                      <a:pt x="3" y="0"/>
                    </a:lnTo>
                    <a:close/>
                  </a:path>
                </a:pathLst>
              </a:custGeom>
              <a:noFill/>
              <a:ln w="3175" cap="rnd" cmpd="sng">
                <a:solidFill>
                  <a:schemeClr val="bg2"/>
                </a:solidFill>
                <a:prstDash val="sysDot"/>
                <a:round/>
                <a:headEnd/>
                <a:tailEnd/>
              </a:ln>
            </p:spPr>
            <p:txBody>
              <a:bodyPr/>
              <a:lstStyle/>
              <a:p>
                <a:endParaRPr lang="en-US"/>
              </a:p>
            </p:txBody>
          </p:sp>
          <p:sp>
            <p:nvSpPr>
              <p:cNvPr id="388" name="Freeform 1874"/>
              <p:cNvSpPr>
                <a:spLocks/>
              </p:cNvSpPr>
              <p:nvPr/>
            </p:nvSpPr>
            <p:spPr bwMode="gray">
              <a:xfrm>
                <a:off x="6057213" y="5374425"/>
                <a:ext cx="12657" cy="20027"/>
              </a:xfrm>
              <a:custGeom>
                <a:avLst/>
                <a:gdLst/>
                <a:ahLst/>
                <a:cxnLst>
                  <a:cxn ang="0">
                    <a:pos x="4" y="0"/>
                  </a:cxn>
                  <a:cxn ang="0">
                    <a:pos x="0" y="6"/>
                  </a:cxn>
                  <a:cxn ang="0">
                    <a:pos x="1" y="9"/>
                  </a:cxn>
                  <a:cxn ang="0">
                    <a:pos x="5" y="2"/>
                  </a:cxn>
                  <a:cxn ang="0">
                    <a:pos x="4" y="0"/>
                  </a:cxn>
                </a:cxnLst>
                <a:rect l="0" t="0" r="r" b="b"/>
                <a:pathLst>
                  <a:path w="5" h="9">
                    <a:moveTo>
                      <a:pt x="4" y="0"/>
                    </a:moveTo>
                    <a:lnTo>
                      <a:pt x="0" y="6"/>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389" name="Freeform 1875"/>
              <p:cNvSpPr>
                <a:spLocks/>
              </p:cNvSpPr>
              <p:nvPr/>
            </p:nvSpPr>
            <p:spPr bwMode="gray">
              <a:xfrm>
                <a:off x="6024515" y="5349479"/>
                <a:ext cx="10196"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390" name="Freeform 1876"/>
              <p:cNvSpPr>
                <a:spLocks/>
              </p:cNvSpPr>
              <p:nvPr/>
            </p:nvSpPr>
            <p:spPr bwMode="gray">
              <a:xfrm>
                <a:off x="5981621" y="5346668"/>
                <a:ext cx="15119" cy="20027"/>
              </a:xfrm>
              <a:custGeom>
                <a:avLst/>
                <a:gdLst/>
                <a:ahLst/>
                <a:cxnLst>
                  <a:cxn ang="0">
                    <a:pos x="4" y="0"/>
                  </a:cxn>
                  <a:cxn ang="0">
                    <a:pos x="0" y="5"/>
                  </a:cxn>
                  <a:cxn ang="0">
                    <a:pos x="0" y="8"/>
                  </a:cxn>
                  <a:cxn ang="0">
                    <a:pos x="5" y="1"/>
                  </a:cxn>
                  <a:cxn ang="0">
                    <a:pos x="4" y="0"/>
                  </a:cxn>
                </a:cxnLst>
                <a:rect l="0" t="0" r="r" b="b"/>
                <a:pathLst>
                  <a:path w="5" h="8">
                    <a:moveTo>
                      <a:pt x="4" y="0"/>
                    </a:moveTo>
                    <a:lnTo>
                      <a:pt x="0" y="5"/>
                    </a:lnTo>
                    <a:lnTo>
                      <a:pt x="0" y="8"/>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391" name="Freeform 1877"/>
              <p:cNvSpPr>
                <a:spLocks/>
              </p:cNvSpPr>
              <p:nvPr/>
            </p:nvSpPr>
            <p:spPr bwMode="gray">
              <a:xfrm>
                <a:off x="5933804" y="5346668"/>
                <a:ext cx="4922" cy="20027"/>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392" name="Freeform 1878"/>
              <p:cNvSpPr>
                <a:spLocks/>
              </p:cNvSpPr>
              <p:nvPr/>
            </p:nvSpPr>
            <p:spPr bwMode="gray">
              <a:xfrm>
                <a:off x="6039634" y="5469289"/>
                <a:ext cx="363198" cy="27757"/>
              </a:xfrm>
              <a:custGeom>
                <a:avLst/>
                <a:gdLst/>
                <a:ahLst/>
                <a:cxnLst>
                  <a:cxn ang="0">
                    <a:pos x="2" y="0"/>
                  </a:cxn>
                  <a:cxn ang="0">
                    <a:pos x="151" y="7"/>
                  </a:cxn>
                  <a:cxn ang="0">
                    <a:pos x="152" y="12"/>
                  </a:cxn>
                  <a:cxn ang="0">
                    <a:pos x="0" y="5"/>
                  </a:cxn>
                  <a:cxn ang="0">
                    <a:pos x="2" y="0"/>
                  </a:cxn>
                </a:cxnLst>
                <a:rect l="0" t="0" r="r" b="b"/>
                <a:pathLst>
                  <a:path w="152" h="12">
                    <a:moveTo>
                      <a:pt x="2" y="0"/>
                    </a:moveTo>
                    <a:lnTo>
                      <a:pt x="151" y="7"/>
                    </a:lnTo>
                    <a:lnTo>
                      <a:pt x="152" y="12"/>
                    </a:lnTo>
                    <a:lnTo>
                      <a:pt x="0" y="5"/>
                    </a:lnTo>
                    <a:lnTo>
                      <a:pt x="2" y="0"/>
                    </a:lnTo>
                    <a:close/>
                  </a:path>
                </a:pathLst>
              </a:custGeom>
              <a:noFill/>
              <a:ln w="3175" cap="rnd" cmpd="sng">
                <a:solidFill>
                  <a:schemeClr val="bg2"/>
                </a:solidFill>
                <a:prstDash val="sysDot"/>
                <a:round/>
                <a:headEnd/>
                <a:tailEnd/>
              </a:ln>
            </p:spPr>
            <p:txBody>
              <a:bodyPr/>
              <a:lstStyle/>
              <a:p>
                <a:endParaRPr lang="en-US"/>
              </a:p>
            </p:txBody>
          </p:sp>
          <p:sp>
            <p:nvSpPr>
              <p:cNvPr id="393" name="Freeform 1879"/>
              <p:cNvSpPr>
                <a:spLocks/>
              </p:cNvSpPr>
              <p:nvPr/>
            </p:nvSpPr>
            <p:spPr bwMode="gray">
              <a:xfrm>
                <a:off x="6049830" y="5454533"/>
                <a:ext cx="355462" cy="32324"/>
              </a:xfrm>
              <a:custGeom>
                <a:avLst/>
                <a:gdLst/>
                <a:ahLst/>
                <a:cxnLst>
                  <a:cxn ang="0">
                    <a:pos x="0" y="5"/>
                  </a:cxn>
                  <a:cxn ang="0">
                    <a:pos x="5" y="0"/>
                  </a:cxn>
                  <a:cxn ang="0">
                    <a:pos x="150" y="7"/>
                  </a:cxn>
                  <a:cxn ang="0">
                    <a:pos x="148" y="12"/>
                  </a:cxn>
                  <a:cxn ang="0">
                    <a:pos x="0" y="5"/>
                  </a:cxn>
                </a:cxnLst>
                <a:rect l="0" t="0" r="r" b="b"/>
                <a:pathLst>
                  <a:path w="150" h="12">
                    <a:moveTo>
                      <a:pt x="0" y="5"/>
                    </a:moveTo>
                    <a:lnTo>
                      <a:pt x="5" y="0"/>
                    </a:lnTo>
                    <a:lnTo>
                      <a:pt x="150" y="7"/>
                    </a:lnTo>
                    <a:lnTo>
                      <a:pt x="148" y="12"/>
                    </a:lnTo>
                    <a:lnTo>
                      <a:pt x="0" y="5"/>
                    </a:lnTo>
                    <a:close/>
                  </a:path>
                </a:pathLst>
              </a:custGeom>
              <a:noFill/>
              <a:ln w="3175" cap="rnd" cmpd="sng">
                <a:solidFill>
                  <a:schemeClr val="bg2"/>
                </a:solidFill>
                <a:prstDash val="sysDot"/>
                <a:round/>
                <a:headEnd/>
                <a:tailEnd/>
              </a:ln>
            </p:spPr>
            <p:txBody>
              <a:bodyPr/>
              <a:lstStyle/>
              <a:p>
                <a:endParaRPr lang="en-US"/>
              </a:p>
            </p:txBody>
          </p:sp>
          <p:sp>
            <p:nvSpPr>
              <p:cNvPr id="394" name="Freeform 1880"/>
              <p:cNvSpPr>
                <a:spLocks/>
              </p:cNvSpPr>
              <p:nvPr/>
            </p:nvSpPr>
            <p:spPr bwMode="gray">
              <a:xfrm>
                <a:off x="6400370" y="5471749"/>
                <a:ext cx="10196" cy="25297"/>
              </a:xfrm>
              <a:custGeom>
                <a:avLst/>
                <a:gdLst/>
                <a:ahLst/>
                <a:cxnLst>
                  <a:cxn ang="0">
                    <a:pos x="2" y="0"/>
                  </a:cxn>
                  <a:cxn ang="0">
                    <a:pos x="0" y="7"/>
                  </a:cxn>
                  <a:cxn ang="0">
                    <a:pos x="1" y="12"/>
                  </a:cxn>
                  <a:cxn ang="0">
                    <a:pos x="5" y="4"/>
                  </a:cxn>
                  <a:cxn ang="0">
                    <a:pos x="2" y="0"/>
                  </a:cxn>
                </a:cxnLst>
                <a:rect l="0" t="0" r="r" b="b"/>
                <a:pathLst>
                  <a:path w="5" h="12">
                    <a:moveTo>
                      <a:pt x="2" y="0"/>
                    </a:moveTo>
                    <a:lnTo>
                      <a:pt x="0" y="7"/>
                    </a:lnTo>
                    <a:lnTo>
                      <a:pt x="1" y="12"/>
                    </a:lnTo>
                    <a:lnTo>
                      <a:pt x="5" y="4"/>
                    </a:lnTo>
                    <a:lnTo>
                      <a:pt x="2" y="0"/>
                    </a:lnTo>
                    <a:close/>
                  </a:path>
                </a:pathLst>
              </a:custGeom>
              <a:noFill/>
              <a:ln w="3175" cap="rnd" cmpd="sng">
                <a:solidFill>
                  <a:schemeClr val="bg2"/>
                </a:solidFill>
                <a:prstDash val="sysDot"/>
                <a:round/>
                <a:headEnd/>
                <a:tailEnd/>
              </a:ln>
            </p:spPr>
            <p:txBody>
              <a:bodyPr/>
              <a:lstStyle/>
              <a:p>
                <a:endParaRPr lang="en-US"/>
              </a:p>
            </p:txBody>
          </p:sp>
          <p:sp>
            <p:nvSpPr>
              <p:cNvPr id="395" name="Freeform 1881"/>
              <p:cNvSpPr>
                <a:spLocks/>
              </p:cNvSpPr>
              <p:nvPr/>
            </p:nvSpPr>
            <p:spPr bwMode="gray">
              <a:xfrm>
                <a:off x="6990346" y="5366695"/>
                <a:ext cx="219395" cy="27757"/>
              </a:xfrm>
              <a:custGeom>
                <a:avLst/>
                <a:gdLst/>
                <a:ahLst/>
                <a:cxnLst>
                  <a:cxn ang="0">
                    <a:pos x="4" y="0"/>
                  </a:cxn>
                  <a:cxn ang="0">
                    <a:pos x="93" y="3"/>
                  </a:cxn>
                  <a:cxn ang="0">
                    <a:pos x="91" y="12"/>
                  </a:cxn>
                  <a:cxn ang="0">
                    <a:pos x="0" y="6"/>
                  </a:cxn>
                  <a:cxn ang="0">
                    <a:pos x="4" y="0"/>
                  </a:cxn>
                </a:cxnLst>
                <a:rect l="0" t="0" r="r" b="b"/>
                <a:pathLst>
                  <a:path w="93" h="12">
                    <a:moveTo>
                      <a:pt x="4" y="0"/>
                    </a:moveTo>
                    <a:lnTo>
                      <a:pt x="93" y="3"/>
                    </a:lnTo>
                    <a:lnTo>
                      <a:pt x="91" y="12"/>
                    </a:lnTo>
                    <a:lnTo>
                      <a:pt x="0" y="6"/>
                    </a:lnTo>
                    <a:lnTo>
                      <a:pt x="4" y="0"/>
                    </a:lnTo>
                    <a:close/>
                  </a:path>
                </a:pathLst>
              </a:custGeom>
              <a:noFill/>
              <a:ln w="3175" cap="rnd" cmpd="sng">
                <a:solidFill>
                  <a:schemeClr val="bg2"/>
                </a:solidFill>
                <a:prstDash val="sysDot"/>
                <a:round/>
                <a:headEnd/>
                <a:tailEnd/>
              </a:ln>
            </p:spPr>
            <p:txBody>
              <a:bodyPr/>
              <a:lstStyle/>
              <a:p>
                <a:endParaRPr lang="en-US"/>
              </a:p>
            </p:txBody>
          </p:sp>
          <p:sp>
            <p:nvSpPr>
              <p:cNvPr id="396" name="Freeform 1882"/>
              <p:cNvSpPr>
                <a:spLocks/>
              </p:cNvSpPr>
              <p:nvPr/>
            </p:nvSpPr>
            <p:spPr bwMode="gray">
              <a:xfrm>
                <a:off x="7010739" y="5371965"/>
                <a:ext cx="9845" cy="4919"/>
              </a:xfrm>
              <a:custGeom>
                <a:avLst/>
                <a:gdLst/>
                <a:ahLst/>
                <a:cxnLst>
                  <a:cxn ang="0">
                    <a:pos x="2" y="0"/>
                  </a:cxn>
                  <a:cxn ang="0">
                    <a:pos x="4" y="1"/>
                  </a:cxn>
                  <a:cxn ang="0">
                    <a:pos x="4" y="1"/>
                  </a:cxn>
                  <a:cxn ang="0">
                    <a:pos x="4" y="2"/>
                  </a:cxn>
                  <a:cxn ang="0">
                    <a:pos x="4" y="2"/>
                  </a:cxn>
                  <a:cxn ang="0">
                    <a:pos x="3" y="2"/>
                  </a:cxn>
                  <a:cxn ang="0">
                    <a:pos x="2" y="2"/>
                  </a:cxn>
                  <a:cxn ang="0">
                    <a:pos x="0" y="2"/>
                  </a:cxn>
                  <a:cxn ang="0">
                    <a:pos x="0" y="2"/>
                  </a:cxn>
                  <a:cxn ang="0">
                    <a:pos x="0" y="1"/>
                  </a:cxn>
                  <a:cxn ang="0">
                    <a:pos x="0" y="1"/>
                  </a:cxn>
                  <a:cxn ang="0">
                    <a:pos x="1" y="0"/>
                  </a:cxn>
                  <a:cxn ang="0">
                    <a:pos x="2" y="0"/>
                  </a:cxn>
                </a:cxnLst>
                <a:rect l="0" t="0" r="r" b="b"/>
                <a:pathLst>
                  <a:path w="4" h="2">
                    <a:moveTo>
                      <a:pt x="2" y="0"/>
                    </a:moveTo>
                    <a:lnTo>
                      <a:pt x="4" y="1"/>
                    </a:lnTo>
                    <a:lnTo>
                      <a:pt x="4" y="1"/>
                    </a:lnTo>
                    <a:lnTo>
                      <a:pt x="4" y="2"/>
                    </a:lnTo>
                    <a:lnTo>
                      <a:pt x="4" y="2"/>
                    </a:lnTo>
                    <a:lnTo>
                      <a:pt x="3" y="2"/>
                    </a:lnTo>
                    <a:lnTo>
                      <a:pt x="2" y="2"/>
                    </a:lnTo>
                    <a:lnTo>
                      <a:pt x="0" y="2"/>
                    </a:lnTo>
                    <a:lnTo>
                      <a:pt x="0" y="2"/>
                    </a:lnTo>
                    <a:lnTo>
                      <a:pt x="0" y="1"/>
                    </a:lnTo>
                    <a:lnTo>
                      <a:pt x="0" y="1"/>
                    </a:lnTo>
                    <a:lnTo>
                      <a:pt x="1" y="0"/>
                    </a:lnTo>
                    <a:lnTo>
                      <a:pt x="2" y="0"/>
                    </a:lnTo>
                    <a:close/>
                  </a:path>
                </a:pathLst>
              </a:custGeom>
              <a:noFill/>
              <a:ln w="3175" cap="rnd" cmpd="sng">
                <a:solidFill>
                  <a:schemeClr val="bg2"/>
                </a:solidFill>
                <a:prstDash val="sysDot"/>
                <a:round/>
                <a:headEnd/>
                <a:tailEnd/>
              </a:ln>
            </p:spPr>
            <p:txBody>
              <a:bodyPr/>
              <a:lstStyle/>
              <a:p>
                <a:endParaRPr lang="en-US"/>
              </a:p>
            </p:txBody>
          </p:sp>
          <p:sp>
            <p:nvSpPr>
              <p:cNvPr id="397" name="Freeform 1883"/>
              <p:cNvSpPr>
                <a:spLocks/>
              </p:cNvSpPr>
              <p:nvPr/>
            </p:nvSpPr>
            <p:spPr bwMode="gray">
              <a:xfrm>
                <a:off x="7096528" y="5374425"/>
                <a:ext cx="15119" cy="7378"/>
              </a:xfrm>
              <a:custGeom>
                <a:avLst/>
                <a:gdLst/>
                <a:ahLst/>
                <a:cxnLst>
                  <a:cxn ang="0">
                    <a:pos x="3" y="0"/>
                  </a:cxn>
                  <a:cxn ang="0">
                    <a:pos x="5" y="0"/>
                  </a:cxn>
                  <a:cxn ang="0">
                    <a:pos x="6" y="1"/>
                  </a:cxn>
                  <a:cxn ang="0">
                    <a:pos x="7" y="1"/>
                  </a:cxn>
                  <a:cxn ang="0">
                    <a:pos x="7" y="2"/>
                  </a:cxn>
                  <a:cxn ang="0">
                    <a:pos x="6" y="3"/>
                  </a:cxn>
                  <a:cxn ang="0">
                    <a:pos x="5" y="4"/>
                  </a:cxn>
                  <a:cxn ang="0">
                    <a:pos x="4" y="4"/>
                  </a:cxn>
                  <a:cxn ang="0">
                    <a:pos x="2" y="4"/>
                  </a:cxn>
                  <a:cxn ang="0">
                    <a:pos x="1" y="4"/>
                  </a:cxn>
                  <a:cxn ang="0">
                    <a:pos x="0" y="3"/>
                  </a:cxn>
                  <a:cxn ang="0">
                    <a:pos x="0" y="2"/>
                  </a:cxn>
                  <a:cxn ang="0">
                    <a:pos x="0" y="1"/>
                  </a:cxn>
                  <a:cxn ang="0">
                    <a:pos x="0" y="1"/>
                  </a:cxn>
                  <a:cxn ang="0">
                    <a:pos x="2" y="0"/>
                  </a:cxn>
                  <a:cxn ang="0">
                    <a:pos x="3" y="0"/>
                  </a:cxn>
                </a:cxnLst>
                <a:rect l="0" t="0" r="r" b="b"/>
                <a:pathLst>
                  <a:path w="7" h="4">
                    <a:moveTo>
                      <a:pt x="3" y="0"/>
                    </a:moveTo>
                    <a:lnTo>
                      <a:pt x="5" y="0"/>
                    </a:lnTo>
                    <a:lnTo>
                      <a:pt x="6" y="1"/>
                    </a:lnTo>
                    <a:lnTo>
                      <a:pt x="7" y="1"/>
                    </a:lnTo>
                    <a:lnTo>
                      <a:pt x="7" y="2"/>
                    </a:lnTo>
                    <a:lnTo>
                      <a:pt x="6" y="3"/>
                    </a:lnTo>
                    <a:lnTo>
                      <a:pt x="5" y="4"/>
                    </a:lnTo>
                    <a:lnTo>
                      <a:pt x="4" y="4"/>
                    </a:lnTo>
                    <a:lnTo>
                      <a:pt x="2" y="4"/>
                    </a:lnTo>
                    <a:lnTo>
                      <a:pt x="1" y="4"/>
                    </a:lnTo>
                    <a:lnTo>
                      <a:pt x="0" y="3"/>
                    </a:lnTo>
                    <a:lnTo>
                      <a:pt x="0" y="2"/>
                    </a:lnTo>
                    <a:lnTo>
                      <a:pt x="0" y="1"/>
                    </a:lnTo>
                    <a:lnTo>
                      <a:pt x="0" y="1"/>
                    </a:lnTo>
                    <a:lnTo>
                      <a:pt x="2" y="0"/>
                    </a:lnTo>
                    <a:lnTo>
                      <a:pt x="3" y="0"/>
                    </a:lnTo>
                    <a:close/>
                  </a:path>
                </a:pathLst>
              </a:custGeom>
              <a:noFill/>
              <a:ln w="3175" cap="rnd" cmpd="sng">
                <a:solidFill>
                  <a:schemeClr val="bg2"/>
                </a:solidFill>
                <a:prstDash val="sysDot"/>
                <a:round/>
                <a:headEnd/>
                <a:tailEnd/>
              </a:ln>
            </p:spPr>
            <p:txBody>
              <a:bodyPr/>
              <a:lstStyle/>
              <a:p>
                <a:endParaRPr lang="en-US"/>
              </a:p>
            </p:txBody>
          </p:sp>
          <p:sp>
            <p:nvSpPr>
              <p:cNvPr id="398" name="Freeform 1884"/>
              <p:cNvSpPr>
                <a:spLocks/>
              </p:cNvSpPr>
              <p:nvPr/>
            </p:nvSpPr>
            <p:spPr bwMode="gray">
              <a:xfrm>
                <a:off x="7177043" y="5381803"/>
                <a:ext cx="12657" cy="2459"/>
              </a:xfrm>
              <a:custGeom>
                <a:avLst/>
                <a:gdLst/>
                <a:ahLst/>
                <a:cxnLst>
                  <a:cxn ang="0">
                    <a:pos x="4" y="0"/>
                  </a:cxn>
                  <a:cxn ang="0">
                    <a:pos x="5" y="0"/>
                  </a:cxn>
                  <a:cxn ang="0">
                    <a:pos x="6" y="0"/>
                  </a:cxn>
                  <a:cxn ang="0">
                    <a:pos x="6" y="0"/>
                  </a:cxn>
                  <a:cxn ang="0">
                    <a:pos x="6" y="1"/>
                  </a:cxn>
                  <a:cxn ang="0">
                    <a:pos x="6" y="2"/>
                  </a:cxn>
                  <a:cxn ang="0">
                    <a:pos x="4" y="2"/>
                  </a:cxn>
                  <a:cxn ang="0">
                    <a:pos x="3" y="2"/>
                  </a:cxn>
                  <a:cxn ang="0">
                    <a:pos x="1" y="2"/>
                  </a:cxn>
                  <a:cxn ang="0">
                    <a:pos x="0" y="2"/>
                  </a:cxn>
                  <a:cxn ang="0">
                    <a:pos x="0" y="1"/>
                  </a:cxn>
                  <a:cxn ang="0">
                    <a:pos x="0" y="0"/>
                  </a:cxn>
                  <a:cxn ang="0">
                    <a:pos x="0" y="0"/>
                  </a:cxn>
                  <a:cxn ang="0">
                    <a:pos x="1" y="0"/>
                  </a:cxn>
                  <a:cxn ang="0">
                    <a:pos x="2" y="0"/>
                  </a:cxn>
                  <a:cxn ang="0">
                    <a:pos x="4" y="0"/>
                  </a:cxn>
                </a:cxnLst>
                <a:rect l="0" t="0" r="r" b="b"/>
                <a:pathLst>
                  <a:path w="6" h="2">
                    <a:moveTo>
                      <a:pt x="4" y="0"/>
                    </a:moveTo>
                    <a:lnTo>
                      <a:pt x="5" y="0"/>
                    </a:lnTo>
                    <a:lnTo>
                      <a:pt x="6" y="0"/>
                    </a:lnTo>
                    <a:lnTo>
                      <a:pt x="6" y="0"/>
                    </a:lnTo>
                    <a:lnTo>
                      <a:pt x="6" y="1"/>
                    </a:lnTo>
                    <a:lnTo>
                      <a:pt x="6" y="2"/>
                    </a:lnTo>
                    <a:lnTo>
                      <a:pt x="4" y="2"/>
                    </a:lnTo>
                    <a:lnTo>
                      <a:pt x="3" y="2"/>
                    </a:lnTo>
                    <a:lnTo>
                      <a:pt x="1" y="2"/>
                    </a:lnTo>
                    <a:lnTo>
                      <a:pt x="0" y="2"/>
                    </a:lnTo>
                    <a:lnTo>
                      <a:pt x="0" y="1"/>
                    </a:lnTo>
                    <a:lnTo>
                      <a:pt x="0" y="0"/>
                    </a:lnTo>
                    <a:lnTo>
                      <a:pt x="0" y="0"/>
                    </a:lnTo>
                    <a:lnTo>
                      <a:pt x="1" y="0"/>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399" name="Freeform 1885"/>
              <p:cNvSpPr>
                <a:spLocks/>
              </p:cNvSpPr>
              <p:nvPr/>
            </p:nvSpPr>
            <p:spPr bwMode="gray">
              <a:xfrm>
                <a:off x="6359937" y="5276749"/>
                <a:ext cx="73132" cy="32676"/>
              </a:xfrm>
              <a:custGeom>
                <a:avLst/>
                <a:gdLst/>
                <a:ahLst/>
                <a:cxnLst>
                  <a:cxn ang="0">
                    <a:pos x="13" y="0"/>
                  </a:cxn>
                  <a:cxn ang="0">
                    <a:pos x="16" y="0"/>
                  </a:cxn>
                  <a:cxn ang="0">
                    <a:pos x="20" y="0"/>
                  </a:cxn>
                  <a:cxn ang="0">
                    <a:pos x="22" y="1"/>
                  </a:cxn>
                  <a:cxn ang="0">
                    <a:pos x="24" y="1"/>
                  </a:cxn>
                  <a:cxn ang="0">
                    <a:pos x="26" y="2"/>
                  </a:cxn>
                  <a:cxn ang="0">
                    <a:pos x="28" y="3"/>
                  </a:cxn>
                  <a:cxn ang="0">
                    <a:pos x="29" y="4"/>
                  </a:cxn>
                  <a:cxn ang="0">
                    <a:pos x="30" y="6"/>
                  </a:cxn>
                  <a:cxn ang="0">
                    <a:pos x="30" y="7"/>
                  </a:cxn>
                  <a:cxn ang="0">
                    <a:pos x="29" y="8"/>
                  </a:cxn>
                  <a:cxn ang="0">
                    <a:pos x="27" y="10"/>
                  </a:cxn>
                  <a:cxn ang="0">
                    <a:pos x="26" y="11"/>
                  </a:cxn>
                  <a:cxn ang="0">
                    <a:pos x="23" y="12"/>
                  </a:cxn>
                  <a:cxn ang="0">
                    <a:pos x="21" y="13"/>
                  </a:cxn>
                  <a:cxn ang="0">
                    <a:pos x="18" y="14"/>
                  </a:cxn>
                  <a:cxn ang="0">
                    <a:pos x="15" y="14"/>
                  </a:cxn>
                  <a:cxn ang="0">
                    <a:pos x="12" y="14"/>
                  </a:cxn>
                  <a:cxn ang="0">
                    <a:pos x="10" y="14"/>
                  </a:cxn>
                  <a:cxn ang="0">
                    <a:pos x="7" y="14"/>
                  </a:cxn>
                  <a:cxn ang="0">
                    <a:pos x="4" y="12"/>
                  </a:cxn>
                  <a:cxn ang="0">
                    <a:pos x="2" y="12"/>
                  </a:cxn>
                  <a:cxn ang="0">
                    <a:pos x="0" y="11"/>
                  </a:cxn>
                  <a:cxn ang="0">
                    <a:pos x="0" y="9"/>
                  </a:cxn>
                  <a:cxn ang="0">
                    <a:pos x="0" y="8"/>
                  </a:cxn>
                  <a:cxn ang="0">
                    <a:pos x="0" y="7"/>
                  </a:cxn>
                  <a:cxn ang="0">
                    <a:pos x="0" y="5"/>
                  </a:cxn>
                  <a:cxn ang="0">
                    <a:pos x="1" y="3"/>
                  </a:cxn>
                  <a:cxn ang="0">
                    <a:pos x="3" y="2"/>
                  </a:cxn>
                  <a:cxn ang="0">
                    <a:pos x="5" y="1"/>
                  </a:cxn>
                  <a:cxn ang="0">
                    <a:pos x="8" y="1"/>
                  </a:cxn>
                  <a:cxn ang="0">
                    <a:pos x="10" y="1"/>
                  </a:cxn>
                  <a:cxn ang="0">
                    <a:pos x="13" y="0"/>
                  </a:cxn>
                </a:cxnLst>
                <a:rect l="0" t="0" r="r" b="b"/>
                <a:pathLst>
                  <a:path w="30" h="14">
                    <a:moveTo>
                      <a:pt x="13" y="0"/>
                    </a:moveTo>
                    <a:lnTo>
                      <a:pt x="16" y="0"/>
                    </a:lnTo>
                    <a:lnTo>
                      <a:pt x="20" y="0"/>
                    </a:lnTo>
                    <a:lnTo>
                      <a:pt x="22" y="1"/>
                    </a:lnTo>
                    <a:lnTo>
                      <a:pt x="24" y="1"/>
                    </a:lnTo>
                    <a:lnTo>
                      <a:pt x="26" y="2"/>
                    </a:lnTo>
                    <a:lnTo>
                      <a:pt x="28" y="3"/>
                    </a:lnTo>
                    <a:lnTo>
                      <a:pt x="29" y="4"/>
                    </a:lnTo>
                    <a:lnTo>
                      <a:pt x="30" y="6"/>
                    </a:lnTo>
                    <a:lnTo>
                      <a:pt x="30" y="7"/>
                    </a:lnTo>
                    <a:lnTo>
                      <a:pt x="29" y="8"/>
                    </a:lnTo>
                    <a:lnTo>
                      <a:pt x="27" y="10"/>
                    </a:lnTo>
                    <a:lnTo>
                      <a:pt x="26" y="11"/>
                    </a:lnTo>
                    <a:lnTo>
                      <a:pt x="23" y="12"/>
                    </a:lnTo>
                    <a:lnTo>
                      <a:pt x="21" y="13"/>
                    </a:lnTo>
                    <a:lnTo>
                      <a:pt x="18" y="14"/>
                    </a:lnTo>
                    <a:lnTo>
                      <a:pt x="15" y="14"/>
                    </a:lnTo>
                    <a:lnTo>
                      <a:pt x="12" y="14"/>
                    </a:lnTo>
                    <a:lnTo>
                      <a:pt x="10" y="14"/>
                    </a:lnTo>
                    <a:lnTo>
                      <a:pt x="7" y="14"/>
                    </a:lnTo>
                    <a:lnTo>
                      <a:pt x="4" y="12"/>
                    </a:lnTo>
                    <a:lnTo>
                      <a:pt x="2" y="12"/>
                    </a:lnTo>
                    <a:lnTo>
                      <a:pt x="0" y="11"/>
                    </a:lnTo>
                    <a:lnTo>
                      <a:pt x="0" y="9"/>
                    </a:lnTo>
                    <a:lnTo>
                      <a:pt x="0" y="8"/>
                    </a:lnTo>
                    <a:lnTo>
                      <a:pt x="0" y="7"/>
                    </a:lnTo>
                    <a:lnTo>
                      <a:pt x="0" y="5"/>
                    </a:lnTo>
                    <a:lnTo>
                      <a:pt x="1" y="3"/>
                    </a:lnTo>
                    <a:lnTo>
                      <a:pt x="3" y="2"/>
                    </a:lnTo>
                    <a:lnTo>
                      <a:pt x="5" y="1"/>
                    </a:lnTo>
                    <a:lnTo>
                      <a:pt x="8" y="1"/>
                    </a:lnTo>
                    <a:lnTo>
                      <a:pt x="10" y="1"/>
                    </a:lnTo>
                    <a:lnTo>
                      <a:pt x="13" y="0"/>
                    </a:lnTo>
                    <a:close/>
                  </a:path>
                </a:pathLst>
              </a:custGeom>
              <a:noFill/>
              <a:ln w="3175" cap="rnd" cmpd="sng">
                <a:solidFill>
                  <a:schemeClr val="bg2"/>
                </a:solidFill>
                <a:prstDash val="sysDot"/>
                <a:round/>
                <a:headEnd/>
                <a:tailEnd/>
              </a:ln>
            </p:spPr>
            <p:txBody>
              <a:bodyPr/>
              <a:lstStyle/>
              <a:p>
                <a:endParaRPr lang="en-US"/>
              </a:p>
            </p:txBody>
          </p:sp>
          <p:sp>
            <p:nvSpPr>
              <p:cNvPr id="400" name="Freeform 1886"/>
              <p:cNvSpPr>
                <a:spLocks/>
              </p:cNvSpPr>
              <p:nvPr/>
            </p:nvSpPr>
            <p:spPr bwMode="gray">
              <a:xfrm>
                <a:off x="6438342" y="5294316"/>
                <a:ext cx="47817" cy="22486"/>
              </a:xfrm>
              <a:custGeom>
                <a:avLst/>
                <a:gdLst/>
                <a:ahLst/>
                <a:cxnLst>
                  <a:cxn ang="0">
                    <a:pos x="9" y="0"/>
                  </a:cxn>
                  <a:cxn ang="0">
                    <a:pos x="10" y="0"/>
                  </a:cxn>
                  <a:cxn ang="0">
                    <a:pos x="12" y="0"/>
                  </a:cxn>
                  <a:cxn ang="0">
                    <a:pos x="14" y="0"/>
                  </a:cxn>
                  <a:cxn ang="0">
                    <a:pos x="16" y="0"/>
                  </a:cxn>
                  <a:cxn ang="0">
                    <a:pos x="18" y="1"/>
                  </a:cxn>
                  <a:cxn ang="0">
                    <a:pos x="19" y="2"/>
                  </a:cxn>
                  <a:cxn ang="0">
                    <a:pos x="20" y="3"/>
                  </a:cxn>
                  <a:cxn ang="0">
                    <a:pos x="20" y="4"/>
                  </a:cxn>
                  <a:cxn ang="0">
                    <a:pos x="19" y="5"/>
                  </a:cxn>
                  <a:cxn ang="0">
                    <a:pos x="17" y="7"/>
                  </a:cxn>
                  <a:cxn ang="0">
                    <a:pos x="13" y="8"/>
                  </a:cxn>
                  <a:cxn ang="0">
                    <a:pos x="10" y="9"/>
                  </a:cxn>
                  <a:cxn ang="0">
                    <a:pos x="8" y="9"/>
                  </a:cxn>
                  <a:cxn ang="0">
                    <a:pos x="6" y="9"/>
                  </a:cxn>
                  <a:cxn ang="0">
                    <a:pos x="4" y="9"/>
                  </a:cxn>
                  <a:cxn ang="0">
                    <a:pos x="2" y="8"/>
                  </a:cxn>
                  <a:cxn ang="0">
                    <a:pos x="1" y="7"/>
                  </a:cxn>
                  <a:cxn ang="0">
                    <a:pos x="0" y="6"/>
                  </a:cxn>
                  <a:cxn ang="0">
                    <a:pos x="0" y="5"/>
                  </a:cxn>
                  <a:cxn ang="0">
                    <a:pos x="0" y="5"/>
                  </a:cxn>
                  <a:cxn ang="0">
                    <a:pos x="0" y="3"/>
                  </a:cxn>
                  <a:cxn ang="0">
                    <a:pos x="2" y="1"/>
                  </a:cxn>
                  <a:cxn ang="0">
                    <a:pos x="5" y="0"/>
                  </a:cxn>
                  <a:cxn ang="0">
                    <a:pos x="9" y="0"/>
                  </a:cxn>
                </a:cxnLst>
                <a:rect l="0" t="0" r="r" b="b"/>
                <a:pathLst>
                  <a:path w="20" h="9">
                    <a:moveTo>
                      <a:pt x="9" y="0"/>
                    </a:moveTo>
                    <a:lnTo>
                      <a:pt x="10" y="0"/>
                    </a:lnTo>
                    <a:lnTo>
                      <a:pt x="12" y="0"/>
                    </a:lnTo>
                    <a:lnTo>
                      <a:pt x="14" y="0"/>
                    </a:lnTo>
                    <a:lnTo>
                      <a:pt x="16" y="0"/>
                    </a:lnTo>
                    <a:lnTo>
                      <a:pt x="18" y="1"/>
                    </a:lnTo>
                    <a:lnTo>
                      <a:pt x="19" y="2"/>
                    </a:lnTo>
                    <a:lnTo>
                      <a:pt x="20" y="3"/>
                    </a:lnTo>
                    <a:lnTo>
                      <a:pt x="20" y="4"/>
                    </a:lnTo>
                    <a:lnTo>
                      <a:pt x="19" y="5"/>
                    </a:lnTo>
                    <a:lnTo>
                      <a:pt x="17" y="7"/>
                    </a:lnTo>
                    <a:lnTo>
                      <a:pt x="13" y="8"/>
                    </a:lnTo>
                    <a:lnTo>
                      <a:pt x="10" y="9"/>
                    </a:lnTo>
                    <a:lnTo>
                      <a:pt x="8" y="9"/>
                    </a:lnTo>
                    <a:lnTo>
                      <a:pt x="6" y="9"/>
                    </a:lnTo>
                    <a:lnTo>
                      <a:pt x="4" y="9"/>
                    </a:lnTo>
                    <a:lnTo>
                      <a:pt x="2" y="8"/>
                    </a:lnTo>
                    <a:lnTo>
                      <a:pt x="1" y="7"/>
                    </a:lnTo>
                    <a:lnTo>
                      <a:pt x="0" y="6"/>
                    </a:lnTo>
                    <a:lnTo>
                      <a:pt x="0" y="5"/>
                    </a:lnTo>
                    <a:lnTo>
                      <a:pt x="0" y="5"/>
                    </a:lnTo>
                    <a:lnTo>
                      <a:pt x="0" y="3"/>
                    </a:lnTo>
                    <a:lnTo>
                      <a:pt x="2" y="1"/>
                    </a:lnTo>
                    <a:lnTo>
                      <a:pt x="5" y="0"/>
                    </a:lnTo>
                    <a:lnTo>
                      <a:pt x="9" y="0"/>
                    </a:lnTo>
                    <a:close/>
                  </a:path>
                </a:pathLst>
              </a:custGeom>
              <a:noFill/>
              <a:ln w="3175" cap="rnd" cmpd="sng">
                <a:solidFill>
                  <a:schemeClr val="bg2"/>
                </a:solidFill>
                <a:prstDash val="sysDot"/>
                <a:round/>
                <a:headEnd/>
                <a:tailEnd/>
              </a:ln>
            </p:spPr>
            <p:txBody>
              <a:bodyPr/>
              <a:lstStyle/>
              <a:p>
                <a:endParaRPr lang="en-US"/>
              </a:p>
            </p:txBody>
          </p:sp>
          <p:sp>
            <p:nvSpPr>
              <p:cNvPr id="401" name="Freeform 1887"/>
              <p:cNvSpPr>
                <a:spLocks/>
              </p:cNvSpPr>
              <p:nvPr/>
            </p:nvSpPr>
            <p:spPr bwMode="gray">
              <a:xfrm>
                <a:off x="6299462" y="5286938"/>
                <a:ext cx="45356" cy="22486"/>
              </a:xfrm>
              <a:custGeom>
                <a:avLst/>
                <a:gdLst/>
                <a:ahLst/>
                <a:cxnLst>
                  <a:cxn ang="0">
                    <a:pos x="9" y="0"/>
                  </a:cxn>
                  <a:cxn ang="0">
                    <a:pos x="11" y="0"/>
                  </a:cxn>
                  <a:cxn ang="0">
                    <a:pos x="13" y="0"/>
                  </a:cxn>
                  <a:cxn ang="0">
                    <a:pos x="14" y="0"/>
                  </a:cxn>
                  <a:cxn ang="0">
                    <a:pos x="16" y="0"/>
                  </a:cxn>
                  <a:cxn ang="0">
                    <a:pos x="17" y="1"/>
                  </a:cxn>
                  <a:cxn ang="0">
                    <a:pos x="18" y="2"/>
                  </a:cxn>
                  <a:cxn ang="0">
                    <a:pos x="19" y="2"/>
                  </a:cxn>
                  <a:cxn ang="0">
                    <a:pos x="20" y="3"/>
                  </a:cxn>
                  <a:cxn ang="0">
                    <a:pos x="19" y="5"/>
                  </a:cxn>
                  <a:cxn ang="0">
                    <a:pos x="17" y="7"/>
                  </a:cxn>
                  <a:cxn ang="0">
                    <a:pos x="13" y="9"/>
                  </a:cxn>
                  <a:cxn ang="0">
                    <a:pos x="10" y="9"/>
                  </a:cxn>
                  <a:cxn ang="0">
                    <a:pos x="8" y="9"/>
                  </a:cxn>
                  <a:cxn ang="0">
                    <a:pos x="6" y="9"/>
                  </a:cxn>
                  <a:cxn ang="0">
                    <a:pos x="5" y="9"/>
                  </a:cxn>
                  <a:cxn ang="0">
                    <a:pos x="3" y="8"/>
                  </a:cxn>
                  <a:cxn ang="0">
                    <a:pos x="2" y="8"/>
                  </a:cxn>
                  <a:cxn ang="0">
                    <a:pos x="1" y="7"/>
                  </a:cxn>
                  <a:cxn ang="0">
                    <a:pos x="0" y="6"/>
                  </a:cxn>
                  <a:cxn ang="0">
                    <a:pos x="0" y="5"/>
                  </a:cxn>
                  <a:cxn ang="0">
                    <a:pos x="0" y="2"/>
                  </a:cxn>
                  <a:cxn ang="0">
                    <a:pos x="2" y="2"/>
                  </a:cxn>
                  <a:cxn ang="0">
                    <a:pos x="6" y="0"/>
                  </a:cxn>
                  <a:cxn ang="0">
                    <a:pos x="9" y="0"/>
                  </a:cxn>
                </a:cxnLst>
                <a:rect l="0" t="0" r="r" b="b"/>
                <a:pathLst>
                  <a:path w="20" h="9">
                    <a:moveTo>
                      <a:pt x="9" y="0"/>
                    </a:moveTo>
                    <a:lnTo>
                      <a:pt x="11" y="0"/>
                    </a:lnTo>
                    <a:lnTo>
                      <a:pt x="13" y="0"/>
                    </a:lnTo>
                    <a:lnTo>
                      <a:pt x="14" y="0"/>
                    </a:lnTo>
                    <a:lnTo>
                      <a:pt x="16" y="0"/>
                    </a:lnTo>
                    <a:lnTo>
                      <a:pt x="17" y="1"/>
                    </a:lnTo>
                    <a:lnTo>
                      <a:pt x="18" y="2"/>
                    </a:lnTo>
                    <a:lnTo>
                      <a:pt x="19" y="2"/>
                    </a:lnTo>
                    <a:lnTo>
                      <a:pt x="20" y="3"/>
                    </a:lnTo>
                    <a:lnTo>
                      <a:pt x="19" y="5"/>
                    </a:lnTo>
                    <a:lnTo>
                      <a:pt x="17" y="7"/>
                    </a:lnTo>
                    <a:lnTo>
                      <a:pt x="13" y="9"/>
                    </a:lnTo>
                    <a:lnTo>
                      <a:pt x="10" y="9"/>
                    </a:lnTo>
                    <a:lnTo>
                      <a:pt x="8" y="9"/>
                    </a:lnTo>
                    <a:lnTo>
                      <a:pt x="6" y="9"/>
                    </a:lnTo>
                    <a:lnTo>
                      <a:pt x="5" y="9"/>
                    </a:lnTo>
                    <a:lnTo>
                      <a:pt x="3" y="8"/>
                    </a:lnTo>
                    <a:lnTo>
                      <a:pt x="2" y="8"/>
                    </a:lnTo>
                    <a:lnTo>
                      <a:pt x="1" y="7"/>
                    </a:lnTo>
                    <a:lnTo>
                      <a:pt x="0" y="6"/>
                    </a:lnTo>
                    <a:lnTo>
                      <a:pt x="0" y="5"/>
                    </a:lnTo>
                    <a:lnTo>
                      <a:pt x="0" y="2"/>
                    </a:lnTo>
                    <a:lnTo>
                      <a:pt x="2" y="2"/>
                    </a:lnTo>
                    <a:lnTo>
                      <a:pt x="6" y="0"/>
                    </a:lnTo>
                    <a:lnTo>
                      <a:pt x="9" y="0"/>
                    </a:lnTo>
                    <a:close/>
                  </a:path>
                </a:pathLst>
              </a:custGeom>
              <a:noFill/>
              <a:ln w="3175" cap="rnd" cmpd="sng">
                <a:solidFill>
                  <a:schemeClr val="bg2"/>
                </a:solidFill>
                <a:prstDash val="sysDot"/>
                <a:round/>
                <a:headEnd/>
                <a:tailEnd/>
              </a:ln>
            </p:spPr>
            <p:txBody>
              <a:bodyPr/>
              <a:lstStyle/>
              <a:p>
                <a:endParaRPr lang="en-US"/>
              </a:p>
            </p:txBody>
          </p:sp>
          <p:sp>
            <p:nvSpPr>
              <p:cNvPr id="402" name="Freeform 1888"/>
              <p:cNvSpPr>
                <a:spLocks/>
              </p:cNvSpPr>
              <p:nvPr/>
            </p:nvSpPr>
            <p:spPr bwMode="gray">
              <a:xfrm>
                <a:off x="6576871" y="5299235"/>
                <a:ext cx="37972" cy="20027"/>
              </a:xfrm>
              <a:custGeom>
                <a:avLst/>
                <a:gdLst/>
                <a:ahLst/>
                <a:cxnLst>
                  <a:cxn ang="0">
                    <a:pos x="8" y="0"/>
                  </a:cxn>
                  <a:cxn ang="0">
                    <a:pos x="11" y="0"/>
                  </a:cxn>
                  <a:cxn ang="0">
                    <a:pos x="14" y="1"/>
                  </a:cxn>
                  <a:cxn ang="0">
                    <a:pos x="16" y="1"/>
                  </a:cxn>
                  <a:cxn ang="0">
                    <a:pos x="16" y="3"/>
                  </a:cxn>
                  <a:cxn ang="0">
                    <a:pos x="16" y="5"/>
                  </a:cxn>
                  <a:cxn ang="0">
                    <a:pos x="14" y="6"/>
                  </a:cxn>
                  <a:cxn ang="0">
                    <a:pos x="11" y="8"/>
                  </a:cxn>
                  <a:cxn ang="0">
                    <a:pos x="8" y="8"/>
                  </a:cxn>
                  <a:cxn ang="0">
                    <a:pos x="5" y="8"/>
                  </a:cxn>
                  <a:cxn ang="0">
                    <a:pos x="2" y="8"/>
                  </a:cxn>
                  <a:cxn ang="0">
                    <a:pos x="0" y="6"/>
                  </a:cxn>
                  <a:cxn ang="0">
                    <a:pos x="0" y="4"/>
                  </a:cxn>
                  <a:cxn ang="0">
                    <a:pos x="0" y="3"/>
                  </a:cxn>
                  <a:cxn ang="0">
                    <a:pos x="2" y="1"/>
                  </a:cxn>
                  <a:cxn ang="0">
                    <a:pos x="5" y="1"/>
                  </a:cxn>
                  <a:cxn ang="0">
                    <a:pos x="8" y="0"/>
                  </a:cxn>
                </a:cxnLst>
                <a:rect l="0" t="0" r="r" b="b"/>
                <a:pathLst>
                  <a:path w="16" h="8">
                    <a:moveTo>
                      <a:pt x="8" y="0"/>
                    </a:moveTo>
                    <a:lnTo>
                      <a:pt x="11" y="0"/>
                    </a:lnTo>
                    <a:lnTo>
                      <a:pt x="14" y="1"/>
                    </a:lnTo>
                    <a:lnTo>
                      <a:pt x="16" y="1"/>
                    </a:lnTo>
                    <a:lnTo>
                      <a:pt x="16" y="3"/>
                    </a:lnTo>
                    <a:lnTo>
                      <a:pt x="16" y="5"/>
                    </a:lnTo>
                    <a:lnTo>
                      <a:pt x="14" y="6"/>
                    </a:lnTo>
                    <a:lnTo>
                      <a:pt x="11" y="8"/>
                    </a:lnTo>
                    <a:lnTo>
                      <a:pt x="8" y="8"/>
                    </a:lnTo>
                    <a:lnTo>
                      <a:pt x="5" y="8"/>
                    </a:lnTo>
                    <a:lnTo>
                      <a:pt x="2" y="8"/>
                    </a:lnTo>
                    <a:lnTo>
                      <a:pt x="0" y="6"/>
                    </a:lnTo>
                    <a:lnTo>
                      <a:pt x="0" y="4"/>
                    </a:lnTo>
                    <a:lnTo>
                      <a:pt x="0" y="3"/>
                    </a:lnTo>
                    <a:lnTo>
                      <a:pt x="2" y="1"/>
                    </a:lnTo>
                    <a:lnTo>
                      <a:pt x="5" y="1"/>
                    </a:lnTo>
                    <a:lnTo>
                      <a:pt x="8" y="0"/>
                    </a:lnTo>
                    <a:close/>
                  </a:path>
                </a:pathLst>
              </a:custGeom>
              <a:noFill/>
              <a:ln w="3175" cap="rnd" cmpd="sng">
                <a:solidFill>
                  <a:schemeClr val="bg2"/>
                </a:solidFill>
                <a:prstDash val="sysDot"/>
                <a:round/>
                <a:headEnd/>
                <a:tailEnd/>
              </a:ln>
            </p:spPr>
            <p:txBody>
              <a:bodyPr/>
              <a:lstStyle/>
              <a:p>
                <a:endParaRPr lang="en-US"/>
              </a:p>
            </p:txBody>
          </p:sp>
          <p:sp>
            <p:nvSpPr>
              <p:cNvPr id="403" name="Freeform 1889"/>
              <p:cNvSpPr>
                <a:spLocks/>
              </p:cNvSpPr>
              <p:nvPr/>
            </p:nvSpPr>
            <p:spPr bwMode="gray">
              <a:xfrm>
                <a:off x="6647541" y="5304154"/>
                <a:ext cx="37621" cy="22838"/>
              </a:xfrm>
              <a:custGeom>
                <a:avLst/>
                <a:gdLst/>
                <a:ahLst/>
                <a:cxnLst>
                  <a:cxn ang="0">
                    <a:pos x="7" y="0"/>
                  </a:cxn>
                  <a:cxn ang="0">
                    <a:pos x="10" y="0"/>
                  </a:cxn>
                  <a:cxn ang="0">
                    <a:pos x="13" y="1"/>
                  </a:cxn>
                  <a:cxn ang="0">
                    <a:pos x="15" y="2"/>
                  </a:cxn>
                  <a:cxn ang="0">
                    <a:pos x="16" y="3"/>
                  </a:cxn>
                  <a:cxn ang="0">
                    <a:pos x="15" y="5"/>
                  </a:cxn>
                  <a:cxn ang="0">
                    <a:pos x="13" y="7"/>
                  </a:cxn>
                  <a:cxn ang="0">
                    <a:pos x="10" y="8"/>
                  </a:cxn>
                  <a:cxn ang="0">
                    <a:pos x="7" y="9"/>
                  </a:cxn>
                  <a:cxn ang="0">
                    <a:pos x="5" y="8"/>
                  </a:cxn>
                  <a:cxn ang="0">
                    <a:pos x="1" y="8"/>
                  </a:cxn>
                  <a:cxn ang="0">
                    <a:pos x="0" y="6"/>
                  </a:cxn>
                  <a:cxn ang="0">
                    <a:pos x="0" y="5"/>
                  </a:cxn>
                  <a:cxn ang="0">
                    <a:pos x="0" y="3"/>
                  </a:cxn>
                  <a:cxn ang="0">
                    <a:pos x="1" y="1"/>
                  </a:cxn>
                  <a:cxn ang="0">
                    <a:pos x="4" y="1"/>
                  </a:cxn>
                  <a:cxn ang="0">
                    <a:pos x="7" y="0"/>
                  </a:cxn>
                </a:cxnLst>
                <a:rect l="0" t="0" r="r" b="b"/>
                <a:pathLst>
                  <a:path w="16" h="9">
                    <a:moveTo>
                      <a:pt x="7" y="0"/>
                    </a:moveTo>
                    <a:lnTo>
                      <a:pt x="10" y="0"/>
                    </a:lnTo>
                    <a:lnTo>
                      <a:pt x="13" y="1"/>
                    </a:lnTo>
                    <a:lnTo>
                      <a:pt x="15" y="2"/>
                    </a:lnTo>
                    <a:lnTo>
                      <a:pt x="16" y="3"/>
                    </a:lnTo>
                    <a:lnTo>
                      <a:pt x="15" y="5"/>
                    </a:lnTo>
                    <a:lnTo>
                      <a:pt x="13" y="7"/>
                    </a:lnTo>
                    <a:lnTo>
                      <a:pt x="10" y="8"/>
                    </a:lnTo>
                    <a:lnTo>
                      <a:pt x="7" y="9"/>
                    </a:lnTo>
                    <a:lnTo>
                      <a:pt x="5" y="8"/>
                    </a:lnTo>
                    <a:lnTo>
                      <a:pt x="1" y="8"/>
                    </a:lnTo>
                    <a:lnTo>
                      <a:pt x="0" y="6"/>
                    </a:lnTo>
                    <a:lnTo>
                      <a:pt x="0" y="5"/>
                    </a:lnTo>
                    <a:lnTo>
                      <a:pt x="0" y="3"/>
                    </a:lnTo>
                    <a:lnTo>
                      <a:pt x="1" y="1"/>
                    </a:lnTo>
                    <a:lnTo>
                      <a:pt x="4" y="1"/>
                    </a:lnTo>
                    <a:lnTo>
                      <a:pt x="7" y="0"/>
                    </a:lnTo>
                    <a:close/>
                  </a:path>
                </a:pathLst>
              </a:custGeom>
              <a:noFill/>
              <a:ln w="3175" cap="rnd" cmpd="sng">
                <a:solidFill>
                  <a:schemeClr val="bg2"/>
                </a:solidFill>
                <a:prstDash val="sysDot"/>
                <a:round/>
                <a:headEnd/>
                <a:tailEnd/>
              </a:ln>
            </p:spPr>
            <p:txBody>
              <a:bodyPr/>
              <a:lstStyle/>
              <a:p>
                <a:endParaRPr lang="en-US"/>
              </a:p>
            </p:txBody>
          </p:sp>
          <p:sp>
            <p:nvSpPr>
              <p:cNvPr id="404" name="Freeform 1890"/>
              <p:cNvSpPr>
                <a:spLocks/>
              </p:cNvSpPr>
              <p:nvPr/>
            </p:nvSpPr>
            <p:spPr bwMode="gray">
              <a:xfrm>
                <a:off x="6748449" y="5316803"/>
                <a:ext cx="32698" cy="15108"/>
              </a:xfrm>
              <a:custGeom>
                <a:avLst/>
                <a:gdLst/>
                <a:ahLst/>
                <a:cxnLst>
                  <a:cxn ang="0">
                    <a:pos x="7" y="0"/>
                  </a:cxn>
                  <a:cxn ang="0">
                    <a:pos x="10" y="0"/>
                  </a:cxn>
                  <a:cxn ang="0">
                    <a:pos x="12" y="0"/>
                  </a:cxn>
                  <a:cxn ang="0">
                    <a:pos x="15" y="1"/>
                  </a:cxn>
                  <a:cxn ang="0">
                    <a:pos x="15" y="3"/>
                  </a:cxn>
                  <a:cxn ang="0">
                    <a:pos x="15" y="4"/>
                  </a:cxn>
                  <a:cxn ang="0">
                    <a:pos x="13" y="5"/>
                  </a:cxn>
                  <a:cxn ang="0">
                    <a:pos x="10" y="6"/>
                  </a:cxn>
                  <a:cxn ang="0">
                    <a:pos x="8" y="7"/>
                  </a:cxn>
                  <a:cxn ang="0">
                    <a:pos x="4" y="7"/>
                  </a:cxn>
                  <a:cxn ang="0">
                    <a:pos x="2" y="6"/>
                  </a:cxn>
                  <a:cxn ang="0">
                    <a:pos x="0" y="5"/>
                  </a:cxn>
                  <a:cxn ang="0">
                    <a:pos x="0" y="4"/>
                  </a:cxn>
                  <a:cxn ang="0">
                    <a:pos x="0" y="2"/>
                  </a:cxn>
                  <a:cxn ang="0">
                    <a:pos x="2" y="1"/>
                  </a:cxn>
                  <a:cxn ang="0">
                    <a:pos x="4" y="0"/>
                  </a:cxn>
                  <a:cxn ang="0">
                    <a:pos x="7" y="0"/>
                  </a:cxn>
                </a:cxnLst>
                <a:rect l="0" t="0" r="r" b="b"/>
                <a:pathLst>
                  <a:path w="15" h="7">
                    <a:moveTo>
                      <a:pt x="7" y="0"/>
                    </a:moveTo>
                    <a:lnTo>
                      <a:pt x="10" y="0"/>
                    </a:lnTo>
                    <a:lnTo>
                      <a:pt x="12" y="0"/>
                    </a:lnTo>
                    <a:lnTo>
                      <a:pt x="15" y="1"/>
                    </a:lnTo>
                    <a:lnTo>
                      <a:pt x="15" y="3"/>
                    </a:lnTo>
                    <a:lnTo>
                      <a:pt x="15" y="4"/>
                    </a:lnTo>
                    <a:lnTo>
                      <a:pt x="13" y="5"/>
                    </a:lnTo>
                    <a:lnTo>
                      <a:pt x="10" y="6"/>
                    </a:lnTo>
                    <a:lnTo>
                      <a:pt x="8" y="7"/>
                    </a:lnTo>
                    <a:lnTo>
                      <a:pt x="4" y="7"/>
                    </a:lnTo>
                    <a:lnTo>
                      <a:pt x="2" y="6"/>
                    </a:lnTo>
                    <a:lnTo>
                      <a:pt x="0" y="5"/>
                    </a:lnTo>
                    <a:lnTo>
                      <a:pt x="0" y="4"/>
                    </a:lnTo>
                    <a:lnTo>
                      <a:pt x="0" y="2"/>
                    </a:lnTo>
                    <a:lnTo>
                      <a:pt x="2" y="1"/>
                    </a:lnTo>
                    <a:lnTo>
                      <a:pt x="4" y="0"/>
                    </a:lnTo>
                    <a:lnTo>
                      <a:pt x="7" y="0"/>
                    </a:lnTo>
                    <a:close/>
                  </a:path>
                </a:pathLst>
              </a:custGeom>
              <a:noFill/>
              <a:ln w="3175" cap="rnd" cmpd="sng">
                <a:solidFill>
                  <a:schemeClr val="bg2"/>
                </a:solidFill>
                <a:prstDash val="sysDot"/>
                <a:round/>
                <a:headEnd/>
                <a:tailEnd/>
              </a:ln>
            </p:spPr>
            <p:txBody>
              <a:bodyPr/>
              <a:lstStyle/>
              <a:p>
                <a:endParaRPr lang="en-US"/>
              </a:p>
            </p:txBody>
          </p:sp>
          <p:sp>
            <p:nvSpPr>
              <p:cNvPr id="405" name="Freeform 1891"/>
              <p:cNvSpPr>
                <a:spLocks/>
              </p:cNvSpPr>
              <p:nvPr/>
            </p:nvSpPr>
            <p:spPr bwMode="gray">
              <a:xfrm>
                <a:off x="6211212" y="5294316"/>
                <a:ext cx="27776" cy="9838"/>
              </a:xfrm>
              <a:custGeom>
                <a:avLst/>
                <a:gdLst/>
                <a:ahLst/>
                <a:cxnLst>
                  <a:cxn ang="0">
                    <a:pos x="5" y="0"/>
                  </a:cxn>
                  <a:cxn ang="0">
                    <a:pos x="7" y="0"/>
                  </a:cxn>
                  <a:cxn ang="0">
                    <a:pos x="10" y="0"/>
                  </a:cxn>
                  <a:cxn ang="0">
                    <a:pos x="11" y="0"/>
                  </a:cxn>
                  <a:cxn ang="0">
                    <a:pos x="12" y="1"/>
                  </a:cxn>
                  <a:cxn ang="0">
                    <a:pos x="12" y="3"/>
                  </a:cxn>
                  <a:cxn ang="0">
                    <a:pos x="11" y="4"/>
                  </a:cxn>
                  <a:cxn ang="0">
                    <a:pos x="8" y="5"/>
                  </a:cxn>
                  <a:cxn ang="0">
                    <a:pos x="6" y="5"/>
                  </a:cxn>
                  <a:cxn ang="0">
                    <a:pos x="4" y="5"/>
                  </a:cxn>
                  <a:cxn ang="0">
                    <a:pos x="2" y="4"/>
                  </a:cxn>
                  <a:cxn ang="0">
                    <a:pos x="0" y="4"/>
                  </a:cxn>
                  <a:cxn ang="0">
                    <a:pos x="0" y="2"/>
                  </a:cxn>
                  <a:cxn ang="0">
                    <a:pos x="0" y="1"/>
                  </a:cxn>
                  <a:cxn ang="0">
                    <a:pos x="1" y="0"/>
                  </a:cxn>
                  <a:cxn ang="0">
                    <a:pos x="3" y="0"/>
                  </a:cxn>
                  <a:cxn ang="0">
                    <a:pos x="5" y="0"/>
                  </a:cxn>
                </a:cxnLst>
                <a:rect l="0" t="0" r="r" b="b"/>
                <a:pathLst>
                  <a:path w="12" h="5">
                    <a:moveTo>
                      <a:pt x="5" y="0"/>
                    </a:moveTo>
                    <a:lnTo>
                      <a:pt x="7" y="0"/>
                    </a:lnTo>
                    <a:lnTo>
                      <a:pt x="10" y="0"/>
                    </a:lnTo>
                    <a:lnTo>
                      <a:pt x="11" y="0"/>
                    </a:lnTo>
                    <a:lnTo>
                      <a:pt x="12" y="1"/>
                    </a:lnTo>
                    <a:lnTo>
                      <a:pt x="12" y="3"/>
                    </a:lnTo>
                    <a:lnTo>
                      <a:pt x="11" y="4"/>
                    </a:lnTo>
                    <a:lnTo>
                      <a:pt x="8" y="5"/>
                    </a:lnTo>
                    <a:lnTo>
                      <a:pt x="6" y="5"/>
                    </a:lnTo>
                    <a:lnTo>
                      <a:pt x="4" y="5"/>
                    </a:lnTo>
                    <a:lnTo>
                      <a:pt x="2" y="4"/>
                    </a:lnTo>
                    <a:lnTo>
                      <a:pt x="0" y="4"/>
                    </a:lnTo>
                    <a:lnTo>
                      <a:pt x="0" y="2"/>
                    </a:lnTo>
                    <a:lnTo>
                      <a:pt x="0" y="1"/>
                    </a:lnTo>
                    <a:lnTo>
                      <a:pt x="1" y="0"/>
                    </a:lnTo>
                    <a:lnTo>
                      <a:pt x="3" y="0"/>
                    </a:lnTo>
                    <a:lnTo>
                      <a:pt x="5" y="0"/>
                    </a:lnTo>
                    <a:close/>
                  </a:path>
                </a:pathLst>
              </a:custGeom>
              <a:noFill/>
              <a:ln w="3175" cap="rnd" cmpd="sng">
                <a:solidFill>
                  <a:schemeClr val="bg2"/>
                </a:solidFill>
                <a:prstDash val="sysDot"/>
                <a:round/>
                <a:headEnd/>
                <a:tailEnd/>
              </a:ln>
            </p:spPr>
            <p:txBody>
              <a:bodyPr/>
              <a:lstStyle/>
              <a:p>
                <a:endParaRPr lang="en-US"/>
              </a:p>
            </p:txBody>
          </p:sp>
          <p:sp>
            <p:nvSpPr>
              <p:cNvPr id="406" name="Freeform 1892"/>
              <p:cNvSpPr>
                <a:spLocks/>
              </p:cNvSpPr>
              <p:nvPr/>
            </p:nvSpPr>
            <p:spPr bwMode="gray">
              <a:xfrm>
                <a:off x="6130345" y="5296776"/>
                <a:ext cx="30589" cy="12649"/>
              </a:xfrm>
              <a:custGeom>
                <a:avLst/>
                <a:gdLst/>
                <a:ahLst/>
                <a:cxnLst>
                  <a:cxn ang="0">
                    <a:pos x="5" y="0"/>
                  </a:cxn>
                  <a:cxn ang="0">
                    <a:pos x="7" y="0"/>
                  </a:cxn>
                  <a:cxn ang="0">
                    <a:pos x="9" y="0"/>
                  </a:cxn>
                  <a:cxn ang="0">
                    <a:pos x="11" y="1"/>
                  </a:cxn>
                  <a:cxn ang="0">
                    <a:pos x="12" y="2"/>
                  </a:cxn>
                  <a:cxn ang="0">
                    <a:pos x="11" y="3"/>
                  </a:cxn>
                  <a:cxn ang="0">
                    <a:pos x="10" y="4"/>
                  </a:cxn>
                  <a:cxn ang="0">
                    <a:pos x="8" y="5"/>
                  </a:cxn>
                  <a:cxn ang="0">
                    <a:pos x="6" y="6"/>
                  </a:cxn>
                  <a:cxn ang="0">
                    <a:pos x="3" y="6"/>
                  </a:cxn>
                  <a:cxn ang="0">
                    <a:pos x="1" y="5"/>
                  </a:cxn>
                  <a:cxn ang="0">
                    <a:pos x="0" y="4"/>
                  </a:cxn>
                  <a:cxn ang="0">
                    <a:pos x="0" y="3"/>
                  </a:cxn>
                  <a:cxn ang="0">
                    <a:pos x="0" y="1"/>
                  </a:cxn>
                  <a:cxn ang="0">
                    <a:pos x="1" y="1"/>
                  </a:cxn>
                  <a:cxn ang="0">
                    <a:pos x="3" y="0"/>
                  </a:cxn>
                  <a:cxn ang="0">
                    <a:pos x="5" y="0"/>
                  </a:cxn>
                </a:cxnLst>
                <a:rect l="0" t="0" r="r" b="b"/>
                <a:pathLst>
                  <a:path w="12" h="6">
                    <a:moveTo>
                      <a:pt x="5" y="0"/>
                    </a:moveTo>
                    <a:lnTo>
                      <a:pt x="7" y="0"/>
                    </a:lnTo>
                    <a:lnTo>
                      <a:pt x="9" y="0"/>
                    </a:lnTo>
                    <a:lnTo>
                      <a:pt x="11" y="1"/>
                    </a:lnTo>
                    <a:lnTo>
                      <a:pt x="12" y="2"/>
                    </a:lnTo>
                    <a:lnTo>
                      <a:pt x="11" y="3"/>
                    </a:lnTo>
                    <a:lnTo>
                      <a:pt x="10" y="4"/>
                    </a:lnTo>
                    <a:lnTo>
                      <a:pt x="8" y="5"/>
                    </a:lnTo>
                    <a:lnTo>
                      <a:pt x="6" y="6"/>
                    </a:lnTo>
                    <a:lnTo>
                      <a:pt x="3" y="6"/>
                    </a:lnTo>
                    <a:lnTo>
                      <a:pt x="1" y="5"/>
                    </a:lnTo>
                    <a:lnTo>
                      <a:pt x="0" y="4"/>
                    </a:lnTo>
                    <a:lnTo>
                      <a:pt x="0" y="3"/>
                    </a:lnTo>
                    <a:lnTo>
                      <a:pt x="0" y="1"/>
                    </a:lnTo>
                    <a:lnTo>
                      <a:pt x="1" y="1"/>
                    </a:lnTo>
                    <a:lnTo>
                      <a:pt x="3" y="0"/>
                    </a:lnTo>
                    <a:lnTo>
                      <a:pt x="5" y="0"/>
                    </a:lnTo>
                    <a:close/>
                  </a:path>
                </a:pathLst>
              </a:custGeom>
              <a:noFill/>
              <a:ln w="3175" cap="rnd" cmpd="sng">
                <a:solidFill>
                  <a:schemeClr val="bg2"/>
                </a:solidFill>
                <a:prstDash val="sysDot"/>
                <a:round/>
                <a:headEnd/>
                <a:tailEnd/>
              </a:ln>
            </p:spPr>
            <p:txBody>
              <a:bodyPr/>
              <a:lstStyle/>
              <a:p>
                <a:endParaRPr lang="en-US"/>
              </a:p>
            </p:txBody>
          </p:sp>
          <p:sp>
            <p:nvSpPr>
              <p:cNvPr id="407" name="Freeform 1893"/>
              <p:cNvSpPr>
                <a:spLocks/>
              </p:cNvSpPr>
              <p:nvPr/>
            </p:nvSpPr>
            <p:spPr bwMode="gray">
              <a:xfrm>
                <a:off x="7066291" y="5349479"/>
                <a:ext cx="30237" cy="14757"/>
              </a:xfrm>
              <a:custGeom>
                <a:avLst/>
                <a:gdLst/>
                <a:ahLst/>
                <a:cxnLst>
                  <a:cxn ang="0">
                    <a:pos x="6" y="0"/>
                  </a:cxn>
                  <a:cxn ang="0">
                    <a:pos x="7" y="0"/>
                  </a:cxn>
                  <a:cxn ang="0">
                    <a:pos x="10" y="0"/>
                  </a:cxn>
                  <a:cxn ang="0">
                    <a:pos x="11" y="0"/>
                  </a:cxn>
                  <a:cxn ang="0">
                    <a:pos x="12" y="1"/>
                  </a:cxn>
                  <a:cxn ang="0">
                    <a:pos x="12" y="3"/>
                  </a:cxn>
                  <a:cxn ang="0">
                    <a:pos x="10" y="4"/>
                  </a:cxn>
                  <a:cxn ang="0">
                    <a:pos x="8" y="5"/>
                  </a:cxn>
                  <a:cxn ang="0">
                    <a:pos x="6" y="5"/>
                  </a:cxn>
                  <a:cxn ang="0">
                    <a:pos x="4" y="5"/>
                  </a:cxn>
                  <a:cxn ang="0">
                    <a:pos x="1" y="5"/>
                  </a:cxn>
                  <a:cxn ang="0">
                    <a:pos x="0" y="4"/>
                  </a:cxn>
                  <a:cxn ang="0">
                    <a:pos x="0" y="2"/>
                  </a:cxn>
                  <a:cxn ang="0">
                    <a:pos x="0" y="1"/>
                  </a:cxn>
                  <a:cxn ang="0">
                    <a:pos x="1" y="0"/>
                  </a:cxn>
                  <a:cxn ang="0">
                    <a:pos x="3" y="0"/>
                  </a:cxn>
                  <a:cxn ang="0">
                    <a:pos x="6" y="0"/>
                  </a:cxn>
                </a:cxnLst>
                <a:rect l="0" t="0" r="r" b="b"/>
                <a:pathLst>
                  <a:path w="12" h="5">
                    <a:moveTo>
                      <a:pt x="6" y="0"/>
                    </a:moveTo>
                    <a:lnTo>
                      <a:pt x="7" y="0"/>
                    </a:lnTo>
                    <a:lnTo>
                      <a:pt x="10" y="0"/>
                    </a:lnTo>
                    <a:lnTo>
                      <a:pt x="11" y="0"/>
                    </a:lnTo>
                    <a:lnTo>
                      <a:pt x="12" y="1"/>
                    </a:lnTo>
                    <a:lnTo>
                      <a:pt x="12" y="3"/>
                    </a:lnTo>
                    <a:lnTo>
                      <a:pt x="10" y="4"/>
                    </a:lnTo>
                    <a:lnTo>
                      <a:pt x="8" y="5"/>
                    </a:lnTo>
                    <a:lnTo>
                      <a:pt x="6" y="5"/>
                    </a:lnTo>
                    <a:lnTo>
                      <a:pt x="4" y="5"/>
                    </a:lnTo>
                    <a:lnTo>
                      <a:pt x="1" y="5"/>
                    </a:lnTo>
                    <a:lnTo>
                      <a:pt x="0" y="4"/>
                    </a:lnTo>
                    <a:lnTo>
                      <a:pt x="0" y="2"/>
                    </a:lnTo>
                    <a:lnTo>
                      <a:pt x="0" y="1"/>
                    </a:lnTo>
                    <a:lnTo>
                      <a:pt x="1" y="0"/>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408" name="Freeform 1894"/>
              <p:cNvSpPr>
                <a:spLocks/>
              </p:cNvSpPr>
              <p:nvPr/>
            </p:nvSpPr>
            <p:spPr bwMode="gray">
              <a:xfrm>
                <a:off x="6365211" y="5276749"/>
                <a:ext cx="60474" cy="30216"/>
              </a:xfrm>
              <a:custGeom>
                <a:avLst/>
                <a:gdLst/>
                <a:ahLst/>
                <a:cxnLst>
                  <a:cxn ang="0">
                    <a:pos x="11" y="0"/>
                  </a:cxn>
                  <a:cxn ang="0">
                    <a:pos x="14" y="0"/>
                  </a:cxn>
                  <a:cxn ang="0">
                    <a:pos x="17" y="0"/>
                  </a:cxn>
                  <a:cxn ang="0">
                    <a:pos x="18" y="1"/>
                  </a:cxn>
                  <a:cxn ang="0">
                    <a:pos x="20" y="2"/>
                  </a:cxn>
                  <a:cxn ang="0">
                    <a:pos x="22" y="2"/>
                  </a:cxn>
                  <a:cxn ang="0">
                    <a:pos x="24" y="2"/>
                  </a:cxn>
                  <a:cxn ang="0">
                    <a:pos x="25" y="4"/>
                  </a:cxn>
                  <a:cxn ang="0">
                    <a:pos x="25" y="5"/>
                  </a:cxn>
                  <a:cxn ang="0">
                    <a:pos x="25" y="7"/>
                  </a:cxn>
                  <a:cxn ang="0">
                    <a:pos x="24" y="8"/>
                  </a:cxn>
                  <a:cxn ang="0">
                    <a:pos x="23" y="9"/>
                  </a:cxn>
                  <a:cxn ang="0">
                    <a:pos x="22" y="10"/>
                  </a:cxn>
                  <a:cxn ang="0">
                    <a:pos x="20" y="11"/>
                  </a:cxn>
                  <a:cxn ang="0">
                    <a:pos x="17" y="12"/>
                  </a:cxn>
                  <a:cxn ang="0">
                    <a:pos x="16" y="12"/>
                  </a:cxn>
                  <a:cxn ang="0">
                    <a:pos x="13" y="13"/>
                  </a:cxn>
                  <a:cxn ang="0">
                    <a:pos x="10" y="13"/>
                  </a:cxn>
                  <a:cxn ang="0">
                    <a:pos x="9" y="13"/>
                  </a:cxn>
                  <a:cxn ang="0">
                    <a:pos x="6" y="12"/>
                  </a:cxn>
                  <a:cxn ang="0">
                    <a:pos x="4" y="12"/>
                  </a:cxn>
                  <a:cxn ang="0">
                    <a:pos x="2" y="11"/>
                  </a:cxn>
                  <a:cxn ang="0">
                    <a:pos x="1" y="10"/>
                  </a:cxn>
                  <a:cxn ang="0">
                    <a:pos x="1" y="9"/>
                  </a:cxn>
                  <a:cxn ang="0">
                    <a:pos x="0" y="7"/>
                  </a:cxn>
                  <a:cxn ang="0">
                    <a:pos x="0" y="6"/>
                  </a:cxn>
                  <a:cxn ang="0">
                    <a:pos x="1" y="4"/>
                  </a:cxn>
                  <a:cxn ang="0">
                    <a:pos x="1" y="3"/>
                  </a:cxn>
                  <a:cxn ang="0">
                    <a:pos x="3" y="2"/>
                  </a:cxn>
                  <a:cxn ang="0">
                    <a:pos x="5" y="2"/>
                  </a:cxn>
                  <a:cxn ang="0">
                    <a:pos x="7" y="1"/>
                  </a:cxn>
                  <a:cxn ang="0">
                    <a:pos x="9" y="0"/>
                  </a:cxn>
                  <a:cxn ang="0">
                    <a:pos x="11" y="0"/>
                  </a:cxn>
                </a:cxnLst>
                <a:rect l="0" t="0" r="r" b="b"/>
                <a:pathLst>
                  <a:path w="25" h="13">
                    <a:moveTo>
                      <a:pt x="11" y="0"/>
                    </a:moveTo>
                    <a:lnTo>
                      <a:pt x="14" y="0"/>
                    </a:lnTo>
                    <a:lnTo>
                      <a:pt x="17" y="0"/>
                    </a:lnTo>
                    <a:lnTo>
                      <a:pt x="18" y="1"/>
                    </a:lnTo>
                    <a:lnTo>
                      <a:pt x="20" y="2"/>
                    </a:lnTo>
                    <a:lnTo>
                      <a:pt x="22" y="2"/>
                    </a:lnTo>
                    <a:lnTo>
                      <a:pt x="24" y="2"/>
                    </a:lnTo>
                    <a:lnTo>
                      <a:pt x="25" y="4"/>
                    </a:lnTo>
                    <a:lnTo>
                      <a:pt x="25" y="5"/>
                    </a:lnTo>
                    <a:lnTo>
                      <a:pt x="25" y="7"/>
                    </a:lnTo>
                    <a:lnTo>
                      <a:pt x="24" y="8"/>
                    </a:lnTo>
                    <a:lnTo>
                      <a:pt x="23" y="9"/>
                    </a:lnTo>
                    <a:lnTo>
                      <a:pt x="22" y="10"/>
                    </a:lnTo>
                    <a:lnTo>
                      <a:pt x="20" y="11"/>
                    </a:lnTo>
                    <a:lnTo>
                      <a:pt x="17" y="12"/>
                    </a:lnTo>
                    <a:lnTo>
                      <a:pt x="16" y="12"/>
                    </a:lnTo>
                    <a:lnTo>
                      <a:pt x="13" y="13"/>
                    </a:lnTo>
                    <a:lnTo>
                      <a:pt x="10" y="13"/>
                    </a:lnTo>
                    <a:lnTo>
                      <a:pt x="9" y="13"/>
                    </a:lnTo>
                    <a:lnTo>
                      <a:pt x="6" y="12"/>
                    </a:lnTo>
                    <a:lnTo>
                      <a:pt x="4" y="12"/>
                    </a:lnTo>
                    <a:lnTo>
                      <a:pt x="2" y="11"/>
                    </a:lnTo>
                    <a:lnTo>
                      <a:pt x="1" y="10"/>
                    </a:lnTo>
                    <a:lnTo>
                      <a:pt x="1" y="9"/>
                    </a:lnTo>
                    <a:lnTo>
                      <a:pt x="0" y="7"/>
                    </a:lnTo>
                    <a:lnTo>
                      <a:pt x="0" y="6"/>
                    </a:lnTo>
                    <a:lnTo>
                      <a:pt x="1" y="4"/>
                    </a:lnTo>
                    <a:lnTo>
                      <a:pt x="1" y="3"/>
                    </a:lnTo>
                    <a:lnTo>
                      <a:pt x="3" y="2"/>
                    </a:lnTo>
                    <a:lnTo>
                      <a:pt x="5" y="2"/>
                    </a:lnTo>
                    <a:lnTo>
                      <a:pt x="7" y="1"/>
                    </a:lnTo>
                    <a:lnTo>
                      <a:pt x="9" y="0"/>
                    </a:lnTo>
                    <a:lnTo>
                      <a:pt x="11" y="0"/>
                    </a:lnTo>
                    <a:close/>
                  </a:path>
                </a:pathLst>
              </a:custGeom>
              <a:noFill/>
              <a:ln w="3175" cap="rnd" cmpd="sng">
                <a:solidFill>
                  <a:schemeClr val="bg2"/>
                </a:solidFill>
                <a:prstDash val="sysDot"/>
                <a:round/>
                <a:headEnd/>
                <a:tailEnd/>
              </a:ln>
            </p:spPr>
            <p:txBody>
              <a:bodyPr/>
              <a:lstStyle/>
              <a:p>
                <a:endParaRPr lang="en-US"/>
              </a:p>
            </p:txBody>
          </p:sp>
          <p:sp>
            <p:nvSpPr>
              <p:cNvPr id="409" name="Freeform 1895"/>
              <p:cNvSpPr>
                <a:spLocks/>
              </p:cNvSpPr>
              <p:nvPr/>
            </p:nvSpPr>
            <p:spPr bwMode="gray">
              <a:xfrm>
                <a:off x="6440804" y="5296776"/>
                <a:ext cx="37621" cy="20027"/>
              </a:xfrm>
              <a:custGeom>
                <a:avLst/>
                <a:gdLst/>
                <a:ahLst/>
                <a:cxnLst>
                  <a:cxn ang="0">
                    <a:pos x="8" y="0"/>
                  </a:cxn>
                  <a:cxn ang="0">
                    <a:pos x="11" y="0"/>
                  </a:cxn>
                  <a:cxn ang="0">
                    <a:pos x="14" y="1"/>
                  </a:cxn>
                  <a:cxn ang="0">
                    <a:pos x="16" y="2"/>
                  </a:cxn>
                  <a:cxn ang="0">
                    <a:pos x="16" y="3"/>
                  </a:cxn>
                  <a:cxn ang="0">
                    <a:pos x="16" y="5"/>
                  </a:cxn>
                  <a:cxn ang="0">
                    <a:pos x="14" y="6"/>
                  </a:cxn>
                  <a:cxn ang="0">
                    <a:pos x="12" y="8"/>
                  </a:cxn>
                  <a:cxn ang="0">
                    <a:pos x="8" y="8"/>
                  </a:cxn>
                  <a:cxn ang="0">
                    <a:pos x="5" y="8"/>
                  </a:cxn>
                  <a:cxn ang="0">
                    <a:pos x="2" y="7"/>
                  </a:cxn>
                  <a:cxn ang="0">
                    <a:pos x="0" y="6"/>
                  </a:cxn>
                  <a:cxn ang="0">
                    <a:pos x="0" y="4"/>
                  </a:cxn>
                  <a:cxn ang="0">
                    <a:pos x="0" y="3"/>
                  </a:cxn>
                  <a:cxn ang="0">
                    <a:pos x="2" y="2"/>
                  </a:cxn>
                  <a:cxn ang="0">
                    <a:pos x="5" y="1"/>
                  </a:cxn>
                  <a:cxn ang="0">
                    <a:pos x="8" y="0"/>
                  </a:cxn>
                </a:cxnLst>
                <a:rect l="0" t="0" r="r" b="b"/>
                <a:pathLst>
                  <a:path w="16" h="8">
                    <a:moveTo>
                      <a:pt x="8" y="0"/>
                    </a:moveTo>
                    <a:lnTo>
                      <a:pt x="11" y="0"/>
                    </a:lnTo>
                    <a:lnTo>
                      <a:pt x="14" y="1"/>
                    </a:lnTo>
                    <a:lnTo>
                      <a:pt x="16" y="2"/>
                    </a:lnTo>
                    <a:lnTo>
                      <a:pt x="16" y="3"/>
                    </a:lnTo>
                    <a:lnTo>
                      <a:pt x="16" y="5"/>
                    </a:lnTo>
                    <a:lnTo>
                      <a:pt x="14" y="6"/>
                    </a:lnTo>
                    <a:lnTo>
                      <a:pt x="12" y="8"/>
                    </a:lnTo>
                    <a:lnTo>
                      <a:pt x="8" y="8"/>
                    </a:lnTo>
                    <a:lnTo>
                      <a:pt x="5" y="8"/>
                    </a:lnTo>
                    <a:lnTo>
                      <a:pt x="2" y="7"/>
                    </a:lnTo>
                    <a:lnTo>
                      <a:pt x="0" y="6"/>
                    </a:lnTo>
                    <a:lnTo>
                      <a:pt x="0" y="4"/>
                    </a:lnTo>
                    <a:lnTo>
                      <a:pt x="0" y="3"/>
                    </a:lnTo>
                    <a:lnTo>
                      <a:pt x="2" y="2"/>
                    </a:lnTo>
                    <a:lnTo>
                      <a:pt x="5" y="1"/>
                    </a:lnTo>
                    <a:lnTo>
                      <a:pt x="8" y="0"/>
                    </a:lnTo>
                    <a:close/>
                  </a:path>
                </a:pathLst>
              </a:custGeom>
              <a:noFill/>
              <a:ln w="3175" cap="rnd" cmpd="sng">
                <a:solidFill>
                  <a:schemeClr val="bg2"/>
                </a:solidFill>
                <a:prstDash val="sysDot"/>
                <a:round/>
                <a:headEnd/>
                <a:tailEnd/>
              </a:ln>
            </p:spPr>
            <p:txBody>
              <a:bodyPr/>
              <a:lstStyle/>
              <a:p>
                <a:endParaRPr lang="en-US"/>
              </a:p>
            </p:txBody>
          </p:sp>
          <p:sp>
            <p:nvSpPr>
              <p:cNvPr id="410" name="Freeform 1896"/>
              <p:cNvSpPr>
                <a:spLocks/>
              </p:cNvSpPr>
              <p:nvPr/>
            </p:nvSpPr>
            <p:spPr bwMode="gray">
              <a:xfrm>
                <a:off x="6301924" y="5286938"/>
                <a:ext cx="42895" cy="22486"/>
              </a:xfrm>
              <a:custGeom>
                <a:avLst/>
                <a:gdLst/>
                <a:ahLst/>
                <a:cxnLst>
                  <a:cxn ang="0">
                    <a:pos x="8" y="0"/>
                  </a:cxn>
                  <a:cxn ang="0">
                    <a:pos x="10" y="0"/>
                  </a:cxn>
                  <a:cxn ang="0">
                    <a:pos x="14" y="1"/>
                  </a:cxn>
                  <a:cxn ang="0">
                    <a:pos x="16" y="2"/>
                  </a:cxn>
                  <a:cxn ang="0">
                    <a:pos x="17" y="3"/>
                  </a:cxn>
                  <a:cxn ang="0">
                    <a:pos x="16" y="5"/>
                  </a:cxn>
                  <a:cxn ang="0">
                    <a:pos x="14" y="6"/>
                  </a:cxn>
                  <a:cxn ang="0">
                    <a:pos x="12" y="8"/>
                  </a:cxn>
                  <a:cxn ang="0">
                    <a:pos x="9" y="9"/>
                  </a:cxn>
                  <a:cxn ang="0">
                    <a:pos x="5" y="9"/>
                  </a:cxn>
                  <a:cxn ang="0">
                    <a:pos x="2" y="7"/>
                  </a:cxn>
                  <a:cxn ang="0">
                    <a:pos x="1" y="6"/>
                  </a:cxn>
                  <a:cxn ang="0">
                    <a:pos x="0" y="4"/>
                  </a:cxn>
                  <a:cxn ang="0">
                    <a:pos x="0" y="3"/>
                  </a:cxn>
                  <a:cxn ang="0">
                    <a:pos x="1" y="2"/>
                  </a:cxn>
                  <a:cxn ang="0">
                    <a:pos x="4" y="1"/>
                  </a:cxn>
                  <a:cxn ang="0">
                    <a:pos x="8" y="0"/>
                  </a:cxn>
                </a:cxnLst>
                <a:rect l="0" t="0" r="r" b="b"/>
                <a:pathLst>
                  <a:path w="17" h="9">
                    <a:moveTo>
                      <a:pt x="8" y="0"/>
                    </a:moveTo>
                    <a:lnTo>
                      <a:pt x="10" y="0"/>
                    </a:lnTo>
                    <a:lnTo>
                      <a:pt x="14" y="1"/>
                    </a:lnTo>
                    <a:lnTo>
                      <a:pt x="16" y="2"/>
                    </a:lnTo>
                    <a:lnTo>
                      <a:pt x="17" y="3"/>
                    </a:lnTo>
                    <a:lnTo>
                      <a:pt x="16" y="5"/>
                    </a:lnTo>
                    <a:lnTo>
                      <a:pt x="14" y="6"/>
                    </a:lnTo>
                    <a:lnTo>
                      <a:pt x="12" y="8"/>
                    </a:lnTo>
                    <a:lnTo>
                      <a:pt x="9" y="9"/>
                    </a:lnTo>
                    <a:lnTo>
                      <a:pt x="5" y="9"/>
                    </a:lnTo>
                    <a:lnTo>
                      <a:pt x="2" y="7"/>
                    </a:lnTo>
                    <a:lnTo>
                      <a:pt x="1" y="6"/>
                    </a:lnTo>
                    <a:lnTo>
                      <a:pt x="0" y="4"/>
                    </a:lnTo>
                    <a:lnTo>
                      <a:pt x="0" y="3"/>
                    </a:lnTo>
                    <a:lnTo>
                      <a:pt x="1" y="2"/>
                    </a:lnTo>
                    <a:lnTo>
                      <a:pt x="4" y="1"/>
                    </a:lnTo>
                    <a:lnTo>
                      <a:pt x="8" y="0"/>
                    </a:lnTo>
                    <a:close/>
                  </a:path>
                </a:pathLst>
              </a:custGeom>
              <a:noFill/>
              <a:ln w="3175" cap="rnd" cmpd="sng">
                <a:solidFill>
                  <a:schemeClr val="bg2"/>
                </a:solidFill>
                <a:prstDash val="sysDot"/>
                <a:round/>
                <a:headEnd/>
                <a:tailEnd/>
              </a:ln>
            </p:spPr>
            <p:txBody>
              <a:bodyPr/>
              <a:lstStyle/>
              <a:p>
                <a:endParaRPr lang="en-US"/>
              </a:p>
            </p:txBody>
          </p:sp>
          <p:sp>
            <p:nvSpPr>
              <p:cNvPr id="411" name="Freeform 1897"/>
              <p:cNvSpPr>
                <a:spLocks/>
              </p:cNvSpPr>
              <p:nvPr/>
            </p:nvSpPr>
            <p:spPr bwMode="gray">
              <a:xfrm>
                <a:off x="6579332" y="5301695"/>
                <a:ext cx="32698" cy="15108"/>
              </a:xfrm>
              <a:custGeom>
                <a:avLst/>
                <a:gdLst/>
                <a:ahLst/>
                <a:cxnLst>
                  <a:cxn ang="0">
                    <a:pos x="6" y="0"/>
                  </a:cxn>
                  <a:cxn ang="0">
                    <a:pos x="9" y="0"/>
                  </a:cxn>
                  <a:cxn ang="0">
                    <a:pos x="12" y="1"/>
                  </a:cxn>
                  <a:cxn ang="0">
                    <a:pos x="14" y="1"/>
                  </a:cxn>
                  <a:cxn ang="0">
                    <a:pos x="14" y="2"/>
                  </a:cxn>
                  <a:cxn ang="0">
                    <a:pos x="14" y="3"/>
                  </a:cxn>
                  <a:cxn ang="0">
                    <a:pos x="13" y="5"/>
                  </a:cxn>
                  <a:cxn ang="0">
                    <a:pos x="10" y="6"/>
                  </a:cxn>
                  <a:cxn ang="0">
                    <a:pos x="7" y="6"/>
                  </a:cxn>
                  <a:cxn ang="0">
                    <a:pos x="5" y="6"/>
                  </a:cxn>
                  <a:cxn ang="0">
                    <a:pos x="2" y="5"/>
                  </a:cxn>
                  <a:cxn ang="0">
                    <a:pos x="0" y="4"/>
                  </a:cxn>
                  <a:cxn ang="0">
                    <a:pos x="0" y="3"/>
                  </a:cxn>
                  <a:cxn ang="0">
                    <a:pos x="0" y="1"/>
                  </a:cxn>
                  <a:cxn ang="0">
                    <a:pos x="2" y="1"/>
                  </a:cxn>
                  <a:cxn ang="0">
                    <a:pos x="4" y="0"/>
                  </a:cxn>
                  <a:cxn ang="0">
                    <a:pos x="6" y="0"/>
                  </a:cxn>
                </a:cxnLst>
                <a:rect l="0" t="0" r="r" b="b"/>
                <a:pathLst>
                  <a:path w="14" h="6">
                    <a:moveTo>
                      <a:pt x="6" y="0"/>
                    </a:moveTo>
                    <a:lnTo>
                      <a:pt x="9" y="0"/>
                    </a:lnTo>
                    <a:lnTo>
                      <a:pt x="12" y="1"/>
                    </a:lnTo>
                    <a:lnTo>
                      <a:pt x="14" y="1"/>
                    </a:lnTo>
                    <a:lnTo>
                      <a:pt x="14" y="2"/>
                    </a:lnTo>
                    <a:lnTo>
                      <a:pt x="14" y="3"/>
                    </a:lnTo>
                    <a:lnTo>
                      <a:pt x="13" y="5"/>
                    </a:lnTo>
                    <a:lnTo>
                      <a:pt x="10" y="6"/>
                    </a:lnTo>
                    <a:lnTo>
                      <a:pt x="7" y="6"/>
                    </a:lnTo>
                    <a:lnTo>
                      <a:pt x="5" y="6"/>
                    </a:lnTo>
                    <a:lnTo>
                      <a:pt x="2" y="5"/>
                    </a:lnTo>
                    <a:lnTo>
                      <a:pt x="0" y="4"/>
                    </a:lnTo>
                    <a:lnTo>
                      <a:pt x="0" y="3"/>
                    </a:lnTo>
                    <a:lnTo>
                      <a:pt x="0" y="1"/>
                    </a:lnTo>
                    <a:lnTo>
                      <a:pt x="2" y="1"/>
                    </a:lnTo>
                    <a:lnTo>
                      <a:pt x="4" y="0"/>
                    </a:lnTo>
                    <a:lnTo>
                      <a:pt x="6" y="0"/>
                    </a:lnTo>
                    <a:close/>
                  </a:path>
                </a:pathLst>
              </a:custGeom>
              <a:noFill/>
              <a:ln w="3175" cap="rnd" cmpd="sng">
                <a:solidFill>
                  <a:schemeClr val="bg2"/>
                </a:solidFill>
                <a:prstDash val="sysDot"/>
                <a:round/>
                <a:headEnd/>
                <a:tailEnd/>
              </a:ln>
            </p:spPr>
            <p:txBody>
              <a:bodyPr/>
              <a:lstStyle/>
              <a:p>
                <a:endParaRPr lang="en-US"/>
              </a:p>
            </p:txBody>
          </p:sp>
          <p:sp>
            <p:nvSpPr>
              <p:cNvPr id="412" name="Freeform 1898"/>
              <p:cNvSpPr>
                <a:spLocks/>
              </p:cNvSpPr>
              <p:nvPr/>
            </p:nvSpPr>
            <p:spPr bwMode="gray">
              <a:xfrm>
                <a:off x="6650002" y="5306965"/>
                <a:ext cx="27776" cy="17216"/>
              </a:xfrm>
              <a:custGeom>
                <a:avLst/>
                <a:gdLst/>
                <a:ahLst/>
                <a:cxnLst>
                  <a:cxn ang="0">
                    <a:pos x="6" y="0"/>
                  </a:cxn>
                  <a:cxn ang="0">
                    <a:pos x="8" y="0"/>
                  </a:cxn>
                  <a:cxn ang="0">
                    <a:pos x="11" y="1"/>
                  </a:cxn>
                  <a:cxn ang="0">
                    <a:pos x="12" y="1"/>
                  </a:cxn>
                  <a:cxn ang="0">
                    <a:pos x="12" y="2"/>
                  </a:cxn>
                  <a:cxn ang="0">
                    <a:pos x="12" y="4"/>
                  </a:cxn>
                  <a:cxn ang="0">
                    <a:pos x="11" y="5"/>
                  </a:cxn>
                  <a:cxn ang="0">
                    <a:pos x="9" y="6"/>
                  </a:cxn>
                  <a:cxn ang="0">
                    <a:pos x="6" y="7"/>
                  </a:cxn>
                  <a:cxn ang="0">
                    <a:pos x="4" y="6"/>
                  </a:cxn>
                  <a:cxn ang="0">
                    <a:pos x="1" y="6"/>
                  </a:cxn>
                  <a:cxn ang="0">
                    <a:pos x="0" y="5"/>
                  </a:cxn>
                  <a:cxn ang="0">
                    <a:pos x="0" y="4"/>
                  </a:cxn>
                  <a:cxn ang="0">
                    <a:pos x="0" y="2"/>
                  </a:cxn>
                  <a:cxn ang="0">
                    <a:pos x="1" y="1"/>
                  </a:cxn>
                  <a:cxn ang="0">
                    <a:pos x="3" y="1"/>
                  </a:cxn>
                  <a:cxn ang="0">
                    <a:pos x="6" y="0"/>
                  </a:cxn>
                </a:cxnLst>
                <a:rect l="0" t="0" r="r" b="b"/>
                <a:pathLst>
                  <a:path w="12" h="7">
                    <a:moveTo>
                      <a:pt x="6" y="0"/>
                    </a:moveTo>
                    <a:lnTo>
                      <a:pt x="8" y="0"/>
                    </a:lnTo>
                    <a:lnTo>
                      <a:pt x="11" y="1"/>
                    </a:lnTo>
                    <a:lnTo>
                      <a:pt x="12" y="1"/>
                    </a:lnTo>
                    <a:lnTo>
                      <a:pt x="12" y="2"/>
                    </a:lnTo>
                    <a:lnTo>
                      <a:pt x="12" y="4"/>
                    </a:lnTo>
                    <a:lnTo>
                      <a:pt x="11" y="5"/>
                    </a:lnTo>
                    <a:lnTo>
                      <a:pt x="9" y="6"/>
                    </a:lnTo>
                    <a:lnTo>
                      <a:pt x="6" y="7"/>
                    </a:lnTo>
                    <a:lnTo>
                      <a:pt x="4" y="6"/>
                    </a:lnTo>
                    <a:lnTo>
                      <a:pt x="1" y="6"/>
                    </a:lnTo>
                    <a:lnTo>
                      <a:pt x="0" y="5"/>
                    </a:lnTo>
                    <a:lnTo>
                      <a:pt x="0" y="4"/>
                    </a:lnTo>
                    <a:lnTo>
                      <a:pt x="0" y="2"/>
                    </a:lnTo>
                    <a:lnTo>
                      <a:pt x="1" y="1"/>
                    </a:lnTo>
                    <a:lnTo>
                      <a:pt x="3" y="1"/>
                    </a:lnTo>
                    <a:lnTo>
                      <a:pt x="6" y="0"/>
                    </a:lnTo>
                    <a:close/>
                  </a:path>
                </a:pathLst>
              </a:custGeom>
              <a:noFill/>
              <a:ln w="3175" cap="rnd" cmpd="sng">
                <a:solidFill>
                  <a:schemeClr val="bg2"/>
                </a:solidFill>
                <a:prstDash val="sysDot"/>
                <a:round/>
                <a:headEnd/>
                <a:tailEnd/>
              </a:ln>
            </p:spPr>
            <p:txBody>
              <a:bodyPr/>
              <a:lstStyle/>
              <a:p>
                <a:endParaRPr lang="en-US"/>
              </a:p>
            </p:txBody>
          </p:sp>
          <p:sp>
            <p:nvSpPr>
              <p:cNvPr id="413" name="Freeform 1899"/>
              <p:cNvSpPr>
                <a:spLocks/>
              </p:cNvSpPr>
              <p:nvPr/>
            </p:nvSpPr>
            <p:spPr bwMode="gray">
              <a:xfrm>
                <a:off x="6748449" y="5314344"/>
                <a:ext cx="30237" cy="12649"/>
              </a:xfrm>
              <a:custGeom>
                <a:avLst/>
                <a:gdLst/>
                <a:ahLst/>
                <a:cxnLst>
                  <a:cxn ang="0">
                    <a:pos x="6" y="0"/>
                  </a:cxn>
                  <a:cxn ang="0">
                    <a:pos x="8" y="0"/>
                  </a:cxn>
                  <a:cxn ang="0">
                    <a:pos x="11" y="1"/>
                  </a:cxn>
                  <a:cxn ang="0">
                    <a:pos x="12" y="1"/>
                  </a:cxn>
                  <a:cxn ang="0">
                    <a:pos x="13" y="2"/>
                  </a:cxn>
                  <a:cxn ang="0">
                    <a:pos x="13" y="3"/>
                  </a:cxn>
                  <a:cxn ang="0">
                    <a:pos x="11" y="5"/>
                  </a:cxn>
                  <a:cxn ang="0">
                    <a:pos x="9" y="6"/>
                  </a:cxn>
                  <a:cxn ang="0">
                    <a:pos x="7" y="6"/>
                  </a:cxn>
                  <a:cxn ang="0">
                    <a:pos x="4" y="6"/>
                  </a:cxn>
                  <a:cxn ang="0">
                    <a:pos x="1" y="5"/>
                  </a:cxn>
                  <a:cxn ang="0">
                    <a:pos x="0" y="4"/>
                  </a:cxn>
                  <a:cxn ang="0">
                    <a:pos x="0" y="3"/>
                  </a:cxn>
                  <a:cxn ang="0">
                    <a:pos x="0" y="2"/>
                  </a:cxn>
                  <a:cxn ang="0">
                    <a:pos x="1" y="1"/>
                  </a:cxn>
                  <a:cxn ang="0">
                    <a:pos x="3" y="0"/>
                  </a:cxn>
                  <a:cxn ang="0">
                    <a:pos x="6" y="0"/>
                  </a:cxn>
                </a:cxnLst>
                <a:rect l="0" t="0" r="r" b="b"/>
                <a:pathLst>
                  <a:path w="13" h="6">
                    <a:moveTo>
                      <a:pt x="6" y="0"/>
                    </a:moveTo>
                    <a:lnTo>
                      <a:pt x="8" y="0"/>
                    </a:lnTo>
                    <a:lnTo>
                      <a:pt x="11" y="1"/>
                    </a:lnTo>
                    <a:lnTo>
                      <a:pt x="12" y="1"/>
                    </a:lnTo>
                    <a:lnTo>
                      <a:pt x="13" y="2"/>
                    </a:lnTo>
                    <a:lnTo>
                      <a:pt x="13" y="3"/>
                    </a:lnTo>
                    <a:lnTo>
                      <a:pt x="11" y="5"/>
                    </a:lnTo>
                    <a:lnTo>
                      <a:pt x="9" y="6"/>
                    </a:lnTo>
                    <a:lnTo>
                      <a:pt x="7" y="6"/>
                    </a:lnTo>
                    <a:lnTo>
                      <a:pt x="4" y="6"/>
                    </a:lnTo>
                    <a:lnTo>
                      <a:pt x="1" y="5"/>
                    </a:lnTo>
                    <a:lnTo>
                      <a:pt x="0" y="4"/>
                    </a:lnTo>
                    <a:lnTo>
                      <a:pt x="0" y="3"/>
                    </a:lnTo>
                    <a:lnTo>
                      <a:pt x="0" y="2"/>
                    </a:lnTo>
                    <a:lnTo>
                      <a:pt x="1" y="1"/>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414" name="Freeform 1900"/>
              <p:cNvSpPr>
                <a:spLocks/>
              </p:cNvSpPr>
              <p:nvPr/>
            </p:nvSpPr>
            <p:spPr bwMode="gray">
              <a:xfrm>
                <a:off x="6213673" y="5294316"/>
                <a:ext cx="22854" cy="9838"/>
              </a:xfrm>
              <a:custGeom>
                <a:avLst/>
                <a:gdLst/>
                <a:ahLst/>
                <a:cxnLst>
                  <a:cxn ang="0">
                    <a:pos x="4" y="0"/>
                  </a:cxn>
                  <a:cxn ang="0">
                    <a:pos x="6" y="0"/>
                  </a:cxn>
                  <a:cxn ang="0">
                    <a:pos x="8" y="0"/>
                  </a:cxn>
                  <a:cxn ang="0">
                    <a:pos x="10" y="0"/>
                  </a:cxn>
                  <a:cxn ang="0">
                    <a:pos x="10" y="1"/>
                  </a:cxn>
                  <a:cxn ang="0">
                    <a:pos x="10" y="2"/>
                  </a:cxn>
                  <a:cxn ang="0">
                    <a:pos x="8" y="3"/>
                  </a:cxn>
                  <a:cxn ang="0">
                    <a:pos x="7" y="4"/>
                  </a:cxn>
                  <a:cxn ang="0">
                    <a:pos x="5" y="4"/>
                  </a:cxn>
                  <a:cxn ang="0">
                    <a:pos x="3" y="4"/>
                  </a:cxn>
                  <a:cxn ang="0">
                    <a:pos x="1" y="4"/>
                  </a:cxn>
                  <a:cxn ang="0">
                    <a:pos x="0" y="3"/>
                  </a:cxn>
                  <a:cxn ang="0">
                    <a:pos x="0" y="2"/>
                  </a:cxn>
                  <a:cxn ang="0">
                    <a:pos x="0" y="1"/>
                  </a:cxn>
                  <a:cxn ang="0">
                    <a:pos x="1" y="0"/>
                  </a:cxn>
                  <a:cxn ang="0">
                    <a:pos x="2" y="0"/>
                  </a:cxn>
                  <a:cxn ang="0">
                    <a:pos x="4" y="0"/>
                  </a:cxn>
                </a:cxnLst>
                <a:rect l="0" t="0" r="r" b="b"/>
                <a:pathLst>
                  <a:path w="10" h="4">
                    <a:moveTo>
                      <a:pt x="4" y="0"/>
                    </a:moveTo>
                    <a:lnTo>
                      <a:pt x="6" y="0"/>
                    </a:lnTo>
                    <a:lnTo>
                      <a:pt x="8" y="0"/>
                    </a:lnTo>
                    <a:lnTo>
                      <a:pt x="10" y="0"/>
                    </a:lnTo>
                    <a:lnTo>
                      <a:pt x="10" y="1"/>
                    </a:lnTo>
                    <a:lnTo>
                      <a:pt x="10" y="2"/>
                    </a:lnTo>
                    <a:lnTo>
                      <a:pt x="8" y="3"/>
                    </a:lnTo>
                    <a:lnTo>
                      <a:pt x="7" y="4"/>
                    </a:lnTo>
                    <a:lnTo>
                      <a:pt x="5" y="4"/>
                    </a:lnTo>
                    <a:lnTo>
                      <a:pt x="3" y="4"/>
                    </a:lnTo>
                    <a:lnTo>
                      <a:pt x="1" y="4"/>
                    </a:lnTo>
                    <a:lnTo>
                      <a:pt x="0" y="3"/>
                    </a:lnTo>
                    <a:lnTo>
                      <a:pt x="0" y="2"/>
                    </a:lnTo>
                    <a:lnTo>
                      <a:pt x="0" y="1"/>
                    </a:lnTo>
                    <a:lnTo>
                      <a:pt x="1" y="0"/>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415" name="Freeform 1901"/>
              <p:cNvSpPr>
                <a:spLocks/>
              </p:cNvSpPr>
              <p:nvPr/>
            </p:nvSpPr>
            <p:spPr bwMode="gray">
              <a:xfrm>
                <a:off x="6133158" y="5296776"/>
                <a:ext cx="24963" cy="10189"/>
              </a:xfrm>
              <a:custGeom>
                <a:avLst/>
                <a:gdLst/>
                <a:ahLst/>
                <a:cxnLst>
                  <a:cxn ang="0">
                    <a:pos x="4" y="0"/>
                  </a:cxn>
                  <a:cxn ang="0">
                    <a:pos x="6" y="0"/>
                  </a:cxn>
                  <a:cxn ang="0">
                    <a:pos x="8" y="0"/>
                  </a:cxn>
                  <a:cxn ang="0">
                    <a:pos x="10" y="1"/>
                  </a:cxn>
                  <a:cxn ang="0">
                    <a:pos x="10" y="1"/>
                  </a:cxn>
                  <a:cxn ang="0">
                    <a:pos x="10" y="3"/>
                  </a:cxn>
                  <a:cxn ang="0">
                    <a:pos x="9" y="3"/>
                  </a:cxn>
                  <a:cxn ang="0">
                    <a:pos x="7" y="4"/>
                  </a:cxn>
                  <a:cxn ang="0">
                    <a:pos x="5" y="5"/>
                  </a:cxn>
                  <a:cxn ang="0">
                    <a:pos x="3" y="5"/>
                  </a:cxn>
                  <a:cxn ang="0">
                    <a:pos x="1" y="4"/>
                  </a:cxn>
                  <a:cxn ang="0">
                    <a:pos x="0" y="4"/>
                  </a:cxn>
                  <a:cxn ang="0">
                    <a:pos x="0" y="3"/>
                  </a:cxn>
                  <a:cxn ang="0">
                    <a:pos x="0" y="1"/>
                  </a:cxn>
                  <a:cxn ang="0">
                    <a:pos x="0" y="1"/>
                  </a:cxn>
                  <a:cxn ang="0">
                    <a:pos x="2" y="0"/>
                  </a:cxn>
                  <a:cxn ang="0">
                    <a:pos x="4" y="0"/>
                  </a:cxn>
                </a:cxnLst>
                <a:rect l="0" t="0" r="r" b="b"/>
                <a:pathLst>
                  <a:path w="10" h="5">
                    <a:moveTo>
                      <a:pt x="4" y="0"/>
                    </a:moveTo>
                    <a:lnTo>
                      <a:pt x="6" y="0"/>
                    </a:lnTo>
                    <a:lnTo>
                      <a:pt x="8" y="0"/>
                    </a:lnTo>
                    <a:lnTo>
                      <a:pt x="10" y="1"/>
                    </a:lnTo>
                    <a:lnTo>
                      <a:pt x="10" y="1"/>
                    </a:lnTo>
                    <a:lnTo>
                      <a:pt x="10" y="3"/>
                    </a:lnTo>
                    <a:lnTo>
                      <a:pt x="9" y="3"/>
                    </a:lnTo>
                    <a:lnTo>
                      <a:pt x="7" y="4"/>
                    </a:lnTo>
                    <a:lnTo>
                      <a:pt x="5" y="5"/>
                    </a:lnTo>
                    <a:lnTo>
                      <a:pt x="3" y="5"/>
                    </a:lnTo>
                    <a:lnTo>
                      <a:pt x="1" y="4"/>
                    </a:lnTo>
                    <a:lnTo>
                      <a:pt x="0" y="4"/>
                    </a:lnTo>
                    <a:lnTo>
                      <a:pt x="0" y="3"/>
                    </a:lnTo>
                    <a:lnTo>
                      <a:pt x="0" y="1"/>
                    </a:lnTo>
                    <a:lnTo>
                      <a:pt x="0" y="1"/>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416" name="Freeform 1902"/>
              <p:cNvSpPr>
                <a:spLocks/>
              </p:cNvSpPr>
              <p:nvPr/>
            </p:nvSpPr>
            <p:spPr bwMode="gray">
              <a:xfrm>
                <a:off x="7071213" y="5349479"/>
                <a:ext cx="25315" cy="9838"/>
              </a:xfrm>
              <a:custGeom>
                <a:avLst/>
                <a:gdLst/>
                <a:ahLst/>
                <a:cxnLst>
                  <a:cxn ang="0">
                    <a:pos x="5" y="0"/>
                  </a:cxn>
                  <a:cxn ang="0">
                    <a:pos x="7" y="0"/>
                  </a:cxn>
                  <a:cxn ang="0">
                    <a:pos x="9" y="0"/>
                  </a:cxn>
                  <a:cxn ang="0">
                    <a:pos x="10" y="0"/>
                  </a:cxn>
                  <a:cxn ang="0">
                    <a:pos x="11" y="1"/>
                  </a:cxn>
                  <a:cxn ang="0">
                    <a:pos x="10" y="2"/>
                  </a:cxn>
                  <a:cxn ang="0">
                    <a:pos x="9" y="3"/>
                  </a:cxn>
                  <a:cxn ang="0">
                    <a:pos x="7" y="4"/>
                  </a:cxn>
                  <a:cxn ang="0">
                    <a:pos x="5" y="4"/>
                  </a:cxn>
                  <a:cxn ang="0">
                    <a:pos x="3" y="4"/>
                  </a:cxn>
                  <a:cxn ang="0">
                    <a:pos x="1" y="4"/>
                  </a:cxn>
                  <a:cxn ang="0">
                    <a:pos x="0" y="3"/>
                  </a:cxn>
                  <a:cxn ang="0">
                    <a:pos x="0" y="2"/>
                  </a:cxn>
                  <a:cxn ang="0">
                    <a:pos x="0" y="1"/>
                  </a:cxn>
                  <a:cxn ang="0">
                    <a:pos x="1" y="0"/>
                  </a:cxn>
                  <a:cxn ang="0">
                    <a:pos x="2" y="0"/>
                  </a:cxn>
                  <a:cxn ang="0">
                    <a:pos x="5" y="0"/>
                  </a:cxn>
                </a:cxnLst>
                <a:rect l="0" t="0" r="r" b="b"/>
                <a:pathLst>
                  <a:path w="11" h="4">
                    <a:moveTo>
                      <a:pt x="5" y="0"/>
                    </a:moveTo>
                    <a:lnTo>
                      <a:pt x="7" y="0"/>
                    </a:lnTo>
                    <a:lnTo>
                      <a:pt x="9" y="0"/>
                    </a:lnTo>
                    <a:lnTo>
                      <a:pt x="10" y="0"/>
                    </a:lnTo>
                    <a:lnTo>
                      <a:pt x="11" y="1"/>
                    </a:lnTo>
                    <a:lnTo>
                      <a:pt x="10" y="2"/>
                    </a:lnTo>
                    <a:lnTo>
                      <a:pt x="9" y="3"/>
                    </a:lnTo>
                    <a:lnTo>
                      <a:pt x="7" y="4"/>
                    </a:lnTo>
                    <a:lnTo>
                      <a:pt x="5" y="4"/>
                    </a:lnTo>
                    <a:lnTo>
                      <a:pt x="3" y="4"/>
                    </a:lnTo>
                    <a:lnTo>
                      <a:pt x="1" y="4"/>
                    </a:lnTo>
                    <a:lnTo>
                      <a:pt x="0" y="3"/>
                    </a:lnTo>
                    <a:lnTo>
                      <a:pt x="0" y="2"/>
                    </a:lnTo>
                    <a:lnTo>
                      <a:pt x="0" y="1"/>
                    </a:lnTo>
                    <a:lnTo>
                      <a:pt x="1" y="0"/>
                    </a:lnTo>
                    <a:lnTo>
                      <a:pt x="2" y="0"/>
                    </a:lnTo>
                    <a:lnTo>
                      <a:pt x="5" y="0"/>
                    </a:lnTo>
                    <a:close/>
                  </a:path>
                </a:pathLst>
              </a:custGeom>
              <a:noFill/>
              <a:ln w="3175" cap="rnd" cmpd="sng">
                <a:solidFill>
                  <a:schemeClr val="bg2"/>
                </a:solidFill>
                <a:prstDash val="sysDot"/>
                <a:round/>
                <a:headEnd/>
                <a:tailEnd/>
              </a:ln>
            </p:spPr>
            <p:txBody>
              <a:bodyPr/>
              <a:lstStyle/>
              <a:p>
                <a:endParaRPr lang="en-US"/>
              </a:p>
            </p:txBody>
          </p:sp>
          <p:sp>
            <p:nvSpPr>
              <p:cNvPr id="417" name="Freeform 1903"/>
              <p:cNvSpPr>
                <a:spLocks/>
              </p:cNvSpPr>
              <p:nvPr/>
            </p:nvSpPr>
            <p:spPr bwMode="gray">
              <a:xfrm>
                <a:off x="6365211" y="5281668"/>
                <a:ext cx="60474" cy="25297"/>
              </a:xfrm>
              <a:custGeom>
                <a:avLst/>
                <a:gdLst/>
                <a:ahLst/>
                <a:cxnLst>
                  <a:cxn ang="0">
                    <a:pos x="12" y="0"/>
                  </a:cxn>
                  <a:cxn ang="0">
                    <a:pos x="14" y="0"/>
                  </a:cxn>
                  <a:cxn ang="0">
                    <a:pos x="17" y="0"/>
                  </a:cxn>
                  <a:cxn ang="0">
                    <a:pos x="19" y="0"/>
                  </a:cxn>
                  <a:cxn ang="0">
                    <a:pos x="21" y="1"/>
                  </a:cxn>
                  <a:cxn ang="0">
                    <a:pos x="23" y="1"/>
                  </a:cxn>
                  <a:cxn ang="0">
                    <a:pos x="24" y="2"/>
                  </a:cxn>
                  <a:cxn ang="0">
                    <a:pos x="25" y="3"/>
                  </a:cxn>
                  <a:cxn ang="0">
                    <a:pos x="25" y="4"/>
                  </a:cxn>
                  <a:cxn ang="0">
                    <a:pos x="25" y="5"/>
                  </a:cxn>
                  <a:cxn ang="0">
                    <a:pos x="24" y="6"/>
                  </a:cxn>
                  <a:cxn ang="0">
                    <a:pos x="23" y="7"/>
                  </a:cxn>
                  <a:cxn ang="0">
                    <a:pos x="22" y="9"/>
                  </a:cxn>
                  <a:cxn ang="0">
                    <a:pos x="20" y="9"/>
                  </a:cxn>
                  <a:cxn ang="0">
                    <a:pos x="17" y="10"/>
                  </a:cxn>
                  <a:cxn ang="0">
                    <a:pos x="16" y="10"/>
                  </a:cxn>
                  <a:cxn ang="0">
                    <a:pos x="13" y="11"/>
                  </a:cxn>
                  <a:cxn ang="0">
                    <a:pos x="10" y="11"/>
                  </a:cxn>
                  <a:cxn ang="0">
                    <a:pos x="9" y="11"/>
                  </a:cxn>
                  <a:cxn ang="0">
                    <a:pos x="6" y="10"/>
                  </a:cxn>
                  <a:cxn ang="0">
                    <a:pos x="4" y="10"/>
                  </a:cxn>
                  <a:cxn ang="0">
                    <a:pos x="2" y="9"/>
                  </a:cxn>
                  <a:cxn ang="0">
                    <a:pos x="1" y="8"/>
                  </a:cxn>
                  <a:cxn ang="0">
                    <a:pos x="1" y="7"/>
                  </a:cxn>
                  <a:cxn ang="0">
                    <a:pos x="0" y="6"/>
                  </a:cxn>
                  <a:cxn ang="0">
                    <a:pos x="0" y="5"/>
                  </a:cxn>
                  <a:cxn ang="0">
                    <a:pos x="1" y="4"/>
                  </a:cxn>
                  <a:cxn ang="0">
                    <a:pos x="1" y="2"/>
                  </a:cxn>
                  <a:cxn ang="0">
                    <a:pos x="3" y="2"/>
                  </a:cxn>
                  <a:cxn ang="0">
                    <a:pos x="5" y="1"/>
                  </a:cxn>
                  <a:cxn ang="0">
                    <a:pos x="7" y="1"/>
                  </a:cxn>
                  <a:cxn ang="0">
                    <a:pos x="9" y="0"/>
                  </a:cxn>
                  <a:cxn ang="0">
                    <a:pos x="12" y="0"/>
                  </a:cxn>
                </a:cxnLst>
                <a:rect l="0" t="0" r="r" b="b"/>
                <a:pathLst>
                  <a:path w="25" h="11">
                    <a:moveTo>
                      <a:pt x="12" y="0"/>
                    </a:moveTo>
                    <a:lnTo>
                      <a:pt x="14" y="0"/>
                    </a:lnTo>
                    <a:lnTo>
                      <a:pt x="17" y="0"/>
                    </a:lnTo>
                    <a:lnTo>
                      <a:pt x="19" y="0"/>
                    </a:lnTo>
                    <a:lnTo>
                      <a:pt x="21" y="1"/>
                    </a:lnTo>
                    <a:lnTo>
                      <a:pt x="23" y="1"/>
                    </a:lnTo>
                    <a:lnTo>
                      <a:pt x="24" y="2"/>
                    </a:lnTo>
                    <a:lnTo>
                      <a:pt x="25" y="3"/>
                    </a:lnTo>
                    <a:lnTo>
                      <a:pt x="25" y="4"/>
                    </a:lnTo>
                    <a:lnTo>
                      <a:pt x="25" y="5"/>
                    </a:lnTo>
                    <a:lnTo>
                      <a:pt x="24" y="6"/>
                    </a:lnTo>
                    <a:lnTo>
                      <a:pt x="23" y="7"/>
                    </a:lnTo>
                    <a:lnTo>
                      <a:pt x="22" y="9"/>
                    </a:lnTo>
                    <a:lnTo>
                      <a:pt x="20" y="9"/>
                    </a:lnTo>
                    <a:lnTo>
                      <a:pt x="17" y="10"/>
                    </a:lnTo>
                    <a:lnTo>
                      <a:pt x="16" y="10"/>
                    </a:lnTo>
                    <a:lnTo>
                      <a:pt x="13" y="11"/>
                    </a:lnTo>
                    <a:lnTo>
                      <a:pt x="10" y="11"/>
                    </a:lnTo>
                    <a:lnTo>
                      <a:pt x="9" y="11"/>
                    </a:lnTo>
                    <a:lnTo>
                      <a:pt x="6" y="10"/>
                    </a:lnTo>
                    <a:lnTo>
                      <a:pt x="4" y="10"/>
                    </a:lnTo>
                    <a:lnTo>
                      <a:pt x="2" y="9"/>
                    </a:lnTo>
                    <a:lnTo>
                      <a:pt x="1" y="8"/>
                    </a:lnTo>
                    <a:lnTo>
                      <a:pt x="1" y="7"/>
                    </a:lnTo>
                    <a:lnTo>
                      <a:pt x="0" y="6"/>
                    </a:lnTo>
                    <a:lnTo>
                      <a:pt x="0" y="5"/>
                    </a:lnTo>
                    <a:lnTo>
                      <a:pt x="1" y="4"/>
                    </a:lnTo>
                    <a:lnTo>
                      <a:pt x="1" y="2"/>
                    </a:lnTo>
                    <a:lnTo>
                      <a:pt x="3" y="2"/>
                    </a:lnTo>
                    <a:lnTo>
                      <a:pt x="5" y="1"/>
                    </a:lnTo>
                    <a:lnTo>
                      <a:pt x="7" y="1"/>
                    </a:lnTo>
                    <a:lnTo>
                      <a:pt x="9" y="0"/>
                    </a:lnTo>
                    <a:lnTo>
                      <a:pt x="12" y="0"/>
                    </a:lnTo>
                    <a:close/>
                  </a:path>
                </a:pathLst>
              </a:custGeom>
              <a:noFill/>
              <a:ln w="3175" cap="rnd" cmpd="sng">
                <a:solidFill>
                  <a:schemeClr val="bg2"/>
                </a:solidFill>
                <a:prstDash val="sysDot"/>
                <a:round/>
                <a:headEnd/>
                <a:tailEnd/>
              </a:ln>
            </p:spPr>
            <p:txBody>
              <a:bodyPr/>
              <a:lstStyle/>
              <a:p>
                <a:endParaRPr lang="en-US"/>
              </a:p>
            </p:txBody>
          </p:sp>
          <p:sp>
            <p:nvSpPr>
              <p:cNvPr id="418" name="Freeform 1904"/>
              <p:cNvSpPr>
                <a:spLocks/>
              </p:cNvSpPr>
              <p:nvPr/>
            </p:nvSpPr>
            <p:spPr bwMode="gray">
              <a:xfrm>
                <a:off x="6440804" y="5296776"/>
                <a:ext cx="37621" cy="20027"/>
              </a:xfrm>
              <a:custGeom>
                <a:avLst/>
                <a:gdLst/>
                <a:ahLst/>
                <a:cxnLst>
                  <a:cxn ang="0">
                    <a:pos x="8" y="0"/>
                  </a:cxn>
                  <a:cxn ang="0">
                    <a:pos x="11" y="0"/>
                  </a:cxn>
                  <a:cxn ang="0">
                    <a:pos x="14" y="1"/>
                  </a:cxn>
                  <a:cxn ang="0">
                    <a:pos x="16" y="2"/>
                  </a:cxn>
                  <a:cxn ang="0">
                    <a:pos x="16" y="3"/>
                  </a:cxn>
                  <a:cxn ang="0">
                    <a:pos x="16" y="5"/>
                  </a:cxn>
                  <a:cxn ang="0">
                    <a:pos x="15" y="6"/>
                  </a:cxn>
                  <a:cxn ang="0">
                    <a:pos x="12" y="8"/>
                  </a:cxn>
                  <a:cxn ang="0">
                    <a:pos x="8" y="8"/>
                  </a:cxn>
                  <a:cxn ang="0">
                    <a:pos x="5" y="8"/>
                  </a:cxn>
                  <a:cxn ang="0">
                    <a:pos x="2" y="8"/>
                  </a:cxn>
                  <a:cxn ang="0">
                    <a:pos x="0" y="6"/>
                  </a:cxn>
                  <a:cxn ang="0">
                    <a:pos x="0" y="5"/>
                  </a:cxn>
                  <a:cxn ang="0">
                    <a:pos x="0" y="3"/>
                  </a:cxn>
                  <a:cxn ang="0">
                    <a:pos x="2" y="2"/>
                  </a:cxn>
                  <a:cxn ang="0">
                    <a:pos x="5" y="1"/>
                  </a:cxn>
                  <a:cxn ang="0">
                    <a:pos x="8" y="0"/>
                  </a:cxn>
                </a:cxnLst>
                <a:rect l="0" t="0" r="r" b="b"/>
                <a:pathLst>
                  <a:path w="16" h="8">
                    <a:moveTo>
                      <a:pt x="8" y="0"/>
                    </a:moveTo>
                    <a:lnTo>
                      <a:pt x="11" y="0"/>
                    </a:lnTo>
                    <a:lnTo>
                      <a:pt x="14" y="1"/>
                    </a:lnTo>
                    <a:lnTo>
                      <a:pt x="16" y="2"/>
                    </a:lnTo>
                    <a:lnTo>
                      <a:pt x="16" y="3"/>
                    </a:lnTo>
                    <a:lnTo>
                      <a:pt x="16" y="5"/>
                    </a:lnTo>
                    <a:lnTo>
                      <a:pt x="15" y="6"/>
                    </a:lnTo>
                    <a:lnTo>
                      <a:pt x="12" y="8"/>
                    </a:lnTo>
                    <a:lnTo>
                      <a:pt x="8" y="8"/>
                    </a:lnTo>
                    <a:lnTo>
                      <a:pt x="5" y="8"/>
                    </a:lnTo>
                    <a:lnTo>
                      <a:pt x="2" y="8"/>
                    </a:lnTo>
                    <a:lnTo>
                      <a:pt x="0" y="6"/>
                    </a:lnTo>
                    <a:lnTo>
                      <a:pt x="0" y="5"/>
                    </a:lnTo>
                    <a:lnTo>
                      <a:pt x="0" y="3"/>
                    </a:lnTo>
                    <a:lnTo>
                      <a:pt x="2" y="2"/>
                    </a:lnTo>
                    <a:lnTo>
                      <a:pt x="5" y="1"/>
                    </a:lnTo>
                    <a:lnTo>
                      <a:pt x="8" y="0"/>
                    </a:lnTo>
                    <a:close/>
                  </a:path>
                </a:pathLst>
              </a:custGeom>
              <a:noFill/>
              <a:ln w="3175" cap="rnd" cmpd="sng">
                <a:solidFill>
                  <a:schemeClr val="bg2"/>
                </a:solidFill>
                <a:prstDash val="sysDot"/>
                <a:round/>
                <a:headEnd/>
                <a:tailEnd/>
              </a:ln>
            </p:spPr>
            <p:txBody>
              <a:bodyPr/>
              <a:lstStyle/>
              <a:p>
                <a:endParaRPr lang="en-US"/>
              </a:p>
            </p:txBody>
          </p:sp>
          <p:sp>
            <p:nvSpPr>
              <p:cNvPr id="419" name="Freeform 1905"/>
              <p:cNvSpPr>
                <a:spLocks/>
              </p:cNvSpPr>
              <p:nvPr/>
            </p:nvSpPr>
            <p:spPr bwMode="gray">
              <a:xfrm>
                <a:off x="6301924" y="5291857"/>
                <a:ext cx="42895" cy="17568"/>
              </a:xfrm>
              <a:custGeom>
                <a:avLst/>
                <a:gdLst/>
                <a:ahLst/>
                <a:cxnLst>
                  <a:cxn ang="0">
                    <a:pos x="8" y="0"/>
                  </a:cxn>
                  <a:cxn ang="0">
                    <a:pos x="11" y="0"/>
                  </a:cxn>
                  <a:cxn ang="0">
                    <a:pos x="14" y="1"/>
                  </a:cxn>
                  <a:cxn ang="0">
                    <a:pos x="16" y="1"/>
                  </a:cxn>
                  <a:cxn ang="0">
                    <a:pos x="17" y="3"/>
                  </a:cxn>
                  <a:cxn ang="0">
                    <a:pos x="16" y="4"/>
                  </a:cxn>
                  <a:cxn ang="0">
                    <a:pos x="14" y="6"/>
                  </a:cxn>
                  <a:cxn ang="0">
                    <a:pos x="12" y="7"/>
                  </a:cxn>
                  <a:cxn ang="0">
                    <a:pos x="9" y="8"/>
                  </a:cxn>
                  <a:cxn ang="0">
                    <a:pos x="5" y="8"/>
                  </a:cxn>
                  <a:cxn ang="0">
                    <a:pos x="2" y="7"/>
                  </a:cxn>
                  <a:cxn ang="0">
                    <a:pos x="1" y="6"/>
                  </a:cxn>
                  <a:cxn ang="0">
                    <a:pos x="0" y="4"/>
                  </a:cxn>
                  <a:cxn ang="0">
                    <a:pos x="0" y="3"/>
                  </a:cxn>
                  <a:cxn ang="0">
                    <a:pos x="1" y="1"/>
                  </a:cxn>
                  <a:cxn ang="0">
                    <a:pos x="4" y="1"/>
                  </a:cxn>
                  <a:cxn ang="0">
                    <a:pos x="8" y="0"/>
                  </a:cxn>
                </a:cxnLst>
                <a:rect l="0" t="0" r="r" b="b"/>
                <a:pathLst>
                  <a:path w="17" h="8">
                    <a:moveTo>
                      <a:pt x="8" y="0"/>
                    </a:moveTo>
                    <a:lnTo>
                      <a:pt x="11" y="0"/>
                    </a:lnTo>
                    <a:lnTo>
                      <a:pt x="14" y="1"/>
                    </a:lnTo>
                    <a:lnTo>
                      <a:pt x="16" y="1"/>
                    </a:lnTo>
                    <a:lnTo>
                      <a:pt x="17" y="3"/>
                    </a:lnTo>
                    <a:lnTo>
                      <a:pt x="16" y="4"/>
                    </a:lnTo>
                    <a:lnTo>
                      <a:pt x="14" y="6"/>
                    </a:lnTo>
                    <a:lnTo>
                      <a:pt x="12" y="7"/>
                    </a:lnTo>
                    <a:lnTo>
                      <a:pt x="9" y="8"/>
                    </a:lnTo>
                    <a:lnTo>
                      <a:pt x="5" y="8"/>
                    </a:lnTo>
                    <a:lnTo>
                      <a:pt x="2" y="7"/>
                    </a:lnTo>
                    <a:lnTo>
                      <a:pt x="1" y="6"/>
                    </a:lnTo>
                    <a:lnTo>
                      <a:pt x="0" y="4"/>
                    </a:lnTo>
                    <a:lnTo>
                      <a:pt x="0" y="3"/>
                    </a:lnTo>
                    <a:lnTo>
                      <a:pt x="1" y="1"/>
                    </a:lnTo>
                    <a:lnTo>
                      <a:pt x="4" y="1"/>
                    </a:lnTo>
                    <a:lnTo>
                      <a:pt x="8" y="0"/>
                    </a:lnTo>
                    <a:close/>
                  </a:path>
                </a:pathLst>
              </a:custGeom>
              <a:noFill/>
              <a:ln w="3175" cap="rnd" cmpd="sng">
                <a:solidFill>
                  <a:schemeClr val="bg2"/>
                </a:solidFill>
                <a:prstDash val="sysDot"/>
                <a:round/>
                <a:headEnd/>
                <a:tailEnd/>
              </a:ln>
            </p:spPr>
            <p:txBody>
              <a:bodyPr/>
              <a:lstStyle/>
              <a:p>
                <a:endParaRPr lang="en-US"/>
              </a:p>
            </p:txBody>
          </p:sp>
          <p:sp>
            <p:nvSpPr>
              <p:cNvPr id="420" name="Freeform 1906"/>
              <p:cNvSpPr>
                <a:spLocks/>
              </p:cNvSpPr>
              <p:nvPr/>
            </p:nvSpPr>
            <p:spPr bwMode="gray">
              <a:xfrm>
                <a:off x="6579332" y="5304154"/>
                <a:ext cx="32698" cy="12649"/>
              </a:xfrm>
              <a:custGeom>
                <a:avLst/>
                <a:gdLst/>
                <a:ahLst/>
                <a:cxnLst>
                  <a:cxn ang="0">
                    <a:pos x="7" y="0"/>
                  </a:cxn>
                  <a:cxn ang="0">
                    <a:pos x="9" y="0"/>
                  </a:cxn>
                  <a:cxn ang="0">
                    <a:pos x="12" y="0"/>
                  </a:cxn>
                  <a:cxn ang="0">
                    <a:pos x="14" y="1"/>
                  </a:cxn>
                  <a:cxn ang="0">
                    <a:pos x="14" y="1"/>
                  </a:cxn>
                  <a:cxn ang="0">
                    <a:pos x="14" y="2"/>
                  </a:cxn>
                  <a:cxn ang="0">
                    <a:pos x="13" y="4"/>
                  </a:cxn>
                  <a:cxn ang="0">
                    <a:pos x="10" y="5"/>
                  </a:cxn>
                  <a:cxn ang="0">
                    <a:pos x="7" y="5"/>
                  </a:cxn>
                  <a:cxn ang="0">
                    <a:pos x="5" y="5"/>
                  </a:cxn>
                  <a:cxn ang="0">
                    <a:pos x="2" y="5"/>
                  </a:cxn>
                  <a:cxn ang="0">
                    <a:pos x="1" y="4"/>
                  </a:cxn>
                  <a:cxn ang="0">
                    <a:pos x="0" y="2"/>
                  </a:cxn>
                  <a:cxn ang="0">
                    <a:pos x="0" y="1"/>
                  </a:cxn>
                  <a:cxn ang="0">
                    <a:pos x="2" y="1"/>
                  </a:cxn>
                  <a:cxn ang="0">
                    <a:pos x="4" y="0"/>
                  </a:cxn>
                  <a:cxn ang="0">
                    <a:pos x="7" y="0"/>
                  </a:cxn>
                </a:cxnLst>
                <a:rect l="0" t="0" r="r" b="b"/>
                <a:pathLst>
                  <a:path w="14" h="5">
                    <a:moveTo>
                      <a:pt x="7" y="0"/>
                    </a:moveTo>
                    <a:lnTo>
                      <a:pt x="9" y="0"/>
                    </a:lnTo>
                    <a:lnTo>
                      <a:pt x="12" y="0"/>
                    </a:lnTo>
                    <a:lnTo>
                      <a:pt x="14" y="1"/>
                    </a:lnTo>
                    <a:lnTo>
                      <a:pt x="14" y="1"/>
                    </a:lnTo>
                    <a:lnTo>
                      <a:pt x="14" y="2"/>
                    </a:lnTo>
                    <a:lnTo>
                      <a:pt x="13" y="4"/>
                    </a:lnTo>
                    <a:lnTo>
                      <a:pt x="10" y="5"/>
                    </a:lnTo>
                    <a:lnTo>
                      <a:pt x="7" y="5"/>
                    </a:lnTo>
                    <a:lnTo>
                      <a:pt x="5" y="5"/>
                    </a:lnTo>
                    <a:lnTo>
                      <a:pt x="2" y="5"/>
                    </a:lnTo>
                    <a:lnTo>
                      <a:pt x="1" y="4"/>
                    </a:lnTo>
                    <a:lnTo>
                      <a:pt x="0" y="2"/>
                    </a:lnTo>
                    <a:lnTo>
                      <a:pt x="0" y="1"/>
                    </a:lnTo>
                    <a:lnTo>
                      <a:pt x="2" y="1"/>
                    </a:lnTo>
                    <a:lnTo>
                      <a:pt x="4" y="0"/>
                    </a:lnTo>
                    <a:lnTo>
                      <a:pt x="7" y="0"/>
                    </a:lnTo>
                    <a:close/>
                  </a:path>
                </a:pathLst>
              </a:custGeom>
              <a:noFill/>
              <a:ln w="3175" cap="rnd" cmpd="sng">
                <a:solidFill>
                  <a:schemeClr val="bg2"/>
                </a:solidFill>
                <a:prstDash val="sysDot"/>
                <a:round/>
                <a:headEnd/>
                <a:tailEnd/>
              </a:ln>
            </p:spPr>
            <p:txBody>
              <a:bodyPr/>
              <a:lstStyle/>
              <a:p>
                <a:endParaRPr lang="en-US"/>
              </a:p>
            </p:txBody>
          </p:sp>
          <p:sp>
            <p:nvSpPr>
              <p:cNvPr id="421" name="Freeform 1907"/>
              <p:cNvSpPr>
                <a:spLocks/>
              </p:cNvSpPr>
              <p:nvPr/>
            </p:nvSpPr>
            <p:spPr bwMode="gray">
              <a:xfrm>
                <a:off x="6650002" y="5309425"/>
                <a:ext cx="27776" cy="14757"/>
              </a:xfrm>
              <a:custGeom>
                <a:avLst/>
                <a:gdLst/>
                <a:ahLst/>
                <a:cxnLst>
                  <a:cxn ang="0">
                    <a:pos x="6" y="0"/>
                  </a:cxn>
                  <a:cxn ang="0">
                    <a:pos x="8" y="0"/>
                  </a:cxn>
                  <a:cxn ang="0">
                    <a:pos x="11" y="0"/>
                  </a:cxn>
                  <a:cxn ang="0">
                    <a:pos x="12" y="1"/>
                  </a:cxn>
                  <a:cxn ang="0">
                    <a:pos x="12" y="2"/>
                  </a:cxn>
                  <a:cxn ang="0">
                    <a:pos x="12" y="3"/>
                  </a:cxn>
                  <a:cxn ang="0">
                    <a:pos x="11" y="4"/>
                  </a:cxn>
                  <a:cxn ang="0">
                    <a:pos x="9" y="5"/>
                  </a:cxn>
                  <a:cxn ang="0">
                    <a:pos x="6" y="6"/>
                  </a:cxn>
                  <a:cxn ang="0">
                    <a:pos x="4" y="5"/>
                  </a:cxn>
                  <a:cxn ang="0">
                    <a:pos x="1" y="5"/>
                  </a:cxn>
                  <a:cxn ang="0">
                    <a:pos x="0" y="4"/>
                  </a:cxn>
                  <a:cxn ang="0">
                    <a:pos x="0" y="3"/>
                  </a:cxn>
                  <a:cxn ang="0">
                    <a:pos x="0" y="1"/>
                  </a:cxn>
                  <a:cxn ang="0">
                    <a:pos x="1" y="1"/>
                  </a:cxn>
                  <a:cxn ang="0">
                    <a:pos x="3" y="0"/>
                  </a:cxn>
                  <a:cxn ang="0">
                    <a:pos x="6" y="0"/>
                  </a:cxn>
                </a:cxnLst>
                <a:rect l="0" t="0" r="r" b="b"/>
                <a:pathLst>
                  <a:path w="12" h="6">
                    <a:moveTo>
                      <a:pt x="6" y="0"/>
                    </a:moveTo>
                    <a:lnTo>
                      <a:pt x="8" y="0"/>
                    </a:lnTo>
                    <a:lnTo>
                      <a:pt x="11" y="0"/>
                    </a:lnTo>
                    <a:lnTo>
                      <a:pt x="12" y="1"/>
                    </a:lnTo>
                    <a:lnTo>
                      <a:pt x="12" y="2"/>
                    </a:lnTo>
                    <a:lnTo>
                      <a:pt x="12" y="3"/>
                    </a:lnTo>
                    <a:lnTo>
                      <a:pt x="11" y="4"/>
                    </a:lnTo>
                    <a:lnTo>
                      <a:pt x="9" y="5"/>
                    </a:lnTo>
                    <a:lnTo>
                      <a:pt x="6" y="6"/>
                    </a:lnTo>
                    <a:lnTo>
                      <a:pt x="4" y="5"/>
                    </a:lnTo>
                    <a:lnTo>
                      <a:pt x="1" y="5"/>
                    </a:lnTo>
                    <a:lnTo>
                      <a:pt x="0" y="4"/>
                    </a:lnTo>
                    <a:lnTo>
                      <a:pt x="0" y="3"/>
                    </a:lnTo>
                    <a:lnTo>
                      <a:pt x="0" y="1"/>
                    </a:lnTo>
                    <a:lnTo>
                      <a:pt x="1" y="1"/>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422" name="Freeform 1908"/>
              <p:cNvSpPr>
                <a:spLocks/>
              </p:cNvSpPr>
              <p:nvPr/>
            </p:nvSpPr>
            <p:spPr bwMode="gray">
              <a:xfrm>
                <a:off x="6748449" y="5316803"/>
                <a:ext cx="30237" cy="10189"/>
              </a:xfrm>
              <a:custGeom>
                <a:avLst/>
                <a:gdLst/>
                <a:ahLst/>
                <a:cxnLst>
                  <a:cxn ang="0">
                    <a:pos x="6" y="0"/>
                  </a:cxn>
                  <a:cxn ang="0">
                    <a:pos x="8" y="0"/>
                  </a:cxn>
                  <a:cxn ang="0">
                    <a:pos x="11" y="0"/>
                  </a:cxn>
                  <a:cxn ang="0">
                    <a:pos x="12" y="0"/>
                  </a:cxn>
                  <a:cxn ang="0">
                    <a:pos x="13" y="1"/>
                  </a:cxn>
                  <a:cxn ang="0">
                    <a:pos x="13" y="2"/>
                  </a:cxn>
                  <a:cxn ang="0">
                    <a:pos x="11" y="4"/>
                  </a:cxn>
                  <a:cxn ang="0">
                    <a:pos x="9" y="5"/>
                  </a:cxn>
                  <a:cxn ang="0">
                    <a:pos x="7" y="5"/>
                  </a:cxn>
                  <a:cxn ang="0">
                    <a:pos x="4" y="5"/>
                  </a:cxn>
                  <a:cxn ang="0">
                    <a:pos x="1" y="4"/>
                  </a:cxn>
                  <a:cxn ang="0">
                    <a:pos x="0" y="4"/>
                  </a:cxn>
                  <a:cxn ang="0">
                    <a:pos x="0" y="2"/>
                  </a:cxn>
                  <a:cxn ang="0">
                    <a:pos x="0" y="1"/>
                  </a:cxn>
                  <a:cxn ang="0">
                    <a:pos x="1" y="0"/>
                  </a:cxn>
                  <a:cxn ang="0">
                    <a:pos x="3" y="0"/>
                  </a:cxn>
                  <a:cxn ang="0">
                    <a:pos x="6" y="0"/>
                  </a:cxn>
                </a:cxnLst>
                <a:rect l="0" t="0" r="r" b="b"/>
                <a:pathLst>
                  <a:path w="13" h="5">
                    <a:moveTo>
                      <a:pt x="6" y="0"/>
                    </a:moveTo>
                    <a:lnTo>
                      <a:pt x="8" y="0"/>
                    </a:lnTo>
                    <a:lnTo>
                      <a:pt x="11" y="0"/>
                    </a:lnTo>
                    <a:lnTo>
                      <a:pt x="12" y="0"/>
                    </a:lnTo>
                    <a:lnTo>
                      <a:pt x="13" y="1"/>
                    </a:lnTo>
                    <a:lnTo>
                      <a:pt x="13" y="2"/>
                    </a:lnTo>
                    <a:lnTo>
                      <a:pt x="11" y="4"/>
                    </a:lnTo>
                    <a:lnTo>
                      <a:pt x="9" y="5"/>
                    </a:lnTo>
                    <a:lnTo>
                      <a:pt x="7" y="5"/>
                    </a:lnTo>
                    <a:lnTo>
                      <a:pt x="4" y="5"/>
                    </a:lnTo>
                    <a:lnTo>
                      <a:pt x="1" y="4"/>
                    </a:lnTo>
                    <a:lnTo>
                      <a:pt x="0" y="4"/>
                    </a:lnTo>
                    <a:lnTo>
                      <a:pt x="0" y="2"/>
                    </a:lnTo>
                    <a:lnTo>
                      <a:pt x="0" y="1"/>
                    </a:lnTo>
                    <a:lnTo>
                      <a:pt x="1" y="0"/>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423" name="Freeform 1909"/>
              <p:cNvSpPr>
                <a:spLocks/>
              </p:cNvSpPr>
              <p:nvPr/>
            </p:nvSpPr>
            <p:spPr bwMode="gray">
              <a:xfrm>
                <a:off x="6213673" y="5296776"/>
                <a:ext cx="22854" cy="7378"/>
              </a:xfrm>
              <a:custGeom>
                <a:avLst/>
                <a:gdLst/>
                <a:ahLst/>
                <a:cxnLst>
                  <a:cxn ang="0">
                    <a:pos x="5" y="0"/>
                  </a:cxn>
                  <a:cxn ang="0">
                    <a:pos x="6" y="0"/>
                  </a:cxn>
                  <a:cxn ang="0">
                    <a:pos x="8" y="0"/>
                  </a:cxn>
                  <a:cxn ang="0">
                    <a:pos x="10" y="0"/>
                  </a:cxn>
                  <a:cxn ang="0">
                    <a:pos x="10" y="1"/>
                  </a:cxn>
                  <a:cxn ang="0">
                    <a:pos x="8" y="2"/>
                  </a:cxn>
                  <a:cxn ang="0">
                    <a:pos x="7" y="3"/>
                  </a:cxn>
                  <a:cxn ang="0">
                    <a:pos x="5" y="3"/>
                  </a:cxn>
                  <a:cxn ang="0">
                    <a:pos x="3" y="3"/>
                  </a:cxn>
                  <a:cxn ang="0">
                    <a:pos x="1" y="3"/>
                  </a:cxn>
                  <a:cxn ang="0">
                    <a:pos x="0" y="2"/>
                  </a:cxn>
                  <a:cxn ang="0">
                    <a:pos x="0" y="1"/>
                  </a:cxn>
                  <a:cxn ang="0">
                    <a:pos x="1" y="0"/>
                  </a:cxn>
                  <a:cxn ang="0">
                    <a:pos x="3" y="0"/>
                  </a:cxn>
                  <a:cxn ang="0">
                    <a:pos x="5" y="0"/>
                  </a:cxn>
                </a:cxnLst>
                <a:rect l="0" t="0" r="r" b="b"/>
                <a:pathLst>
                  <a:path w="10" h="3">
                    <a:moveTo>
                      <a:pt x="5" y="0"/>
                    </a:moveTo>
                    <a:lnTo>
                      <a:pt x="6" y="0"/>
                    </a:lnTo>
                    <a:lnTo>
                      <a:pt x="8" y="0"/>
                    </a:lnTo>
                    <a:lnTo>
                      <a:pt x="10" y="0"/>
                    </a:lnTo>
                    <a:lnTo>
                      <a:pt x="10" y="1"/>
                    </a:lnTo>
                    <a:lnTo>
                      <a:pt x="8" y="2"/>
                    </a:lnTo>
                    <a:lnTo>
                      <a:pt x="7" y="3"/>
                    </a:lnTo>
                    <a:lnTo>
                      <a:pt x="5" y="3"/>
                    </a:lnTo>
                    <a:lnTo>
                      <a:pt x="3" y="3"/>
                    </a:lnTo>
                    <a:lnTo>
                      <a:pt x="1" y="3"/>
                    </a:lnTo>
                    <a:lnTo>
                      <a:pt x="0" y="2"/>
                    </a:lnTo>
                    <a:lnTo>
                      <a:pt x="0" y="1"/>
                    </a:lnTo>
                    <a:lnTo>
                      <a:pt x="1" y="0"/>
                    </a:lnTo>
                    <a:lnTo>
                      <a:pt x="3" y="0"/>
                    </a:lnTo>
                    <a:lnTo>
                      <a:pt x="5" y="0"/>
                    </a:lnTo>
                    <a:close/>
                  </a:path>
                </a:pathLst>
              </a:custGeom>
              <a:noFill/>
              <a:ln w="3175" cap="rnd" cmpd="sng">
                <a:solidFill>
                  <a:schemeClr val="bg2"/>
                </a:solidFill>
                <a:prstDash val="sysDot"/>
                <a:round/>
                <a:headEnd/>
                <a:tailEnd/>
              </a:ln>
            </p:spPr>
            <p:txBody>
              <a:bodyPr/>
              <a:lstStyle/>
              <a:p>
                <a:endParaRPr lang="en-US"/>
              </a:p>
            </p:txBody>
          </p:sp>
          <p:sp>
            <p:nvSpPr>
              <p:cNvPr id="424" name="Freeform 1910"/>
              <p:cNvSpPr>
                <a:spLocks/>
              </p:cNvSpPr>
              <p:nvPr/>
            </p:nvSpPr>
            <p:spPr bwMode="gray">
              <a:xfrm>
                <a:off x="6133158" y="5296776"/>
                <a:ext cx="24963" cy="10189"/>
              </a:xfrm>
              <a:custGeom>
                <a:avLst/>
                <a:gdLst/>
                <a:ahLst/>
                <a:cxnLst>
                  <a:cxn ang="0">
                    <a:pos x="4" y="0"/>
                  </a:cxn>
                  <a:cxn ang="0">
                    <a:pos x="6" y="0"/>
                  </a:cxn>
                  <a:cxn ang="0">
                    <a:pos x="8" y="0"/>
                  </a:cxn>
                  <a:cxn ang="0">
                    <a:pos x="10" y="1"/>
                  </a:cxn>
                  <a:cxn ang="0">
                    <a:pos x="10" y="2"/>
                  </a:cxn>
                  <a:cxn ang="0">
                    <a:pos x="10" y="3"/>
                  </a:cxn>
                  <a:cxn ang="0">
                    <a:pos x="9" y="4"/>
                  </a:cxn>
                  <a:cxn ang="0">
                    <a:pos x="7" y="4"/>
                  </a:cxn>
                  <a:cxn ang="0">
                    <a:pos x="5" y="5"/>
                  </a:cxn>
                  <a:cxn ang="0">
                    <a:pos x="3" y="5"/>
                  </a:cxn>
                  <a:cxn ang="0">
                    <a:pos x="1" y="4"/>
                  </a:cxn>
                  <a:cxn ang="0">
                    <a:pos x="0" y="4"/>
                  </a:cxn>
                  <a:cxn ang="0">
                    <a:pos x="0" y="3"/>
                  </a:cxn>
                  <a:cxn ang="0">
                    <a:pos x="0" y="2"/>
                  </a:cxn>
                  <a:cxn ang="0">
                    <a:pos x="0" y="1"/>
                  </a:cxn>
                  <a:cxn ang="0">
                    <a:pos x="2" y="0"/>
                  </a:cxn>
                  <a:cxn ang="0">
                    <a:pos x="4" y="0"/>
                  </a:cxn>
                </a:cxnLst>
                <a:rect l="0" t="0" r="r" b="b"/>
                <a:pathLst>
                  <a:path w="10" h="5">
                    <a:moveTo>
                      <a:pt x="4" y="0"/>
                    </a:moveTo>
                    <a:lnTo>
                      <a:pt x="6" y="0"/>
                    </a:lnTo>
                    <a:lnTo>
                      <a:pt x="8" y="0"/>
                    </a:lnTo>
                    <a:lnTo>
                      <a:pt x="10" y="1"/>
                    </a:lnTo>
                    <a:lnTo>
                      <a:pt x="10" y="2"/>
                    </a:lnTo>
                    <a:lnTo>
                      <a:pt x="10" y="3"/>
                    </a:lnTo>
                    <a:lnTo>
                      <a:pt x="9" y="4"/>
                    </a:lnTo>
                    <a:lnTo>
                      <a:pt x="7" y="4"/>
                    </a:lnTo>
                    <a:lnTo>
                      <a:pt x="5" y="5"/>
                    </a:lnTo>
                    <a:lnTo>
                      <a:pt x="3" y="5"/>
                    </a:lnTo>
                    <a:lnTo>
                      <a:pt x="1" y="4"/>
                    </a:lnTo>
                    <a:lnTo>
                      <a:pt x="0" y="4"/>
                    </a:lnTo>
                    <a:lnTo>
                      <a:pt x="0" y="3"/>
                    </a:lnTo>
                    <a:lnTo>
                      <a:pt x="0" y="2"/>
                    </a:lnTo>
                    <a:lnTo>
                      <a:pt x="0" y="1"/>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425" name="Freeform 1911"/>
              <p:cNvSpPr>
                <a:spLocks/>
              </p:cNvSpPr>
              <p:nvPr/>
            </p:nvSpPr>
            <p:spPr bwMode="gray">
              <a:xfrm>
                <a:off x="7071213" y="5349479"/>
                <a:ext cx="25315" cy="9838"/>
              </a:xfrm>
              <a:custGeom>
                <a:avLst/>
                <a:gdLst/>
                <a:ahLst/>
                <a:cxnLst>
                  <a:cxn ang="0">
                    <a:pos x="5" y="0"/>
                  </a:cxn>
                  <a:cxn ang="0">
                    <a:pos x="7" y="0"/>
                  </a:cxn>
                  <a:cxn ang="0">
                    <a:pos x="9" y="0"/>
                  </a:cxn>
                  <a:cxn ang="0">
                    <a:pos x="10" y="0"/>
                  </a:cxn>
                  <a:cxn ang="0">
                    <a:pos x="11" y="2"/>
                  </a:cxn>
                  <a:cxn ang="0">
                    <a:pos x="10" y="2"/>
                  </a:cxn>
                  <a:cxn ang="0">
                    <a:pos x="9" y="3"/>
                  </a:cxn>
                  <a:cxn ang="0">
                    <a:pos x="7" y="4"/>
                  </a:cxn>
                  <a:cxn ang="0">
                    <a:pos x="5" y="4"/>
                  </a:cxn>
                  <a:cxn ang="0">
                    <a:pos x="3" y="4"/>
                  </a:cxn>
                  <a:cxn ang="0">
                    <a:pos x="1" y="4"/>
                  </a:cxn>
                  <a:cxn ang="0">
                    <a:pos x="0" y="3"/>
                  </a:cxn>
                  <a:cxn ang="0">
                    <a:pos x="0" y="2"/>
                  </a:cxn>
                  <a:cxn ang="0">
                    <a:pos x="0" y="2"/>
                  </a:cxn>
                  <a:cxn ang="0">
                    <a:pos x="1" y="0"/>
                  </a:cxn>
                  <a:cxn ang="0">
                    <a:pos x="2" y="0"/>
                  </a:cxn>
                  <a:cxn ang="0">
                    <a:pos x="5" y="0"/>
                  </a:cxn>
                </a:cxnLst>
                <a:rect l="0" t="0" r="r" b="b"/>
                <a:pathLst>
                  <a:path w="11" h="4">
                    <a:moveTo>
                      <a:pt x="5" y="0"/>
                    </a:moveTo>
                    <a:lnTo>
                      <a:pt x="7" y="0"/>
                    </a:lnTo>
                    <a:lnTo>
                      <a:pt x="9" y="0"/>
                    </a:lnTo>
                    <a:lnTo>
                      <a:pt x="10" y="0"/>
                    </a:lnTo>
                    <a:lnTo>
                      <a:pt x="11" y="2"/>
                    </a:lnTo>
                    <a:lnTo>
                      <a:pt x="10" y="2"/>
                    </a:lnTo>
                    <a:lnTo>
                      <a:pt x="9" y="3"/>
                    </a:lnTo>
                    <a:lnTo>
                      <a:pt x="7" y="4"/>
                    </a:lnTo>
                    <a:lnTo>
                      <a:pt x="5" y="4"/>
                    </a:lnTo>
                    <a:lnTo>
                      <a:pt x="3" y="4"/>
                    </a:lnTo>
                    <a:lnTo>
                      <a:pt x="1" y="4"/>
                    </a:lnTo>
                    <a:lnTo>
                      <a:pt x="0" y="3"/>
                    </a:lnTo>
                    <a:lnTo>
                      <a:pt x="0" y="2"/>
                    </a:lnTo>
                    <a:lnTo>
                      <a:pt x="0" y="2"/>
                    </a:lnTo>
                    <a:lnTo>
                      <a:pt x="1" y="0"/>
                    </a:lnTo>
                    <a:lnTo>
                      <a:pt x="2" y="0"/>
                    </a:lnTo>
                    <a:lnTo>
                      <a:pt x="5" y="0"/>
                    </a:lnTo>
                    <a:close/>
                  </a:path>
                </a:pathLst>
              </a:custGeom>
              <a:noFill/>
              <a:ln w="3175" cap="rnd" cmpd="sng">
                <a:solidFill>
                  <a:schemeClr val="bg2"/>
                </a:solidFill>
                <a:prstDash val="sysDot"/>
                <a:round/>
                <a:headEnd/>
                <a:tailEnd/>
              </a:ln>
            </p:spPr>
            <p:txBody>
              <a:bodyPr/>
              <a:lstStyle/>
              <a:p>
                <a:endParaRPr lang="en-US"/>
              </a:p>
            </p:txBody>
          </p:sp>
          <p:sp>
            <p:nvSpPr>
              <p:cNvPr id="426" name="Freeform 1912"/>
              <p:cNvSpPr>
                <a:spLocks/>
              </p:cNvSpPr>
              <p:nvPr/>
            </p:nvSpPr>
            <p:spPr bwMode="gray">
              <a:xfrm>
                <a:off x="5729527" y="5497046"/>
                <a:ext cx="1485489" cy="199919"/>
              </a:xfrm>
              <a:custGeom>
                <a:avLst/>
                <a:gdLst/>
                <a:ahLst/>
                <a:cxnLst>
                  <a:cxn ang="0">
                    <a:pos x="3" y="10"/>
                  </a:cxn>
                  <a:cxn ang="0">
                    <a:pos x="0" y="28"/>
                  </a:cxn>
                  <a:cxn ang="0">
                    <a:pos x="8" y="43"/>
                  </a:cxn>
                  <a:cxn ang="0">
                    <a:pos x="22" y="52"/>
                  </a:cxn>
                  <a:cxn ang="0">
                    <a:pos x="38" y="58"/>
                  </a:cxn>
                  <a:cxn ang="0">
                    <a:pos x="57" y="65"/>
                  </a:cxn>
                  <a:cxn ang="0">
                    <a:pos x="79" y="69"/>
                  </a:cxn>
                  <a:cxn ang="0">
                    <a:pos x="102" y="74"/>
                  </a:cxn>
                  <a:cxn ang="0">
                    <a:pos x="126" y="76"/>
                  </a:cxn>
                  <a:cxn ang="0">
                    <a:pos x="151" y="78"/>
                  </a:cxn>
                  <a:cxn ang="0">
                    <a:pos x="176" y="78"/>
                  </a:cxn>
                  <a:cxn ang="0">
                    <a:pos x="201" y="78"/>
                  </a:cxn>
                  <a:cxn ang="0">
                    <a:pos x="226" y="77"/>
                  </a:cxn>
                  <a:cxn ang="0">
                    <a:pos x="249" y="76"/>
                  </a:cxn>
                  <a:cxn ang="0">
                    <a:pos x="272" y="75"/>
                  </a:cxn>
                  <a:cxn ang="0">
                    <a:pos x="293" y="74"/>
                  </a:cxn>
                  <a:cxn ang="0">
                    <a:pos x="312" y="72"/>
                  </a:cxn>
                  <a:cxn ang="0">
                    <a:pos x="329" y="72"/>
                  </a:cxn>
                  <a:cxn ang="0">
                    <a:pos x="343" y="72"/>
                  </a:cxn>
                  <a:cxn ang="0">
                    <a:pos x="354" y="72"/>
                  </a:cxn>
                  <a:cxn ang="0">
                    <a:pos x="369" y="75"/>
                  </a:cxn>
                  <a:cxn ang="0">
                    <a:pos x="389" y="79"/>
                  </a:cxn>
                  <a:cxn ang="0">
                    <a:pos x="408" y="82"/>
                  </a:cxn>
                  <a:cxn ang="0">
                    <a:pos x="428" y="84"/>
                  </a:cxn>
                  <a:cxn ang="0">
                    <a:pos x="447" y="85"/>
                  </a:cxn>
                  <a:cxn ang="0">
                    <a:pos x="464" y="86"/>
                  </a:cxn>
                  <a:cxn ang="0">
                    <a:pos x="481" y="86"/>
                  </a:cxn>
                  <a:cxn ang="0">
                    <a:pos x="498" y="85"/>
                  </a:cxn>
                  <a:cxn ang="0">
                    <a:pos x="514" y="84"/>
                  </a:cxn>
                  <a:cxn ang="0">
                    <a:pos x="528" y="83"/>
                  </a:cxn>
                  <a:cxn ang="0">
                    <a:pos x="542" y="81"/>
                  </a:cxn>
                  <a:cxn ang="0">
                    <a:pos x="554" y="78"/>
                  </a:cxn>
                  <a:cxn ang="0">
                    <a:pos x="565" y="76"/>
                  </a:cxn>
                  <a:cxn ang="0">
                    <a:pos x="575" y="72"/>
                  </a:cxn>
                  <a:cxn ang="0">
                    <a:pos x="583" y="69"/>
                  </a:cxn>
                  <a:cxn ang="0">
                    <a:pos x="590" y="66"/>
                  </a:cxn>
                  <a:cxn ang="0">
                    <a:pos x="602" y="60"/>
                  </a:cxn>
                  <a:cxn ang="0">
                    <a:pos x="615" y="47"/>
                  </a:cxn>
                  <a:cxn ang="0">
                    <a:pos x="624" y="33"/>
                  </a:cxn>
                  <a:cxn ang="0">
                    <a:pos x="628" y="27"/>
                  </a:cxn>
                  <a:cxn ang="0">
                    <a:pos x="10" y="0"/>
                  </a:cxn>
                </a:cxnLst>
                <a:rect l="0" t="0" r="r" b="b"/>
                <a:pathLst>
                  <a:path w="628" h="86">
                    <a:moveTo>
                      <a:pt x="10" y="0"/>
                    </a:moveTo>
                    <a:lnTo>
                      <a:pt x="3" y="10"/>
                    </a:lnTo>
                    <a:lnTo>
                      <a:pt x="0" y="20"/>
                    </a:lnTo>
                    <a:lnTo>
                      <a:pt x="0" y="28"/>
                    </a:lnTo>
                    <a:lnTo>
                      <a:pt x="3" y="36"/>
                    </a:lnTo>
                    <a:lnTo>
                      <a:pt x="8" y="43"/>
                    </a:lnTo>
                    <a:lnTo>
                      <a:pt x="14" y="48"/>
                    </a:lnTo>
                    <a:lnTo>
                      <a:pt x="22" y="52"/>
                    </a:lnTo>
                    <a:lnTo>
                      <a:pt x="29" y="54"/>
                    </a:lnTo>
                    <a:lnTo>
                      <a:pt x="38" y="58"/>
                    </a:lnTo>
                    <a:lnTo>
                      <a:pt x="48" y="61"/>
                    </a:lnTo>
                    <a:lnTo>
                      <a:pt x="57" y="65"/>
                    </a:lnTo>
                    <a:lnTo>
                      <a:pt x="68" y="67"/>
                    </a:lnTo>
                    <a:lnTo>
                      <a:pt x="79" y="69"/>
                    </a:lnTo>
                    <a:lnTo>
                      <a:pt x="90" y="72"/>
                    </a:lnTo>
                    <a:lnTo>
                      <a:pt x="102" y="74"/>
                    </a:lnTo>
                    <a:lnTo>
                      <a:pt x="114" y="75"/>
                    </a:lnTo>
                    <a:lnTo>
                      <a:pt x="126" y="76"/>
                    </a:lnTo>
                    <a:lnTo>
                      <a:pt x="138" y="77"/>
                    </a:lnTo>
                    <a:lnTo>
                      <a:pt x="151" y="78"/>
                    </a:lnTo>
                    <a:lnTo>
                      <a:pt x="163" y="78"/>
                    </a:lnTo>
                    <a:lnTo>
                      <a:pt x="176" y="78"/>
                    </a:lnTo>
                    <a:lnTo>
                      <a:pt x="188" y="78"/>
                    </a:lnTo>
                    <a:lnTo>
                      <a:pt x="201" y="78"/>
                    </a:lnTo>
                    <a:lnTo>
                      <a:pt x="213" y="78"/>
                    </a:lnTo>
                    <a:lnTo>
                      <a:pt x="226" y="77"/>
                    </a:lnTo>
                    <a:lnTo>
                      <a:pt x="237" y="77"/>
                    </a:lnTo>
                    <a:lnTo>
                      <a:pt x="249" y="76"/>
                    </a:lnTo>
                    <a:lnTo>
                      <a:pt x="261" y="75"/>
                    </a:lnTo>
                    <a:lnTo>
                      <a:pt x="272" y="75"/>
                    </a:lnTo>
                    <a:lnTo>
                      <a:pt x="283" y="74"/>
                    </a:lnTo>
                    <a:lnTo>
                      <a:pt x="293" y="74"/>
                    </a:lnTo>
                    <a:lnTo>
                      <a:pt x="302" y="73"/>
                    </a:lnTo>
                    <a:lnTo>
                      <a:pt x="312" y="72"/>
                    </a:lnTo>
                    <a:lnTo>
                      <a:pt x="321" y="72"/>
                    </a:lnTo>
                    <a:lnTo>
                      <a:pt x="329" y="72"/>
                    </a:lnTo>
                    <a:lnTo>
                      <a:pt x="336" y="72"/>
                    </a:lnTo>
                    <a:lnTo>
                      <a:pt x="343" y="72"/>
                    </a:lnTo>
                    <a:lnTo>
                      <a:pt x="349" y="72"/>
                    </a:lnTo>
                    <a:lnTo>
                      <a:pt x="354" y="72"/>
                    </a:lnTo>
                    <a:lnTo>
                      <a:pt x="359" y="74"/>
                    </a:lnTo>
                    <a:lnTo>
                      <a:pt x="369" y="75"/>
                    </a:lnTo>
                    <a:lnTo>
                      <a:pt x="379" y="78"/>
                    </a:lnTo>
                    <a:lnTo>
                      <a:pt x="389" y="79"/>
                    </a:lnTo>
                    <a:lnTo>
                      <a:pt x="399" y="81"/>
                    </a:lnTo>
                    <a:lnTo>
                      <a:pt x="408" y="82"/>
                    </a:lnTo>
                    <a:lnTo>
                      <a:pt x="418" y="83"/>
                    </a:lnTo>
                    <a:lnTo>
                      <a:pt x="428" y="84"/>
                    </a:lnTo>
                    <a:lnTo>
                      <a:pt x="438" y="84"/>
                    </a:lnTo>
                    <a:lnTo>
                      <a:pt x="447" y="85"/>
                    </a:lnTo>
                    <a:lnTo>
                      <a:pt x="456" y="85"/>
                    </a:lnTo>
                    <a:lnTo>
                      <a:pt x="464" y="86"/>
                    </a:lnTo>
                    <a:lnTo>
                      <a:pt x="473" y="86"/>
                    </a:lnTo>
                    <a:lnTo>
                      <a:pt x="481" y="86"/>
                    </a:lnTo>
                    <a:lnTo>
                      <a:pt x="490" y="86"/>
                    </a:lnTo>
                    <a:lnTo>
                      <a:pt x="498" y="85"/>
                    </a:lnTo>
                    <a:lnTo>
                      <a:pt x="506" y="85"/>
                    </a:lnTo>
                    <a:lnTo>
                      <a:pt x="514" y="84"/>
                    </a:lnTo>
                    <a:lnTo>
                      <a:pt x="521" y="84"/>
                    </a:lnTo>
                    <a:lnTo>
                      <a:pt x="528" y="83"/>
                    </a:lnTo>
                    <a:lnTo>
                      <a:pt x="535" y="82"/>
                    </a:lnTo>
                    <a:lnTo>
                      <a:pt x="542" y="81"/>
                    </a:lnTo>
                    <a:lnTo>
                      <a:pt x="548" y="80"/>
                    </a:lnTo>
                    <a:lnTo>
                      <a:pt x="554" y="78"/>
                    </a:lnTo>
                    <a:lnTo>
                      <a:pt x="560" y="78"/>
                    </a:lnTo>
                    <a:lnTo>
                      <a:pt x="565" y="76"/>
                    </a:lnTo>
                    <a:lnTo>
                      <a:pt x="570" y="75"/>
                    </a:lnTo>
                    <a:lnTo>
                      <a:pt x="575" y="72"/>
                    </a:lnTo>
                    <a:lnTo>
                      <a:pt x="579" y="71"/>
                    </a:lnTo>
                    <a:lnTo>
                      <a:pt x="583" y="69"/>
                    </a:lnTo>
                    <a:lnTo>
                      <a:pt x="587" y="68"/>
                    </a:lnTo>
                    <a:lnTo>
                      <a:pt x="590" y="66"/>
                    </a:lnTo>
                    <a:lnTo>
                      <a:pt x="593" y="64"/>
                    </a:lnTo>
                    <a:lnTo>
                      <a:pt x="602" y="60"/>
                    </a:lnTo>
                    <a:lnTo>
                      <a:pt x="609" y="54"/>
                    </a:lnTo>
                    <a:lnTo>
                      <a:pt x="615" y="47"/>
                    </a:lnTo>
                    <a:lnTo>
                      <a:pt x="620" y="40"/>
                    </a:lnTo>
                    <a:lnTo>
                      <a:pt x="624" y="33"/>
                    </a:lnTo>
                    <a:lnTo>
                      <a:pt x="627" y="29"/>
                    </a:lnTo>
                    <a:lnTo>
                      <a:pt x="628" y="27"/>
                    </a:lnTo>
                    <a:lnTo>
                      <a:pt x="628" y="28"/>
                    </a:lnTo>
                    <a:lnTo>
                      <a:pt x="10" y="0"/>
                    </a:lnTo>
                    <a:close/>
                  </a:path>
                </a:pathLst>
              </a:custGeom>
              <a:solidFill>
                <a:srgbClr val="777777"/>
              </a:solidFill>
              <a:ln w="6350" cap="flat" cmpd="sng">
                <a:solidFill>
                  <a:srgbClr val="4D4D4D"/>
                </a:solidFill>
                <a:prstDash val="solid"/>
                <a:round/>
                <a:headEnd type="none" w="med" len="med"/>
                <a:tailEnd type="none" w="med" len="med"/>
              </a:ln>
              <a:effectLst/>
            </p:spPr>
            <p:txBody>
              <a:bodyPr/>
              <a:lstStyle/>
              <a:p>
                <a:endParaRPr lang="en-US"/>
              </a:p>
            </p:txBody>
          </p:sp>
          <p:sp>
            <p:nvSpPr>
              <p:cNvPr id="427" name="Freeform 1913"/>
              <p:cNvSpPr>
                <a:spLocks/>
              </p:cNvSpPr>
              <p:nvPr/>
            </p:nvSpPr>
            <p:spPr bwMode="gray">
              <a:xfrm>
                <a:off x="5754842" y="5299235"/>
                <a:ext cx="1497794" cy="275108"/>
              </a:xfrm>
              <a:custGeom>
                <a:avLst/>
                <a:gdLst/>
                <a:ahLst/>
                <a:cxnLst>
                  <a:cxn ang="0">
                    <a:pos x="63" y="0"/>
                  </a:cxn>
                  <a:cxn ang="0">
                    <a:pos x="0" y="82"/>
                  </a:cxn>
                  <a:cxn ang="0">
                    <a:pos x="1" y="86"/>
                  </a:cxn>
                  <a:cxn ang="0">
                    <a:pos x="612" y="118"/>
                  </a:cxn>
                  <a:cxn ang="0">
                    <a:pos x="633" y="28"/>
                  </a:cxn>
                  <a:cxn ang="0">
                    <a:pos x="620" y="25"/>
                  </a:cxn>
                  <a:cxn ang="0">
                    <a:pos x="609" y="24"/>
                  </a:cxn>
                  <a:cxn ang="0">
                    <a:pos x="596" y="22"/>
                  </a:cxn>
                  <a:cxn ang="0">
                    <a:pos x="584" y="20"/>
                  </a:cxn>
                  <a:cxn ang="0">
                    <a:pos x="571" y="18"/>
                  </a:cxn>
                  <a:cxn ang="0">
                    <a:pos x="560" y="17"/>
                  </a:cxn>
                  <a:cxn ang="0">
                    <a:pos x="548" y="16"/>
                  </a:cxn>
                  <a:cxn ang="0">
                    <a:pos x="535" y="14"/>
                  </a:cxn>
                  <a:cxn ang="0">
                    <a:pos x="523" y="13"/>
                  </a:cxn>
                  <a:cxn ang="0">
                    <a:pos x="510" y="12"/>
                  </a:cxn>
                  <a:cxn ang="0">
                    <a:pos x="498" y="10"/>
                  </a:cxn>
                  <a:cxn ang="0">
                    <a:pos x="486" y="9"/>
                  </a:cxn>
                  <a:cxn ang="0">
                    <a:pos x="474" y="9"/>
                  </a:cxn>
                  <a:cxn ang="0">
                    <a:pos x="462" y="8"/>
                  </a:cxn>
                  <a:cxn ang="0">
                    <a:pos x="449" y="7"/>
                  </a:cxn>
                  <a:cxn ang="0">
                    <a:pos x="437" y="6"/>
                  </a:cxn>
                  <a:cxn ang="0">
                    <a:pos x="425" y="6"/>
                  </a:cxn>
                  <a:cxn ang="0">
                    <a:pos x="413" y="5"/>
                  </a:cxn>
                  <a:cxn ang="0">
                    <a:pos x="401" y="4"/>
                  </a:cxn>
                  <a:cxn ang="0">
                    <a:pos x="388" y="4"/>
                  </a:cxn>
                  <a:cxn ang="0">
                    <a:pos x="377" y="4"/>
                  </a:cxn>
                  <a:cxn ang="0">
                    <a:pos x="364" y="4"/>
                  </a:cxn>
                  <a:cxn ang="0">
                    <a:pos x="352" y="4"/>
                  </a:cxn>
                  <a:cxn ang="0">
                    <a:pos x="339" y="4"/>
                  </a:cxn>
                  <a:cxn ang="0">
                    <a:pos x="328" y="4"/>
                  </a:cxn>
                  <a:cxn ang="0">
                    <a:pos x="316" y="4"/>
                  </a:cxn>
                  <a:cxn ang="0">
                    <a:pos x="304" y="4"/>
                  </a:cxn>
                  <a:cxn ang="0">
                    <a:pos x="292" y="5"/>
                  </a:cxn>
                  <a:cxn ang="0">
                    <a:pos x="280" y="5"/>
                  </a:cxn>
                  <a:cxn ang="0">
                    <a:pos x="268" y="6"/>
                  </a:cxn>
                  <a:cxn ang="0">
                    <a:pos x="256" y="7"/>
                  </a:cxn>
                  <a:cxn ang="0">
                    <a:pos x="245" y="8"/>
                  </a:cxn>
                  <a:cxn ang="0">
                    <a:pos x="232" y="8"/>
                  </a:cxn>
                  <a:cxn ang="0">
                    <a:pos x="219" y="8"/>
                  </a:cxn>
                  <a:cxn ang="0">
                    <a:pos x="206" y="9"/>
                  </a:cxn>
                  <a:cxn ang="0">
                    <a:pos x="193" y="9"/>
                  </a:cxn>
                  <a:cxn ang="0">
                    <a:pos x="182" y="9"/>
                  </a:cxn>
                  <a:cxn ang="0">
                    <a:pos x="170" y="8"/>
                  </a:cxn>
                  <a:cxn ang="0">
                    <a:pos x="159" y="8"/>
                  </a:cxn>
                  <a:cxn ang="0">
                    <a:pos x="147" y="8"/>
                  </a:cxn>
                  <a:cxn ang="0">
                    <a:pos x="136" y="7"/>
                  </a:cxn>
                  <a:cxn ang="0">
                    <a:pos x="125" y="6"/>
                  </a:cxn>
                  <a:cxn ang="0">
                    <a:pos x="115" y="5"/>
                  </a:cxn>
                  <a:cxn ang="0">
                    <a:pos x="104" y="4"/>
                  </a:cxn>
                  <a:cxn ang="0">
                    <a:pos x="94" y="3"/>
                  </a:cxn>
                  <a:cxn ang="0">
                    <a:pos x="84" y="2"/>
                  </a:cxn>
                  <a:cxn ang="0">
                    <a:pos x="73" y="1"/>
                  </a:cxn>
                  <a:cxn ang="0">
                    <a:pos x="63" y="0"/>
                  </a:cxn>
                </a:cxnLst>
                <a:rect l="0" t="0" r="r" b="b"/>
                <a:pathLst>
                  <a:path w="633" h="118">
                    <a:moveTo>
                      <a:pt x="63" y="0"/>
                    </a:moveTo>
                    <a:lnTo>
                      <a:pt x="0" y="82"/>
                    </a:lnTo>
                    <a:lnTo>
                      <a:pt x="1" y="86"/>
                    </a:lnTo>
                    <a:lnTo>
                      <a:pt x="612" y="118"/>
                    </a:lnTo>
                    <a:lnTo>
                      <a:pt x="633" y="28"/>
                    </a:lnTo>
                    <a:lnTo>
                      <a:pt x="620" y="25"/>
                    </a:lnTo>
                    <a:lnTo>
                      <a:pt x="609" y="24"/>
                    </a:lnTo>
                    <a:lnTo>
                      <a:pt x="596" y="22"/>
                    </a:lnTo>
                    <a:lnTo>
                      <a:pt x="584" y="20"/>
                    </a:lnTo>
                    <a:lnTo>
                      <a:pt x="571" y="18"/>
                    </a:lnTo>
                    <a:lnTo>
                      <a:pt x="560" y="17"/>
                    </a:lnTo>
                    <a:lnTo>
                      <a:pt x="548" y="16"/>
                    </a:lnTo>
                    <a:lnTo>
                      <a:pt x="535" y="14"/>
                    </a:lnTo>
                    <a:lnTo>
                      <a:pt x="523" y="13"/>
                    </a:lnTo>
                    <a:lnTo>
                      <a:pt x="510" y="12"/>
                    </a:lnTo>
                    <a:lnTo>
                      <a:pt x="498" y="10"/>
                    </a:lnTo>
                    <a:lnTo>
                      <a:pt x="486" y="9"/>
                    </a:lnTo>
                    <a:lnTo>
                      <a:pt x="474" y="9"/>
                    </a:lnTo>
                    <a:lnTo>
                      <a:pt x="462" y="8"/>
                    </a:lnTo>
                    <a:lnTo>
                      <a:pt x="449" y="7"/>
                    </a:lnTo>
                    <a:lnTo>
                      <a:pt x="437" y="6"/>
                    </a:lnTo>
                    <a:lnTo>
                      <a:pt x="425" y="6"/>
                    </a:lnTo>
                    <a:lnTo>
                      <a:pt x="413" y="5"/>
                    </a:lnTo>
                    <a:lnTo>
                      <a:pt x="401" y="4"/>
                    </a:lnTo>
                    <a:lnTo>
                      <a:pt x="388" y="4"/>
                    </a:lnTo>
                    <a:lnTo>
                      <a:pt x="377" y="4"/>
                    </a:lnTo>
                    <a:lnTo>
                      <a:pt x="364" y="4"/>
                    </a:lnTo>
                    <a:lnTo>
                      <a:pt x="352" y="4"/>
                    </a:lnTo>
                    <a:lnTo>
                      <a:pt x="339" y="4"/>
                    </a:lnTo>
                    <a:lnTo>
                      <a:pt x="328" y="4"/>
                    </a:lnTo>
                    <a:lnTo>
                      <a:pt x="316" y="4"/>
                    </a:lnTo>
                    <a:lnTo>
                      <a:pt x="304" y="4"/>
                    </a:lnTo>
                    <a:lnTo>
                      <a:pt x="292" y="5"/>
                    </a:lnTo>
                    <a:lnTo>
                      <a:pt x="280" y="5"/>
                    </a:lnTo>
                    <a:lnTo>
                      <a:pt x="268" y="6"/>
                    </a:lnTo>
                    <a:lnTo>
                      <a:pt x="256" y="7"/>
                    </a:lnTo>
                    <a:lnTo>
                      <a:pt x="245" y="8"/>
                    </a:lnTo>
                    <a:lnTo>
                      <a:pt x="232" y="8"/>
                    </a:lnTo>
                    <a:lnTo>
                      <a:pt x="219" y="8"/>
                    </a:lnTo>
                    <a:lnTo>
                      <a:pt x="206" y="9"/>
                    </a:lnTo>
                    <a:lnTo>
                      <a:pt x="193" y="9"/>
                    </a:lnTo>
                    <a:lnTo>
                      <a:pt x="182" y="9"/>
                    </a:lnTo>
                    <a:lnTo>
                      <a:pt x="170" y="8"/>
                    </a:lnTo>
                    <a:lnTo>
                      <a:pt x="159" y="8"/>
                    </a:lnTo>
                    <a:lnTo>
                      <a:pt x="147" y="8"/>
                    </a:lnTo>
                    <a:lnTo>
                      <a:pt x="136" y="7"/>
                    </a:lnTo>
                    <a:lnTo>
                      <a:pt x="125" y="6"/>
                    </a:lnTo>
                    <a:lnTo>
                      <a:pt x="115" y="5"/>
                    </a:lnTo>
                    <a:lnTo>
                      <a:pt x="104" y="4"/>
                    </a:lnTo>
                    <a:lnTo>
                      <a:pt x="94" y="3"/>
                    </a:lnTo>
                    <a:lnTo>
                      <a:pt x="84" y="2"/>
                    </a:lnTo>
                    <a:lnTo>
                      <a:pt x="73" y="1"/>
                    </a:lnTo>
                    <a:lnTo>
                      <a:pt x="63" y="0"/>
                    </a:lnTo>
                    <a:close/>
                  </a:path>
                </a:pathLst>
              </a:custGeom>
              <a:solidFill>
                <a:srgbClr val="5E5B5B"/>
              </a:solidFill>
              <a:ln w="9525">
                <a:noFill/>
                <a:round/>
                <a:headEnd/>
                <a:tailEnd/>
              </a:ln>
            </p:spPr>
            <p:txBody>
              <a:bodyPr/>
              <a:lstStyle/>
              <a:p>
                <a:endParaRPr lang="en-US"/>
              </a:p>
            </p:txBody>
          </p:sp>
          <p:sp>
            <p:nvSpPr>
              <p:cNvPr id="428" name="Freeform 1914"/>
              <p:cNvSpPr>
                <a:spLocks/>
              </p:cNvSpPr>
              <p:nvPr/>
            </p:nvSpPr>
            <p:spPr bwMode="gray">
              <a:xfrm>
                <a:off x="5754842" y="5251803"/>
                <a:ext cx="1548424" cy="322540"/>
              </a:xfrm>
              <a:custGeom>
                <a:avLst/>
                <a:gdLst/>
                <a:ahLst/>
                <a:cxnLst>
                  <a:cxn ang="0">
                    <a:pos x="63" y="13"/>
                  </a:cxn>
                  <a:cxn ang="0">
                    <a:pos x="56" y="26"/>
                  </a:cxn>
                  <a:cxn ang="0">
                    <a:pos x="48" y="39"/>
                  </a:cxn>
                  <a:cxn ang="0">
                    <a:pos x="38" y="52"/>
                  </a:cxn>
                  <a:cxn ang="0">
                    <a:pos x="28" y="64"/>
                  </a:cxn>
                  <a:cxn ang="0">
                    <a:pos x="19" y="76"/>
                  </a:cxn>
                  <a:cxn ang="0">
                    <a:pos x="10" y="88"/>
                  </a:cxn>
                  <a:cxn ang="0">
                    <a:pos x="3" y="98"/>
                  </a:cxn>
                  <a:cxn ang="0">
                    <a:pos x="19" y="105"/>
                  </a:cxn>
                  <a:cxn ang="0">
                    <a:pos x="253" y="116"/>
                  </a:cxn>
                  <a:cxn ang="0">
                    <a:pos x="617" y="128"/>
                  </a:cxn>
                  <a:cxn ang="0">
                    <a:pos x="622" y="104"/>
                  </a:cxn>
                  <a:cxn ang="0">
                    <a:pos x="631" y="73"/>
                  </a:cxn>
                  <a:cxn ang="0">
                    <a:pos x="646" y="42"/>
                  </a:cxn>
                  <a:cxn ang="0">
                    <a:pos x="644" y="28"/>
                  </a:cxn>
                  <a:cxn ang="0">
                    <a:pos x="618" y="24"/>
                  </a:cxn>
                  <a:cxn ang="0">
                    <a:pos x="591" y="20"/>
                  </a:cxn>
                  <a:cxn ang="0">
                    <a:pos x="564" y="16"/>
                  </a:cxn>
                  <a:cxn ang="0">
                    <a:pos x="535" y="13"/>
                  </a:cxn>
                  <a:cxn ang="0">
                    <a:pos x="505" y="10"/>
                  </a:cxn>
                  <a:cxn ang="0">
                    <a:pos x="475" y="8"/>
                  </a:cxn>
                  <a:cxn ang="0">
                    <a:pos x="444" y="6"/>
                  </a:cxn>
                  <a:cxn ang="0">
                    <a:pos x="413" y="3"/>
                  </a:cxn>
                  <a:cxn ang="0">
                    <a:pos x="383" y="2"/>
                  </a:cxn>
                  <a:cxn ang="0">
                    <a:pos x="352" y="1"/>
                  </a:cxn>
                  <a:cxn ang="0">
                    <a:pos x="322" y="1"/>
                  </a:cxn>
                  <a:cxn ang="0">
                    <a:pos x="293" y="0"/>
                  </a:cxn>
                  <a:cxn ang="0">
                    <a:pos x="264" y="0"/>
                  </a:cxn>
                  <a:cxn ang="0">
                    <a:pos x="238" y="1"/>
                  </a:cxn>
                  <a:cxn ang="0">
                    <a:pos x="212" y="1"/>
                  </a:cxn>
                  <a:cxn ang="0">
                    <a:pos x="186" y="2"/>
                  </a:cxn>
                  <a:cxn ang="0">
                    <a:pos x="163" y="3"/>
                  </a:cxn>
                  <a:cxn ang="0">
                    <a:pos x="141" y="3"/>
                  </a:cxn>
                  <a:cxn ang="0">
                    <a:pos x="123" y="2"/>
                  </a:cxn>
                  <a:cxn ang="0">
                    <a:pos x="108" y="2"/>
                  </a:cxn>
                  <a:cxn ang="0">
                    <a:pos x="94" y="2"/>
                  </a:cxn>
                  <a:cxn ang="0">
                    <a:pos x="82" y="3"/>
                  </a:cxn>
                  <a:cxn ang="0">
                    <a:pos x="71" y="5"/>
                  </a:cxn>
                </a:cxnLst>
                <a:rect l="0" t="0" r="r" b="b"/>
                <a:pathLst>
                  <a:path w="655" h="134">
                    <a:moveTo>
                      <a:pt x="65" y="7"/>
                    </a:moveTo>
                    <a:lnTo>
                      <a:pt x="63" y="13"/>
                    </a:lnTo>
                    <a:lnTo>
                      <a:pt x="59" y="19"/>
                    </a:lnTo>
                    <a:lnTo>
                      <a:pt x="56" y="26"/>
                    </a:lnTo>
                    <a:lnTo>
                      <a:pt x="51" y="32"/>
                    </a:lnTo>
                    <a:lnTo>
                      <a:pt x="48" y="39"/>
                    </a:lnTo>
                    <a:lnTo>
                      <a:pt x="42" y="45"/>
                    </a:lnTo>
                    <a:lnTo>
                      <a:pt x="38" y="52"/>
                    </a:lnTo>
                    <a:lnTo>
                      <a:pt x="33" y="58"/>
                    </a:lnTo>
                    <a:lnTo>
                      <a:pt x="28" y="64"/>
                    </a:lnTo>
                    <a:lnTo>
                      <a:pt x="24" y="70"/>
                    </a:lnTo>
                    <a:lnTo>
                      <a:pt x="19" y="76"/>
                    </a:lnTo>
                    <a:lnTo>
                      <a:pt x="15" y="82"/>
                    </a:lnTo>
                    <a:lnTo>
                      <a:pt x="10" y="88"/>
                    </a:lnTo>
                    <a:lnTo>
                      <a:pt x="6" y="93"/>
                    </a:lnTo>
                    <a:lnTo>
                      <a:pt x="3" y="98"/>
                    </a:lnTo>
                    <a:lnTo>
                      <a:pt x="0" y="105"/>
                    </a:lnTo>
                    <a:lnTo>
                      <a:pt x="19" y="105"/>
                    </a:lnTo>
                    <a:lnTo>
                      <a:pt x="104" y="108"/>
                    </a:lnTo>
                    <a:lnTo>
                      <a:pt x="253" y="116"/>
                    </a:lnTo>
                    <a:lnTo>
                      <a:pt x="615" y="134"/>
                    </a:lnTo>
                    <a:lnTo>
                      <a:pt x="617" y="128"/>
                    </a:lnTo>
                    <a:lnTo>
                      <a:pt x="619" y="117"/>
                    </a:lnTo>
                    <a:lnTo>
                      <a:pt x="622" y="104"/>
                    </a:lnTo>
                    <a:lnTo>
                      <a:pt x="626" y="89"/>
                    </a:lnTo>
                    <a:lnTo>
                      <a:pt x="631" y="73"/>
                    </a:lnTo>
                    <a:lnTo>
                      <a:pt x="638" y="57"/>
                    </a:lnTo>
                    <a:lnTo>
                      <a:pt x="646" y="42"/>
                    </a:lnTo>
                    <a:lnTo>
                      <a:pt x="655" y="30"/>
                    </a:lnTo>
                    <a:lnTo>
                      <a:pt x="644" y="28"/>
                    </a:lnTo>
                    <a:lnTo>
                      <a:pt x="631" y="25"/>
                    </a:lnTo>
                    <a:lnTo>
                      <a:pt x="618" y="24"/>
                    </a:lnTo>
                    <a:lnTo>
                      <a:pt x="605" y="22"/>
                    </a:lnTo>
                    <a:lnTo>
                      <a:pt x="591" y="20"/>
                    </a:lnTo>
                    <a:lnTo>
                      <a:pt x="578" y="18"/>
                    </a:lnTo>
                    <a:lnTo>
                      <a:pt x="564" y="16"/>
                    </a:lnTo>
                    <a:lnTo>
                      <a:pt x="550" y="15"/>
                    </a:lnTo>
                    <a:lnTo>
                      <a:pt x="535" y="13"/>
                    </a:lnTo>
                    <a:lnTo>
                      <a:pt x="520" y="12"/>
                    </a:lnTo>
                    <a:lnTo>
                      <a:pt x="505" y="10"/>
                    </a:lnTo>
                    <a:lnTo>
                      <a:pt x="490" y="9"/>
                    </a:lnTo>
                    <a:lnTo>
                      <a:pt x="475" y="8"/>
                    </a:lnTo>
                    <a:lnTo>
                      <a:pt x="459" y="7"/>
                    </a:lnTo>
                    <a:lnTo>
                      <a:pt x="444" y="6"/>
                    </a:lnTo>
                    <a:lnTo>
                      <a:pt x="429" y="5"/>
                    </a:lnTo>
                    <a:lnTo>
                      <a:pt x="413" y="3"/>
                    </a:lnTo>
                    <a:lnTo>
                      <a:pt x="398" y="2"/>
                    </a:lnTo>
                    <a:lnTo>
                      <a:pt x="383" y="2"/>
                    </a:lnTo>
                    <a:lnTo>
                      <a:pt x="368" y="1"/>
                    </a:lnTo>
                    <a:lnTo>
                      <a:pt x="352" y="1"/>
                    </a:lnTo>
                    <a:lnTo>
                      <a:pt x="337" y="1"/>
                    </a:lnTo>
                    <a:lnTo>
                      <a:pt x="322" y="1"/>
                    </a:lnTo>
                    <a:lnTo>
                      <a:pt x="307" y="0"/>
                    </a:lnTo>
                    <a:lnTo>
                      <a:pt x="293" y="0"/>
                    </a:lnTo>
                    <a:lnTo>
                      <a:pt x="279" y="0"/>
                    </a:lnTo>
                    <a:lnTo>
                      <a:pt x="264" y="0"/>
                    </a:lnTo>
                    <a:lnTo>
                      <a:pt x="251" y="1"/>
                    </a:lnTo>
                    <a:lnTo>
                      <a:pt x="238" y="1"/>
                    </a:lnTo>
                    <a:lnTo>
                      <a:pt x="224" y="1"/>
                    </a:lnTo>
                    <a:lnTo>
                      <a:pt x="212" y="1"/>
                    </a:lnTo>
                    <a:lnTo>
                      <a:pt x="199" y="2"/>
                    </a:lnTo>
                    <a:lnTo>
                      <a:pt x="186" y="2"/>
                    </a:lnTo>
                    <a:lnTo>
                      <a:pt x="174" y="3"/>
                    </a:lnTo>
                    <a:lnTo>
                      <a:pt x="163" y="3"/>
                    </a:lnTo>
                    <a:lnTo>
                      <a:pt x="152" y="3"/>
                    </a:lnTo>
                    <a:lnTo>
                      <a:pt x="141" y="3"/>
                    </a:lnTo>
                    <a:lnTo>
                      <a:pt x="132" y="2"/>
                    </a:lnTo>
                    <a:lnTo>
                      <a:pt x="123" y="2"/>
                    </a:lnTo>
                    <a:lnTo>
                      <a:pt x="115" y="2"/>
                    </a:lnTo>
                    <a:lnTo>
                      <a:pt x="108" y="2"/>
                    </a:lnTo>
                    <a:lnTo>
                      <a:pt x="101" y="2"/>
                    </a:lnTo>
                    <a:lnTo>
                      <a:pt x="94" y="2"/>
                    </a:lnTo>
                    <a:lnTo>
                      <a:pt x="88" y="2"/>
                    </a:lnTo>
                    <a:lnTo>
                      <a:pt x="82" y="3"/>
                    </a:lnTo>
                    <a:lnTo>
                      <a:pt x="76" y="4"/>
                    </a:lnTo>
                    <a:lnTo>
                      <a:pt x="71" y="5"/>
                    </a:lnTo>
                    <a:lnTo>
                      <a:pt x="65" y="7"/>
                    </a:lnTo>
                    <a:close/>
                  </a:path>
                </a:pathLst>
              </a:custGeom>
              <a:gradFill rotWithShape="1">
                <a:gsLst>
                  <a:gs pos="0">
                    <a:srgbClr val="777777"/>
                  </a:gs>
                  <a:gs pos="50000">
                    <a:srgbClr val="777777">
                      <a:gamma/>
                      <a:shade val="46275"/>
                      <a:invGamma/>
                    </a:srgbClr>
                  </a:gs>
                  <a:gs pos="100000">
                    <a:srgbClr val="777777"/>
                  </a:gs>
                </a:gsLst>
                <a:lin ang="18900000" scaled="1"/>
              </a:gradFill>
              <a:ln w="6350" cap="flat" cmpd="sng">
                <a:solidFill>
                  <a:srgbClr val="808080"/>
                </a:solidFill>
                <a:prstDash val="solid"/>
                <a:round/>
                <a:headEnd type="none" w="med" len="med"/>
                <a:tailEnd type="none" w="med" len="med"/>
              </a:ln>
              <a:effectLst/>
            </p:spPr>
            <p:txBody>
              <a:bodyPr/>
              <a:lstStyle/>
              <a:p>
                <a:endParaRPr lang="en-US"/>
              </a:p>
            </p:txBody>
          </p:sp>
          <p:sp>
            <p:nvSpPr>
              <p:cNvPr id="429" name="Freeform 1915"/>
              <p:cNvSpPr>
                <a:spLocks/>
              </p:cNvSpPr>
              <p:nvPr/>
            </p:nvSpPr>
            <p:spPr bwMode="gray">
              <a:xfrm>
                <a:off x="6932333" y="5394452"/>
                <a:ext cx="274947" cy="147568"/>
              </a:xfrm>
              <a:custGeom>
                <a:avLst/>
                <a:gdLst/>
                <a:ahLst/>
                <a:cxnLst>
                  <a:cxn ang="0">
                    <a:pos x="22" y="0"/>
                  </a:cxn>
                  <a:cxn ang="0">
                    <a:pos x="117" y="2"/>
                  </a:cxn>
                  <a:cxn ang="0">
                    <a:pos x="99" y="63"/>
                  </a:cxn>
                  <a:cxn ang="0">
                    <a:pos x="0" y="57"/>
                  </a:cxn>
                  <a:cxn ang="0">
                    <a:pos x="22" y="0"/>
                  </a:cxn>
                </a:cxnLst>
                <a:rect l="0" t="0" r="r" b="b"/>
                <a:pathLst>
                  <a:path w="117" h="63">
                    <a:moveTo>
                      <a:pt x="22" y="0"/>
                    </a:moveTo>
                    <a:lnTo>
                      <a:pt x="117" y="2"/>
                    </a:lnTo>
                    <a:lnTo>
                      <a:pt x="99" y="63"/>
                    </a:lnTo>
                    <a:lnTo>
                      <a:pt x="0" y="57"/>
                    </a:lnTo>
                    <a:lnTo>
                      <a:pt x="22" y="0"/>
                    </a:lnTo>
                    <a:close/>
                  </a:path>
                </a:pathLst>
              </a:custGeom>
              <a:noFill/>
              <a:ln w="3175" cap="rnd" cmpd="sng">
                <a:solidFill>
                  <a:schemeClr val="bg2"/>
                </a:solidFill>
                <a:prstDash val="sysDot"/>
                <a:round/>
                <a:headEnd/>
                <a:tailEnd/>
              </a:ln>
            </p:spPr>
            <p:txBody>
              <a:bodyPr/>
              <a:lstStyle/>
              <a:p>
                <a:endParaRPr lang="en-US"/>
              </a:p>
            </p:txBody>
          </p:sp>
          <p:sp>
            <p:nvSpPr>
              <p:cNvPr id="430" name="Freeform 1916"/>
              <p:cNvSpPr>
                <a:spLocks/>
              </p:cNvSpPr>
              <p:nvPr/>
            </p:nvSpPr>
            <p:spPr bwMode="gray">
              <a:xfrm>
                <a:off x="6763568" y="5366695"/>
                <a:ext cx="189158" cy="72730"/>
              </a:xfrm>
              <a:custGeom>
                <a:avLst/>
                <a:gdLst/>
                <a:ahLst/>
                <a:cxnLst>
                  <a:cxn ang="0">
                    <a:pos x="11" y="0"/>
                  </a:cxn>
                  <a:cxn ang="0">
                    <a:pos x="80" y="3"/>
                  </a:cxn>
                  <a:cxn ang="0">
                    <a:pos x="68" y="32"/>
                  </a:cxn>
                  <a:cxn ang="0">
                    <a:pos x="0" y="28"/>
                  </a:cxn>
                  <a:cxn ang="0">
                    <a:pos x="11" y="0"/>
                  </a:cxn>
                </a:cxnLst>
                <a:rect l="0" t="0" r="r" b="b"/>
                <a:pathLst>
                  <a:path w="80" h="32">
                    <a:moveTo>
                      <a:pt x="11" y="0"/>
                    </a:moveTo>
                    <a:lnTo>
                      <a:pt x="80" y="3"/>
                    </a:lnTo>
                    <a:lnTo>
                      <a:pt x="68" y="32"/>
                    </a:lnTo>
                    <a:lnTo>
                      <a:pt x="0" y="28"/>
                    </a:lnTo>
                    <a:lnTo>
                      <a:pt x="11" y="0"/>
                    </a:lnTo>
                    <a:close/>
                  </a:path>
                </a:pathLst>
              </a:custGeom>
              <a:noFill/>
              <a:ln w="3175" cap="rnd" cmpd="sng">
                <a:solidFill>
                  <a:schemeClr val="bg2"/>
                </a:solidFill>
                <a:prstDash val="sysDot"/>
                <a:round/>
                <a:headEnd/>
                <a:tailEnd/>
              </a:ln>
            </p:spPr>
            <p:txBody>
              <a:bodyPr/>
              <a:lstStyle/>
              <a:p>
                <a:endParaRPr lang="en-US"/>
              </a:p>
            </p:txBody>
          </p:sp>
          <p:sp>
            <p:nvSpPr>
              <p:cNvPr id="431" name="Freeform 1917"/>
              <p:cNvSpPr>
                <a:spLocks/>
              </p:cNvSpPr>
              <p:nvPr/>
            </p:nvSpPr>
            <p:spPr bwMode="gray">
              <a:xfrm>
                <a:off x="6720673" y="5474560"/>
                <a:ext cx="184236" cy="54811"/>
              </a:xfrm>
              <a:custGeom>
                <a:avLst/>
                <a:gdLst/>
                <a:ahLst/>
                <a:cxnLst>
                  <a:cxn ang="0">
                    <a:pos x="33" y="0"/>
                  </a:cxn>
                  <a:cxn ang="0">
                    <a:pos x="56" y="2"/>
                  </a:cxn>
                  <a:cxn ang="0">
                    <a:pos x="54" y="7"/>
                  </a:cxn>
                  <a:cxn ang="0">
                    <a:pos x="77" y="10"/>
                  </a:cxn>
                  <a:cxn ang="0">
                    <a:pos x="73" y="23"/>
                  </a:cxn>
                  <a:cxn ang="0">
                    <a:pos x="0" y="18"/>
                  </a:cxn>
                  <a:cxn ang="0">
                    <a:pos x="5" y="7"/>
                  </a:cxn>
                  <a:cxn ang="0">
                    <a:pos x="29" y="8"/>
                  </a:cxn>
                  <a:cxn ang="0">
                    <a:pos x="33" y="0"/>
                  </a:cxn>
                </a:cxnLst>
                <a:rect l="0" t="0" r="r" b="b"/>
                <a:pathLst>
                  <a:path w="77" h="23">
                    <a:moveTo>
                      <a:pt x="33" y="0"/>
                    </a:moveTo>
                    <a:lnTo>
                      <a:pt x="56" y="2"/>
                    </a:lnTo>
                    <a:lnTo>
                      <a:pt x="54" y="7"/>
                    </a:lnTo>
                    <a:lnTo>
                      <a:pt x="77" y="10"/>
                    </a:lnTo>
                    <a:lnTo>
                      <a:pt x="73" y="23"/>
                    </a:lnTo>
                    <a:lnTo>
                      <a:pt x="0" y="18"/>
                    </a:lnTo>
                    <a:lnTo>
                      <a:pt x="5" y="7"/>
                    </a:lnTo>
                    <a:lnTo>
                      <a:pt x="29" y="8"/>
                    </a:lnTo>
                    <a:lnTo>
                      <a:pt x="33" y="0"/>
                    </a:lnTo>
                    <a:close/>
                  </a:path>
                </a:pathLst>
              </a:custGeom>
              <a:noFill/>
              <a:ln w="3175" cap="rnd" cmpd="sng">
                <a:solidFill>
                  <a:schemeClr val="bg2"/>
                </a:solidFill>
                <a:prstDash val="sysDot"/>
                <a:round/>
                <a:headEnd/>
                <a:tailEnd/>
              </a:ln>
            </p:spPr>
            <p:txBody>
              <a:bodyPr/>
              <a:lstStyle/>
              <a:p>
                <a:endParaRPr lang="en-US"/>
              </a:p>
            </p:txBody>
          </p:sp>
          <p:sp>
            <p:nvSpPr>
              <p:cNvPr id="432" name="Freeform 1918"/>
              <p:cNvSpPr>
                <a:spLocks/>
              </p:cNvSpPr>
              <p:nvPr/>
            </p:nvSpPr>
            <p:spPr bwMode="gray">
              <a:xfrm>
                <a:off x="6523780" y="5346668"/>
                <a:ext cx="237327" cy="32676"/>
              </a:xfrm>
              <a:custGeom>
                <a:avLst/>
                <a:gdLst/>
                <a:ahLst/>
                <a:cxnLst>
                  <a:cxn ang="0">
                    <a:pos x="2" y="0"/>
                  </a:cxn>
                  <a:cxn ang="0">
                    <a:pos x="101" y="5"/>
                  </a:cxn>
                  <a:cxn ang="0">
                    <a:pos x="98" y="14"/>
                  </a:cxn>
                  <a:cxn ang="0">
                    <a:pos x="0" y="9"/>
                  </a:cxn>
                  <a:cxn ang="0">
                    <a:pos x="2" y="0"/>
                  </a:cxn>
                </a:cxnLst>
                <a:rect l="0" t="0" r="r" b="b"/>
                <a:pathLst>
                  <a:path w="101" h="14">
                    <a:moveTo>
                      <a:pt x="2" y="0"/>
                    </a:moveTo>
                    <a:lnTo>
                      <a:pt x="101" y="5"/>
                    </a:lnTo>
                    <a:lnTo>
                      <a:pt x="98" y="14"/>
                    </a:lnTo>
                    <a:lnTo>
                      <a:pt x="0" y="9"/>
                    </a:lnTo>
                    <a:lnTo>
                      <a:pt x="2" y="0"/>
                    </a:lnTo>
                    <a:close/>
                  </a:path>
                </a:pathLst>
              </a:custGeom>
              <a:noFill/>
              <a:ln w="3175" cap="rnd" cmpd="sng">
                <a:solidFill>
                  <a:schemeClr val="bg2"/>
                </a:solidFill>
                <a:prstDash val="sysDot"/>
                <a:round/>
                <a:headEnd/>
                <a:tailEnd/>
              </a:ln>
            </p:spPr>
            <p:txBody>
              <a:bodyPr/>
              <a:lstStyle/>
              <a:p>
                <a:endParaRPr lang="en-US"/>
              </a:p>
            </p:txBody>
          </p:sp>
          <p:sp>
            <p:nvSpPr>
              <p:cNvPr id="433" name="Freeform 1919"/>
              <p:cNvSpPr>
                <a:spLocks/>
              </p:cNvSpPr>
              <p:nvPr/>
            </p:nvSpPr>
            <p:spPr bwMode="gray">
              <a:xfrm>
                <a:off x="6261490" y="5331911"/>
                <a:ext cx="247171" cy="34784"/>
              </a:xfrm>
              <a:custGeom>
                <a:avLst/>
                <a:gdLst/>
                <a:ahLst/>
                <a:cxnLst>
                  <a:cxn ang="0">
                    <a:pos x="6" y="0"/>
                  </a:cxn>
                  <a:cxn ang="0">
                    <a:pos x="104" y="4"/>
                  </a:cxn>
                  <a:cxn ang="0">
                    <a:pos x="102" y="14"/>
                  </a:cxn>
                  <a:cxn ang="0">
                    <a:pos x="0" y="8"/>
                  </a:cxn>
                  <a:cxn ang="0">
                    <a:pos x="6" y="0"/>
                  </a:cxn>
                </a:cxnLst>
                <a:rect l="0" t="0" r="r" b="b"/>
                <a:pathLst>
                  <a:path w="104" h="14">
                    <a:moveTo>
                      <a:pt x="6" y="0"/>
                    </a:moveTo>
                    <a:lnTo>
                      <a:pt x="104" y="4"/>
                    </a:lnTo>
                    <a:lnTo>
                      <a:pt x="102" y="14"/>
                    </a:lnTo>
                    <a:lnTo>
                      <a:pt x="0" y="8"/>
                    </a:lnTo>
                    <a:lnTo>
                      <a:pt x="6" y="0"/>
                    </a:lnTo>
                    <a:close/>
                  </a:path>
                </a:pathLst>
              </a:custGeom>
              <a:noFill/>
              <a:ln w="3175" cap="rnd" cmpd="sng">
                <a:solidFill>
                  <a:schemeClr val="bg2"/>
                </a:solidFill>
                <a:prstDash val="sysDot"/>
                <a:round/>
                <a:headEnd/>
                <a:tailEnd/>
              </a:ln>
            </p:spPr>
            <p:txBody>
              <a:bodyPr/>
              <a:lstStyle/>
              <a:p>
                <a:endParaRPr lang="en-US"/>
              </a:p>
            </p:txBody>
          </p:sp>
          <p:sp>
            <p:nvSpPr>
              <p:cNvPr id="434" name="Freeform 1920"/>
              <p:cNvSpPr>
                <a:spLocks/>
              </p:cNvSpPr>
              <p:nvPr/>
            </p:nvSpPr>
            <p:spPr bwMode="gray">
              <a:xfrm>
                <a:off x="6002013" y="5321722"/>
                <a:ext cx="252094" cy="30216"/>
              </a:xfrm>
              <a:custGeom>
                <a:avLst/>
                <a:gdLst/>
                <a:ahLst/>
                <a:cxnLst>
                  <a:cxn ang="0">
                    <a:pos x="6" y="0"/>
                  </a:cxn>
                  <a:cxn ang="0">
                    <a:pos x="106" y="3"/>
                  </a:cxn>
                  <a:cxn ang="0">
                    <a:pos x="100" y="13"/>
                  </a:cxn>
                  <a:cxn ang="0">
                    <a:pos x="0" y="7"/>
                  </a:cxn>
                  <a:cxn ang="0">
                    <a:pos x="6" y="0"/>
                  </a:cxn>
                </a:cxnLst>
                <a:rect l="0" t="0" r="r" b="b"/>
                <a:pathLst>
                  <a:path w="106" h="13">
                    <a:moveTo>
                      <a:pt x="6" y="0"/>
                    </a:moveTo>
                    <a:lnTo>
                      <a:pt x="106" y="3"/>
                    </a:lnTo>
                    <a:lnTo>
                      <a:pt x="100" y="13"/>
                    </a:lnTo>
                    <a:lnTo>
                      <a:pt x="0" y="7"/>
                    </a:lnTo>
                    <a:lnTo>
                      <a:pt x="6" y="0"/>
                    </a:lnTo>
                    <a:close/>
                  </a:path>
                </a:pathLst>
              </a:custGeom>
              <a:noFill/>
              <a:ln w="3175" cap="rnd" cmpd="sng">
                <a:solidFill>
                  <a:schemeClr val="bg2"/>
                </a:solidFill>
                <a:prstDash val="sysDot"/>
                <a:round/>
                <a:headEnd/>
                <a:tailEnd/>
              </a:ln>
            </p:spPr>
            <p:txBody>
              <a:bodyPr/>
              <a:lstStyle/>
              <a:p>
                <a:endParaRPr lang="en-US"/>
              </a:p>
            </p:txBody>
          </p:sp>
          <p:sp>
            <p:nvSpPr>
              <p:cNvPr id="435" name="Freeform 1921"/>
              <p:cNvSpPr>
                <a:spLocks/>
              </p:cNvSpPr>
              <p:nvPr/>
            </p:nvSpPr>
            <p:spPr bwMode="gray">
              <a:xfrm>
                <a:off x="5906028" y="5314344"/>
                <a:ext cx="73132" cy="24946"/>
              </a:xfrm>
              <a:custGeom>
                <a:avLst/>
                <a:gdLst/>
                <a:ahLst/>
                <a:cxnLst>
                  <a:cxn ang="0">
                    <a:pos x="7" y="0"/>
                  </a:cxn>
                  <a:cxn ang="0">
                    <a:pos x="31" y="1"/>
                  </a:cxn>
                  <a:cxn ang="0">
                    <a:pos x="23" y="11"/>
                  </a:cxn>
                  <a:cxn ang="0">
                    <a:pos x="0" y="11"/>
                  </a:cxn>
                  <a:cxn ang="0">
                    <a:pos x="7" y="0"/>
                  </a:cxn>
                </a:cxnLst>
                <a:rect l="0" t="0" r="r" b="b"/>
                <a:pathLst>
                  <a:path w="31" h="11">
                    <a:moveTo>
                      <a:pt x="7" y="0"/>
                    </a:moveTo>
                    <a:lnTo>
                      <a:pt x="31" y="1"/>
                    </a:lnTo>
                    <a:lnTo>
                      <a:pt x="23" y="11"/>
                    </a:lnTo>
                    <a:lnTo>
                      <a:pt x="0" y="11"/>
                    </a:lnTo>
                    <a:lnTo>
                      <a:pt x="7" y="0"/>
                    </a:lnTo>
                    <a:close/>
                  </a:path>
                </a:pathLst>
              </a:custGeom>
              <a:noFill/>
              <a:ln w="3175" cap="rnd" cmpd="sng">
                <a:solidFill>
                  <a:schemeClr val="bg2"/>
                </a:solidFill>
                <a:prstDash val="sysDot"/>
                <a:round/>
                <a:headEnd/>
                <a:tailEnd/>
              </a:ln>
            </p:spPr>
            <p:txBody>
              <a:bodyPr/>
              <a:lstStyle/>
              <a:p>
                <a:endParaRPr lang="en-US"/>
              </a:p>
            </p:txBody>
          </p:sp>
          <p:sp>
            <p:nvSpPr>
              <p:cNvPr id="436" name="Freeform 1922"/>
              <p:cNvSpPr>
                <a:spLocks/>
              </p:cNvSpPr>
              <p:nvPr/>
            </p:nvSpPr>
            <p:spPr bwMode="gray">
              <a:xfrm>
                <a:off x="5802659" y="5339289"/>
                <a:ext cx="953174" cy="180243"/>
              </a:xfrm>
              <a:custGeom>
                <a:avLst/>
                <a:gdLst/>
                <a:ahLst/>
                <a:cxnLst>
                  <a:cxn ang="0">
                    <a:pos x="39" y="0"/>
                  </a:cxn>
                  <a:cxn ang="0">
                    <a:pos x="0" y="54"/>
                  </a:cxn>
                  <a:cxn ang="0">
                    <a:pos x="6" y="58"/>
                  </a:cxn>
                  <a:cxn ang="0">
                    <a:pos x="380" y="77"/>
                  </a:cxn>
                  <a:cxn ang="0">
                    <a:pos x="383" y="74"/>
                  </a:cxn>
                  <a:cxn ang="0">
                    <a:pos x="403" y="20"/>
                  </a:cxn>
                  <a:cxn ang="0">
                    <a:pos x="39" y="0"/>
                  </a:cxn>
                </a:cxnLst>
                <a:rect l="0" t="0" r="r" b="b"/>
                <a:pathLst>
                  <a:path w="403" h="77">
                    <a:moveTo>
                      <a:pt x="39" y="0"/>
                    </a:moveTo>
                    <a:lnTo>
                      <a:pt x="0" y="54"/>
                    </a:lnTo>
                    <a:lnTo>
                      <a:pt x="6" y="58"/>
                    </a:lnTo>
                    <a:lnTo>
                      <a:pt x="380" y="77"/>
                    </a:lnTo>
                    <a:lnTo>
                      <a:pt x="383" y="74"/>
                    </a:lnTo>
                    <a:lnTo>
                      <a:pt x="403" y="20"/>
                    </a:lnTo>
                    <a:lnTo>
                      <a:pt x="39" y="0"/>
                    </a:lnTo>
                    <a:close/>
                  </a:path>
                </a:pathLst>
              </a:custGeom>
              <a:noFill/>
              <a:ln w="3175" cmpd="sng">
                <a:solidFill>
                  <a:schemeClr val="bg2"/>
                </a:solidFill>
                <a:round/>
                <a:headEnd/>
                <a:tailEnd/>
              </a:ln>
            </p:spPr>
            <p:txBody>
              <a:bodyPr/>
              <a:lstStyle/>
              <a:p>
                <a:endParaRPr lang="en-US"/>
              </a:p>
            </p:txBody>
          </p:sp>
          <p:sp>
            <p:nvSpPr>
              <p:cNvPr id="437" name="Freeform 1923"/>
              <p:cNvSpPr>
                <a:spLocks/>
              </p:cNvSpPr>
              <p:nvPr/>
            </p:nvSpPr>
            <p:spPr bwMode="gray">
              <a:xfrm>
                <a:off x="6634884" y="5479479"/>
                <a:ext cx="73132" cy="34784"/>
              </a:xfrm>
              <a:custGeom>
                <a:avLst/>
                <a:gdLst/>
                <a:ahLst/>
                <a:cxnLst>
                  <a:cxn ang="0">
                    <a:pos x="8" y="0"/>
                  </a:cxn>
                  <a:cxn ang="0">
                    <a:pos x="3" y="3"/>
                  </a:cxn>
                  <a:cxn ang="0">
                    <a:pos x="0" y="13"/>
                  </a:cxn>
                  <a:cxn ang="0">
                    <a:pos x="30" y="14"/>
                  </a:cxn>
                  <a:cxn ang="0">
                    <a:pos x="28" y="5"/>
                  </a:cxn>
                  <a:cxn ang="0">
                    <a:pos x="6" y="3"/>
                  </a:cxn>
                  <a:cxn ang="0">
                    <a:pos x="8" y="0"/>
                  </a:cxn>
                </a:cxnLst>
                <a:rect l="0" t="0" r="r" b="b"/>
                <a:pathLst>
                  <a:path w="30" h="14">
                    <a:moveTo>
                      <a:pt x="8" y="0"/>
                    </a:moveTo>
                    <a:lnTo>
                      <a:pt x="3" y="3"/>
                    </a:lnTo>
                    <a:lnTo>
                      <a:pt x="0" y="13"/>
                    </a:lnTo>
                    <a:lnTo>
                      <a:pt x="30" y="14"/>
                    </a:lnTo>
                    <a:lnTo>
                      <a:pt x="28" y="5"/>
                    </a:lnTo>
                    <a:lnTo>
                      <a:pt x="6" y="3"/>
                    </a:lnTo>
                    <a:lnTo>
                      <a:pt x="8" y="0"/>
                    </a:lnTo>
                    <a:close/>
                  </a:path>
                </a:pathLst>
              </a:custGeom>
              <a:noFill/>
              <a:ln w="3175" cap="rnd" cmpd="sng">
                <a:solidFill>
                  <a:schemeClr val="bg2"/>
                </a:solidFill>
                <a:prstDash val="sysDot"/>
                <a:round/>
                <a:headEnd/>
                <a:tailEnd/>
              </a:ln>
            </p:spPr>
            <p:txBody>
              <a:bodyPr/>
              <a:lstStyle/>
              <a:p>
                <a:endParaRPr lang="en-US"/>
              </a:p>
            </p:txBody>
          </p:sp>
          <p:sp>
            <p:nvSpPr>
              <p:cNvPr id="438" name="Freeform 1924"/>
              <p:cNvSpPr>
                <a:spLocks/>
              </p:cNvSpPr>
              <p:nvPr/>
            </p:nvSpPr>
            <p:spPr bwMode="gray">
              <a:xfrm>
                <a:off x="5959118" y="5446803"/>
                <a:ext cx="73132" cy="27757"/>
              </a:xfrm>
              <a:custGeom>
                <a:avLst/>
                <a:gdLst/>
                <a:ahLst/>
                <a:cxnLst>
                  <a:cxn ang="0">
                    <a:pos x="12" y="0"/>
                  </a:cxn>
                  <a:cxn ang="0">
                    <a:pos x="6" y="3"/>
                  </a:cxn>
                  <a:cxn ang="0">
                    <a:pos x="0" y="11"/>
                  </a:cxn>
                  <a:cxn ang="0">
                    <a:pos x="30" y="12"/>
                  </a:cxn>
                  <a:cxn ang="0">
                    <a:pos x="31" y="4"/>
                  </a:cxn>
                  <a:cxn ang="0">
                    <a:pos x="9" y="3"/>
                  </a:cxn>
                  <a:cxn ang="0">
                    <a:pos x="12" y="0"/>
                  </a:cxn>
                </a:cxnLst>
                <a:rect l="0" t="0" r="r" b="b"/>
                <a:pathLst>
                  <a:path w="31" h="12">
                    <a:moveTo>
                      <a:pt x="12" y="0"/>
                    </a:moveTo>
                    <a:lnTo>
                      <a:pt x="6" y="3"/>
                    </a:lnTo>
                    <a:lnTo>
                      <a:pt x="0" y="11"/>
                    </a:lnTo>
                    <a:lnTo>
                      <a:pt x="30" y="12"/>
                    </a:lnTo>
                    <a:lnTo>
                      <a:pt x="31" y="4"/>
                    </a:lnTo>
                    <a:lnTo>
                      <a:pt x="9" y="3"/>
                    </a:lnTo>
                    <a:lnTo>
                      <a:pt x="12" y="0"/>
                    </a:lnTo>
                    <a:close/>
                  </a:path>
                </a:pathLst>
              </a:custGeom>
              <a:noFill/>
              <a:ln w="3175" cap="rnd" cmpd="sng">
                <a:solidFill>
                  <a:schemeClr val="bg2"/>
                </a:solidFill>
                <a:prstDash val="sysDot"/>
                <a:round/>
                <a:headEnd/>
                <a:tailEnd/>
              </a:ln>
            </p:spPr>
            <p:txBody>
              <a:bodyPr/>
              <a:lstStyle/>
              <a:p>
                <a:endParaRPr lang="en-US"/>
              </a:p>
            </p:txBody>
          </p:sp>
          <p:sp>
            <p:nvSpPr>
              <p:cNvPr id="439" name="Freeform 1925"/>
              <p:cNvSpPr>
                <a:spLocks/>
              </p:cNvSpPr>
              <p:nvPr/>
            </p:nvSpPr>
            <p:spPr bwMode="gray">
              <a:xfrm>
                <a:off x="6564213" y="5474560"/>
                <a:ext cx="70671" cy="32324"/>
              </a:xfrm>
              <a:custGeom>
                <a:avLst/>
                <a:gdLst/>
                <a:ahLst/>
                <a:cxnLst>
                  <a:cxn ang="0">
                    <a:pos x="6" y="0"/>
                  </a:cxn>
                  <a:cxn ang="0">
                    <a:pos x="4" y="4"/>
                  </a:cxn>
                  <a:cxn ang="0">
                    <a:pos x="0" y="13"/>
                  </a:cxn>
                  <a:cxn ang="0">
                    <a:pos x="30" y="14"/>
                  </a:cxn>
                  <a:cxn ang="0">
                    <a:pos x="27" y="5"/>
                  </a:cxn>
                  <a:cxn ang="0">
                    <a:pos x="5" y="3"/>
                  </a:cxn>
                  <a:cxn ang="0">
                    <a:pos x="6" y="0"/>
                  </a:cxn>
                </a:cxnLst>
                <a:rect l="0" t="0" r="r" b="b"/>
                <a:pathLst>
                  <a:path w="30" h="14">
                    <a:moveTo>
                      <a:pt x="6" y="0"/>
                    </a:moveTo>
                    <a:lnTo>
                      <a:pt x="4" y="4"/>
                    </a:lnTo>
                    <a:lnTo>
                      <a:pt x="0" y="13"/>
                    </a:lnTo>
                    <a:lnTo>
                      <a:pt x="30" y="14"/>
                    </a:lnTo>
                    <a:lnTo>
                      <a:pt x="27" y="5"/>
                    </a:lnTo>
                    <a:lnTo>
                      <a:pt x="5" y="3"/>
                    </a:lnTo>
                    <a:lnTo>
                      <a:pt x="6" y="0"/>
                    </a:lnTo>
                    <a:close/>
                  </a:path>
                </a:pathLst>
              </a:custGeom>
              <a:noFill/>
              <a:ln w="3175" cap="rnd" cmpd="sng">
                <a:solidFill>
                  <a:schemeClr val="bg2"/>
                </a:solidFill>
                <a:prstDash val="sysDot"/>
                <a:round/>
                <a:headEnd/>
                <a:tailEnd/>
              </a:ln>
            </p:spPr>
            <p:txBody>
              <a:bodyPr/>
              <a:lstStyle/>
              <a:p>
                <a:endParaRPr lang="en-US"/>
              </a:p>
            </p:txBody>
          </p:sp>
          <p:sp>
            <p:nvSpPr>
              <p:cNvPr id="440" name="Freeform 1926"/>
              <p:cNvSpPr>
                <a:spLocks/>
              </p:cNvSpPr>
              <p:nvPr/>
            </p:nvSpPr>
            <p:spPr bwMode="gray">
              <a:xfrm>
                <a:off x="5888448" y="5439425"/>
                <a:ext cx="70671" cy="32324"/>
              </a:xfrm>
              <a:custGeom>
                <a:avLst/>
                <a:gdLst/>
                <a:ahLst/>
                <a:cxnLst>
                  <a:cxn ang="0">
                    <a:pos x="8" y="0"/>
                  </a:cxn>
                  <a:cxn ang="0">
                    <a:pos x="3" y="3"/>
                  </a:cxn>
                  <a:cxn ang="0">
                    <a:pos x="0" y="13"/>
                  </a:cxn>
                  <a:cxn ang="0">
                    <a:pos x="29" y="14"/>
                  </a:cxn>
                  <a:cxn ang="0">
                    <a:pos x="28" y="5"/>
                  </a:cxn>
                  <a:cxn ang="0">
                    <a:pos x="7" y="3"/>
                  </a:cxn>
                  <a:cxn ang="0">
                    <a:pos x="8" y="0"/>
                  </a:cxn>
                </a:cxnLst>
                <a:rect l="0" t="0" r="r" b="b"/>
                <a:pathLst>
                  <a:path w="29" h="14">
                    <a:moveTo>
                      <a:pt x="8" y="0"/>
                    </a:moveTo>
                    <a:lnTo>
                      <a:pt x="3" y="3"/>
                    </a:lnTo>
                    <a:lnTo>
                      <a:pt x="0" y="13"/>
                    </a:lnTo>
                    <a:lnTo>
                      <a:pt x="29" y="14"/>
                    </a:lnTo>
                    <a:lnTo>
                      <a:pt x="28" y="5"/>
                    </a:lnTo>
                    <a:lnTo>
                      <a:pt x="7" y="3"/>
                    </a:lnTo>
                    <a:lnTo>
                      <a:pt x="8" y="0"/>
                    </a:lnTo>
                    <a:close/>
                  </a:path>
                </a:pathLst>
              </a:custGeom>
              <a:noFill/>
              <a:ln w="3175" cap="rnd" cmpd="sng">
                <a:solidFill>
                  <a:schemeClr val="bg2"/>
                </a:solidFill>
                <a:prstDash val="sysDot"/>
                <a:round/>
                <a:headEnd/>
                <a:tailEnd/>
              </a:ln>
            </p:spPr>
            <p:txBody>
              <a:bodyPr/>
              <a:lstStyle/>
              <a:p>
                <a:endParaRPr lang="en-US"/>
              </a:p>
            </p:txBody>
          </p:sp>
          <p:sp>
            <p:nvSpPr>
              <p:cNvPr id="441" name="Freeform 1927"/>
              <p:cNvSpPr>
                <a:spLocks/>
              </p:cNvSpPr>
              <p:nvPr/>
            </p:nvSpPr>
            <p:spPr bwMode="gray">
              <a:xfrm>
                <a:off x="6496356" y="5471749"/>
                <a:ext cx="65397" cy="30216"/>
              </a:xfrm>
              <a:custGeom>
                <a:avLst/>
                <a:gdLst/>
                <a:ahLst/>
                <a:cxnLst>
                  <a:cxn ang="0">
                    <a:pos x="4" y="0"/>
                  </a:cxn>
                  <a:cxn ang="0">
                    <a:pos x="1" y="4"/>
                  </a:cxn>
                  <a:cxn ang="0">
                    <a:pos x="0" y="13"/>
                  </a:cxn>
                  <a:cxn ang="0">
                    <a:pos x="29" y="14"/>
                  </a:cxn>
                  <a:cxn ang="0">
                    <a:pos x="25" y="5"/>
                  </a:cxn>
                  <a:cxn ang="0">
                    <a:pos x="4" y="4"/>
                  </a:cxn>
                  <a:cxn ang="0">
                    <a:pos x="4" y="0"/>
                  </a:cxn>
                </a:cxnLst>
                <a:rect l="0" t="0" r="r" b="b"/>
                <a:pathLst>
                  <a:path w="29" h="14">
                    <a:moveTo>
                      <a:pt x="4" y="0"/>
                    </a:moveTo>
                    <a:lnTo>
                      <a:pt x="1" y="4"/>
                    </a:lnTo>
                    <a:lnTo>
                      <a:pt x="0" y="13"/>
                    </a:lnTo>
                    <a:lnTo>
                      <a:pt x="29" y="14"/>
                    </a:lnTo>
                    <a:lnTo>
                      <a:pt x="25" y="5"/>
                    </a:lnTo>
                    <a:lnTo>
                      <a:pt x="4" y="4"/>
                    </a:lnTo>
                    <a:lnTo>
                      <a:pt x="4" y="0"/>
                    </a:lnTo>
                    <a:close/>
                  </a:path>
                </a:pathLst>
              </a:custGeom>
              <a:noFill/>
              <a:ln w="3175" cap="rnd" cmpd="sng">
                <a:solidFill>
                  <a:schemeClr val="bg2"/>
                </a:solidFill>
                <a:prstDash val="sysDot"/>
                <a:round/>
                <a:headEnd/>
                <a:tailEnd/>
              </a:ln>
            </p:spPr>
            <p:txBody>
              <a:bodyPr/>
              <a:lstStyle/>
              <a:p>
                <a:endParaRPr lang="en-US"/>
              </a:p>
            </p:txBody>
          </p:sp>
          <p:sp>
            <p:nvSpPr>
              <p:cNvPr id="442" name="Freeform 1928"/>
              <p:cNvSpPr>
                <a:spLocks/>
              </p:cNvSpPr>
              <p:nvPr/>
            </p:nvSpPr>
            <p:spPr bwMode="gray">
              <a:xfrm>
                <a:off x="5810394" y="5439425"/>
                <a:ext cx="75593" cy="29865"/>
              </a:xfrm>
              <a:custGeom>
                <a:avLst/>
                <a:gdLst/>
                <a:ahLst/>
                <a:cxnLst>
                  <a:cxn ang="0">
                    <a:pos x="10" y="0"/>
                  </a:cxn>
                  <a:cxn ang="0">
                    <a:pos x="4" y="4"/>
                  </a:cxn>
                  <a:cxn ang="0">
                    <a:pos x="0" y="12"/>
                  </a:cxn>
                  <a:cxn ang="0">
                    <a:pos x="31" y="13"/>
                  </a:cxn>
                  <a:cxn ang="0">
                    <a:pos x="31" y="5"/>
                  </a:cxn>
                  <a:cxn ang="0">
                    <a:pos x="8" y="4"/>
                  </a:cxn>
                  <a:cxn ang="0">
                    <a:pos x="10" y="0"/>
                  </a:cxn>
                </a:cxnLst>
                <a:rect l="0" t="0" r="r" b="b"/>
                <a:pathLst>
                  <a:path w="31" h="13">
                    <a:moveTo>
                      <a:pt x="10" y="0"/>
                    </a:moveTo>
                    <a:lnTo>
                      <a:pt x="4" y="4"/>
                    </a:lnTo>
                    <a:lnTo>
                      <a:pt x="0" y="12"/>
                    </a:lnTo>
                    <a:lnTo>
                      <a:pt x="31" y="13"/>
                    </a:lnTo>
                    <a:lnTo>
                      <a:pt x="31" y="5"/>
                    </a:lnTo>
                    <a:lnTo>
                      <a:pt x="8" y="4"/>
                    </a:lnTo>
                    <a:lnTo>
                      <a:pt x="10" y="0"/>
                    </a:lnTo>
                    <a:close/>
                  </a:path>
                </a:pathLst>
              </a:custGeom>
              <a:noFill/>
              <a:ln w="3175" cap="rnd" cmpd="sng">
                <a:solidFill>
                  <a:schemeClr val="bg2"/>
                </a:solidFill>
                <a:prstDash val="sysDot"/>
                <a:round/>
                <a:headEnd/>
                <a:tailEnd/>
              </a:ln>
            </p:spPr>
            <p:txBody>
              <a:bodyPr/>
              <a:lstStyle/>
              <a:p>
                <a:endParaRPr lang="en-US"/>
              </a:p>
            </p:txBody>
          </p:sp>
          <p:sp>
            <p:nvSpPr>
              <p:cNvPr id="443" name="Freeform 1929"/>
              <p:cNvSpPr>
                <a:spLocks/>
              </p:cNvSpPr>
              <p:nvPr/>
            </p:nvSpPr>
            <p:spPr bwMode="gray">
              <a:xfrm>
                <a:off x="6423224" y="5469289"/>
                <a:ext cx="67858" cy="27757"/>
              </a:xfrm>
              <a:custGeom>
                <a:avLst/>
                <a:gdLst/>
                <a:ahLst/>
                <a:cxnLst>
                  <a:cxn ang="0">
                    <a:pos x="5" y="0"/>
                  </a:cxn>
                  <a:cxn ang="0">
                    <a:pos x="0" y="3"/>
                  </a:cxn>
                  <a:cxn ang="0">
                    <a:pos x="0" y="13"/>
                  </a:cxn>
                  <a:cxn ang="0">
                    <a:pos x="29" y="13"/>
                  </a:cxn>
                  <a:cxn ang="0">
                    <a:pos x="25" y="4"/>
                  </a:cxn>
                  <a:cxn ang="0">
                    <a:pos x="4" y="3"/>
                  </a:cxn>
                  <a:cxn ang="0">
                    <a:pos x="5" y="0"/>
                  </a:cxn>
                </a:cxnLst>
                <a:rect l="0" t="0" r="r" b="b"/>
                <a:pathLst>
                  <a:path w="29" h="13">
                    <a:moveTo>
                      <a:pt x="5" y="0"/>
                    </a:moveTo>
                    <a:lnTo>
                      <a:pt x="0" y="3"/>
                    </a:lnTo>
                    <a:lnTo>
                      <a:pt x="0" y="13"/>
                    </a:lnTo>
                    <a:lnTo>
                      <a:pt x="29" y="13"/>
                    </a:lnTo>
                    <a:lnTo>
                      <a:pt x="25" y="4"/>
                    </a:lnTo>
                    <a:lnTo>
                      <a:pt x="4" y="3"/>
                    </a:lnTo>
                    <a:lnTo>
                      <a:pt x="5" y="0"/>
                    </a:lnTo>
                    <a:close/>
                  </a:path>
                </a:pathLst>
              </a:custGeom>
              <a:noFill/>
              <a:ln w="3175" cap="rnd" cmpd="sng">
                <a:solidFill>
                  <a:schemeClr val="bg2"/>
                </a:solidFill>
                <a:prstDash val="sysDot"/>
                <a:round/>
                <a:headEnd/>
                <a:tailEnd/>
              </a:ln>
            </p:spPr>
            <p:txBody>
              <a:bodyPr/>
              <a:lstStyle/>
              <a:p>
                <a:endParaRPr lang="en-US"/>
              </a:p>
            </p:txBody>
          </p:sp>
          <p:sp>
            <p:nvSpPr>
              <p:cNvPr id="444" name="Freeform 1930"/>
              <p:cNvSpPr>
                <a:spLocks/>
              </p:cNvSpPr>
              <p:nvPr/>
            </p:nvSpPr>
            <p:spPr bwMode="gray">
              <a:xfrm>
                <a:off x="6650002" y="5479479"/>
                <a:ext cx="58013" cy="14757"/>
              </a:xfrm>
              <a:custGeom>
                <a:avLst/>
                <a:gdLst/>
                <a:ahLst/>
                <a:cxnLst>
                  <a:cxn ang="0">
                    <a:pos x="2" y="0"/>
                  </a:cxn>
                  <a:cxn ang="0">
                    <a:pos x="24" y="1"/>
                  </a:cxn>
                  <a:cxn ang="0">
                    <a:pos x="24" y="6"/>
                  </a:cxn>
                  <a:cxn ang="0">
                    <a:pos x="0" y="4"/>
                  </a:cxn>
                  <a:cxn ang="0">
                    <a:pos x="2" y="0"/>
                  </a:cxn>
                </a:cxnLst>
                <a:rect l="0" t="0" r="r" b="b"/>
                <a:pathLst>
                  <a:path w="24" h="6">
                    <a:moveTo>
                      <a:pt x="2" y="0"/>
                    </a:moveTo>
                    <a:lnTo>
                      <a:pt x="24" y="1"/>
                    </a:lnTo>
                    <a:lnTo>
                      <a:pt x="24" y="6"/>
                    </a:lnTo>
                    <a:lnTo>
                      <a:pt x="0" y="4"/>
                    </a:lnTo>
                    <a:lnTo>
                      <a:pt x="2" y="0"/>
                    </a:lnTo>
                    <a:close/>
                  </a:path>
                </a:pathLst>
              </a:custGeom>
              <a:noFill/>
              <a:ln w="3175" cap="rnd" cmpd="sng">
                <a:solidFill>
                  <a:schemeClr val="bg2"/>
                </a:solidFill>
                <a:prstDash val="sysDot"/>
                <a:round/>
                <a:headEnd/>
                <a:tailEnd/>
              </a:ln>
            </p:spPr>
            <p:txBody>
              <a:bodyPr/>
              <a:lstStyle/>
              <a:p>
                <a:endParaRPr lang="en-US"/>
              </a:p>
            </p:txBody>
          </p:sp>
          <p:sp>
            <p:nvSpPr>
              <p:cNvPr id="445" name="Freeform 1931"/>
              <p:cNvSpPr>
                <a:spLocks/>
              </p:cNvSpPr>
              <p:nvPr/>
            </p:nvSpPr>
            <p:spPr bwMode="gray">
              <a:xfrm>
                <a:off x="5979159" y="5446803"/>
                <a:ext cx="60474" cy="15108"/>
              </a:xfrm>
              <a:custGeom>
                <a:avLst/>
                <a:gdLst/>
                <a:ahLst/>
                <a:cxnLst>
                  <a:cxn ang="0">
                    <a:pos x="3" y="0"/>
                  </a:cxn>
                  <a:cxn ang="0">
                    <a:pos x="26" y="1"/>
                  </a:cxn>
                  <a:cxn ang="0">
                    <a:pos x="23" y="6"/>
                  </a:cxn>
                  <a:cxn ang="0">
                    <a:pos x="0" y="4"/>
                  </a:cxn>
                  <a:cxn ang="0">
                    <a:pos x="3" y="0"/>
                  </a:cxn>
                </a:cxnLst>
                <a:rect l="0" t="0" r="r" b="b"/>
                <a:pathLst>
                  <a:path w="26" h="6">
                    <a:moveTo>
                      <a:pt x="3" y="0"/>
                    </a:moveTo>
                    <a:lnTo>
                      <a:pt x="26" y="1"/>
                    </a:lnTo>
                    <a:lnTo>
                      <a:pt x="23" y="6"/>
                    </a:lnTo>
                    <a:lnTo>
                      <a:pt x="0" y="4"/>
                    </a:lnTo>
                    <a:lnTo>
                      <a:pt x="3" y="0"/>
                    </a:lnTo>
                    <a:close/>
                  </a:path>
                </a:pathLst>
              </a:custGeom>
              <a:noFill/>
              <a:ln w="3175" cap="rnd" cmpd="sng">
                <a:solidFill>
                  <a:schemeClr val="bg2"/>
                </a:solidFill>
                <a:prstDash val="sysDot"/>
                <a:round/>
                <a:headEnd/>
                <a:tailEnd/>
              </a:ln>
            </p:spPr>
            <p:txBody>
              <a:bodyPr/>
              <a:lstStyle/>
              <a:p>
                <a:endParaRPr lang="en-US"/>
              </a:p>
            </p:txBody>
          </p:sp>
          <p:sp>
            <p:nvSpPr>
              <p:cNvPr id="446" name="Freeform 1932"/>
              <p:cNvSpPr>
                <a:spLocks/>
              </p:cNvSpPr>
              <p:nvPr/>
            </p:nvSpPr>
            <p:spPr bwMode="gray">
              <a:xfrm>
                <a:off x="6579332" y="5474560"/>
                <a:ext cx="55552" cy="14757"/>
              </a:xfrm>
              <a:custGeom>
                <a:avLst/>
                <a:gdLst/>
                <a:ahLst/>
                <a:cxnLst>
                  <a:cxn ang="0">
                    <a:pos x="0" y="0"/>
                  </a:cxn>
                  <a:cxn ang="0">
                    <a:pos x="24" y="1"/>
                  </a:cxn>
                  <a:cxn ang="0">
                    <a:pos x="23" y="6"/>
                  </a:cxn>
                  <a:cxn ang="0">
                    <a:pos x="0" y="4"/>
                  </a:cxn>
                  <a:cxn ang="0">
                    <a:pos x="0" y="0"/>
                  </a:cxn>
                </a:cxnLst>
                <a:rect l="0" t="0" r="r" b="b"/>
                <a:pathLst>
                  <a:path w="24" h="6">
                    <a:moveTo>
                      <a:pt x="0" y="0"/>
                    </a:moveTo>
                    <a:lnTo>
                      <a:pt x="24" y="1"/>
                    </a:lnTo>
                    <a:lnTo>
                      <a:pt x="23" y="6"/>
                    </a:lnTo>
                    <a:lnTo>
                      <a:pt x="0" y="4"/>
                    </a:lnTo>
                    <a:lnTo>
                      <a:pt x="0" y="0"/>
                    </a:lnTo>
                    <a:close/>
                  </a:path>
                </a:pathLst>
              </a:custGeom>
              <a:noFill/>
              <a:ln w="3175" cap="rnd" cmpd="sng">
                <a:solidFill>
                  <a:schemeClr val="bg2"/>
                </a:solidFill>
                <a:prstDash val="sysDot"/>
                <a:round/>
                <a:headEnd/>
                <a:tailEnd/>
              </a:ln>
            </p:spPr>
            <p:txBody>
              <a:bodyPr/>
              <a:lstStyle/>
              <a:p>
                <a:endParaRPr lang="en-US"/>
              </a:p>
            </p:txBody>
          </p:sp>
          <p:sp>
            <p:nvSpPr>
              <p:cNvPr id="447" name="Freeform 1933"/>
              <p:cNvSpPr>
                <a:spLocks/>
              </p:cNvSpPr>
              <p:nvPr/>
            </p:nvSpPr>
            <p:spPr bwMode="gray">
              <a:xfrm>
                <a:off x="5906028" y="5439425"/>
                <a:ext cx="58013" cy="15108"/>
              </a:xfrm>
              <a:custGeom>
                <a:avLst/>
                <a:gdLst/>
                <a:ahLst/>
                <a:cxnLst>
                  <a:cxn ang="0">
                    <a:pos x="1" y="0"/>
                  </a:cxn>
                  <a:cxn ang="0">
                    <a:pos x="25" y="2"/>
                  </a:cxn>
                  <a:cxn ang="0">
                    <a:pos x="22" y="7"/>
                  </a:cxn>
                  <a:cxn ang="0">
                    <a:pos x="0" y="5"/>
                  </a:cxn>
                  <a:cxn ang="0">
                    <a:pos x="1" y="0"/>
                  </a:cxn>
                </a:cxnLst>
                <a:rect l="0" t="0" r="r" b="b"/>
                <a:pathLst>
                  <a:path w="25" h="7">
                    <a:moveTo>
                      <a:pt x="1" y="0"/>
                    </a:moveTo>
                    <a:lnTo>
                      <a:pt x="25" y="2"/>
                    </a:lnTo>
                    <a:lnTo>
                      <a:pt x="22" y="7"/>
                    </a:lnTo>
                    <a:lnTo>
                      <a:pt x="0" y="5"/>
                    </a:lnTo>
                    <a:lnTo>
                      <a:pt x="1" y="0"/>
                    </a:lnTo>
                    <a:close/>
                  </a:path>
                </a:pathLst>
              </a:custGeom>
              <a:noFill/>
              <a:ln w="3175" cap="rnd" cmpd="sng">
                <a:solidFill>
                  <a:schemeClr val="bg2"/>
                </a:solidFill>
                <a:prstDash val="sysDot"/>
                <a:round/>
                <a:headEnd/>
                <a:tailEnd/>
              </a:ln>
            </p:spPr>
            <p:txBody>
              <a:bodyPr/>
              <a:lstStyle/>
              <a:p>
                <a:endParaRPr lang="en-US"/>
              </a:p>
            </p:txBody>
          </p:sp>
          <p:sp>
            <p:nvSpPr>
              <p:cNvPr id="448" name="Freeform 1934"/>
              <p:cNvSpPr>
                <a:spLocks/>
              </p:cNvSpPr>
              <p:nvPr/>
            </p:nvSpPr>
            <p:spPr bwMode="gray">
              <a:xfrm>
                <a:off x="6501278" y="5471749"/>
                <a:ext cx="55552" cy="15108"/>
              </a:xfrm>
              <a:custGeom>
                <a:avLst/>
                <a:gdLst/>
                <a:ahLst/>
                <a:cxnLst>
                  <a:cxn ang="0">
                    <a:pos x="1" y="0"/>
                  </a:cxn>
                  <a:cxn ang="0">
                    <a:pos x="24" y="1"/>
                  </a:cxn>
                  <a:cxn ang="0">
                    <a:pos x="24" y="6"/>
                  </a:cxn>
                  <a:cxn ang="0">
                    <a:pos x="0" y="4"/>
                  </a:cxn>
                  <a:cxn ang="0">
                    <a:pos x="1" y="0"/>
                  </a:cxn>
                </a:cxnLst>
                <a:rect l="0" t="0" r="r" b="b"/>
                <a:pathLst>
                  <a:path w="24" h="6">
                    <a:moveTo>
                      <a:pt x="1" y="0"/>
                    </a:moveTo>
                    <a:lnTo>
                      <a:pt x="24" y="1"/>
                    </a:lnTo>
                    <a:lnTo>
                      <a:pt x="24" y="6"/>
                    </a:lnTo>
                    <a:lnTo>
                      <a:pt x="0" y="4"/>
                    </a:lnTo>
                    <a:lnTo>
                      <a:pt x="1" y="0"/>
                    </a:lnTo>
                    <a:close/>
                  </a:path>
                </a:pathLst>
              </a:custGeom>
              <a:noFill/>
              <a:ln w="3175" cap="rnd" cmpd="sng">
                <a:solidFill>
                  <a:schemeClr val="bg2"/>
                </a:solidFill>
                <a:prstDash val="sysDot"/>
                <a:round/>
                <a:headEnd/>
                <a:tailEnd/>
              </a:ln>
            </p:spPr>
            <p:txBody>
              <a:bodyPr/>
              <a:lstStyle/>
              <a:p>
                <a:endParaRPr lang="en-US"/>
              </a:p>
            </p:txBody>
          </p:sp>
          <p:sp>
            <p:nvSpPr>
              <p:cNvPr id="449" name="Freeform 1935"/>
              <p:cNvSpPr>
                <a:spLocks/>
              </p:cNvSpPr>
              <p:nvPr/>
            </p:nvSpPr>
            <p:spPr bwMode="gray">
              <a:xfrm>
                <a:off x="5830435" y="5439425"/>
                <a:ext cx="58013" cy="12297"/>
              </a:xfrm>
              <a:custGeom>
                <a:avLst/>
                <a:gdLst/>
                <a:ahLst/>
                <a:cxnLst>
                  <a:cxn ang="0">
                    <a:pos x="1" y="0"/>
                  </a:cxn>
                  <a:cxn ang="0">
                    <a:pos x="25" y="0"/>
                  </a:cxn>
                  <a:cxn ang="0">
                    <a:pos x="22" y="5"/>
                  </a:cxn>
                  <a:cxn ang="0">
                    <a:pos x="0" y="4"/>
                  </a:cxn>
                  <a:cxn ang="0">
                    <a:pos x="1" y="0"/>
                  </a:cxn>
                </a:cxnLst>
                <a:rect l="0" t="0" r="r" b="b"/>
                <a:pathLst>
                  <a:path w="25" h="5">
                    <a:moveTo>
                      <a:pt x="1" y="0"/>
                    </a:moveTo>
                    <a:lnTo>
                      <a:pt x="25" y="0"/>
                    </a:lnTo>
                    <a:lnTo>
                      <a:pt x="22" y="5"/>
                    </a:lnTo>
                    <a:lnTo>
                      <a:pt x="0" y="4"/>
                    </a:lnTo>
                    <a:lnTo>
                      <a:pt x="1" y="0"/>
                    </a:lnTo>
                    <a:close/>
                  </a:path>
                </a:pathLst>
              </a:custGeom>
              <a:noFill/>
              <a:ln w="3175" cap="rnd" cmpd="sng">
                <a:solidFill>
                  <a:schemeClr val="bg2"/>
                </a:solidFill>
                <a:prstDash val="sysDot"/>
                <a:round/>
                <a:headEnd/>
                <a:tailEnd/>
              </a:ln>
            </p:spPr>
            <p:txBody>
              <a:bodyPr/>
              <a:lstStyle/>
              <a:p>
                <a:endParaRPr lang="en-US"/>
              </a:p>
            </p:txBody>
          </p:sp>
          <p:sp>
            <p:nvSpPr>
              <p:cNvPr id="450" name="Freeform 1936"/>
              <p:cNvSpPr>
                <a:spLocks/>
              </p:cNvSpPr>
              <p:nvPr/>
            </p:nvSpPr>
            <p:spPr bwMode="gray">
              <a:xfrm>
                <a:off x="6433068" y="5469289"/>
                <a:ext cx="53091" cy="10189"/>
              </a:xfrm>
              <a:custGeom>
                <a:avLst/>
                <a:gdLst/>
                <a:ahLst/>
                <a:cxnLst>
                  <a:cxn ang="0">
                    <a:pos x="0" y="0"/>
                  </a:cxn>
                  <a:cxn ang="0">
                    <a:pos x="22" y="1"/>
                  </a:cxn>
                  <a:cxn ang="0">
                    <a:pos x="22" y="5"/>
                  </a:cxn>
                  <a:cxn ang="0">
                    <a:pos x="0" y="3"/>
                  </a:cxn>
                  <a:cxn ang="0">
                    <a:pos x="0" y="0"/>
                  </a:cxn>
                </a:cxnLst>
                <a:rect l="0" t="0" r="r" b="b"/>
                <a:pathLst>
                  <a:path w="22" h="5">
                    <a:moveTo>
                      <a:pt x="0" y="0"/>
                    </a:moveTo>
                    <a:lnTo>
                      <a:pt x="22" y="1"/>
                    </a:lnTo>
                    <a:lnTo>
                      <a:pt x="22" y="5"/>
                    </a:lnTo>
                    <a:lnTo>
                      <a:pt x="0" y="3"/>
                    </a:lnTo>
                    <a:lnTo>
                      <a:pt x="0" y="0"/>
                    </a:lnTo>
                    <a:close/>
                  </a:path>
                </a:pathLst>
              </a:custGeom>
              <a:noFill/>
              <a:ln w="3175" cap="rnd" cmpd="sng">
                <a:solidFill>
                  <a:schemeClr val="bg2"/>
                </a:solidFill>
                <a:prstDash val="sysDot"/>
                <a:round/>
                <a:headEnd/>
                <a:tailEnd/>
              </a:ln>
            </p:spPr>
            <p:txBody>
              <a:bodyPr/>
              <a:lstStyle/>
              <a:p>
                <a:endParaRPr lang="en-US"/>
              </a:p>
            </p:txBody>
          </p:sp>
          <p:sp>
            <p:nvSpPr>
              <p:cNvPr id="451" name="Freeform 1937"/>
              <p:cNvSpPr>
                <a:spLocks/>
              </p:cNvSpPr>
              <p:nvPr/>
            </p:nvSpPr>
            <p:spPr bwMode="gray">
              <a:xfrm>
                <a:off x="6708016" y="5481938"/>
                <a:ext cx="2461" cy="29865"/>
              </a:xfrm>
              <a:custGeom>
                <a:avLst/>
                <a:gdLst/>
                <a:ahLst/>
                <a:cxnLst>
                  <a:cxn ang="0">
                    <a:pos x="0" y="0"/>
                  </a:cxn>
                  <a:cxn ang="0">
                    <a:pos x="0" y="5"/>
                  </a:cxn>
                  <a:cxn ang="0">
                    <a:pos x="0" y="12"/>
                  </a:cxn>
                  <a:cxn ang="0">
                    <a:pos x="2" y="3"/>
                  </a:cxn>
                  <a:cxn ang="0">
                    <a:pos x="0" y="0"/>
                  </a:cxn>
                </a:cxnLst>
                <a:rect l="0" t="0" r="r" b="b"/>
                <a:pathLst>
                  <a:path w="2" h="12">
                    <a:moveTo>
                      <a:pt x="0" y="0"/>
                    </a:moveTo>
                    <a:lnTo>
                      <a:pt x="0" y="5"/>
                    </a:lnTo>
                    <a:lnTo>
                      <a:pt x="0" y="12"/>
                    </a:lnTo>
                    <a:lnTo>
                      <a:pt x="2" y="3"/>
                    </a:lnTo>
                    <a:lnTo>
                      <a:pt x="0" y="0"/>
                    </a:lnTo>
                    <a:close/>
                  </a:path>
                </a:pathLst>
              </a:custGeom>
              <a:noFill/>
              <a:ln w="3175" cap="rnd" cmpd="sng">
                <a:solidFill>
                  <a:schemeClr val="bg2"/>
                </a:solidFill>
                <a:prstDash val="sysDot"/>
                <a:round/>
                <a:headEnd/>
                <a:tailEnd/>
              </a:ln>
            </p:spPr>
            <p:txBody>
              <a:bodyPr/>
              <a:lstStyle/>
              <a:p>
                <a:endParaRPr lang="en-US"/>
              </a:p>
            </p:txBody>
          </p:sp>
          <p:sp>
            <p:nvSpPr>
              <p:cNvPr id="452" name="Freeform 1938"/>
              <p:cNvSpPr>
                <a:spLocks/>
              </p:cNvSpPr>
              <p:nvPr/>
            </p:nvSpPr>
            <p:spPr bwMode="gray">
              <a:xfrm>
                <a:off x="6029789" y="5449262"/>
                <a:ext cx="9845" cy="25297"/>
              </a:xfrm>
              <a:custGeom>
                <a:avLst/>
                <a:gdLst/>
                <a:ahLst/>
                <a:cxnLst>
                  <a:cxn ang="0">
                    <a:pos x="4" y="0"/>
                  </a:cxn>
                  <a:cxn ang="0">
                    <a:pos x="1" y="6"/>
                  </a:cxn>
                  <a:cxn ang="0">
                    <a:pos x="0" y="11"/>
                  </a:cxn>
                  <a:cxn ang="0">
                    <a:pos x="5" y="3"/>
                  </a:cxn>
                  <a:cxn ang="0">
                    <a:pos x="4" y="0"/>
                  </a:cxn>
                </a:cxnLst>
                <a:rect l="0" t="0" r="r" b="b"/>
                <a:pathLst>
                  <a:path w="5" h="11">
                    <a:moveTo>
                      <a:pt x="4" y="0"/>
                    </a:moveTo>
                    <a:lnTo>
                      <a:pt x="1" y="6"/>
                    </a:lnTo>
                    <a:lnTo>
                      <a:pt x="0" y="11"/>
                    </a:lnTo>
                    <a:lnTo>
                      <a:pt x="5" y="3"/>
                    </a:lnTo>
                    <a:lnTo>
                      <a:pt x="4" y="0"/>
                    </a:lnTo>
                    <a:close/>
                  </a:path>
                </a:pathLst>
              </a:custGeom>
              <a:noFill/>
              <a:ln w="3175" cap="rnd" cmpd="sng">
                <a:solidFill>
                  <a:schemeClr val="bg2"/>
                </a:solidFill>
                <a:prstDash val="sysDot"/>
                <a:round/>
                <a:headEnd/>
                <a:tailEnd/>
              </a:ln>
            </p:spPr>
            <p:txBody>
              <a:bodyPr/>
              <a:lstStyle/>
              <a:p>
                <a:endParaRPr lang="en-US"/>
              </a:p>
            </p:txBody>
          </p:sp>
          <p:sp>
            <p:nvSpPr>
              <p:cNvPr id="453" name="Freeform 1939"/>
              <p:cNvSpPr>
                <a:spLocks/>
              </p:cNvSpPr>
              <p:nvPr/>
            </p:nvSpPr>
            <p:spPr bwMode="gray">
              <a:xfrm>
                <a:off x="6629962" y="5474560"/>
                <a:ext cx="9845" cy="37243"/>
              </a:xfrm>
              <a:custGeom>
                <a:avLst/>
                <a:gdLst/>
                <a:ahLst/>
                <a:cxnLst>
                  <a:cxn ang="0">
                    <a:pos x="2" y="0"/>
                  </a:cxn>
                  <a:cxn ang="0">
                    <a:pos x="0" y="6"/>
                  </a:cxn>
                  <a:cxn ang="0">
                    <a:pos x="2" y="15"/>
                  </a:cxn>
                  <a:cxn ang="0">
                    <a:pos x="5" y="3"/>
                  </a:cxn>
                  <a:cxn ang="0">
                    <a:pos x="2" y="0"/>
                  </a:cxn>
                </a:cxnLst>
                <a:rect l="0" t="0" r="r" b="b"/>
                <a:pathLst>
                  <a:path w="5" h="15">
                    <a:moveTo>
                      <a:pt x="2" y="0"/>
                    </a:moveTo>
                    <a:lnTo>
                      <a:pt x="0" y="6"/>
                    </a:lnTo>
                    <a:lnTo>
                      <a:pt x="2" y="15"/>
                    </a:lnTo>
                    <a:lnTo>
                      <a:pt x="5" y="3"/>
                    </a:lnTo>
                    <a:lnTo>
                      <a:pt x="2" y="0"/>
                    </a:lnTo>
                    <a:close/>
                  </a:path>
                </a:pathLst>
              </a:custGeom>
              <a:noFill/>
              <a:ln w="3175" cap="rnd" cmpd="sng">
                <a:solidFill>
                  <a:schemeClr val="bg2"/>
                </a:solidFill>
                <a:prstDash val="sysDot"/>
                <a:round/>
                <a:headEnd/>
                <a:tailEnd/>
              </a:ln>
            </p:spPr>
            <p:txBody>
              <a:bodyPr/>
              <a:lstStyle/>
              <a:p>
                <a:endParaRPr lang="en-US"/>
              </a:p>
            </p:txBody>
          </p:sp>
          <p:sp>
            <p:nvSpPr>
              <p:cNvPr id="454" name="Freeform 1940"/>
              <p:cNvSpPr>
                <a:spLocks/>
              </p:cNvSpPr>
              <p:nvPr/>
            </p:nvSpPr>
            <p:spPr bwMode="gray">
              <a:xfrm>
                <a:off x="5959118" y="5444343"/>
                <a:ext cx="12657" cy="27405"/>
              </a:xfrm>
              <a:custGeom>
                <a:avLst/>
                <a:gdLst/>
                <a:ahLst/>
                <a:cxnLst>
                  <a:cxn ang="0">
                    <a:pos x="3" y="0"/>
                  </a:cxn>
                  <a:cxn ang="0">
                    <a:pos x="0" y="5"/>
                  </a:cxn>
                  <a:cxn ang="0">
                    <a:pos x="0" y="11"/>
                  </a:cxn>
                  <a:cxn ang="0">
                    <a:pos x="5" y="3"/>
                  </a:cxn>
                  <a:cxn ang="0">
                    <a:pos x="3" y="0"/>
                  </a:cxn>
                </a:cxnLst>
                <a:rect l="0" t="0" r="r" b="b"/>
                <a:pathLst>
                  <a:path w="5" h="11">
                    <a:moveTo>
                      <a:pt x="3" y="0"/>
                    </a:moveTo>
                    <a:lnTo>
                      <a:pt x="0" y="5"/>
                    </a:lnTo>
                    <a:lnTo>
                      <a:pt x="0" y="11"/>
                    </a:lnTo>
                    <a:lnTo>
                      <a:pt x="5" y="3"/>
                    </a:lnTo>
                    <a:lnTo>
                      <a:pt x="3" y="0"/>
                    </a:lnTo>
                    <a:close/>
                  </a:path>
                </a:pathLst>
              </a:custGeom>
              <a:noFill/>
              <a:ln w="3175" cap="rnd" cmpd="sng">
                <a:solidFill>
                  <a:schemeClr val="bg2"/>
                </a:solidFill>
                <a:prstDash val="sysDot"/>
                <a:round/>
                <a:headEnd/>
                <a:tailEnd/>
              </a:ln>
            </p:spPr>
            <p:txBody>
              <a:bodyPr/>
              <a:lstStyle/>
              <a:p>
                <a:endParaRPr lang="en-US"/>
              </a:p>
            </p:txBody>
          </p:sp>
          <p:sp>
            <p:nvSpPr>
              <p:cNvPr id="455" name="Freeform 1941"/>
              <p:cNvSpPr>
                <a:spLocks/>
              </p:cNvSpPr>
              <p:nvPr/>
            </p:nvSpPr>
            <p:spPr bwMode="gray">
              <a:xfrm>
                <a:off x="6556830" y="5474560"/>
                <a:ext cx="4922" cy="29865"/>
              </a:xfrm>
              <a:custGeom>
                <a:avLst/>
                <a:gdLst/>
                <a:ahLst/>
                <a:cxnLst>
                  <a:cxn ang="0">
                    <a:pos x="0" y="0"/>
                  </a:cxn>
                  <a:cxn ang="0">
                    <a:pos x="0" y="5"/>
                  </a:cxn>
                  <a:cxn ang="0">
                    <a:pos x="0" y="13"/>
                  </a:cxn>
                  <a:cxn ang="0">
                    <a:pos x="2" y="2"/>
                  </a:cxn>
                  <a:cxn ang="0">
                    <a:pos x="0" y="0"/>
                  </a:cxn>
                </a:cxnLst>
                <a:rect l="0" t="0" r="r" b="b"/>
                <a:pathLst>
                  <a:path w="2" h="13">
                    <a:moveTo>
                      <a:pt x="0" y="0"/>
                    </a:moveTo>
                    <a:lnTo>
                      <a:pt x="0" y="5"/>
                    </a:lnTo>
                    <a:lnTo>
                      <a:pt x="0" y="13"/>
                    </a:lnTo>
                    <a:lnTo>
                      <a:pt x="2" y="2"/>
                    </a:lnTo>
                    <a:lnTo>
                      <a:pt x="0" y="0"/>
                    </a:lnTo>
                    <a:close/>
                  </a:path>
                </a:pathLst>
              </a:custGeom>
              <a:noFill/>
              <a:ln w="3175" cap="rnd" cmpd="sng">
                <a:solidFill>
                  <a:schemeClr val="bg2"/>
                </a:solidFill>
                <a:prstDash val="sysDot"/>
                <a:round/>
                <a:headEnd/>
                <a:tailEnd/>
              </a:ln>
            </p:spPr>
            <p:txBody>
              <a:bodyPr/>
              <a:lstStyle/>
              <a:p>
                <a:endParaRPr lang="en-US"/>
              </a:p>
            </p:txBody>
          </p:sp>
          <p:sp>
            <p:nvSpPr>
              <p:cNvPr id="456" name="Freeform 1942"/>
              <p:cNvSpPr>
                <a:spLocks/>
              </p:cNvSpPr>
              <p:nvPr/>
            </p:nvSpPr>
            <p:spPr bwMode="gray">
              <a:xfrm>
                <a:off x="5885987" y="5439425"/>
                <a:ext cx="9845" cy="29865"/>
              </a:xfrm>
              <a:custGeom>
                <a:avLst/>
                <a:gdLst/>
                <a:ahLst/>
                <a:cxnLst>
                  <a:cxn ang="0">
                    <a:pos x="2" y="0"/>
                  </a:cxn>
                  <a:cxn ang="0">
                    <a:pos x="0" y="6"/>
                  </a:cxn>
                  <a:cxn ang="0">
                    <a:pos x="0" y="12"/>
                  </a:cxn>
                  <a:cxn ang="0">
                    <a:pos x="4" y="4"/>
                  </a:cxn>
                  <a:cxn ang="0">
                    <a:pos x="2" y="0"/>
                  </a:cxn>
                </a:cxnLst>
                <a:rect l="0" t="0" r="r" b="b"/>
                <a:pathLst>
                  <a:path w="4" h="12">
                    <a:moveTo>
                      <a:pt x="2" y="0"/>
                    </a:moveTo>
                    <a:lnTo>
                      <a:pt x="0" y="6"/>
                    </a:lnTo>
                    <a:lnTo>
                      <a:pt x="0" y="12"/>
                    </a:lnTo>
                    <a:lnTo>
                      <a:pt x="4" y="4"/>
                    </a:lnTo>
                    <a:lnTo>
                      <a:pt x="2" y="0"/>
                    </a:lnTo>
                    <a:close/>
                  </a:path>
                </a:pathLst>
              </a:custGeom>
              <a:noFill/>
              <a:ln w="3175" cap="rnd" cmpd="sng">
                <a:solidFill>
                  <a:schemeClr val="bg2"/>
                </a:solidFill>
                <a:prstDash val="sysDot"/>
                <a:round/>
                <a:headEnd/>
                <a:tailEnd/>
              </a:ln>
            </p:spPr>
            <p:txBody>
              <a:bodyPr/>
              <a:lstStyle/>
              <a:p>
                <a:endParaRPr lang="en-US"/>
              </a:p>
            </p:txBody>
          </p:sp>
          <p:sp>
            <p:nvSpPr>
              <p:cNvPr id="457" name="Freeform 1943"/>
              <p:cNvSpPr>
                <a:spLocks/>
              </p:cNvSpPr>
              <p:nvPr/>
            </p:nvSpPr>
            <p:spPr bwMode="gray">
              <a:xfrm>
                <a:off x="6486159" y="5471749"/>
                <a:ext cx="10196" cy="25297"/>
              </a:xfrm>
              <a:custGeom>
                <a:avLst/>
                <a:gdLst/>
                <a:ahLst/>
                <a:cxnLst>
                  <a:cxn ang="0">
                    <a:pos x="1" y="0"/>
                  </a:cxn>
                  <a:cxn ang="0">
                    <a:pos x="0" y="5"/>
                  </a:cxn>
                  <a:cxn ang="0">
                    <a:pos x="0" y="12"/>
                  </a:cxn>
                  <a:cxn ang="0">
                    <a:pos x="3" y="3"/>
                  </a:cxn>
                  <a:cxn ang="0">
                    <a:pos x="1" y="0"/>
                  </a:cxn>
                </a:cxnLst>
                <a:rect l="0" t="0" r="r" b="b"/>
                <a:pathLst>
                  <a:path w="3" h="12">
                    <a:moveTo>
                      <a:pt x="1" y="0"/>
                    </a:moveTo>
                    <a:lnTo>
                      <a:pt x="0" y="5"/>
                    </a:lnTo>
                    <a:lnTo>
                      <a:pt x="0" y="12"/>
                    </a:lnTo>
                    <a:lnTo>
                      <a:pt x="3" y="3"/>
                    </a:lnTo>
                    <a:lnTo>
                      <a:pt x="1" y="0"/>
                    </a:lnTo>
                    <a:close/>
                  </a:path>
                </a:pathLst>
              </a:custGeom>
              <a:noFill/>
              <a:ln w="3175" cap="rnd" cmpd="sng">
                <a:solidFill>
                  <a:schemeClr val="bg2"/>
                </a:solidFill>
                <a:prstDash val="sysDot"/>
                <a:round/>
                <a:headEnd/>
                <a:tailEnd/>
              </a:ln>
            </p:spPr>
            <p:txBody>
              <a:bodyPr/>
              <a:lstStyle/>
              <a:p>
                <a:endParaRPr lang="en-US"/>
              </a:p>
            </p:txBody>
          </p:sp>
          <p:sp>
            <p:nvSpPr>
              <p:cNvPr id="458" name="Freeform 1944"/>
              <p:cNvSpPr>
                <a:spLocks/>
              </p:cNvSpPr>
              <p:nvPr/>
            </p:nvSpPr>
            <p:spPr bwMode="gray">
              <a:xfrm>
                <a:off x="6561752" y="5454533"/>
                <a:ext cx="151186" cy="24946"/>
              </a:xfrm>
              <a:custGeom>
                <a:avLst/>
                <a:gdLst/>
                <a:ahLst/>
                <a:cxnLst>
                  <a:cxn ang="0">
                    <a:pos x="4" y="0"/>
                  </a:cxn>
                  <a:cxn ang="0">
                    <a:pos x="0" y="4"/>
                  </a:cxn>
                  <a:cxn ang="0">
                    <a:pos x="0" y="8"/>
                  </a:cxn>
                  <a:cxn ang="0">
                    <a:pos x="63" y="11"/>
                  </a:cxn>
                  <a:cxn ang="0">
                    <a:pos x="64" y="7"/>
                  </a:cxn>
                  <a:cxn ang="0">
                    <a:pos x="3" y="4"/>
                  </a:cxn>
                  <a:cxn ang="0">
                    <a:pos x="4" y="0"/>
                  </a:cxn>
                </a:cxnLst>
                <a:rect l="0" t="0" r="r" b="b"/>
                <a:pathLst>
                  <a:path w="64" h="11">
                    <a:moveTo>
                      <a:pt x="4" y="0"/>
                    </a:moveTo>
                    <a:lnTo>
                      <a:pt x="0" y="4"/>
                    </a:lnTo>
                    <a:lnTo>
                      <a:pt x="0" y="8"/>
                    </a:lnTo>
                    <a:lnTo>
                      <a:pt x="63" y="11"/>
                    </a:lnTo>
                    <a:lnTo>
                      <a:pt x="64" y="7"/>
                    </a:lnTo>
                    <a:lnTo>
                      <a:pt x="3" y="4"/>
                    </a:lnTo>
                    <a:lnTo>
                      <a:pt x="4" y="0"/>
                    </a:lnTo>
                    <a:close/>
                  </a:path>
                </a:pathLst>
              </a:custGeom>
              <a:noFill/>
              <a:ln w="3175" cap="rnd" cmpd="sng">
                <a:solidFill>
                  <a:schemeClr val="bg2"/>
                </a:solidFill>
                <a:prstDash val="sysDot"/>
                <a:round/>
                <a:headEnd/>
                <a:tailEnd/>
              </a:ln>
            </p:spPr>
            <p:txBody>
              <a:bodyPr/>
              <a:lstStyle/>
              <a:p>
                <a:endParaRPr lang="en-US"/>
              </a:p>
            </p:txBody>
          </p:sp>
          <p:sp>
            <p:nvSpPr>
              <p:cNvPr id="459" name="Freeform 1945"/>
              <p:cNvSpPr>
                <a:spLocks/>
              </p:cNvSpPr>
              <p:nvPr/>
            </p:nvSpPr>
            <p:spPr bwMode="gray">
              <a:xfrm>
                <a:off x="6569487" y="5454533"/>
                <a:ext cx="143451" cy="20027"/>
              </a:xfrm>
              <a:custGeom>
                <a:avLst/>
                <a:gdLst/>
                <a:ahLst/>
                <a:cxnLst>
                  <a:cxn ang="0">
                    <a:pos x="2" y="0"/>
                  </a:cxn>
                  <a:cxn ang="0">
                    <a:pos x="61" y="2"/>
                  </a:cxn>
                  <a:cxn ang="0">
                    <a:pos x="60" y="9"/>
                  </a:cxn>
                  <a:cxn ang="0">
                    <a:pos x="0" y="5"/>
                  </a:cxn>
                  <a:cxn ang="0">
                    <a:pos x="2" y="0"/>
                  </a:cxn>
                </a:cxnLst>
                <a:rect l="0" t="0" r="r" b="b"/>
                <a:pathLst>
                  <a:path w="61" h="9">
                    <a:moveTo>
                      <a:pt x="2" y="0"/>
                    </a:moveTo>
                    <a:lnTo>
                      <a:pt x="61" y="2"/>
                    </a:lnTo>
                    <a:lnTo>
                      <a:pt x="60" y="9"/>
                    </a:lnTo>
                    <a:lnTo>
                      <a:pt x="0" y="5"/>
                    </a:lnTo>
                    <a:lnTo>
                      <a:pt x="2" y="0"/>
                    </a:lnTo>
                    <a:close/>
                  </a:path>
                </a:pathLst>
              </a:custGeom>
              <a:noFill/>
              <a:ln w="3175" cap="rnd" cmpd="sng">
                <a:solidFill>
                  <a:schemeClr val="bg2"/>
                </a:solidFill>
                <a:prstDash val="sysDot"/>
                <a:round/>
                <a:headEnd/>
                <a:tailEnd/>
              </a:ln>
            </p:spPr>
            <p:txBody>
              <a:bodyPr/>
              <a:lstStyle/>
              <a:p>
                <a:endParaRPr lang="en-US"/>
              </a:p>
            </p:txBody>
          </p:sp>
          <p:sp>
            <p:nvSpPr>
              <p:cNvPr id="460" name="Freeform 1946"/>
              <p:cNvSpPr>
                <a:spLocks/>
              </p:cNvSpPr>
              <p:nvPr/>
            </p:nvSpPr>
            <p:spPr bwMode="gray">
              <a:xfrm>
                <a:off x="6710477" y="5461911"/>
                <a:ext cx="10196" cy="17568"/>
              </a:xfrm>
              <a:custGeom>
                <a:avLst/>
                <a:gdLst/>
                <a:ahLst/>
                <a:cxnLst>
                  <a:cxn ang="0">
                    <a:pos x="1" y="0"/>
                  </a:cxn>
                  <a:cxn ang="0">
                    <a:pos x="0" y="5"/>
                  </a:cxn>
                  <a:cxn ang="0">
                    <a:pos x="1" y="8"/>
                  </a:cxn>
                  <a:cxn ang="0">
                    <a:pos x="4" y="1"/>
                  </a:cxn>
                  <a:cxn ang="0">
                    <a:pos x="1" y="0"/>
                  </a:cxn>
                </a:cxnLst>
                <a:rect l="0" t="0" r="r" b="b"/>
                <a:pathLst>
                  <a:path w="4" h="8">
                    <a:moveTo>
                      <a:pt x="1" y="0"/>
                    </a:moveTo>
                    <a:lnTo>
                      <a:pt x="0" y="5"/>
                    </a:lnTo>
                    <a:lnTo>
                      <a:pt x="1" y="8"/>
                    </a:lnTo>
                    <a:lnTo>
                      <a:pt x="4" y="1"/>
                    </a:lnTo>
                    <a:lnTo>
                      <a:pt x="1" y="0"/>
                    </a:lnTo>
                    <a:close/>
                  </a:path>
                </a:pathLst>
              </a:custGeom>
              <a:noFill/>
              <a:ln w="3175" cap="rnd" cmpd="sng">
                <a:solidFill>
                  <a:schemeClr val="bg2"/>
                </a:solidFill>
                <a:prstDash val="sysDot"/>
                <a:round/>
                <a:headEnd/>
                <a:tailEnd/>
              </a:ln>
            </p:spPr>
            <p:txBody>
              <a:bodyPr/>
              <a:lstStyle/>
              <a:p>
                <a:endParaRPr lang="en-US"/>
              </a:p>
            </p:txBody>
          </p:sp>
          <p:sp>
            <p:nvSpPr>
              <p:cNvPr id="461" name="Freeform 1947"/>
              <p:cNvSpPr>
                <a:spLocks/>
              </p:cNvSpPr>
              <p:nvPr/>
            </p:nvSpPr>
            <p:spPr bwMode="gray">
              <a:xfrm>
                <a:off x="6602186" y="5426776"/>
                <a:ext cx="118487" cy="27757"/>
              </a:xfrm>
              <a:custGeom>
                <a:avLst/>
                <a:gdLst/>
                <a:ahLst/>
                <a:cxnLst>
                  <a:cxn ang="0">
                    <a:pos x="6" y="0"/>
                  </a:cxn>
                  <a:cxn ang="0">
                    <a:pos x="1" y="2"/>
                  </a:cxn>
                  <a:cxn ang="0">
                    <a:pos x="0" y="8"/>
                  </a:cxn>
                  <a:cxn ang="0">
                    <a:pos x="50" y="12"/>
                  </a:cxn>
                  <a:cxn ang="0">
                    <a:pos x="51" y="9"/>
                  </a:cxn>
                  <a:cxn ang="0">
                    <a:pos x="4" y="6"/>
                  </a:cxn>
                  <a:cxn ang="0">
                    <a:pos x="6" y="0"/>
                  </a:cxn>
                </a:cxnLst>
                <a:rect l="0" t="0" r="r" b="b"/>
                <a:pathLst>
                  <a:path w="51" h="12">
                    <a:moveTo>
                      <a:pt x="6" y="0"/>
                    </a:moveTo>
                    <a:lnTo>
                      <a:pt x="1" y="2"/>
                    </a:lnTo>
                    <a:lnTo>
                      <a:pt x="0" y="8"/>
                    </a:lnTo>
                    <a:lnTo>
                      <a:pt x="50" y="12"/>
                    </a:lnTo>
                    <a:lnTo>
                      <a:pt x="51" y="9"/>
                    </a:lnTo>
                    <a:lnTo>
                      <a:pt x="4" y="6"/>
                    </a:lnTo>
                    <a:lnTo>
                      <a:pt x="6" y="0"/>
                    </a:lnTo>
                    <a:close/>
                  </a:path>
                </a:pathLst>
              </a:custGeom>
              <a:noFill/>
              <a:ln w="3175" cap="rnd" cmpd="sng">
                <a:solidFill>
                  <a:schemeClr val="bg2"/>
                </a:solidFill>
                <a:prstDash val="sysDot"/>
                <a:round/>
                <a:headEnd/>
                <a:tailEnd/>
              </a:ln>
            </p:spPr>
            <p:txBody>
              <a:bodyPr/>
              <a:lstStyle/>
              <a:p>
                <a:endParaRPr lang="en-US"/>
              </a:p>
            </p:txBody>
          </p:sp>
          <p:sp>
            <p:nvSpPr>
              <p:cNvPr id="462" name="Freeform 1948"/>
              <p:cNvSpPr>
                <a:spLocks/>
              </p:cNvSpPr>
              <p:nvPr/>
            </p:nvSpPr>
            <p:spPr bwMode="gray">
              <a:xfrm>
                <a:off x="6607108" y="5426776"/>
                <a:ext cx="113565" cy="24946"/>
              </a:xfrm>
              <a:custGeom>
                <a:avLst/>
                <a:gdLst/>
                <a:ahLst/>
                <a:cxnLst>
                  <a:cxn ang="0">
                    <a:pos x="3" y="0"/>
                  </a:cxn>
                  <a:cxn ang="0">
                    <a:pos x="48" y="2"/>
                  </a:cxn>
                  <a:cxn ang="0">
                    <a:pos x="47" y="10"/>
                  </a:cxn>
                  <a:cxn ang="0">
                    <a:pos x="0" y="7"/>
                  </a:cxn>
                  <a:cxn ang="0">
                    <a:pos x="3" y="0"/>
                  </a:cxn>
                </a:cxnLst>
                <a:rect l="0" t="0" r="r" b="b"/>
                <a:pathLst>
                  <a:path w="48" h="10">
                    <a:moveTo>
                      <a:pt x="3" y="0"/>
                    </a:moveTo>
                    <a:lnTo>
                      <a:pt x="48" y="2"/>
                    </a:lnTo>
                    <a:lnTo>
                      <a:pt x="47" y="10"/>
                    </a:lnTo>
                    <a:lnTo>
                      <a:pt x="0" y="7"/>
                    </a:lnTo>
                    <a:lnTo>
                      <a:pt x="3" y="0"/>
                    </a:lnTo>
                    <a:close/>
                  </a:path>
                </a:pathLst>
              </a:custGeom>
              <a:noFill/>
              <a:ln w="3175" cap="rnd" cmpd="sng">
                <a:solidFill>
                  <a:schemeClr val="bg2"/>
                </a:solidFill>
                <a:prstDash val="sysDot"/>
                <a:round/>
                <a:headEnd/>
                <a:tailEnd/>
              </a:ln>
            </p:spPr>
            <p:txBody>
              <a:bodyPr/>
              <a:lstStyle/>
              <a:p>
                <a:endParaRPr lang="en-US"/>
              </a:p>
            </p:txBody>
          </p:sp>
          <p:sp>
            <p:nvSpPr>
              <p:cNvPr id="463" name="Freeform 1949"/>
              <p:cNvSpPr>
                <a:spLocks/>
              </p:cNvSpPr>
              <p:nvPr/>
            </p:nvSpPr>
            <p:spPr bwMode="gray">
              <a:xfrm>
                <a:off x="6720673" y="5436965"/>
                <a:ext cx="7383" cy="17568"/>
              </a:xfrm>
              <a:custGeom>
                <a:avLst/>
                <a:gdLst/>
                <a:ahLst/>
                <a:cxnLst>
                  <a:cxn ang="0">
                    <a:pos x="1" y="0"/>
                  </a:cxn>
                  <a:cxn ang="0">
                    <a:pos x="0" y="6"/>
                  </a:cxn>
                  <a:cxn ang="0">
                    <a:pos x="2" y="9"/>
                  </a:cxn>
                  <a:cxn ang="0">
                    <a:pos x="4" y="2"/>
                  </a:cxn>
                  <a:cxn ang="0">
                    <a:pos x="1" y="0"/>
                  </a:cxn>
                </a:cxnLst>
                <a:rect l="0" t="0" r="r" b="b"/>
                <a:pathLst>
                  <a:path w="4" h="9">
                    <a:moveTo>
                      <a:pt x="1" y="0"/>
                    </a:moveTo>
                    <a:lnTo>
                      <a:pt x="0" y="6"/>
                    </a:lnTo>
                    <a:lnTo>
                      <a:pt x="2" y="9"/>
                    </a:lnTo>
                    <a:lnTo>
                      <a:pt x="4" y="2"/>
                    </a:lnTo>
                    <a:lnTo>
                      <a:pt x="1" y="0"/>
                    </a:lnTo>
                    <a:close/>
                  </a:path>
                </a:pathLst>
              </a:custGeom>
              <a:noFill/>
              <a:ln w="3175" cap="rnd" cmpd="sng">
                <a:solidFill>
                  <a:schemeClr val="bg2"/>
                </a:solidFill>
                <a:prstDash val="sysDot"/>
                <a:round/>
                <a:headEnd/>
                <a:tailEnd/>
              </a:ln>
            </p:spPr>
            <p:txBody>
              <a:bodyPr/>
              <a:lstStyle/>
              <a:p>
                <a:endParaRPr lang="en-US"/>
              </a:p>
            </p:txBody>
          </p:sp>
          <p:sp>
            <p:nvSpPr>
              <p:cNvPr id="464" name="Freeform 1950"/>
              <p:cNvSpPr>
                <a:spLocks/>
              </p:cNvSpPr>
              <p:nvPr/>
            </p:nvSpPr>
            <p:spPr bwMode="gray">
              <a:xfrm>
                <a:off x="6508661" y="5451722"/>
                <a:ext cx="40433" cy="20027"/>
              </a:xfrm>
              <a:custGeom>
                <a:avLst/>
                <a:gdLst/>
                <a:ahLst/>
                <a:cxnLst>
                  <a:cxn ang="0">
                    <a:pos x="4" y="0"/>
                  </a:cxn>
                  <a:cxn ang="0">
                    <a:pos x="0" y="3"/>
                  </a:cxn>
                  <a:cxn ang="0">
                    <a:pos x="0" y="8"/>
                  </a:cxn>
                  <a:cxn ang="0">
                    <a:pos x="17" y="8"/>
                  </a:cxn>
                  <a:cxn ang="0">
                    <a:pos x="17" y="5"/>
                  </a:cxn>
                  <a:cxn ang="0">
                    <a:pos x="1" y="4"/>
                  </a:cxn>
                  <a:cxn ang="0">
                    <a:pos x="4" y="0"/>
                  </a:cxn>
                </a:cxnLst>
                <a:rect l="0" t="0" r="r" b="b"/>
                <a:pathLst>
                  <a:path w="17" h="8">
                    <a:moveTo>
                      <a:pt x="4" y="0"/>
                    </a:moveTo>
                    <a:lnTo>
                      <a:pt x="0" y="3"/>
                    </a:lnTo>
                    <a:lnTo>
                      <a:pt x="0" y="8"/>
                    </a:lnTo>
                    <a:lnTo>
                      <a:pt x="17" y="8"/>
                    </a:lnTo>
                    <a:lnTo>
                      <a:pt x="17" y="5"/>
                    </a:lnTo>
                    <a:lnTo>
                      <a:pt x="1" y="4"/>
                    </a:lnTo>
                    <a:lnTo>
                      <a:pt x="4" y="0"/>
                    </a:lnTo>
                    <a:close/>
                  </a:path>
                </a:pathLst>
              </a:custGeom>
              <a:noFill/>
              <a:ln w="3175" cap="rnd" cmpd="sng">
                <a:solidFill>
                  <a:schemeClr val="bg2"/>
                </a:solidFill>
                <a:prstDash val="sysDot"/>
                <a:round/>
                <a:headEnd/>
                <a:tailEnd/>
              </a:ln>
            </p:spPr>
            <p:txBody>
              <a:bodyPr/>
              <a:lstStyle/>
              <a:p>
                <a:endParaRPr lang="en-US"/>
              </a:p>
            </p:txBody>
          </p:sp>
          <p:sp>
            <p:nvSpPr>
              <p:cNvPr id="465" name="Freeform 1951"/>
              <p:cNvSpPr>
                <a:spLocks/>
              </p:cNvSpPr>
              <p:nvPr/>
            </p:nvSpPr>
            <p:spPr bwMode="gray">
              <a:xfrm>
                <a:off x="6551556" y="5426776"/>
                <a:ext cx="42895" cy="22486"/>
              </a:xfrm>
              <a:custGeom>
                <a:avLst/>
                <a:gdLst/>
                <a:ahLst/>
                <a:cxnLst>
                  <a:cxn ang="0">
                    <a:pos x="4" y="0"/>
                  </a:cxn>
                  <a:cxn ang="0">
                    <a:pos x="0" y="3"/>
                  </a:cxn>
                  <a:cxn ang="0">
                    <a:pos x="0" y="8"/>
                  </a:cxn>
                  <a:cxn ang="0">
                    <a:pos x="18" y="9"/>
                  </a:cxn>
                  <a:cxn ang="0">
                    <a:pos x="18" y="5"/>
                  </a:cxn>
                  <a:cxn ang="0">
                    <a:pos x="2" y="4"/>
                  </a:cxn>
                  <a:cxn ang="0">
                    <a:pos x="4" y="0"/>
                  </a:cxn>
                </a:cxnLst>
                <a:rect l="0" t="0" r="r" b="b"/>
                <a:pathLst>
                  <a:path w="18" h="9">
                    <a:moveTo>
                      <a:pt x="4" y="0"/>
                    </a:moveTo>
                    <a:lnTo>
                      <a:pt x="0" y="3"/>
                    </a:lnTo>
                    <a:lnTo>
                      <a:pt x="0" y="8"/>
                    </a:lnTo>
                    <a:lnTo>
                      <a:pt x="18" y="9"/>
                    </a:lnTo>
                    <a:lnTo>
                      <a:pt x="18" y="5"/>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466" name="Freeform 1952"/>
              <p:cNvSpPr>
                <a:spLocks/>
              </p:cNvSpPr>
              <p:nvPr/>
            </p:nvSpPr>
            <p:spPr bwMode="gray">
              <a:xfrm>
                <a:off x="6602186" y="5404289"/>
                <a:ext cx="42895" cy="20027"/>
              </a:xfrm>
              <a:custGeom>
                <a:avLst/>
                <a:gdLst/>
                <a:ahLst/>
                <a:cxnLst>
                  <a:cxn ang="0">
                    <a:pos x="4" y="0"/>
                  </a:cxn>
                  <a:cxn ang="0">
                    <a:pos x="0" y="3"/>
                  </a:cxn>
                  <a:cxn ang="0">
                    <a:pos x="0" y="7"/>
                  </a:cxn>
                  <a:cxn ang="0">
                    <a:pos x="17" y="8"/>
                  </a:cxn>
                  <a:cxn ang="0">
                    <a:pos x="18" y="5"/>
                  </a:cxn>
                  <a:cxn ang="0">
                    <a:pos x="1" y="4"/>
                  </a:cxn>
                  <a:cxn ang="0">
                    <a:pos x="4" y="0"/>
                  </a:cxn>
                </a:cxnLst>
                <a:rect l="0" t="0" r="r" b="b"/>
                <a:pathLst>
                  <a:path w="18" h="8">
                    <a:moveTo>
                      <a:pt x="4" y="0"/>
                    </a:moveTo>
                    <a:lnTo>
                      <a:pt x="0" y="3"/>
                    </a:lnTo>
                    <a:lnTo>
                      <a:pt x="0" y="7"/>
                    </a:lnTo>
                    <a:lnTo>
                      <a:pt x="17" y="8"/>
                    </a:lnTo>
                    <a:lnTo>
                      <a:pt x="18" y="5"/>
                    </a:lnTo>
                    <a:lnTo>
                      <a:pt x="1" y="4"/>
                    </a:lnTo>
                    <a:lnTo>
                      <a:pt x="4" y="0"/>
                    </a:lnTo>
                    <a:close/>
                  </a:path>
                </a:pathLst>
              </a:custGeom>
              <a:noFill/>
              <a:ln w="3175" cap="rnd" cmpd="sng">
                <a:solidFill>
                  <a:schemeClr val="bg2"/>
                </a:solidFill>
                <a:prstDash val="sysDot"/>
                <a:round/>
                <a:headEnd/>
                <a:tailEnd/>
              </a:ln>
            </p:spPr>
            <p:txBody>
              <a:bodyPr/>
              <a:lstStyle/>
              <a:p>
                <a:endParaRPr lang="en-US"/>
              </a:p>
            </p:txBody>
          </p:sp>
          <p:sp>
            <p:nvSpPr>
              <p:cNvPr id="467" name="Freeform 1953"/>
              <p:cNvSpPr>
                <a:spLocks/>
              </p:cNvSpPr>
              <p:nvPr/>
            </p:nvSpPr>
            <p:spPr bwMode="gray">
              <a:xfrm>
                <a:off x="6571948" y="5374425"/>
                <a:ext cx="42895" cy="20027"/>
              </a:xfrm>
              <a:custGeom>
                <a:avLst/>
                <a:gdLst/>
                <a:ahLst/>
                <a:cxnLst>
                  <a:cxn ang="0">
                    <a:pos x="4" y="0"/>
                  </a:cxn>
                  <a:cxn ang="0">
                    <a:pos x="0" y="3"/>
                  </a:cxn>
                  <a:cxn ang="0">
                    <a:pos x="0" y="8"/>
                  </a:cxn>
                  <a:cxn ang="0">
                    <a:pos x="18" y="9"/>
                  </a:cxn>
                  <a:cxn ang="0">
                    <a:pos x="18" y="6"/>
                  </a:cxn>
                  <a:cxn ang="0">
                    <a:pos x="1" y="5"/>
                  </a:cxn>
                  <a:cxn ang="0">
                    <a:pos x="4" y="0"/>
                  </a:cxn>
                </a:cxnLst>
                <a:rect l="0" t="0" r="r" b="b"/>
                <a:pathLst>
                  <a:path w="18" h="9">
                    <a:moveTo>
                      <a:pt x="4" y="0"/>
                    </a:moveTo>
                    <a:lnTo>
                      <a:pt x="0" y="3"/>
                    </a:lnTo>
                    <a:lnTo>
                      <a:pt x="0" y="8"/>
                    </a:lnTo>
                    <a:lnTo>
                      <a:pt x="18" y="9"/>
                    </a:lnTo>
                    <a:lnTo>
                      <a:pt x="18" y="6"/>
                    </a:lnTo>
                    <a:lnTo>
                      <a:pt x="1" y="5"/>
                    </a:lnTo>
                    <a:lnTo>
                      <a:pt x="4" y="0"/>
                    </a:lnTo>
                    <a:close/>
                  </a:path>
                </a:pathLst>
              </a:custGeom>
              <a:noFill/>
              <a:ln w="3175" cap="rnd" cmpd="sng">
                <a:solidFill>
                  <a:schemeClr val="bg2"/>
                </a:solidFill>
                <a:prstDash val="sysDot"/>
                <a:round/>
                <a:headEnd/>
                <a:tailEnd/>
              </a:ln>
            </p:spPr>
            <p:txBody>
              <a:bodyPr/>
              <a:lstStyle/>
              <a:p>
                <a:endParaRPr lang="en-US"/>
              </a:p>
            </p:txBody>
          </p:sp>
          <p:sp>
            <p:nvSpPr>
              <p:cNvPr id="468" name="Freeform 1954"/>
              <p:cNvSpPr>
                <a:spLocks/>
              </p:cNvSpPr>
              <p:nvPr/>
            </p:nvSpPr>
            <p:spPr bwMode="gray">
              <a:xfrm>
                <a:off x="6639806" y="5374425"/>
                <a:ext cx="100908" cy="24946"/>
              </a:xfrm>
              <a:custGeom>
                <a:avLst/>
                <a:gdLst/>
                <a:ahLst/>
                <a:cxnLst>
                  <a:cxn ang="0">
                    <a:pos x="8" y="0"/>
                  </a:cxn>
                  <a:cxn ang="0">
                    <a:pos x="1" y="5"/>
                  </a:cxn>
                  <a:cxn ang="0">
                    <a:pos x="0" y="9"/>
                  </a:cxn>
                  <a:cxn ang="0">
                    <a:pos x="42" y="11"/>
                  </a:cxn>
                  <a:cxn ang="0">
                    <a:pos x="43" y="8"/>
                  </a:cxn>
                  <a:cxn ang="0">
                    <a:pos x="4" y="6"/>
                  </a:cxn>
                  <a:cxn ang="0">
                    <a:pos x="8" y="0"/>
                  </a:cxn>
                </a:cxnLst>
                <a:rect l="0" t="0" r="r" b="b"/>
                <a:pathLst>
                  <a:path w="43" h="11">
                    <a:moveTo>
                      <a:pt x="8" y="0"/>
                    </a:moveTo>
                    <a:lnTo>
                      <a:pt x="1" y="5"/>
                    </a:lnTo>
                    <a:lnTo>
                      <a:pt x="0" y="9"/>
                    </a:lnTo>
                    <a:lnTo>
                      <a:pt x="42" y="11"/>
                    </a:lnTo>
                    <a:lnTo>
                      <a:pt x="43" y="8"/>
                    </a:lnTo>
                    <a:lnTo>
                      <a:pt x="4" y="6"/>
                    </a:lnTo>
                    <a:lnTo>
                      <a:pt x="8" y="0"/>
                    </a:lnTo>
                    <a:close/>
                  </a:path>
                </a:pathLst>
              </a:custGeom>
              <a:noFill/>
              <a:ln w="3175" cap="rnd" cmpd="sng">
                <a:solidFill>
                  <a:schemeClr val="bg2"/>
                </a:solidFill>
                <a:prstDash val="sysDot"/>
                <a:round/>
                <a:headEnd/>
                <a:tailEnd/>
              </a:ln>
            </p:spPr>
            <p:txBody>
              <a:bodyPr/>
              <a:lstStyle/>
              <a:p>
                <a:endParaRPr lang="en-US"/>
              </a:p>
            </p:txBody>
          </p:sp>
          <p:sp>
            <p:nvSpPr>
              <p:cNvPr id="469" name="Freeform 1955"/>
              <p:cNvSpPr>
                <a:spLocks/>
              </p:cNvSpPr>
              <p:nvPr/>
            </p:nvSpPr>
            <p:spPr bwMode="gray">
              <a:xfrm>
                <a:off x="6450648" y="5446803"/>
                <a:ext cx="45707" cy="22486"/>
              </a:xfrm>
              <a:custGeom>
                <a:avLst/>
                <a:gdLst/>
                <a:ahLst/>
                <a:cxnLst>
                  <a:cxn ang="0">
                    <a:pos x="4" y="0"/>
                  </a:cxn>
                  <a:cxn ang="0">
                    <a:pos x="1" y="4"/>
                  </a:cxn>
                  <a:cxn ang="0">
                    <a:pos x="0" y="9"/>
                  </a:cxn>
                  <a:cxn ang="0">
                    <a:pos x="17" y="9"/>
                  </a:cxn>
                  <a:cxn ang="0">
                    <a:pos x="18" y="6"/>
                  </a:cxn>
                  <a:cxn ang="0">
                    <a:pos x="2" y="5"/>
                  </a:cxn>
                  <a:cxn ang="0">
                    <a:pos x="4" y="0"/>
                  </a:cxn>
                </a:cxnLst>
                <a:rect l="0" t="0" r="r" b="b"/>
                <a:pathLst>
                  <a:path w="18" h="9">
                    <a:moveTo>
                      <a:pt x="4" y="0"/>
                    </a:moveTo>
                    <a:lnTo>
                      <a:pt x="1" y="4"/>
                    </a:lnTo>
                    <a:lnTo>
                      <a:pt x="0" y="9"/>
                    </a:lnTo>
                    <a:lnTo>
                      <a:pt x="17"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470" name="Freeform 1956"/>
              <p:cNvSpPr>
                <a:spLocks/>
              </p:cNvSpPr>
              <p:nvPr/>
            </p:nvSpPr>
            <p:spPr bwMode="gray">
              <a:xfrm>
                <a:off x="6496356" y="5424316"/>
                <a:ext cx="40082" cy="20027"/>
              </a:xfrm>
              <a:custGeom>
                <a:avLst/>
                <a:gdLst/>
                <a:ahLst/>
                <a:cxnLst>
                  <a:cxn ang="0">
                    <a:pos x="5" y="0"/>
                  </a:cxn>
                  <a:cxn ang="0">
                    <a:pos x="1" y="4"/>
                  </a:cxn>
                  <a:cxn ang="0">
                    <a:pos x="0" y="9"/>
                  </a:cxn>
                  <a:cxn ang="0">
                    <a:pos x="18" y="9"/>
                  </a:cxn>
                  <a:cxn ang="0">
                    <a:pos x="18" y="6"/>
                  </a:cxn>
                  <a:cxn ang="0">
                    <a:pos x="2" y="5"/>
                  </a:cxn>
                  <a:cxn ang="0">
                    <a:pos x="5" y="0"/>
                  </a:cxn>
                </a:cxnLst>
                <a:rect l="0" t="0" r="r" b="b"/>
                <a:pathLst>
                  <a:path w="18" h="9">
                    <a:moveTo>
                      <a:pt x="5" y="0"/>
                    </a:moveTo>
                    <a:lnTo>
                      <a:pt x="1" y="4"/>
                    </a:lnTo>
                    <a:lnTo>
                      <a:pt x="0" y="9"/>
                    </a:lnTo>
                    <a:lnTo>
                      <a:pt x="18" y="9"/>
                    </a:lnTo>
                    <a:lnTo>
                      <a:pt x="18"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471" name="Freeform 1957"/>
              <p:cNvSpPr>
                <a:spLocks/>
              </p:cNvSpPr>
              <p:nvPr/>
            </p:nvSpPr>
            <p:spPr bwMode="gray">
              <a:xfrm>
                <a:off x="6544172" y="5401830"/>
                <a:ext cx="40433" cy="20027"/>
              </a:xfrm>
              <a:custGeom>
                <a:avLst/>
                <a:gdLst/>
                <a:ahLst/>
                <a:cxnLst>
                  <a:cxn ang="0">
                    <a:pos x="4" y="0"/>
                  </a:cxn>
                  <a:cxn ang="0">
                    <a:pos x="1" y="3"/>
                  </a:cxn>
                  <a:cxn ang="0">
                    <a:pos x="0" y="8"/>
                  </a:cxn>
                  <a:cxn ang="0">
                    <a:pos x="17" y="8"/>
                  </a:cxn>
                  <a:cxn ang="0">
                    <a:pos x="18" y="5"/>
                  </a:cxn>
                  <a:cxn ang="0">
                    <a:pos x="2" y="4"/>
                  </a:cxn>
                  <a:cxn ang="0">
                    <a:pos x="4" y="0"/>
                  </a:cxn>
                </a:cxnLst>
                <a:rect l="0" t="0" r="r" b="b"/>
                <a:pathLst>
                  <a:path w="18" h="8">
                    <a:moveTo>
                      <a:pt x="4" y="0"/>
                    </a:moveTo>
                    <a:lnTo>
                      <a:pt x="1" y="3"/>
                    </a:lnTo>
                    <a:lnTo>
                      <a:pt x="0" y="8"/>
                    </a:lnTo>
                    <a:lnTo>
                      <a:pt x="17" y="8"/>
                    </a:lnTo>
                    <a:lnTo>
                      <a:pt x="18" y="5"/>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472" name="Freeform 1958"/>
              <p:cNvSpPr>
                <a:spLocks/>
              </p:cNvSpPr>
              <p:nvPr/>
            </p:nvSpPr>
            <p:spPr bwMode="gray">
              <a:xfrm>
                <a:off x="6513935" y="5369506"/>
                <a:ext cx="42895" cy="24946"/>
              </a:xfrm>
              <a:custGeom>
                <a:avLst/>
                <a:gdLst/>
                <a:ahLst/>
                <a:cxnLst>
                  <a:cxn ang="0">
                    <a:pos x="4" y="0"/>
                  </a:cxn>
                  <a:cxn ang="0">
                    <a:pos x="1" y="4"/>
                  </a:cxn>
                  <a:cxn ang="0">
                    <a:pos x="0" y="9"/>
                  </a:cxn>
                  <a:cxn ang="0">
                    <a:pos x="18" y="10"/>
                  </a:cxn>
                  <a:cxn ang="0">
                    <a:pos x="18" y="7"/>
                  </a:cxn>
                  <a:cxn ang="0">
                    <a:pos x="2" y="5"/>
                  </a:cxn>
                  <a:cxn ang="0">
                    <a:pos x="4" y="0"/>
                  </a:cxn>
                </a:cxnLst>
                <a:rect l="0" t="0" r="r" b="b"/>
                <a:pathLst>
                  <a:path w="18" h="10">
                    <a:moveTo>
                      <a:pt x="4" y="0"/>
                    </a:moveTo>
                    <a:lnTo>
                      <a:pt x="1" y="4"/>
                    </a:lnTo>
                    <a:lnTo>
                      <a:pt x="0" y="9"/>
                    </a:lnTo>
                    <a:lnTo>
                      <a:pt x="18" y="10"/>
                    </a:lnTo>
                    <a:lnTo>
                      <a:pt x="18" y="7"/>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473" name="Freeform 1959"/>
              <p:cNvSpPr>
                <a:spLocks/>
              </p:cNvSpPr>
              <p:nvPr/>
            </p:nvSpPr>
            <p:spPr bwMode="gray">
              <a:xfrm>
                <a:off x="6662660" y="5406749"/>
                <a:ext cx="65397" cy="20027"/>
              </a:xfrm>
              <a:custGeom>
                <a:avLst/>
                <a:gdLst/>
                <a:ahLst/>
                <a:cxnLst>
                  <a:cxn ang="0">
                    <a:pos x="6" y="0"/>
                  </a:cxn>
                  <a:cxn ang="0">
                    <a:pos x="2" y="4"/>
                  </a:cxn>
                  <a:cxn ang="0">
                    <a:pos x="0" y="8"/>
                  </a:cxn>
                  <a:cxn ang="0">
                    <a:pos x="27" y="9"/>
                  </a:cxn>
                  <a:cxn ang="0">
                    <a:pos x="27" y="6"/>
                  </a:cxn>
                  <a:cxn ang="0">
                    <a:pos x="4" y="5"/>
                  </a:cxn>
                  <a:cxn ang="0">
                    <a:pos x="6" y="0"/>
                  </a:cxn>
                </a:cxnLst>
                <a:rect l="0" t="0" r="r" b="b"/>
                <a:pathLst>
                  <a:path w="27" h="9">
                    <a:moveTo>
                      <a:pt x="6" y="0"/>
                    </a:moveTo>
                    <a:lnTo>
                      <a:pt x="2" y="4"/>
                    </a:lnTo>
                    <a:lnTo>
                      <a:pt x="0" y="8"/>
                    </a:lnTo>
                    <a:lnTo>
                      <a:pt x="27" y="9"/>
                    </a:lnTo>
                    <a:lnTo>
                      <a:pt x="27" y="6"/>
                    </a:lnTo>
                    <a:lnTo>
                      <a:pt x="4" y="5"/>
                    </a:lnTo>
                    <a:lnTo>
                      <a:pt x="6" y="0"/>
                    </a:lnTo>
                    <a:close/>
                  </a:path>
                </a:pathLst>
              </a:custGeom>
              <a:noFill/>
              <a:ln w="3175" cap="rnd" cmpd="sng">
                <a:solidFill>
                  <a:schemeClr val="bg2"/>
                </a:solidFill>
                <a:prstDash val="sysDot"/>
                <a:round/>
                <a:headEnd/>
                <a:tailEnd/>
              </a:ln>
            </p:spPr>
            <p:txBody>
              <a:bodyPr/>
              <a:lstStyle/>
              <a:p>
                <a:endParaRPr lang="en-US"/>
              </a:p>
            </p:txBody>
          </p:sp>
          <p:sp>
            <p:nvSpPr>
              <p:cNvPr id="474" name="Freeform 1960"/>
              <p:cNvSpPr>
                <a:spLocks/>
              </p:cNvSpPr>
              <p:nvPr/>
            </p:nvSpPr>
            <p:spPr bwMode="gray">
              <a:xfrm>
                <a:off x="5908489" y="5314344"/>
                <a:ext cx="53091" cy="17568"/>
              </a:xfrm>
              <a:custGeom>
                <a:avLst/>
                <a:gdLst/>
                <a:ahLst/>
                <a:cxnLst>
                  <a:cxn ang="0">
                    <a:pos x="7" y="0"/>
                  </a:cxn>
                  <a:cxn ang="0">
                    <a:pos x="2" y="5"/>
                  </a:cxn>
                  <a:cxn ang="0">
                    <a:pos x="0" y="9"/>
                  </a:cxn>
                  <a:cxn ang="0">
                    <a:pos x="20" y="9"/>
                  </a:cxn>
                  <a:cxn ang="0">
                    <a:pos x="22" y="6"/>
                  </a:cxn>
                  <a:cxn ang="0">
                    <a:pos x="3" y="5"/>
                  </a:cxn>
                  <a:cxn ang="0">
                    <a:pos x="7" y="0"/>
                  </a:cxn>
                </a:cxnLst>
                <a:rect l="0" t="0" r="r" b="b"/>
                <a:pathLst>
                  <a:path w="22" h="9">
                    <a:moveTo>
                      <a:pt x="7" y="0"/>
                    </a:moveTo>
                    <a:lnTo>
                      <a:pt x="2" y="5"/>
                    </a:lnTo>
                    <a:lnTo>
                      <a:pt x="0" y="9"/>
                    </a:lnTo>
                    <a:lnTo>
                      <a:pt x="20" y="9"/>
                    </a:lnTo>
                    <a:lnTo>
                      <a:pt x="22" y="6"/>
                    </a:lnTo>
                    <a:lnTo>
                      <a:pt x="3" y="5"/>
                    </a:lnTo>
                    <a:lnTo>
                      <a:pt x="7" y="0"/>
                    </a:lnTo>
                    <a:close/>
                  </a:path>
                </a:pathLst>
              </a:custGeom>
              <a:noFill/>
              <a:ln w="3175" cap="rnd" cmpd="sng">
                <a:solidFill>
                  <a:schemeClr val="bg2"/>
                </a:solidFill>
                <a:prstDash val="sysDot"/>
                <a:round/>
                <a:headEnd/>
                <a:tailEnd/>
              </a:ln>
            </p:spPr>
            <p:txBody>
              <a:bodyPr/>
              <a:lstStyle/>
              <a:p>
                <a:endParaRPr lang="en-US"/>
              </a:p>
            </p:txBody>
          </p:sp>
          <p:sp>
            <p:nvSpPr>
              <p:cNvPr id="475" name="Freeform 1961"/>
              <p:cNvSpPr>
                <a:spLocks/>
              </p:cNvSpPr>
              <p:nvPr/>
            </p:nvSpPr>
            <p:spPr bwMode="gray">
              <a:xfrm>
                <a:off x="6385252" y="5444343"/>
                <a:ext cx="45356" cy="22486"/>
              </a:xfrm>
              <a:custGeom>
                <a:avLst/>
                <a:gdLst/>
                <a:ahLst/>
                <a:cxnLst>
                  <a:cxn ang="0">
                    <a:pos x="4" y="0"/>
                  </a:cxn>
                  <a:cxn ang="0">
                    <a:pos x="1" y="3"/>
                  </a:cxn>
                  <a:cxn ang="0">
                    <a:pos x="0" y="8"/>
                  </a:cxn>
                  <a:cxn ang="0">
                    <a:pos x="18" y="9"/>
                  </a:cxn>
                  <a:cxn ang="0">
                    <a:pos x="19" y="6"/>
                  </a:cxn>
                  <a:cxn ang="0">
                    <a:pos x="2" y="5"/>
                  </a:cxn>
                  <a:cxn ang="0">
                    <a:pos x="4" y="0"/>
                  </a:cxn>
                </a:cxnLst>
                <a:rect l="0" t="0" r="r" b="b"/>
                <a:pathLst>
                  <a:path w="19" h="9">
                    <a:moveTo>
                      <a:pt x="4" y="0"/>
                    </a:moveTo>
                    <a:lnTo>
                      <a:pt x="1" y="3"/>
                    </a:lnTo>
                    <a:lnTo>
                      <a:pt x="0" y="8"/>
                    </a:lnTo>
                    <a:lnTo>
                      <a:pt x="18" y="9"/>
                    </a:lnTo>
                    <a:lnTo>
                      <a:pt x="19"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476" name="Freeform 1962"/>
              <p:cNvSpPr>
                <a:spLocks/>
              </p:cNvSpPr>
              <p:nvPr/>
            </p:nvSpPr>
            <p:spPr bwMode="gray">
              <a:xfrm>
                <a:off x="6430607" y="5421857"/>
                <a:ext cx="42895" cy="17568"/>
              </a:xfrm>
              <a:custGeom>
                <a:avLst/>
                <a:gdLst/>
                <a:ahLst/>
                <a:cxnLst>
                  <a:cxn ang="0">
                    <a:pos x="4" y="0"/>
                  </a:cxn>
                  <a:cxn ang="0">
                    <a:pos x="1" y="4"/>
                  </a:cxn>
                  <a:cxn ang="0">
                    <a:pos x="0" y="8"/>
                  </a:cxn>
                  <a:cxn ang="0">
                    <a:pos x="17" y="8"/>
                  </a:cxn>
                  <a:cxn ang="0">
                    <a:pos x="18" y="6"/>
                  </a:cxn>
                  <a:cxn ang="0">
                    <a:pos x="2" y="5"/>
                  </a:cxn>
                  <a:cxn ang="0">
                    <a:pos x="4" y="0"/>
                  </a:cxn>
                </a:cxnLst>
                <a:rect l="0" t="0" r="r" b="b"/>
                <a:pathLst>
                  <a:path w="18" h="8">
                    <a:moveTo>
                      <a:pt x="4" y="0"/>
                    </a:moveTo>
                    <a:lnTo>
                      <a:pt x="1" y="4"/>
                    </a:lnTo>
                    <a:lnTo>
                      <a:pt x="0" y="8"/>
                    </a:lnTo>
                    <a:lnTo>
                      <a:pt x="17" y="8"/>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477" name="Freeform 1963"/>
              <p:cNvSpPr>
                <a:spLocks/>
              </p:cNvSpPr>
              <p:nvPr/>
            </p:nvSpPr>
            <p:spPr bwMode="gray">
              <a:xfrm>
                <a:off x="6478424" y="5396911"/>
                <a:ext cx="45356" cy="22486"/>
              </a:xfrm>
              <a:custGeom>
                <a:avLst/>
                <a:gdLst/>
                <a:ahLst/>
                <a:cxnLst>
                  <a:cxn ang="0">
                    <a:pos x="4" y="0"/>
                  </a:cxn>
                  <a:cxn ang="0">
                    <a:pos x="1" y="4"/>
                  </a:cxn>
                  <a:cxn ang="0">
                    <a:pos x="0" y="8"/>
                  </a:cxn>
                  <a:cxn ang="0">
                    <a:pos x="18" y="9"/>
                  </a:cxn>
                  <a:cxn ang="0">
                    <a:pos x="19" y="6"/>
                  </a:cxn>
                  <a:cxn ang="0">
                    <a:pos x="2" y="4"/>
                  </a:cxn>
                  <a:cxn ang="0">
                    <a:pos x="4" y="0"/>
                  </a:cxn>
                </a:cxnLst>
                <a:rect l="0" t="0" r="r" b="b"/>
                <a:pathLst>
                  <a:path w="19" h="9">
                    <a:moveTo>
                      <a:pt x="4" y="0"/>
                    </a:moveTo>
                    <a:lnTo>
                      <a:pt x="1" y="4"/>
                    </a:lnTo>
                    <a:lnTo>
                      <a:pt x="0" y="8"/>
                    </a:lnTo>
                    <a:lnTo>
                      <a:pt x="18" y="9"/>
                    </a:lnTo>
                    <a:lnTo>
                      <a:pt x="19" y="6"/>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478" name="Freeform 1964"/>
              <p:cNvSpPr>
                <a:spLocks/>
              </p:cNvSpPr>
              <p:nvPr/>
            </p:nvSpPr>
            <p:spPr bwMode="gray">
              <a:xfrm>
                <a:off x="6450648" y="5366695"/>
                <a:ext cx="45707" cy="22838"/>
              </a:xfrm>
              <a:custGeom>
                <a:avLst/>
                <a:gdLst/>
                <a:ahLst/>
                <a:cxnLst>
                  <a:cxn ang="0">
                    <a:pos x="4" y="0"/>
                  </a:cxn>
                  <a:cxn ang="0">
                    <a:pos x="1" y="3"/>
                  </a:cxn>
                  <a:cxn ang="0">
                    <a:pos x="0" y="8"/>
                  </a:cxn>
                  <a:cxn ang="0">
                    <a:pos x="17" y="9"/>
                  </a:cxn>
                  <a:cxn ang="0">
                    <a:pos x="18" y="6"/>
                  </a:cxn>
                  <a:cxn ang="0">
                    <a:pos x="2" y="5"/>
                  </a:cxn>
                  <a:cxn ang="0">
                    <a:pos x="4" y="0"/>
                  </a:cxn>
                </a:cxnLst>
                <a:rect l="0" t="0" r="r" b="b"/>
                <a:pathLst>
                  <a:path w="18" h="9">
                    <a:moveTo>
                      <a:pt x="4" y="0"/>
                    </a:moveTo>
                    <a:lnTo>
                      <a:pt x="1" y="3"/>
                    </a:lnTo>
                    <a:lnTo>
                      <a:pt x="0" y="8"/>
                    </a:lnTo>
                    <a:lnTo>
                      <a:pt x="17"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479" name="Freeform 1965"/>
              <p:cNvSpPr>
                <a:spLocks/>
              </p:cNvSpPr>
              <p:nvPr/>
            </p:nvSpPr>
            <p:spPr bwMode="gray">
              <a:xfrm>
                <a:off x="7071213" y="5474560"/>
                <a:ext cx="40433" cy="22486"/>
              </a:xfrm>
              <a:custGeom>
                <a:avLst/>
                <a:gdLst/>
                <a:ahLst/>
                <a:cxnLst>
                  <a:cxn ang="0">
                    <a:pos x="5" y="0"/>
                  </a:cxn>
                  <a:cxn ang="0">
                    <a:pos x="1" y="4"/>
                  </a:cxn>
                  <a:cxn ang="0">
                    <a:pos x="0" y="9"/>
                  </a:cxn>
                  <a:cxn ang="0">
                    <a:pos x="18" y="10"/>
                  </a:cxn>
                  <a:cxn ang="0">
                    <a:pos x="18" y="7"/>
                  </a:cxn>
                  <a:cxn ang="0">
                    <a:pos x="3" y="5"/>
                  </a:cxn>
                  <a:cxn ang="0">
                    <a:pos x="5" y="0"/>
                  </a:cxn>
                </a:cxnLst>
                <a:rect l="0" t="0" r="r" b="b"/>
                <a:pathLst>
                  <a:path w="18" h="10">
                    <a:moveTo>
                      <a:pt x="5" y="0"/>
                    </a:moveTo>
                    <a:lnTo>
                      <a:pt x="1" y="4"/>
                    </a:lnTo>
                    <a:lnTo>
                      <a:pt x="0" y="9"/>
                    </a:lnTo>
                    <a:lnTo>
                      <a:pt x="18" y="10"/>
                    </a:lnTo>
                    <a:lnTo>
                      <a:pt x="18" y="7"/>
                    </a:lnTo>
                    <a:lnTo>
                      <a:pt x="3" y="5"/>
                    </a:lnTo>
                    <a:lnTo>
                      <a:pt x="5" y="0"/>
                    </a:lnTo>
                    <a:close/>
                  </a:path>
                </a:pathLst>
              </a:custGeom>
              <a:noFill/>
              <a:ln w="3175" cap="rnd" cmpd="sng">
                <a:solidFill>
                  <a:schemeClr val="bg2"/>
                </a:solidFill>
                <a:prstDash val="sysDot"/>
                <a:round/>
                <a:headEnd/>
                <a:tailEnd/>
              </a:ln>
            </p:spPr>
            <p:txBody>
              <a:bodyPr/>
              <a:lstStyle/>
              <a:p>
                <a:endParaRPr lang="en-US"/>
              </a:p>
            </p:txBody>
          </p:sp>
          <p:sp>
            <p:nvSpPr>
              <p:cNvPr id="480" name="Freeform 1966"/>
              <p:cNvSpPr>
                <a:spLocks/>
              </p:cNvSpPr>
              <p:nvPr/>
            </p:nvSpPr>
            <p:spPr bwMode="gray">
              <a:xfrm>
                <a:off x="7116569" y="5506884"/>
                <a:ext cx="45356" cy="32676"/>
              </a:xfrm>
              <a:custGeom>
                <a:avLst/>
                <a:gdLst/>
                <a:ahLst/>
                <a:cxnLst>
                  <a:cxn ang="0">
                    <a:pos x="4" y="0"/>
                  </a:cxn>
                  <a:cxn ang="0">
                    <a:pos x="1" y="6"/>
                  </a:cxn>
                  <a:cxn ang="0">
                    <a:pos x="0" y="12"/>
                  </a:cxn>
                  <a:cxn ang="0">
                    <a:pos x="18" y="13"/>
                  </a:cxn>
                  <a:cxn ang="0">
                    <a:pos x="18" y="9"/>
                  </a:cxn>
                  <a:cxn ang="0">
                    <a:pos x="2" y="8"/>
                  </a:cxn>
                  <a:cxn ang="0">
                    <a:pos x="4" y="0"/>
                  </a:cxn>
                </a:cxnLst>
                <a:rect l="0" t="0" r="r" b="b"/>
                <a:pathLst>
                  <a:path w="18" h="13">
                    <a:moveTo>
                      <a:pt x="4" y="0"/>
                    </a:moveTo>
                    <a:lnTo>
                      <a:pt x="1" y="6"/>
                    </a:lnTo>
                    <a:lnTo>
                      <a:pt x="0" y="12"/>
                    </a:lnTo>
                    <a:lnTo>
                      <a:pt x="18" y="13"/>
                    </a:lnTo>
                    <a:lnTo>
                      <a:pt x="18" y="9"/>
                    </a:lnTo>
                    <a:lnTo>
                      <a:pt x="2" y="8"/>
                    </a:lnTo>
                    <a:lnTo>
                      <a:pt x="4" y="0"/>
                    </a:lnTo>
                    <a:close/>
                  </a:path>
                </a:pathLst>
              </a:custGeom>
              <a:noFill/>
              <a:ln w="3175" cap="rnd" cmpd="sng">
                <a:solidFill>
                  <a:schemeClr val="bg2"/>
                </a:solidFill>
                <a:prstDash val="sysDot"/>
                <a:round/>
                <a:headEnd/>
                <a:tailEnd/>
              </a:ln>
            </p:spPr>
            <p:txBody>
              <a:bodyPr/>
              <a:lstStyle/>
              <a:p>
                <a:endParaRPr lang="en-US"/>
              </a:p>
            </p:txBody>
          </p:sp>
          <p:sp>
            <p:nvSpPr>
              <p:cNvPr id="481" name="Freeform 1967"/>
              <p:cNvSpPr>
                <a:spLocks/>
              </p:cNvSpPr>
              <p:nvPr/>
            </p:nvSpPr>
            <p:spPr bwMode="gray">
              <a:xfrm>
                <a:off x="7081409" y="5449262"/>
                <a:ext cx="45356" cy="22486"/>
              </a:xfrm>
              <a:custGeom>
                <a:avLst/>
                <a:gdLst/>
                <a:ahLst/>
                <a:cxnLst>
                  <a:cxn ang="0">
                    <a:pos x="3" y="0"/>
                  </a:cxn>
                  <a:cxn ang="0">
                    <a:pos x="0" y="4"/>
                  </a:cxn>
                  <a:cxn ang="0">
                    <a:pos x="0" y="9"/>
                  </a:cxn>
                  <a:cxn ang="0">
                    <a:pos x="18" y="10"/>
                  </a:cxn>
                  <a:cxn ang="0">
                    <a:pos x="19" y="6"/>
                  </a:cxn>
                  <a:cxn ang="0">
                    <a:pos x="1" y="5"/>
                  </a:cxn>
                  <a:cxn ang="0">
                    <a:pos x="3" y="0"/>
                  </a:cxn>
                </a:cxnLst>
                <a:rect l="0" t="0" r="r" b="b"/>
                <a:pathLst>
                  <a:path w="19" h="10">
                    <a:moveTo>
                      <a:pt x="3" y="0"/>
                    </a:moveTo>
                    <a:lnTo>
                      <a:pt x="0" y="4"/>
                    </a:lnTo>
                    <a:lnTo>
                      <a:pt x="0" y="9"/>
                    </a:lnTo>
                    <a:lnTo>
                      <a:pt x="18" y="10"/>
                    </a:lnTo>
                    <a:lnTo>
                      <a:pt x="19" y="6"/>
                    </a:lnTo>
                    <a:lnTo>
                      <a:pt x="1" y="5"/>
                    </a:lnTo>
                    <a:lnTo>
                      <a:pt x="3" y="0"/>
                    </a:lnTo>
                    <a:close/>
                  </a:path>
                </a:pathLst>
              </a:custGeom>
              <a:noFill/>
              <a:ln w="3175" cap="rnd" cmpd="sng">
                <a:solidFill>
                  <a:schemeClr val="bg2"/>
                </a:solidFill>
                <a:prstDash val="sysDot"/>
                <a:round/>
                <a:headEnd/>
                <a:tailEnd/>
              </a:ln>
            </p:spPr>
            <p:txBody>
              <a:bodyPr/>
              <a:lstStyle/>
              <a:p>
                <a:endParaRPr lang="en-US"/>
              </a:p>
            </p:txBody>
          </p:sp>
          <p:sp>
            <p:nvSpPr>
              <p:cNvPr id="482" name="Freeform 1968"/>
              <p:cNvSpPr>
                <a:spLocks/>
              </p:cNvSpPr>
              <p:nvPr/>
            </p:nvSpPr>
            <p:spPr bwMode="gray">
              <a:xfrm>
                <a:off x="7129226" y="5471749"/>
                <a:ext cx="47817" cy="25297"/>
              </a:xfrm>
              <a:custGeom>
                <a:avLst/>
                <a:gdLst/>
                <a:ahLst/>
                <a:cxnLst>
                  <a:cxn ang="0">
                    <a:pos x="5" y="0"/>
                  </a:cxn>
                  <a:cxn ang="0">
                    <a:pos x="1" y="6"/>
                  </a:cxn>
                  <a:cxn ang="0">
                    <a:pos x="0" y="12"/>
                  </a:cxn>
                  <a:cxn ang="0">
                    <a:pos x="17" y="12"/>
                  </a:cxn>
                  <a:cxn ang="0">
                    <a:pos x="19" y="8"/>
                  </a:cxn>
                  <a:cxn ang="0">
                    <a:pos x="2" y="7"/>
                  </a:cxn>
                  <a:cxn ang="0">
                    <a:pos x="5" y="0"/>
                  </a:cxn>
                </a:cxnLst>
                <a:rect l="0" t="0" r="r" b="b"/>
                <a:pathLst>
                  <a:path w="19" h="12">
                    <a:moveTo>
                      <a:pt x="5" y="0"/>
                    </a:moveTo>
                    <a:lnTo>
                      <a:pt x="1" y="6"/>
                    </a:lnTo>
                    <a:lnTo>
                      <a:pt x="0" y="12"/>
                    </a:lnTo>
                    <a:lnTo>
                      <a:pt x="17" y="12"/>
                    </a:lnTo>
                    <a:lnTo>
                      <a:pt x="19" y="8"/>
                    </a:lnTo>
                    <a:lnTo>
                      <a:pt x="2" y="7"/>
                    </a:lnTo>
                    <a:lnTo>
                      <a:pt x="5" y="0"/>
                    </a:lnTo>
                    <a:close/>
                  </a:path>
                </a:pathLst>
              </a:custGeom>
              <a:noFill/>
              <a:ln w="3175" cap="rnd" cmpd="sng">
                <a:solidFill>
                  <a:schemeClr val="bg2"/>
                </a:solidFill>
                <a:prstDash val="sysDot"/>
                <a:round/>
                <a:headEnd/>
                <a:tailEnd/>
              </a:ln>
            </p:spPr>
            <p:txBody>
              <a:bodyPr/>
              <a:lstStyle/>
              <a:p>
                <a:endParaRPr lang="en-US"/>
              </a:p>
            </p:txBody>
          </p:sp>
          <p:sp>
            <p:nvSpPr>
              <p:cNvPr id="483" name="Freeform 1969"/>
              <p:cNvSpPr>
                <a:spLocks/>
              </p:cNvSpPr>
              <p:nvPr/>
            </p:nvSpPr>
            <p:spPr bwMode="gray">
              <a:xfrm>
                <a:off x="6884516" y="5416938"/>
                <a:ext cx="42895" cy="22486"/>
              </a:xfrm>
              <a:custGeom>
                <a:avLst/>
                <a:gdLst/>
                <a:ahLst/>
                <a:cxnLst>
                  <a:cxn ang="0">
                    <a:pos x="4" y="0"/>
                  </a:cxn>
                  <a:cxn ang="0">
                    <a:pos x="1" y="4"/>
                  </a:cxn>
                  <a:cxn ang="0">
                    <a:pos x="0" y="9"/>
                  </a:cxn>
                  <a:cxn ang="0">
                    <a:pos x="18" y="9"/>
                  </a:cxn>
                  <a:cxn ang="0">
                    <a:pos x="18" y="6"/>
                  </a:cxn>
                  <a:cxn ang="0">
                    <a:pos x="2" y="5"/>
                  </a:cxn>
                  <a:cxn ang="0">
                    <a:pos x="4" y="0"/>
                  </a:cxn>
                </a:cxnLst>
                <a:rect l="0" t="0" r="r" b="b"/>
                <a:pathLst>
                  <a:path w="18" h="9">
                    <a:moveTo>
                      <a:pt x="4" y="0"/>
                    </a:moveTo>
                    <a:lnTo>
                      <a:pt x="1" y="4"/>
                    </a:lnTo>
                    <a:lnTo>
                      <a:pt x="0" y="9"/>
                    </a:lnTo>
                    <a:lnTo>
                      <a:pt x="18"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484" name="Freeform 1970"/>
              <p:cNvSpPr>
                <a:spLocks/>
              </p:cNvSpPr>
              <p:nvPr/>
            </p:nvSpPr>
            <p:spPr bwMode="gray">
              <a:xfrm>
                <a:off x="6844083" y="5497046"/>
                <a:ext cx="42895" cy="24946"/>
              </a:xfrm>
              <a:custGeom>
                <a:avLst/>
                <a:gdLst/>
                <a:ahLst/>
                <a:cxnLst>
                  <a:cxn ang="0">
                    <a:pos x="6" y="0"/>
                  </a:cxn>
                  <a:cxn ang="0">
                    <a:pos x="1" y="4"/>
                  </a:cxn>
                  <a:cxn ang="0">
                    <a:pos x="0" y="9"/>
                  </a:cxn>
                  <a:cxn ang="0">
                    <a:pos x="19" y="10"/>
                  </a:cxn>
                  <a:cxn ang="0">
                    <a:pos x="20" y="7"/>
                  </a:cxn>
                  <a:cxn ang="0">
                    <a:pos x="3" y="6"/>
                  </a:cxn>
                  <a:cxn ang="0">
                    <a:pos x="6" y="0"/>
                  </a:cxn>
                </a:cxnLst>
                <a:rect l="0" t="0" r="r" b="b"/>
                <a:pathLst>
                  <a:path w="20" h="10">
                    <a:moveTo>
                      <a:pt x="6" y="0"/>
                    </a:moveTo>
                    <a:lnTo>
                      <a:pt x="1" y="4"/>
                    </a:lnTo>
                    <a:lnTo>
                      <a:pt x="0" y="9"/>
                    </a:lnTo>
                    <a:lnTo>
                      <a:pt x="19" y="10"/>
                    </a:lnTo>
                    <a:lnTo>
                      <a:pt x="20" y="7"/>
                    </a:lnTo>
                    <a:lnTo>
                      <a:pt x="3" y="6"/>
                    </a:lnTo>
                    <a:lnTo>
                      <a:pt x="6" y="0"/>
                    </a:lnTo>
                    <a:close/>
                  </a:path>
                </a:pathLst>
              </a:custGeom>
              <a:noFill/>
              <a:ln w="3175" cap="rnd" cmpd="sng">
                <a:solidFill>
                  <a:schemeClr val="bg2"/>
                </a:solidFill>
                <a:prstDash val="sysDot"/>
                <a:round/>
                <a:headEnd/>
                <a:tailEnd/>
              </a:ln>
            </p:spPr>
            <p:txBody>
              <a:bodyPr/>
              <a:lstStyle/>
              <a:p>
                <a:endParaRPr lang="en-US"/>
              </a:p>
            </p:txBody>
          </p:sp>
          <p:sp>
            <p:nvSpPr>
              <p:cNvPr id="485" name="Freeform 1971"/>
              <p:cNvSpPr>
                <a:spLocks/>
              </p:cNvSpPr>
              <p:nvPr/>
            </p:nvSpPr>
            <p:spPr bwMode="gray">
              <a:xfrm>
                <a:off x="7086332" y="5421857"/>
                <a:ext cx="42895" cy="22486"/>
              </a:xfrm>
              <a:custGeom>
                <a:avLst/>
                <a:gdLst/>
                <a:ahLst/>
                <a:cxnLst>
                  <a:cxn ang="0">
                    <a:pos x="4" y="0"/>
                  </a:cxn>
                  <a:cxn ang="0">
                    <a:pos x="0" y="4"/>
                  </a:cxn>
                  <a:cxn ang="0">
                    <a:pos x="0" y="9"/>
                  </a:cxn>
                  <a:cxn ang="0">
                    <a:pos x="17" y="10"/>
                  </a:cxn>
                  <a:cxn ang="0">
                    <a:pos x="18" y="7"/>
                  </a:cxn>
                  <a:cxn ang="0">
                    <a:pos x="1" y="5"/>
                  </a:cxn>
                  <a:cxn ang="0">
                    <a:pos x="4" y="0"/>
                  </a:cxn>
                </a:cxnLst>
                <a:rect l="0" t="0" r="r" b="b"/>
                <a:pathLst>
                  <a:path w="18" h="10">
                    <a:moveTo>
                      <a:pt x="4" y="0"/>
                    </a:moveTo>
                    <a:lnTo>
                      <a:pt x="0" y="4"/>
                    </a:lnTo>
                    <a:lnTo>
                      <a:pt x="0" y="9"/>
                    </a:lnTo>
                    <a:lnTo>
                      <a:pt x="17" y="10"/>
                    </a:lnTo>
                    <a:lnTo>
                      <a:pt x="18" y="7"/>
                    </a:lnTo>
                    <a:lnTo>
                      <a:pt x="1" y="5"/>
                    </a:lnTo>
                    <a:lnTo>
                      <a:pt x="4" y="0"/>
                    </a:lnTo>
                    <a:close/>
                  </a:path>
                </a:pathLst>
              </a:custGeom>
              <a:noFill/>
              <a:ln w="3175" cap="rnd" cmpd="sng">
                <a:solidFill>
                  <a:schemeClr val="bg2"/>
                </a:solidFill>
                <a:prstDash val="sysDot"/>
                <a:round/>
                <a:headEnd/>
                <a:tailEnd/>
              </a:ln>
            </p:spPr>
            <p:txBody>
              <a:bodyPr/>
              <a:lstStyle/>
              <a:p>
                <a:endParaRPr lang="en-US"/>
              </a:p>
            </p:txBody>
          </p:sp>
          <p:sp>
            <p:nvSpPr>
              <p:cNvPr id="486" name="Freeform 1972"/>
              <p:cNvSpPr>
                <a:spLocks/>
              </p:cNvSpPr>
              <p:nvPr/>
            </p:nvSpPr>
            <p:spPr bwMode="gray">
              <a:xfrm>
                <a:off x="7146806" y="5432046"/>
                <a:ext cx="42895" cy="29865"/>
              </a:xfrm>
              <a:custGeom>
                <a:avLst/>
                <a:gdLst/>
                <a:ahLst/>
                <a:cxnLst>
                  <a:cxn ang="0">
                    <a:pos x="5" y="0"/>
                  </a:cxn>
                  <a:cxn ang="0">
                    <a:pos x="1" y="6"/>
                  </a:cxn>
                  <a:cxn ang="0">
                    <a:pos x="0" y="11"/>
                  </a:cxn>
                  <a:cxn ang="0">
                    <a:pos x="17" y="12"/>
                  </a:cxn>
                  <a:cxn ang="0">
                    <a:pos x="18" y="8"/>
                  </a:cxn>
                  <a:cxn ang="0">
                    <a:pos x="2" y="7"/>
                  </a:cxn>
                  <a:cxn ang="0">
                    <a:pos x="5" y="0"/>
                  </a:cxn>
                </a:cxnLst>
                <a:rect l="0" t="0" r="r" b="b"/>
                <a:pathLst>
                  <a:path w="18" h="12">
                    <a:moveTo>
                      <a:pt x="5" y="0"/>
                    </a:moveTo>
                    <a:lnTo>
                      <a:pt x="1" y="6"/>
                    </a:lnTo>
                    <a:lnTo>
                      <a:pt x="0" y="11"/>
                    </a:lnTo>
                    <a:lnTo>
                      <a:pt x="17" y="12"/>
                    </a:lnTo>
                    <a:lnTo>
                      <a:pt x="18" y="8"/>
                    </a:lnTo>
                    <a:lnTo>
                      <a:pt x="2" y="7"/>
                    </a:lnTo>
                    <a:lnTo>
                      <a:pt x="5" y="0"/>
                    </a:lnTo>
                    <a:close/>
                  </a:path>
                </a:pathLst>
              </a:custGeom>
              <a:noFill/>
              <a:ln w="3175" cap="rnd" cmpd="sng">
                <a:solidFill>
                  <a:schemeClr val="bg2"/>
                </a:solidFill>
                <a:prstDash val="sysDot"/>
                <a:round/>
                <a:headEnd/>
                <a:tailEnd/>
              </a:ln>
            </p:spPr>
            <p:txBody>
              <a:bodyPr/>
              <a:lstStyle/>
              <a:p>
                <a:endParaRPr lang="en-US"/>
              </a:p>
            </p:txBody>
          </p:sp>
          <p:sp>
            <p:nvSpPr>
              <p:cNvPr id="487" name="Freeform 1973"/>
              <p:cNvSpPr>
                <a:spLocks/>
              </p:cNvSpPr>
              <p:nvPr/>
            </p:nvSpPr>
            <p:spPr bwMode="gray">
              <a:xfrm>
                <a:off x="6897174" y="5389533"/>
                <a:ext cx="42895" cy="19676"/>
              </a:xfrm>
              <a:custGeom>
                <a:avLst/>
                <a:gdLst/>
                <a:ahLst/>
                <a:cxnLst>
                  <a:cxn ang="0">
                    <a:pos x="4" y="0"/>
                  </a:cxn>
                  <a:cxn ang="0">
                    <a:pos x="0" y="4"/>
                  </a:cxn>
                  <a:cxn ang="0">
                    <a:pos x="0" y="8"/>
                  </a:cxn>
                  <a:cxn ang="0">
                    <a:pos x="18" y="10"/>
                  </a:cxn>
                  <a:cxn ang="0">
                    <a:pos x="19" y="6"/>
                  </a:cxn>
                  <a:cxn ang="0">
                    <a:pos x="2" y="5"/>
                  </a:cxn>
                  <a:cxn ang="0">
                    <a:pos x="4" y="0"/>
                  </a:cxn>
                </a:cxnLst>
                <a:rect l="0" t="0" r="r" b="b"/>
                <a:pathLst>
                  <a:path w="19" h="10">
                    <a:moveTo>
                      <a:pt x="4" y="0"/>
                    </a:moveTo>
                    <a:lnTo>
                      <a:pt x="0" y="4"/>
                    </a:lnTo>
                    <a:lnTo>
                      <a:pt x="0" y="8"/>
                    </a:lnTo>
                    <a:lnTo>
                      <a:pt x="18" y="10"/>
                    </a:lnTo>
                    <a:lnTo>
                      <a:pt x="19"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488" name="Freeform 1974"/>
              <p:cNvSpPr>
                <a:spLocks/>
              </p:cNvSpPr>
              <p:nvPr/>
            </p:nvSpPr>
            <p:spPr bwMode="gray">
              <a:xfrm>
                <a:off x="7098989" y="5396911"/>
                <a:ext cx="47817" cy="22486"/>
              </a:xfrm>
              <a:custGeom>
                <a:avLst/>
                <a:gdLst/>
                <a:ahLst/>
                <a:cxnLst>
                  <a:cxn ang="0">
                    <a:pos x="4" y="0"/>
                  </a:cxn>
                  <a:cxn ang="0">
                    <a:pos x="1" y="3"/>
                  </a:cxn>
                  <a:cxn ang="0">
                    <a:pos x="0" y="8"/>
                  </a:cxn>
                  <a:cxn ang="0">
                    <a:pos x="19" y="9"/>
                  </a:cxn>
                  <a:cxn ang="0">
                    <a:pos x="20" y="6"/>
                  </a:cxn>
                  <a:cxn ang="0">
                    <a:pos x="2" y="4"/>
                  </a:cxn>
                  <a:cxn ang="0">
                    <a:pos x="4" y="0"/>
                  </a:cxn>
                </a:cxnLst>
                <a:rect l="0" t="0" r="r" b="b"/>
                <a:pathLst>
                  <a:path w="20" h="9">
                    <a:moveTo>
                      <a:pt x="4" y="0"/>
                    </a:moveTo>
                    <a:lnTo>
                      <a:pt x="1" y="3"/>
                    </a:lnTo>
                    <a:lnTo>
                      <a:pt x="0" y="8"/>
                    </a:lnTo>
                    <a:lnTo>
                      <a:pt x="19" y="9"/>
                    </a:lnTo>
                    <a:lnTo>
                      <a:pt x="20" y="6"/>
                    </a:lnTo>
                    <a:lnTo>
                      <a:pt x="2" y="4"/>
                    </a:lnTo>
                    <a:lnTo>
                      <a:pt x="4" y="0"/>
                    </a:lnTo>
                    <a:close/>
                  </a:path>
                </a:pathLst>
              </a:custGeom>
              <a:noFill/>
              <a:ln w="3175" cap="rnd" cmpd="sng">
                <a:solidFill>
                  <a:schemeClr val="bg2"/>
                </a:solidFill>
                <a:prstDash val="sysDot"/>
                <a:round/>
                <a:headEnd/>
                <a:tailEnd/>
              </a:ln>
            </p:spPr>
            <p:txBody>
              <a:bodyPr/>
              <a:lstStyle/>
              <a:p>
                <a:endParaRPr lang="en-US"/>
              </a:p>
            </p:txBody>
          </p:sp>
          <p:sp>
            <p:nvSpPr>
              <p:cNvPr id="489" name="Freeform 1975"/>
              <p:cNvSpPr>
                <a:spLocks/>
              </p:cNvSpPr>
              <p:nvPr/>
            </p:nvSpPr>
            <p:spPr bwMode="gray">
              <a:xfrm>
                <a:off x="7154541" y="5394452"/>
                <a:ext cx="42895" cy="29865"/>
              </a:xfrm>
              <a:custGeom>
                <a:avLst/>
                <a:gdLst/>
                <a:ahLst/>
                <a:cxnLst>
                  <a:cxn ang="0">
                    <a:pos x="5" y="0"/>
                  </a:cxn>
                  <a:cxn ang="0">
                    <a:pos x="1" y="6"/>
                  </a:cxn>
                  <a:cxn ang="0">
                    <a:pos x="0" y="12"/>
                  </a:cxn>
                  <a:cxn ang="0">
                    <a:pos x="18" y="13"/>
                  </a:cxn>
                  <a:cxn ang="0">
                    <a:pos x="18" y="8"/>
                  </a:cxn>
                  <a:cxn ang="0">
                    <a:pos x="2" y="7"/>
                  </a:cxn>
                  <a:cxn ang="0">
                    <a:pos x="5" y="0"/>
                  </a:cxn>
                </a:cxnLst>
                <a:rect l="0" t="0" r="r" b="b"/>
                <a:pathLst>
                  <a:path w="18" h="13">
                    <a:moveTo>
                      <a:pt x="5" y="0"/>
                    </a:moveTo>
                    <a:lnTo>
                      <a:pt x="1" y="6"/>
                    </a:lnTo>
                    <a:lnTo>
                      <a:pt x="0" y="12"/>
                    </a:lnTo>
                    <a:lnTo>
                      <a:pt x="18" y="13"/>
                    </a:lnTo>
                    <a:lnTo>
                      <a:pt x="18" y="8"/>
                    </a:lnTo>
                    <a:lnTo>
                      <a:pt x="2" y="7"/>
                    </a:lnTo>
                    <a:lnTo>
                      <a:pt x="5" y="0"/>
                    </a:lnTo>
                    <a:close/>
                  </a:path>
                </a:pathLst>
              </a:custGeom>
              <a:noFill/>
              <a:ln w="3175" cap="rnd" cmpd="sng">
                <a:solidFill>
                  <a:schemeClr val="bg2"/>
                </a:solidFill>
                <a:prstDash val="sysDot"/>
                <a:round/>
                <a:headEnd/>
                <a:tailEnd/>
              </a:ln>
            </p:spPr>
            <p:txBody>
              <a:bodyPr/>
              <a:lstStyle/>
              <a:p>
                <a:endParaRPr lang="en-US"/>
              </a:p>
            </p:txBody>
          </p:sp>
          <p:sp>
            <p:nvSpPr>
              <p:cNvPr id="490" name="Freeform 1976"/>
              <p:cNvSpPr>
                <a:spLocks/>
              </p:cNvSpPr>
              <p:nvPr/>
            </p:nvSpPr>
            <p:spPr bwMode="gray">
              <a:xfrm>
                <a:off x="7058556" y="5501965"/>
                <a:ext cx="45356" cy="29865"/>
              </a:xfrm>
              <a:custGeom>
                <a:avLst/>
                <a:gdLst/>
                <a:ahLst/>
                <a:cxnLst>
                  <a:cxn ang="0">
                    <a:pos x="4" y="0"/>
                  </a:cxn>
                  <a:cxn ang="0">
                    <a:pos x="0" y="6"/>
                  </a:cxn>
                  <a:cxn ang="0">
                    <a:pos x="0" y="12"/>
                  </a:cxn>
                  <a:cxn ang="0">
                    <a:pos x="18" y="13"/>
                  </a:cxn>
                  <a:cxn ang="0">
                    <a:pos x="19" y="9"/>
                  </a:cxn>
                  <a:cxn ang="0">
                    <a:pos x="2" y="8"/>
                  </a:cxn>
                  <a:cxn ang="0">
                    <a:pos x="4" y="0"/>
                  </a:cxn>
                </a:cxnLst>
                <a:rect l="0" t="0" r="r" b="b"/>
                <a:pathLst>
                  <a:path w="19" h="13">
                    <a:moveTo>
                      <a:pt x="4" y="0"/>
                    </a:moveTo>
                    <a:lnTo>
                      <a:pt x="0" y="6"/>
                    </a:lnTo>
                    <a:lnTo>
                      <a:pt x="0" y="12"/>
                    </a:lnTo>
                    <a:lnTo>
                      <a:pt x="18" y="13"/>
                    </a:lnTo>
                    <a:lnTo>
                      <a:pt x="19" y="9"/>
                    </a:lnTo>
                    <a:lnTo>
                      <a:pt x="2" y="8"/>
                    </a:lnTo>
                    <a:lnTo>
                      <a:pt x="4" y="0"/>
                    </a:lnTo>
                    <a:close/>
                  </a:path>
                </a:pathLst>
              </a:custGeom>
              <a:noFill/>
              <a:ln w="3175" cap="rnd" cmpd="sng">
                <a:solidFill>
                  <a:schemeClr val="bg2"/>
                </a:solidFill>
                <a:prstDash val="sysDot"/>
                <a:round/>
                <a:headEnd/>
                <a:tailEnd/>
              </a:ln>
            </p:spPr>
            <p:txBody>
              <a:bodyPr/>
              <a:lstStyle/>
              <a:p>
                <a:endParaRPr lang="en-US"/>
              </a:p>
            </p:txBody>
          </p:sp>
          <p:sp>
            <p:nvSpPr>
              <p:cNvPr id="491" name="Freeform 1977"/>
              <p:cNvSpPr>
                <a:spLocks/>
              </p:cNvSpPr>
              <p:nvPr/>
            </p:nvSpPr>
            <p:spPr bwMode="gray">
              <a:xfrm>
                <a:off x="6937607" y="5494235"/>
                <a:ext cx="100908" cy="35135"/>
              </a:xfrm>
              <a:custGeom>
                <a:avLst/>
                <a:gdLst/>
                <a:ahLst/>
                <a:cxnLst>
                  <a:cxn ang="0">
                    <a:pos x="8" y="0"/>
                  </a:cxn>
                  <a:cxn ang="0">
                    <a:pos x="3" y="6"/>
                  </a:cxn>
                  <a:cxn ang="0">
                    <a:pos x="0" y="13"/>
                  </a:cxn>
                  <a:cxn ang="0">
                    <a:pos x="43" y="15"/>
                  </a:cxn>
                  <a:cxn ang="0">
                    <a:pos x="43" y="11"/>
                  </a:cxn>
                  <a:cxn ang="0">
                    <a:pos x="4" y="9"/>
                  </a:cxn>
                  <a:cxn ang="0">
                    <a:pos x="8" y="0"/>
                  </a:cxn>
                </a:cxnLst>
                <a:rect l="0" t="0" r="r" b="b"/>
                <a:pathLst>
                  <a:path w="43" h="15">
                    <a:moveTo>
                      <a:pt x="8" y="0"/>
                    </a:moveTo>
                    <a:lnTo>
                      <a:pt x="3" y="6"/>
                    </a:lnTo>
                    <a:lnTo>
                      <a:pt x="0" y="13"/>
                    </a:lnTo>
                    <a:lnTo>
                      <a:pt x="43" y="15"/>
                    </a:lnTo>
                    <a:lnTo>
                      <a:pt x="43" y="11"/>
                    </a:lnTo>
                    <a:lnTo>
                      <a:pt x="4" y="9"/>
                    </a:lnTo>
                    <a:lnTo>
                      <a:pt x="8" y="0"/>
                    </a:lnTo>
                    <a:close/>
                  </a:path>
                </a:pathLst>
              </a:custGeom>
              <a:noFill/>
              <a:ln w="3175" cap="rnd" cmpd="sng">
                <a:solidFill>
                  <a:schemeClr val="bg2"/>
                </a:solidFill>
                <a:prstDash val="sysDot"/>
                <a:round/>
                <a:headEnd/>
                <a:tailEnd/>
              </a:ln>
            </p:spPr>
            <p:txBody>
              <a:bodyPr/>
              <a:lstStyle/>
              <a:p>
                <a:endParaRPr lang="en-US"/>
              </a:p>
            </p:txBody>
          </p:sp>
          <p:sp>
            <p:nvSpPr>
              <p:cNvPr id="492" name="Freeform 1978"/>
              <p:cNvSpPr>
                <a:spLocks/>
              </p:cNvSpPr>
              <p:nvPr/>
            </p:nvSpPr>
            <p:spPr bwMode="gray">
              <a:xfrm>
                <a:off x="6904909" y="5366695"/>
                <a:ext cx="45356" cy="22838"/>
              </a:xfrm>
              <a:custGeom>
                <a:avLst/>
                <a:gdLst/>
                <a:ahLst/>
                <a:cxnLst>
                  <a:cxn ang="0">
                    <a:pos x="3" y="0"/>
                  </a:cxn>
                  <a:cxn ang="0">
                    <a:pos x="0" y="3"/>
                  </a:cxn>
                  <a:cxn ang="0">
                    <a:pos x="0" y="8"/>
                  </a:cxn>
                  <a:cxn ang="0">
                    <a:pos x="17" y="9"/>
                  </a:cxn>
                  <a:cxn ang="0">
                    <a:pos x="18" y="6"/>
                  </a:cxn>
                  <a:cxn ang="0">
                    <a:pos x="1" y="5"/>
                  </a:cxn>
                  <a:cxn ang="0">
                    <a:pos x="3" y="0"/>
                  </a:cxn>
                </a:cxnLst>
                <a:rect l="0" t="0" r="r" b="b"/>
                <a:pathLst>
                  <a:path w="18" h="9">
                    <a:moveTo>
                      <a:pt x="3" y="0"/>
                    </a:moveTo>
                    <a:lnTo>
                      <a:pt x="0" y="3"/>
                    </a:lnTo>
                    <a:lnTo>
                      <a:pt x="0" y="8"/>
                    </a:lnTo>
                    <a:lnTo>
                      <a:pt x="17" y="9"/>
                    </a:lnTo>
                    <a:lnTo>
                      <a:pt x="18" y="6"/>
                    </a:lnTo>
                    <a:lnTo>
                      <a:pt x="1" y="5"/>
                    </a:lnTo>
                    <a:lnTo>
                      <a:pt x="3" y="0"/>
                    </a:lnTo>
                    <a:close/>
                  </a:path>
                </a:pathLst>
              </a:custGeom>
              <a:noFill/>
              <a:ln w="3175" cap="rnd" cmpd="sng">
                <a:solidFill>
                  <a:schemeClr val="bg2"/>
                </a:solidFill>
                <a:prstDash val="sysDot"/>
                <a:round/>
                <a:headEnd/>
                <a:tailEnd/>
              </a:ln>
            </p:spPr>
            <p:txBody>
              <a:bodyPr/>
              <a:lstStyle/>
              <a:p>
                <a:endParaRPr lang="en-US"/>
              </a:p>
            </p:txBody>
          </p:sp>
          <p:sp>
            <p:nvSpPr>
              <p:cNvPr id="493" name="Freeform 1979"/>
              <p:cNvSpPr>
                <a:spLocks/>
              </p:cNvSpPr>
              <p:nvPr/>
            </p:nvSpPr>
            <p:spPr bwMode="gray">
              <a:xfrm>
                <a:off x="6327238" y="5439425"/>
                <a:ext cx="45356" cy="22486"/>
              </a:xfrm>
              <a:custGeom>
                <a:avLst/>
                <a:gdLst/>
                <a:ahLst/>
                <a:cxnLst>
                  <a:cxn ang="0">
                    <a:pos x="5" y="0"/>
                  </a:cxn>
                  <a:cxn ang="0">
                    <a:pos x="1" y="4"/>
                  </a:cxn>
                  <a:cxn ang="0">
                    <a:pos x="0" y="8"/>
                  </a:cxn>
                  <a:cxn ang="0">
                    <a:pos x="18" y="9"/>
                  </a:cxn>
                  <a:cxn ang="0">
                    <a:pos x="19" y="7"/>
                  </a:cxn>
                  <a:cxn ang="0">
                    <a:pos x="2" y="5"/>
                  </a:cxn>
                  <a:cxn ang="0">
                    <a:pos x="5" y="0"/>
                  </a:cxn>
                </a:cxnLst>
                <a:rect l="0" t="0" r="r" b="b"/>
                <a:pathLst>
                  <a:path w="19" h="9">
                    <a:moveTo>
                      <a:pt x="5" y="0"/>
                    </a:moveTo>
                    <a:lnTo>
                      <a:pt x="1" y="4"/>
                    </a:lnTo>
                    <a:lnTo>
                      <a:pt x="0" y="8"/>
                    </a:lnTo>
                    <a:lnTo>
                      <a:pt x="18" y="9"/>
                    </a:lnTo>
                    <a:lnTo>
                      <a:pt x="19" y="7"/>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494" name="Freeform 1980"/>
              <p:cNvSpPr>
                <a:spLocks/>
              </p:cNvSpPr>
              <p:nvPr/>
            </p:nvSpPr>
            <p:spPr bwMode="gray">
              <a:xfrm>
                <a:off x="6372594" y="5419398"/>
                <a:ext cx="42895" cy="20027"/>
              </a:xfrm>
              <a:custGeom>
                <a:avLst/>
                <a:gdLst/>
                <a:ahLst/>
                <a:cxnLst>
                  <a:cxn ang="0">
                    <a:pos x="5" y="0"/>
                  </a:cxn>
                  <a:cxn ang="0">
                    <a:pos x="1" y="4"/>
                  </a:cxn>
                  <a:cxn ang="0">
                    <a:pos x="0" y="9"/>
                  </a:cxn>
                  <a:cxn ang="0">
                    <a:pos x="17" y="9"/>
                  </a:cxn>
                  <a:cxn ang="0">
                    <a:pos x="19" y="6"/>
                  </a:cxn>
                  <a:cxn ang="0">
                    <a:pos x="2" y="5"/>
                  </a:cxn>
                  <a:cxn ang="0">
                    <a:pos x="5" y="0"/>
                  </a:cxn>
                </a:cxnLst>
                <a:rect l="0" t="0" r="r" b="b"/>
                <a:pathLst>
                  <a:path w="19" h="9">
                    <a:moveTo>
                      <a:pt x="5" y="0"/>
                    </a:moveTo>
                    <a:lnTo>
                      <a:pt x="1" y="4"/>
                    </a:lnTo>
                    <a:lnTo>
                      <a:pt x="0" y="9"/>
                    </a:lnTo>
                    <a:lnTo>
                      <a:pt x="17"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495" name="Freeform 1981"/>
              <p:cNvSpPr>
                <a:spLocks/>
              </p:cNvSpPr>
              <p:nvPr/>
            </p:nvSpPr>
            <p:spPr bwMode="gray">
              <a:xfrm>
                <a:off x="6415489" y="5394452"/>
                <a:ext cx="45356" cy="20027"/>
              </a:xfrm>
              <a:custGeom>
                <a:avLst/>
                <a:gdLst/>
                <a:ahLst/>
                <a:cxnLst>
                  <a:cxn ang="0">
                    <a:pos x="5" y="0"/>
                  </a:cxn>
                  <a:cxn ang="0">
                    <a:pos x="1" y="4"/>
                  </a:cxn>
                  <a:cxn ang="0">
                    <a:pos x="0" y="9"/>
                  </a:cxn>
                  <a:cxn ang="0">
                    <a:pos x="17" y="9"/>
                  </a:cxn>
                  <a:cxn ang="0">
                    <a:pos x="18" y="6"/>
                  </a:cxn>
                  <a:cxn ang="0">
                    <a:pos x="2" y="5"/>
                  </a:cxn>
                  <a:cxn ang="0">
                    <a:pos x="5" y="0"/>
                  </a:cxn>
                </a:cxnLst>
                <a:rect l="0" t="0" r="r" b="b"/>
                <a:pathLst>
                  <a:path w="18" h="9">
                    <a:moveTo>
                      <a:pt x="5" y="0"/>
                    </a:moveTo>
                    <a:lnTo>
                      <a:pt x="1" y="4"/>
                    </a:lnTo>
                    <a:lnTo>
                      <a:pt x="0" y="9"/>
                    </a:lnTo>
                    <a:lnTo>
                      <a:pt x="17" y="9"/>
                    </a:lnTo>
                    <a:lnTo>
                      <a:pt x="18"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496" name="Freeform 1982"/>
              <p:cNvSpPr>
                <a:spLocks/>
              </p:cNvSpPr>
              <p:nvPr/>
            </p:nvSpPr>
            <p:spPr bwMode="gray">
              <a:xfrm>
                <a:off x="6387713" y="5366695"/>
                <a:ext cx="45356" cy="22838"/>
              </a:xfrm>
              <a:custGeom>
                <a:avLst/>
                <a:gdLst/>
                <a:ahLst/>
                <a:cxnLst>
                  <a:cxn ang="0">
                    <a:pos x="6" y="0"/>
                  </a:cxn>
                  <a:cxn ang="0">
                    <a:pos x="1" y="3"/>
                  </a:cxn>
                  <a:cxn ang="0">
                    <a:pos x="0" y="7"/>
                  </a:cxn>
                  <a:cxn ang="0">
                    <a:pos x="17" y="9"/>
                  </a:cxn>
                  <a:cxn ang="0">
                    <a:pos x="19" y="5"/>
                  </a:cxn>
                  <a:cxn ang="0">
                    <a:pos x="3" y="4"/>
                  </a:cxn>
                  <a:cxn ang="0">
                    <a:pos x="6" y="0"/>
                  </a:cxn>
                </a:cxnLst>
                <a:rect l="0" t="0" r="r" b="b"/>
                <a:pathLst>
                  <a:path w="19" h="9">
                    <a:moveTo>
                      <a:pt x="6" y="0"/>
                    </a:moveTo>
                    <a:lnTo>
                      <a:pt x="1" y="3"/>
                    </a:lnTo>
                    <a:lnTo>
                      <a:pt x="0" y="7"/>
                    </a:lnTo>
                    <a:lnTo>
                      <a:pt x="17" y="9"/>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497" name="Freeform 1983"/>
              <p:cNvSpPr>
                <a:spLocks/>
              </p:cNvSpPr>
              <p:nvPr/>
            </p:nvSpPr>
            <p:spPr bwMode="gray">
              <a:xfrm>
                <a:off x="7010739" y="5474560"/>
                <a:ext cx="45356" cy="19676"/>
              </a:xfrm>
              <a:custGeom>
                <a:avLst/>
                <a:gdLst/>
                <a:ahLst/>
                <a:cxnLst>
                  <a:cxn ang="0">
                    <a:pos x="5" y="0"/>
                  </a:cxn>
                  <a:cxn ang="0">
                    <a:pos x="1" y="4"/>
                  </a:cxn>
                  <a:cxn ang="0">
                    <a:pos x="0" y="7"/>
                  </a:cxn>
                  <a:cxn ang="0">
                    <a:pos x="18" y="8"/>
                  </a:cxn>
                  <a:cxn ang="0">
                    <a:pos x="19" y="5"/>
                  </a:cxn>
                  <a:cxn ang="0">
                    <a:pos x="2" y="5"/>
                  </a:cxn>
                  <a:cxn ang="0">
                    <a:pos x="5" y="0"/>
                  </a:cxn>
                </a:cxnLst>
                <a:rect l="0" t="0" r="r" b="b"/>
                <a:pathLst>
                  <a:path w="19" h="8">
                    <a:moveTo>
                      <a:pt x="5" y="0"/>
                    </a:moveTo>
                    <a:lnTo>
                      <a:pt x="1" y="4"/>
                    </a:lnTo>
                    <a:lnTo>
                      <a:pt x="0" y="7"/>
                    </a:lnTo>
                    <a:lnTo>
                      <a:pt x="18" y="8"/>
                    </a:lnTo>
                    <a:lnTo>
                      <a:pt x="19" y="5"/>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498" name="Freeform 1984"/>
              <p:cNvSpPr>
                <a:spLocks/>
              </p:cNvSpPr>
              <p:nvPr/>
            </p:nvSpPr>
            <p:spPr bwMode="gray">
              <a:xfrm>
                <a:off x="7020584" y="5446803"/>
                <a:ext cx="40433" cy="22486"/>
              </a:xfrm>
              <a:custGeom>
                <a:avLst/>
                <a:gdLst/>
                <a:ahLst/>
                <a:cxnLst>
                  <a:cxn ang="0">
                    <a:pos x="6" y="0"/>
                  </a:cxn>
                  <a:cxn ang="0">
                    <a:pos x="1" y="4"/>
                  </a:cxn>
                  <a:cxn ang="0">
                    <a:pos x="0" y="9"/>
                  </a:cxn>
                  <a:cxn ang="0">
                    <a:pos x="18" y="9"/>
                  </a:cxn>
                  <a:cxn ang="0">
                    <a:pos x="18" y="6"/>
                  </a:cxn>
                  <a:cxn ang="0">
                    <a:pos x="3" y="5"/>
                  </a:cxn>
                  <a:cxn ang="0">
                    <a:pos x="6" y="0"/>
                  </a:cxn>
                </a:cxnLst>
                <a:rect l="0" t="0" r="r" b="b"/>
                <a:pathLst>
                  <a:path w="18" h="9">
                    <a:moveTo>
                      <a:pt x="6" y="0"/>
                    </a:moveTo>
                    <a:lnTo>
                      <a:pt x="1" y="4"/>
                    </a:lnTo>
                    <a:lnTo>
                      <a:pt x="0" y="9"/>
                    </a:lnTo>
                    <a:lnTo>
                      <a:pt x="18" y="9"/>
                    </a:lnTo>
                    <a:lnTo>
                      <a:pt x="18"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499" name="Freeform 1985"/>
              <p:cNvSpPr>
                <a:spLocks/>
              </p:cNvSpPr>
              <p:nvPr/>
            </p:nvSpPr>
            <p:spPr bwMode="gray">
              <a:xfrm>
                <a:off x="6821581" y="5414479"/>
                <a:ext cx="50278" cy="22486"/>
              </a:xfrm>
              <a:custGeom>
                <a:avLst/>
                <a:gdLst/>
                <a:ahLst/>
                <a:cxnLst>
                  <a:cxn ang="0">
                    <a:pos x="6" y="0"/>
                  </a:cxn>
                  <a:cxn ang="0">
                    <a:pos x="2" y="3"/>
                  </a:cxn>
                  <a:cxn ang="0">
                    <a:pos x="0" y="8"/>
                  </a:cxn>
                  <a:cxn ang="0">
                    <a:pos x="20" y="9"/>
                  </a:cxn>
                  <a:cxn ang="0">
                    <a:pos x="21" y="6"/>
                  </a:cxn>
                  <a:cxn ang="0">
                    <a:pos x="3" y="4"/>
                  </a:cxn>
                  <a:cxn ang="0">
                    <a:pos x="6" y="0"/>
                  </a:cxn>
                </a:cxnLst>
                <a:rect l="0" t="0" r="r" b="b"/>
                <a:pathLst>
                  <a:path w="21" h="9">
                    <a:moveTo>
                      <a:pt x="6" y="0"/>
                    </a:moveTo>
                    <a:lnTo>
                      <a:pt x="2" y="3"/>
                    </a:lnTo>
                    <a:lnTo>
                      <a:pt x="0" y="8"/>
                    </a:lnTo>
                    <a:lnTo>
                      <a:pt x="20" y="9"/>
                    </a:lnTo>
                    <a:lnTo>
                      <a:pt x="21"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00" name="Freeform 1986"/>
              <p:cNvSpPr>
                <a:spLocks/>
              </p:cNvSpPr>
              <p:nvPr/>
            </p:nvSpPr>
            <p:spPr bwMode="gray">
              <a:xfrm>
                <a:off x="6783609" y="5497046"/>
                <a:ext cx="42895" cy="20027"/>
              </a:xfrm>
              <a:custGeom>
                <a:avLst/>
                <a:gdLst/>
                <a:ahLst/>
                <a:cxnLst>
                  <a:cxn ang="0">
                    <a:pos x="5" y="0"/>
                  </a:cxn>
                  <a:cxn ang="0">
                    <a:pos x="1" y="4"/>
                  </a:cxn>
                  <a:cxn ang="0">
                    <a:pos x="0" y="8"/>
                  </a:cxn>
                  <a:cxn ang="0">
                    <a:pos x="18" y="9"/>
                  </a:cxn>
                  <a:cxn ang="0">
                    <a:pos x="18" y="6"/>
                  </a:cxn>
                  <a:cxn ang="0">
                    <a:pos x="2" y="5"/>
                  </a:cxn>
                  <a:cxn ang="0">
                    <a:pos x="5" y="0"/>
                  </a:cxn>
                </a:cxnLst>
                <a:rect l="0" t="0" r="r" b="b"/>
                <a:pathLst>
                  <a:path w="18" h="9">
                    <a:moveTo>
                      <a:pt x="5" y="0"/>
                    </a:moveTo>
                    <a:lnTo>
                      <a:pt x="1" y="4"/>
                    </a:lnTo>
                    <a:lnTo>
                      <a:pt x="0" y="8"/>
                    </a:lnTo>
                    <a:lnTo>
                      <a:pt x="18" y="9"/>
                    </a:lnTo>
                    <a:lnTo>
                      <a:pt x="18"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501" name="Freeform 1987"/>
              <p:cNvSpPr>
                <a:spLocks/>
              </p:cNvSpPr>
              <p:nvPr/>
            </p:nvSpPr>
            <p:spPr bwMode="gray">
              <a:xfrm>
                <a:off x="7025857" y="5421857"/>
                <a:ext cx="45356" cy="17568"/>
              </a:xfrm>
              <a:custGeom>
                <a:avLst/>
                <a:gdLst/>
                <a:ahLst/>
                <a:cxnLst>
                  <a:cxn ang="0">
                    <a:pos x="5" y="0"/>
                  </a:cxn>
                  <a:cxn ang="0">
                    <a:pos x="1" y="4"/>
                  </a:cxn>
                  <a:cxn ang="0">
                    <a:pos x="0" y="7"/>
                  </a:cxn>
                  <a:cxn ang="0">
                    <a:pos x="18" y="8"/>
                  </a:cxn>
                  <a:cxn ang="0">
                    <a:pos x="18" y="5"/>
                  </a:cxn>
                  <a:cxn ang="0">
                    <a:pos x="2" y="4"/>
                  </a:cxn>
                  <a:cxn ang="0">
                    <a:pos x="5" y="0"/>
                  </a:cxn>
                </a:cxnLst>
                <a:rect l="0" t="0" r="r" b="b"/>
                <a:pathLst>
                  <a:path w="18" h="8">
                    <a:moveTo>
                      <a:pt x="5" y="0"/>
                    </a:moveTo>
                    <a:lnTo>
                      <a:pt x="1" y="4"/>
                    </a:lnTo>
                    <a:lnTo>
                      <a:pt x="0" y="7"/>
                    </a:lnTo>
                    <a:lnTo>
                      <a:pt x="18" y="8"/>
                    </a:lnTo>
                    <a:lnTo>
                      <a:pt x="18"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502" name="Freeform 1988"/>
              <p:cNvSpPr>
                <a:spLocks/>
              </p:cNvSpPr>
              <p:nvPr/>
            </p:nvSpPr>
            <p:spPr bwMode="gray">
              <a:xfrm>
                <a:off x="6834238" y="5384262"/>
                <a:ext cx="42895" cy="22486"/>
              </a:xfrm>
              <a:custGeom>
                <a:avLst/>
                <a:gdLst/>
                <a:ahLst/>
                <a:cxnLst>
                  <a:cxn ang="0">
                    <a:pos x="5" y="0"/>
                  </a:cxn>
                  <a:cxn ang="0">
                    <a:pos x="1" y="4"/>
                  </a:cxn>
                  <a:cxn ang="0">
                    <a:pos x="0" y="8"/>
                  </a:cxn>
                  <a:cxn ang="0">
                    <a:pos x="18" y="9"/>
                  </a:cxn>
                  <a:cxn ang="0">
                    <a:pos x="18" y="6"/>
                  </a:cxn>
                  <a:cxn ang="0">
                    <a:pos x="3" y="5"/>
                  </a:cxn>
                  <a:cxn ang="0">
                    <a:pos x="5" y="0"/>
                  </a:cxn>
                </a:cxnLst>
                <a:rect l="0" t="0" r="r" b="b"/>
                <a:pathLst>
                  <a:path w="18" h="9">
                    <a:moveTo>
                      <a:pt x="5" y="0"/>
                    </a:moveTo>
                    <a:lnTo>
                      <a:pt x="1" y="4"/>
                    </a:lnTo>
                    <a:lnTo>
                      <a:pt x="0" y="8"/>
                    </a:lnTo>
                    <a:lnTo>
                      <a:pt x="18" y="9"/>
                    </a:lnTo>
                    <a:lnTo>
                      <a:pt x="18" y="6"/>
                    </a:lnTo>
                    <a:lnTo>
                      <a:pt x="3" y="5"/>
                    </a:lnTo>
                    <a:lnTo>
                      <a:pt x="5" y="0"/>
                    </a:lnTo>
                    <a:close/>
                  </a:path>
                </a:pathLst>
              </a:custGeom>
              <a:noFill/>
              <a:ln w="3175" cap="rnd" cmpd="sng">
                <a:solidFill>
                  <a:schemeClr val="bg2"/>
                </a:solidFill>
                <a:prstDash val="sysDot"/>
                <a:round/>
                <a:headEnd/>
                <a:tailEnd/>
              </a:ln>
            </p:spPr>
            <p:txBody>
              <a:bodyPr/>
              <a:lstStyle/>
              <a:p>
                <a:endParaRPr lang="en-US"/>
              </a:p>
            </p:txBody>
          </p:sp>
          <p:sp>
            <p:nvSpPr>
              <p:cNvPr id="503" name="Freeform 1989"/>
              <p:cNvSpPr>
                <a:spLocks/>
              </p:cNvSpPr>
              <p:nvPr/>
            </p:nvSpPr>
            <p:spPr bwMode="gray">
              <a:xfrm>
                <a:off x="6798727" y="5471749"/>
                <a:ext cx="45356" cy="22486"/>
              </a:xfrm>
              <a:custGeom>
                <a:avLst/>
                <a:gdLst/>
                <a:ahLst/>
                <a:cxnLst>
                  <a:cxn ang="0">
                    <a:pos x="4" y="0"/>
                  </a:cxn>
                  <a:cxn ang="0">
                    <a:pos x="0" y="4"/>
                  </a:cxn>
                  <a:cxn ang="0">
                    <a:pos x="0" y="9"/>
                  </a:cxn>
                  <a:cxn ang="0">
                    <a:pos x="17" y="10"/>
                  </a:cxn>
                  <a:cxn ang="0">
                    <a:pos x="18" y="6"/>
                  </a:cxn>
                  <a:cxn ang="0">
                    <a:pos x="2" y="5"/>
                  </a:cxn>
                  <a:cxn ang="0">
                    <a:pos x="4" y="0"/>
                  </a:cxn>
                </a:cxnLst>
                <a:rect l="0" t="0" r="r" b="b"/>
                <a:pathLst>
                  <a:path w="18" h="10">
                    <a:moveTo>
                      <a:pt x="4" y="0"/>
                    </a:moveTo>
                    <a:lnTo>
                      <a:pt x="0" y="4"/>
                    </a:lnTo>
                    <a:lnTo>
                      <a:pt x="0" y="9"/>
                    </a:lnTo>
                    <a:lnTo>
                      <a:pt x="17" y="10"/>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504" name="Freeform 1990"/>
              <p:cNvSpPr>
                <a:spLocks/>
              </p:cNvSpPr>
              <p:nvPr/>
            </p:nvSpPr>
            <p:spPr bwMode="gray">
              <a:xfrm>
                <a:off x="7038515" y="5394452"/>
                <a:ext cx="45356" cy="20027"/>
              </a:xfrm>
              <a:custGeom>
                <a:avLst/>
                <a:gdLst/>
                <a:ahLst/>
                <a:cxnLst>
                  <a:cxn ang="0">
                    <a:pos x="6" y="0"/>
                  </a:cxn>
                  <a:cxn ang="0">
                    <a:pos x="1" y="4"/>
                  </a:cxn>
                  <a:cxn ang="0">
                    <a:pos x="0" y="9"/>
                  </a:cxn>
                  <a:cxn ang="0">
                    <a:pos x="18" y="9"/>
                  </a:cxn>
                  <a:cxn ang="0">
                    <a:pos x="19" y="6"/>
                  </a:cxn>
                  <a:cxn ang="0">
                    <a:pos x="3" y="5"/>
                  </a:cxn>
                  <a:cxn ang="0">
                    <a:pos x="6" y="0"/>
                  </a:cxn>
                </a:cxnLst>
                <a:rect l="0" t="0" r="r" b="b"/>
                <a:pathLst>
                  <a:path w="19" h="9">
                    <a:moveTo>
                      <a:pt x="6" y="0"/>
                    </a:moveTo>
                    <a:lnTo>
                      <a:pt x="1" y="4"/>
                    </a:lnTo>
                    <a:lnTo>
                      <a:pt x="0" y="9"/>
                    </a:lnTo>
                    <a:lnTo>
                      <a:pt x="18"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05" name="Freeform 1991"/>
              <p:cNvSpPr>
                <a:spLocks/>
              </p:cNvSpPr>
              <p:nvPr/>
            </p:nvSpPr>
            <p:spPr bwMode="gray">
              <a:xfrm>
                <a:off x="6844083" y="5366695"/>
                <a:ext cx="42895" cy="17568"/>
              </a:xfrm>
              <a:custGeom>
                <a:avLst/>
                <a:gdLst/>
                <a:ahLst/>
                <a:cxnLst>
                  <a:cxn ang="0">
                    <a:pos x="5" y="0"/>
                  </a:cxn>
                  <a:cxn ang="0">
                    <a:pos x="1" y="3"/>
                  </a:cxn>
                  <a:cxn ang="0">
                    <a:pos x="0" y="8"/>
                  </a:cxn>
                  <a:cxn ang="0">
                    <a:pos x="19" y="9"/>
                  </a:cxn>
                  <a:cxn ang="0">
                    <a:pos x="20" y="6"/>
                  </a:cxn>
                  <a:cxn ang="0">
                    <a:pos x="3" y="4"/>
                  </a:cxn>
                  <a:cxn ang="0">
                    <a:pos x="5" y="0"/>
                  </a:cxn>
                </a:cxnLst>
                <a:rect l="0" t="0" r="r" b="b"/>
                <a:pathLst>
                  <a:path w="20" h="9">
                    <a:moveTo>
                      <a:pt x="5" y="0"/>
                    </a:moveTo>
                    <a:lnTo>
                      <a:pt x="1" y="3"/>
                    </a:lnTo>
                    <a:lnTo>
                      <a:pt x="0" y="8"/>
                    </a:lnTo>
                    <a:lnTo>
                      <a:pt x="19" y="9"/>
                    </a:lnTo>
                    <a:lnTo>
                      <a:pt x="20" y="6"/>
                    </a:lnTo>
                    <a:lnTo>
                      <a:pt x="3" y="4"/>
                    </a:lnTo>
                    <a:lnTo>
                      <a:pt x="5" y="0"/>
                    </a:lnTo>
                    <a:close/>
                  </a:path>
                </a:pathLst>
              </a:custGeom>
              <a:noFill/>
              <a:ln w="3175" cap="rnd" cmpd="sng">
                <a:solidFill>
                  <a:schemeClr val="bg2"/>
                </a:solidFill>
                <a:prstDash val="sysDot"/>
                <a:round/>
                <a:headEnd/>
                <a:tailEnd/>
              </a:ln>
            </p:spPr>
            <p:txBody>
              <a:bodyPr/>
              <a:lstStyle/>
              <a:p>
                <a:endParaRPr lang="en-US"/>
              </a:p>
            </p:txBody>
          </p:sp>
          <p:sp>
            <p:nvSpPr>
              <p:cNvPr id="506" name="Freeform 1992"/>
              <p:cNvSpPr>
                <a:spLocks/>
              </p:cNvSpPr>
              <p:nvPr/>
            </p:nvSpPr>
            <p:spPr bwMode="gray">
              <a:xfrm>
                <a:off x="6269225" y="5439425"/>
                <a:ext cx="45356" cy="17568"/>
              </a:xfrm>
              <a:custGeom>
                <a:avLst/>
                <a:gdLst/>
                <a:ahLst/>
                <a:cxnLst>
                  <a:cxn ang="0">
                    <a:pos x="6" y="0"/>
                  </a:cxn>
                  <a:cxn ang="0">
                    <a:pos x="2" y="4"/>
                  </a:cxn>
                  <a:cxn ang="0">
                    <a:pos x="0" y="7"/>
                  </a:cxn>
                  <a:cxn ang="0">
                    <a:pos x="18" y="8"/>
                  </a:cxn>
                  <a:cxn ang="0">
                    <a:pos x="20" y="5"/>
                  </a:cxn>
                  <a:cxn ang="0">
                    <a:pos x="3" y="5"/>
                  </a:cxn>
                  <a:cxn ang="0">
                    <a:pos x="6" y="0"/>
                  </a:cxn>
                </a:cxnLst>
                <a:rect l="0" t="0" r="r" b="b"/>
                <a:pathLst>
                  <a:path w="20" h="8">
                    <a:moveTo>
                      <a:pt x="6" y="0"/>
                    </a:moveTo>
                    <a:lnTo>
                      <a:pt x="2" y="4"/>
                    </a:lnTo>
                    <a:lnTo>
                      <a:pt x="0" y="7"/>
                    </a:lnTo>
                    <a:lnTo>
                      <a:pt x="18" y="8"/>
                    </a:lnTo>
                    <a:lnTo>
                      <a:pt x="20"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07" name="Freeform 1993"/>
              <p:cNvSpPr>
                <a:spLocks/>
              </p:cNvSpPr>
              <p:nvPr/>
            </p:nvSpPr>
            <p:spPr bwMode="gray">
              <a:xfrm>
                <a:off x="6314581" y="5416938"/>
                <a:ext cx="45356" cy="22486"/>
              </a:xfrm>
              <a:custGeom>
                <a:avLst/>
                <a:gdLst/>
                <a:ahLst/>
                <a:cxnLst>
                  <a:cxn ang="0">
                    <a:pos x="5" y="0"/>
                  </a:cxn>
                  <a:cxn ang="0">
                    <a:pos x="1" y="4"/>
                  </a:cxn>
                  <a:cxn ang="0">
                    <a:pos x="0" y="8"/>
                  </a:cxn>
                  <a:cxn ang="0">
                    <a:pos x="18" y="9"/>
                  </a:cxn>
                  <a:cxn ang="0">
                    <a:pos x="19" y="6"/>
                  </a:cxn>
                  <a:cxn ang="0">
                    <a:pos x="2" y="5"/>
                  </a:cxn>
                  <a:cxn ang="0">
                    <a:pos x="5" y="0"/>
                  </a:cxn>
                </a:cxnLst>
                <a:rect l="0" t="0" r="r" b="b"/>
                <a:pathLst>
                  <a:path w="19" h="9">
                    <a:moveTo>
                      <a:pt x="5" y="0"/>
                    </a:moveTo>
                    <a:lnTo>
                      <a:pt x="1" y="4"/>
                    </a:lnTo>
                    <a:lnTo>
                      <a:pt x="0" y="8"/>
                    </a:lnTo>
                    <a:lnTo>
                      <a:pt x="18"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508" name="Freeform 1994"/>
              <p:cNvSpPr>
                <a:spLocks/>
              </p:cNvSpPr>
              <p:nvPr/>
            </p:nvSpPr>
            <p:spPr bwMode="gray">
              <a:xfrm>
                <a:off x="6362398" y="5391992"/>
                <a:ext cx="45356" cy="17216"/>
              </a:xfrm>
              <a:custGeom>
                <a:avLst/>
                <a:gdLst/>
                <a:ahLst/>
                <a:cxnLst>
                  <a:cxn ang="0">
                    <a:pos x="5" y="0"/>
                  </a:cxn>
                  <a:cxn ang="0">
                    <a:pos x="1" y="4"/>
                  </a:cxn>
                  <a:cxn ang="0">
                    <a:pos x="0" y="9"/>
                  </a:cxn>
                  <a:cxn ang="0">
                    <a:pos x="17" y="9"/>
                  </a:cxn>
                  <a:cxn ang="0">
                    <a:pos x="19" y="6"/>
                  </a:cxn>
                  <a:cxn ang="0">
                    <a:pos x="2" y="5"/>
                  </a:cxn>
                  <a:cxn ang="0">
                    <a:pos x="5" y="0"/>
                  </a:cxn>
                </a:cxnLst>
                <a:rect l="0" t="0" r="r" b="b"/>
                <a:pathLst>
                  <a:path w="19" h="9">
                    <a:moveTo>
                      <a:pt x="5" y="0"/>
                    </a:moveTo>
                    <a:lnTo>
                      <a:pt x="1" y="4"/>
                    </a:lnTo>
                    <a:lnTo>
                      <a:pt x="0" y="9"/>
                    </a:lnTo>
                    <a:lnTo>
                      <a:pt x="17"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509" name="Freeform 1995"/>
              <p:cNvSpPr>
                <a:spLocks/>
              </p:cNvSpPr>
              <p:nvPr/>
            </p:nvSpPr>
            <p:spPr bwMode="gray">
              <a:xfrm>
                <a:off x="6334622" y="5366695"/>
                <a:ext cx="45707" cy="15108"/>
              </a:xfrm>
              <a:custGeom>
                <a:avLst/>
                <a:gdLst/>
                <a:ahLst/>
                <a:cxnLst>
                  <a:cxn ang="0">
                    <a:pos x="5" y="0"/>
                  </a:cxn>
                  <a:cxn ang="0">
                    <a:pos x="1" y="3"/>
                  </a:cxn>
                  <a:cxn ang="0">
                    <a:pos x="0" y="8"/>
                  </a:cxn>
                  <a:cxn ang="0">
                    <a:pos x="18" y="8"/>
                  </a:cxn>
                  <a:cxn ang="0">
                    <a:pos x="19" y="5"/>
                  </a:cxn>
                  <a:cxn ang="0">
                    <a:pos x="2" y="4"/>
                  </a:cxn>
                  <a:cxn ang="0">
                    <a:pos x="5" y="0"/>
                  </a:cxn>
                </a:cxnLst>
                <a:rect l="0" t="0" r="r" b="b"/>
                <a:pathLst>
                  <a:path w="19" h="8">
                    <a:moveTo>
                      <a:pt x="5" y="0"/>
                    </a:moveTo>
                    <a:lnTo>
                      <a:pt x="1" y="3"/>
                    </a:lnTo>
                    <a:lnTo>
                      <a:pt x="0" y="8"/>
                    </a:lnTo>
                    <a:lnTo>
                      <a:pt x="18" y="8"/>
                    </a:lnTo>
                    <a:lnTo>
                      <a:pt x="19"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510" name="Freeform 1996"/>
              <p:cNvSpPr>
                <a:spLocks/>
              </p:cNvSpPr>
              <p:nvPr/>
            </p:nvSpPr>
            <p:spPr bwMode="gray">
              <a:xfrm>
                <a:off x="6952726" y="5471749"/>
                <a:ext cx="45356" cy="22486"/>
              </a:xfrm>
              <a:custGeom>
                <a:avLst/>
                <a:gdLst/>
                <a:ahLst/>
                <a:cxnLst>
                  <a:cxn ang="0">
                    <a:pos x="6" y="0"/>
                  </a:cxn>
                  <a:cxn ang="0">
                    <a:pos x="1" y="4"/>
                  </a:cxn>
                  <a:cxn ang="0">
                    <a:pos x="0" y="9"/>
                  </a:cxn>
                  <a:cxn ang="0">
                    <a:pos x="19" y="10"/>
                  </a:cxn>
                  <a:cxn ang="0">
                    <a:pos x="19" y="6"/>
                  </a:cxn>
                  <a:cxn ang="0">
                    <a:pos x="3" y="5"/>
                  </a:cxn>
                  <a:cxn ang="0">
                    <a:pos x="6" y="0"/>
                  </a:cxn>
                </a:cxnLst>
                <a:rect l="0" t="0" r="r" b="b"/>
                <a:pathLst>
                  <a:path w="19" h="10">
                    <a:moveTo>
                      <a:pt x="6" y="0"/>
                    </a:moveTo>
                    <a:lnTo>
                      <a:pt x="1" y="4"/>
                    </a:lnTo>
                    <a:lnTo>
                      <a:pt x="0" y="9"/>
                    </a:lnTo>
                    <a:lnTo>
                      <a:pt x="19" y="10"/>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11" name="Freeform 1997"/>
              <p:cNvSpPr>
                <a:spLocks/>
              </p:cNvSpPr>
              <p:nvPr/>
            </p:nvSpPr>
            <p:spPr bwMode="gray">
              <a:xfrm>
                <a:off x="6962570" y="5441884"/>
                <a:ext cx="48169" cy="24946"/>
              </a:xfrm>
              <a:custGeom>
                <a:avLst/>
                <a:gdLst/>
                <a:ahLst/>
                <a:cxnLst>
                  <a:cxn ang="0">
                    <a:pos x="6" y="0"/>
                  </a:cxn>
                  <a:cxn ang="0">
                    <a:pos x="2" y="4"/>
                  </a:cxn>
                  <a:cxn ang="0">
                    <a:pos x="0" y="9"/>
                  </a:cxn>
                  <a:cxn ang="0">
                    <a:pos x="18" y="10"/>
                  </a:cxn>
                  <a:cxn ang="0">
                    <a:pos x="20" y="7"/>
                  </a:cxn>
                  <a:cxn ang="0">
                    <a:pos x="3" y="6"/>
                  </a:cxn>
                  <a:cxn ang="0">
                    <a:pos x="6" y="0"/>
                  </a:cxn>
                </a:cxnLst>
                <a:rect l="0" t="0" r="r" b="b"/>
                <a:pathLst>
                  <a:path w="20" h="10">
                    <a:moveTo>
                      <a:pt x="6" y="0"/>
                    </a:moveTo>
                    <a:lnTo>
                      <a:pt x="2" y="4"/>
                    </a:lnTo>
                    <a:lnTo>
                      <a:pt x="0" y="9"/>
                    </a:lnTo>
                    <a:lnTo>
                      <a:pt x="18" y="10"/>
                    </a:lnTo>
                    <a:lnTo>
                      <a:pt x="20" y="7"/>
                    </a:lnTo>
                    <a:lnTo>
                      <a:pt x="3" y="6"/>
                    </a:lnTo>
                    <a:lnTo>
                      <a:pt x="6" y="0"/>
                    </a:lnTo>
                    <a:close/>
                  </a:path>
                </a:pathLst>
              </a:custGeom>
              <a:noFill/>
              <a:ln w="3175" cap="rnd" cmpd="sng">
                <a:solidFill>
                  <a:schemeClr val="bg2"/>
                </a:solidFill>
                <a:prstDash val="sysDot"/>
                <a:round/>
                <a:headEnd/>
                <a:tailEnd/>
              </a:ln>
            </p:spPr>
            <p:txBody>
              <a:bodyPr/>
              <a:lstStyle/>
              <a:p>
                <a:endParaRPr lang="en-US"/>
              </a:p>
            </p:txBody>
          </p:sp>
          <p:sp>
            <p:nvSpPr>
              <p:cNvPr id="512" name="Freeform 1998"/>
              <p:cNvSpPr>
                <a:spLocks/>
              </p:cNvSpPr>
              <p:nvPr/>
            </p:nvSpPr>
            <p:spPr bwMode="gray">
              <a:xfrm>
                <a:off x="6770951" y="5409208"/>
                <a:ext cx="42895" cy="22838"/>
              </a:xfrm>
              <a:custGeom>
                <a:avLst/>
                <a:gdLst/>
                <a:ahLst/>
                <a:cxnLst>
                  <a:cxn ang="0">
                    <a:pos x="4" y="0"/>
                  </a:cxn>
                  <a:cxn ang="0">
                    <a:pos x="0" y="4"/>
                  </a:cxn>
                  <a:cxn ang="0">
                    <a:pos x="0" y="8"/>
                  </a:cxn>
                  <a:cxn ang="0">
                    <a:pos x="17" y="10"/>
                  </a:cxn>
                  <a:cxn ang="0">
                    <a:pos x="18" y="6"/>
                  </a:cxn>
                  <a:cxn ang="0">
                    <a:pos x="1" y="5"/>
                  </a:cxn>
                  <a:cxn ang="0">
                    <a:pos x="4" y="0"/>
                  </a:cxn>
                </a:cxnLst>
                <a:rect l="0" t="0" r="r" b="b"/>
                <a:pathLst>
                  <a:path w="18" h="10">
                    <a:moveTo>
                      <a:pt x="4" y="0"/>
                    </a:moveTo>
                    <a:lnTo>
                      <a:pt x="0" y="4"/>
                    </a:lnTo>
                    <a:lnTo>
                      <a:pt x="0" y="8"/>
                    </a:lnTo>
                    <a:lnTo>
                      <a:pt x="17" y="10"/>
                    </a:lnTo>
                    <a:lnTo>
                      <a:pt x="18" y="6"/>
                    </a:lnTo>
                    <a:lnTo>
                      <a:pt x="1" y="5"/>
                    </a:lnTo>
                    <a:lnTo>
                      <a:pt x="4" y="0"/>
                    </a:lnTo>
                    <a:close/>
                  </a:path>
                </a:pathLst>
              </a:custGeom>
              <a:noFill/>
              <a:ln w="3175" cap="rnd" cmpd="sng">
                <a:solidFill>
                  <a:schemeClr val="bg2"/>
                </a:solidFill>
                <a:prstDash val="sysDot"/>
                <a:round/>
                <a:headEnd/>
                <a:tailEnd/>
              </a:ln>
            </p:spPr>
            <p:txBody>
              <a:bodyPr/>
              <a:lstStyle/>
              <a:p>
                <a:endParaRPr lang="en-US"/>
              </a:p>
            </p:txBody>
          </p:sp>
          <p:sp>
            <p:nvSpPr>
              <p:cNvPr id="513" name="Freeform 1999"/>
              <p:cNvSpPr>
                <a:spLocks/>
              </p:cNvSpPr>
              <p:nvPr/>
            </p:nvSpPr>
            <p:spPr bwMode="gray">
              <a:xfrm>
                <a:off x="6720673" y="5494235"/>
                <a:ext cx="50278" cy="20027"/>
              </a:xfrm>
              <a:custGeom>
                <a:avLst/>
                <a:gdLst/>
                <a:ahLst/>
                <a:cxnLst>
                  <a:cxn ang="0">
                    <a:pos x="8" y="0"/>
                  </a:cxn>
                  <a:cxn ang="0">
                    <a:pos x="4" y="3"/>
                  </a:cxn>
                  <a:cxn ang="0">
                    <a:pos x="0" y="8"/>
                  </a:cxn>
                  <a:cxn ang="0">
                    <a:pos x="21" y="9"/>
                  </a:cxn>
                  <a:cxn ang="0">
                    <a:pos x="21" y="6"/>
                  </a:cxn>
                  <a:cxn ang="0">
                    <a:pos x="4" y="4"/>
                  </a:cxn>
                  <a:cxn ang="0">
                    <a:pos x="8" y="0"/>
                  </a:cxn>
                </a:cxnLst>
                <a:rect l="0" t="0" r="r" b="b"/>
                <a:pathLst>
                  <a:path w="21" h="9">
                    <a:moveTo>
                      <a:pt x="8" y="0"/>
                    </a:moveTo>
                    <a:lnTo>
                      <a:pt x="4" y="3"/>
                    </a:lnTo>
                    <a:lnTo>
                      <a:pt x="0" y="8"/>
                    </a:lnTo>
                    <a:lnTo>
                      <a:pt x="21" y="9"/>
                    </a:lnTo>
                    <a:lnTo>
                      <a:pt x="21" y="6"/>
                    </a:lnTo>
                    <a:lnTo>
                      <a:pt x="4" y="4"/>
                    </a:lnTo>
                    <a:lnTo>
                      <a:pt x="8" y="0"/>
                    </a:lnTo>
                    <a:close/>
                  </a:path>
                </a:pathLst>
              </a:custGeom>
              <a:noFill/>
              <a:ln w="3175" cap="rnd" cmpd="sng">
                <a:solidFill>
                  <a:schemeClr val="bg2"/>
                </a:solidFill>
                <a:prstDash val="sysDot"/>
                <a:round/>
                <a:headEnd/>
                <a:tailEnd/>
              </a:ln>
            </p:spPr>
            <p:txBody>
              <a:bodyPr/>
              <a:lstStyle/>
              <a:p>
                <a:endParaRPr lang="en-US"/>
              </a:p>
            </p:txBody>
          </p:sp>
          <p:sp>
            <p:nvSpPr>
              <p:cNvPr id="514" name="Freeform 2000"/>
              <p:cNvSpPr>
                <a:spLocks/>
              </p:cNvSpPr>
              <p:nvPr/>
            </p:nvSpPr>
            <p:spPr bwMode="gray">
              <a:xfrm>
                <a:off x="6970305" y="5419398"/>
                <a:ext cx="45356" cy="20027"/>
              </a:xfrm>
              <a:custGeom>
                <a:avLst/>
                <a:gdLst/>
                <a:ahLst/>
                <a:cxnLst>
                  <a:cxn ang="0">
                    <a:pos x="6" y="0"/>
                  </a:cxn>
                  <a:cxn ang="0">
                    <a:pos x="1" y="3"/>
                  </a:cxn>
                  <a:cxn ang="0">
                    <a:pos x="0" y="8"/>
                  </a:cxn>
                  <a:cxn ang="0">
                    <a:pos x="19" y="9"/>
                  </a:cxn>
                  <a:cxn ang="0">
                    <a:pos x="20" y="6"/>
                  </a:cxn>
                  <a:cxn ang="0">
                    <a:pos x="3" y="4"/>
                  </a:cxn>
                  <a:cxn ang="0">
                    <a:pos x="6" y="0"/>
                  </a:cxn>
                </a:cxnLst>
                <a:rect l="0" t="0" r="r" b="b"/>
                <a:pathLst>
                  <a:path w="20" h="9">
                    <a:moveTo>
                      <a:pt x="6" y="0"/>
                    </a:moveTo>
                    <a:lnTo>
                      <a:pt x="1" y="3"/>
                    </a:lnTo>
                    <a:lnTo>
                      <a:pt x="0" y="8"/>
                    </a:lnTo>
                    <a:lnTo>
                      <a:pt x="19" y="9"/>
                    </a:lnTo>
                    <a:lnTo>
                      <a:pt x="20"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15" name="Freeform 2001"/>
              <p:cNvSpPr>
                <a:spLocks/>
              </p:cNvSpPr>
              <p:nvPr/>
            </p:nvSpPr>
            <p:spPr bwMode="gray">
              <a:xfrm>
                <a:off x="6778686" y="5381803"/>
                <a:ext cx="47817" cy="22486"/>
              </a:xfrm>
              <a:custGeom>
                <a:avLst/>
                <a:gdLst/>
                <a:ahLst/>
                <a:cxnLst>
                  <a:cxn ang="0">
                    <a:pos x="6" y="0"/>
                  </a:cxn>
                  <a:cxn ang="0">
                    <a:pos x="2" y="4"/>
                  </a:cxn>
                  <a:cxn ang="0">
                    <a:pos x="0" y="8"/>
                  </a:cxn>
                  <a:cxn ang="0">
                    <a:pos x="18" y="9"/>
                  </a:cxn>
                  <a:cxn ang="0">
                    <a:pos x="20" y="6"/>
                  </a:cxn>
                  <a:cxn ang="0">
                    <a:pos x="3" y="5"/>
                  </a:cxn>
                  <a:cxn ang="0">
                    <a:pos x="6" y="0"/>
                  </a:cxn>
                </a:cxnLst>
                <a:rect l="0" t="0" r="r" b="b"/>
                <a:pathLst>
                  <a:path w="20" h="9">
                    <a:moveTo>
                      <a:pt x="6" y="0"/>
                    </a:moveTo>
                    <a:lnTo>
                      <a:pt x="2" y="4"/>
                    </a:lnTo>
                    <a:lnTo>
                      <a:pt x="0" y="8"/>
                    </a:lnTo>
                    <a:lnTo>
                      <a:pt x="18" y="9"/>
                    </a:lnTo>
                    <a:lnTo>
                      <a:pt x="20"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16" name="Freeform 2002"/>
              <p:cNvSpPr>
                <a:spLocks/>
              </p:cNvSpPr>
              <p:nvPr/>
            </p:nvSpPr>
            <p:spPr bwMode="gray">
              <a:xfrm>
                <a:off x="6982963" y="5389533"/>
                <a:ext cx="42895" cy="19676"/>
              </a:xfrm>
              <a:custGeom>
                <a:avLst/>
                <a:gdLst/>
                <a:ahLst/>
                <a:cxnLst>
                  <a:cxn ang="0">
                    <a:pos x="5" y="0"/>
                  </a:cxn>
                  <a:cxn ang="0">
                    <a:pos x="1" y="5"/>
                  </a:cxn>
                  <a:cxn ang="0">
                    <a:pos x="0" y="9"/>
                  </a:cxn>
                  <a:cxn ang="0">
                    <a:pos x="17" y="10"/>
                  </a:cxn>
                  <a:cxn ang="0">
                    <a:pos x="18" y="7"/>
                  </a:cxn>
                  <a:cxn ang="0">
                    <a:pos x="2" y="6"/>
                  </a:cxn>
                  <a:cxn ang="0">
                    <a:pos x="5" y="0"/>
                  </a:cxn>
                </a:cxnLst>
                <a:rect l="0" t="0" r="r" b="b"/>
                <a:pathLst>
                  <a:path w="18" h="10">
                    <a:moveTo>
                      <a:pt x="5" y="0"/>
                    </a:moveTo>
                    <a:lnTo>
                      <a:pt x="1" y="5"/>
                    </a:lnTo>
                    <a:lnTo>
                      <a:pt x="0" y="9"/>
                    </a:lnTo>
                    <a:lnTo>
                      <a:pt x="17" y="10"/>
                    </a:lnTo>
                    <a:lnTo>
                      <a:pt x="18" y="7"/>
                    </a:lnTo>
                    <a:lnTo>
                      <a:pt x="2" y="6"/>
                    </a:lnTo>
                    <a:lnTo>
                      <a:pt x="5" y="0"/>
                    </a:lnTo>
                    <a:close/>
                  </a:path>
                </a:pathLst>
              </a:custGeom>
              <a:noFill/>
              <a:ln w="3175" cap="rnd" cmpd="sng">
                <a:solidFill>
                  <a:schemeClr val="bg2"/>
                </a:solidFill>
                <a:prstDash val="sysDot"/>
                <a:round/>
                <a:headEnd/>
                <a:tailEnd/>
              </a:ln>
            </p:spPr>
            <p:txBody>
              <a:bodyPr/>
              <a:lstStyle/>
              <a:p>
                <a:endParaRPr lang="en-US"/>
              </a:p>
            </p:txBody>
          </p:sp>
          <p:sp>
            <p:nvSpPr>
              <p:cNvPr id="517" name="Freeform 2003"/>
              <p:cNvSpPr>
                <a:spLocks/>
              </p:cNvSpPr>
              <p:nvPr/>
            </p:nvSpPr>
            <p:spPr bwMode="gray">
              <a:xfrm>
                <a:off x="6783609" y="5359316"/>
                <a:ext cx="50630" cy="22486"/>
              </a:xfrm>
              <a:custGeom>
                <a:avLst/>
                <a:gdLst/>
                <a:ahLst/>
                <a:cxnLst>
                  <a:cxn ang="0">
                    <a:pos x="6" y="0"/>
                  </a:cxn>
                  <a:cxn ang="0">
                    <a:pos x="2" y="4"/>
                  </a:cxn>
                  <a:cxn ang="0">
                    <a:pos x="0" y="9"/>
                  </a:cxn>
                  <a:cxn ang="0">
                    <a:pos x="19" y="10"/>
                  </a:cxn>
                  <a:cxn ang="0">
                    <a:pos x="21" y="6"/>
                  </a:cxn>
                  <a:cxn ang="0">
                    <a:pos x="3" y="5"/>
                  </a:cxn>
                  <a:cxn ang="0">
                    <a:pos x="6" y="0"/>
                  </a:cxn>
                </a:cxnLst>
                <a:rect l="0" t="0" r="r" b="b"/>
                <a:pathLst>
                  <a:path w="21" h="10">
                    <a:moveTo>
                      <a:pt x="6" y="0"/>
                    </a:moveTo>
                    <a:lnTo>
                      <a:pt x="2" y="4"/>
                    </a:lnTo>
                    <a:lnTo>
                      <a:pt x="0" y="9"/>
                    </a:lnTo>
                    <a:lnTo>
                      <a:pt x="19" y="10"/>
                    </a:lnTo>
                    <a:lnTo>
                      <a:pt x="21"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18" name="Freeform 2004"/>
              <p:cNvSpPr>
                <a:spLocks/>
              </p:cNvSpPr>
              <p:nvPr/>
            </p:nvSpPr>
            <p:spPr bwMode="gray">
              <a:xfrm>
                <a:off x="6208751" y="5439425"/>
                <a:ext cx="45356" cy="15108"/>
              </a:xfrm>
              <a:custGeom>
                <a:avLst/>
                <a:gdLst/>
                <a:ahLst/>
                <a:cxnLst>
                  <a:cxn ang="0">
                    <a:pos x="6" y="0"/>
                  </a:cxn>
                  <a:cxn ang="0">
                    <a:pos x="1" y="4"/>
                  </a:cxn>
                  <a:cxn ang="0">
                    <a:pos x="0" y="7"/>
                  </a:cxn>
                  <a:cxn ang="0">
                    <a:pos x="17" y="8"/>
                  </a:cxn>
                  <a:cxn ang="0">
                    <a:pos x="19" y="5"/>
                  </a:cxn>
                  <a:cxn ang="0">
                    <a:pos x="3" y="5"/>
                  </a:cxn>
                  <a:cxn ang="0">
                    <a:pos x="6" y="0"/>
                  </a:cxn>
                </a:cxnLst>
                <a:rect l="0" t="0" r="r" b="b"/>
                <a:pathLst>
                  <a:path w="19" h="8">
                    <a:moveTo>
                      <a:pt x="6" y="0"/>
                    </a:moveTo>
                    <a:lnTo>
                      <a:pt x="1" y="4"/>
                    </a:lnTo>
                    <a:lnTo>
                      <a:pt x="0" y="7"/>
                    </a:lnTo>
                    <a:lnTo>
                      <a:pt x="17" y="8"/>
                    </a:lnTo>
                    <a:lnTo>
                      <a:pt x="19"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19" name="Freeform 2005"/>
              <p:cNvSpPr>
                <a:spLocks/>
              </p:cNvSpPr>
              <p:nvPr/>
            </p:nvSpPr>
            <p:spPr bwMode="gray">
              <a:xfrm>
                <a:off x="6254107" y="5414479"/>
                <a:ext cx="45356" cy="22486"/>
              </a:xfrm>
              <a:custGeom>
                <a:avLst/>
                <a:gdLst/>
                <a:ahLst/>
                <a:cxnLst>
                  <a:cxn ang="0">
                    <a:pos x="6" y="0"/>
                  </a:cxn>
                  <a:cxn ang="0">
                    <a:pos x="1" y="4"/>
                  </a:cxn>
                  <a:cxn ang="0">
                    <a:pos x="0" y="8"/>
                  </a:cxn>
                  <a:cxn ang="0">
                    <a:pos x="17" y="9"/>
                  </a:cxn>
                  <a:cxn ang="0">
                    <a:pos x="19" y="6"/>
                  </a:cxn>
                  <a:cxn ang="0">
                    <a:pos x="2" y="5"/>
                  </a:cxn>
                  <a:cxn ang="0">
                    <a:pos x="6" y="0"/>
                  </a:cxn>
                </a:cxnLst>
                <a:rect l="0" t="0" r="r" b="b"/>
                <a:pathLst>
                  <a:path w="19" h="9">
                    <a:moveTo>
                      <a:pt x="6" y="0"/>
                    </a:moveTo>
                    <a:lnTo>
                      <a:pt x="1" y="4"/>
                    </a:lnTo>
                    <a:lnTo>
                      <a:pt x="0" y="8"/>
                    </a:lnTo>
                    <a:lnTo>
                      <a:pt x="17" y="9"/>
                    </a:lnTo>
                    <a:lnTo>
                      <a:pt x="19" y="6"/>
                    </a:lnTo>
                    <a:lnTo>
                      <a:pt x="2" y="5"/>
                    </a:lnTo>
                    <a:lnTo>
                      <a:pt x="6" y="0"/>
                    </a:lnTo>
                    <a:close/>
                  </a:path>
                </a:pathLst>
              </a:custGeom>
              <a:noFill/>
              <a:ln w="3175" cap="rnd" cmpd="sng">
                <a:solidFill>
                  <a:schemeClr val="bg2"/>
                </a:solidFill>
                <a:prstDash val="sysDot"/>
                <a:round/>
                <a:headEnd/>
                <a:tailEnd/>
              </a:ln>
            </p:spPr>
            <p:txBody>
              <a:bodyPr/>
              <a:lstStyle/>
              <a:p>
                <a:endParaRPr lang="en-US"/>
              </a:p>
            </p:txBody>
          </p:sp>
          <p:sp>
            <p:nvSpPr>
              <p:cNvPr id="520" name="Freeform 2006"/>
              <p:cNvSpPr>
                <a:spLocks/>
              </p:cNvSpPr>
              <p:nvPr/>
            </p:nvSpPr>
            <p:spPr bwMode="gray">
              <a:xfrm>
                <a:off x="6301924" y="5389533"/>
                <a:ext cx="45356" cy="17216"/>
              </a:xfrm>
              <a:custGeom>
                <a:avLst/>
                <a:gdLst/>
                <a:ahLst/>
                <a:cxnLst>
                  <a:cxn ang="0">
                    <a:pos x="6" y="0"/>
                  </a:cxn>
                  <a:cxn ang="0">
                    <a:pos x="2" y="4"/>
                  </a:cxn>
                  <a:cxn ang="0">
                    <a:pos x="0" y="8"/>
                  </a:cxn>
                  <a:cxn ang="0">
                    <a:pos x="17" y="8"/>
                  </a:cxn>
                  <a:cxn ang="0">
                    <a:pos x="19" y="6"/>
                  </a:cxn>
                  <a:cxn ang="0">
                    <a:pos x="3" y="5"/>
                  </a:cxn>
                  <a:cxn ang="0">
                    <a:pos x="6" y="0"/>
                  </a:cxn>
                </a:cxnLst>
                <a:rect l="0" t="0" r="r" b="b"/>
                <a:pathLst>
                  <a:path w="19" h="8">
                    <a:moveTo>
                      <a:pt x="6" y="0"/>
                    </a:moveTo>
                    <a:lnTo>
                      <a:pt x="2" y="4"/>
                    </a:lnTo>
                    <a:lnTo>
                      <a:pt x="0" y="8"/>
                    </a:lnTo>
                    <a:lnTo>
                      <a:pt x="17" y="8"/>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21" name="Freeform 2007"/>
              <p:cNvSpPr>
                <a:spLocks/>
              </p:cNvSpPr>
              <p:nvPr/>
            </p:nvSpPr>
            <p:spPr bwMode="gray">
              <a:xfrm>
                <a:off x="6274148" y="5359316"/>
                <a:ext cx="48169" cy="22486"/>
              </a:xfrm>
              <a:custGeom>
                <a:avLst/>
                <a:gdLst/>
                <a:ahLst/>
                <a:cxnLst>
                  <a:cxn ang="0">
                    <a:pos x="6" y="0"/>
                  </a:cxn>
                  <a:cxn ang="0">
                    <a:pos x="2" y="4"/>
                  </a:cxn>
                  <a:cxn ang="0">
                    <a:pos x="0" y="8"/>
                  </a:cxn>
                  <a:cxn ang="0">
                    <a:pos x="18" y="9"/>
                  </a:cxn>
                  <a:cxn ang="0">
                    <a:pos x="20" y="6"/>
                  </a:cxn>
                  <a:cxn ang="0">
                    <a:pos x="3" y="5"/>
                  </a:cxn>
                  <a:cxn ang="0">
                    <a:pos x="6" y="0"/>
                  </a:cxn>
                </a:cxnLst>
                <a:rect l="0" t="0" r="r" b="b"/>
                <a:pathLst>
                  <a:path w="20" h="9">
                    <a:moveTo>
                      <a:pt x="6" y="0"/>
                    </a:moveTo>
                    <a:lnTo>
                      <a:pt x="2" y="4"/>
                    </a:lnTo>
                    <a:lnTo>
                      <a:pt x="0" y="8"/>
                    </a:lnTo>
                    <a:lnTo>
                      <a:pt x="18" y="9"/>
                    </a:lnTo>
                    <a:lnTo>
                      <a:pt x="20"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22" name="Freeform 2008"/>
              <p:cNvSpPr>
                <a:spLocks/>
              </p:cNvSpPr>
              <p:nvPr/>
            </p:nvSpPr>
            <p:spPr bwMode="gray">
              <a:xfrm>
                <a:off x="6208751" y="5439425"/>
                <a:ext cx="45356" cy="15108"/>
              </a:xfrm>
              <a:custGeom>
                <a:avLst/>
                <a:gdLst/>
                <a:ahLst/>
                <a:cxnLst>
                  <a:cxn ang="0">
                    <a:pos x="6" y="0"/>
                  </a:cxn>
                  <a:cxn ang="0">
                    <a:pos x="1" y="4"/>
                  </a:cxn>
                  <a:cxn ang="0">
                    <a:pos x="0" y="7"/>
                  </a:cxn>
                  <a:cxn ang="0">
                    <a:pos x="17" y="8"/>
                  </a:cxn>
                  <a:cxn ang="0">
                    <a:pos x="19" y="5"/>
                  </a:cxn>
                  <a:cxn ang="0">
                    <a:pos x="3" y="5"/>
                  </a:cxn>
                  <a:cxn ang="0">
                    <a:pos x="6" y="0"/>
                  </a:cxn>
                </a:cxnLst>
                <a:rect l="0" t="0" r="r" b="b"/>
                <a:pathLst>
                  <a:path w="19" h="8">
                    <a:moveTo>
                      <a:pt x="6" y="0"/>
                    </a:moveTo>
                    <a:lnTo>
                      <a:pt x="1" y="4"/>
                    </a:lnTo>
                    <a:lnTo>
                      <a:pt x="0" y="7"/>
                    </a:lnTo>
                    <a:lnTo>
                      <a:pt x="17" y="8"/>
                    </a:lnTo>
                    <a:lnTo>
                      <a:pt x="19"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23" name="Freeform 2009"/>
              <p:cNvSpPr>
                <a:spLocks/>
              </p:cNvSpPr>
              <p:nvPr/>
            </p:nvSpPr>
            <p:spPr bwMode="gray">
              <a:xfrm>
                <a:off x="6254107" y="5414479"/>
                <a:ext cx="45356" cy="22486"/>
              </a:xfrm>
              <a:custGeom>
                <a:avLst/>
                <a:gdLst/>
                <a:ahLst/>
                <a:cxnLst>
                  <a:cxn ang="0">
                    <a:pos x="6" y="0"/>
                  </a:cxn>
                  <a:cxn ang="0">
                    <a:pos x="1" y="4"/>
                  </a:cxn>
                  <a:cxn ang="0">
                    <a:pos x="0" y="8"/>
                  </a:cxn>
                  <a:cxn ang="0">
                    <a:pos x="17" y="9"/>
                  </a:cxn>
                  <a:cxn ang="0">
                    <a:pos x="19" y="6"/>
                  </a:cxn>
                  <a:cxn ang="0">
                    <a:pos x="2" y="5"/>
                  </a:cxn>
                  <a:cxn ang="0">
                    <a:pos x="6" y="0"/>
                  </a:cxn>
                </a:cxnLst>
                <a:rect l="0" t="0" r="r" b="b"/>
                <a:pathLst>
                  <a:path w="19" h="9">
                    <a:moveTo>
                      <a:pt x="6" y="0"/>
                    </a:moveTo>
                    <a:lnTo>
                      <a:pt x="1" y="4"/>
                    </a:lnTo>
                    <a:lnTo>
                      <a:pt x="0" y="8"/>
                    </a:lnTo>
                    <a:lnTo>
                      <a:pt x="17" y="9"/>
                    </a:lnTo>
                    <a:lnTo>
                      <a:pt x="19" y="6"/>
                    </a:lnTo>
                    <a:lnTo>
                      <a:pt x="2" y="5"/>
                    </a:lnTo>
                    <a:lnTo>
                      <a:pt x="6" y="0"/>
                    </a:lnTo>
                    <a:close/>
                  </a:path>
                </a:pathLst>
              </a:custGeom>
              <a:noFill/>
              <a:ln w="3175" cap="rnd" cmpd="sng">
                <a:solidFill>
                  <a:schemeClr val="bg2"/>
                </a:solidFill>
                <a:prstDash val="sysDot"/>
                <a:round/>
                <a:headEnd/>
                <a:tailEnd/>
              </a:ln>
            </p:spPr>
            <p:txBody>
              <a:bodyPr/>
              <a:lstStyle/>
              <a:p>
                <a:endParaRPr lang="en-US"/>
              </a:p>
            </p:txBody>
          </p:sp>
          <p:sp>
            <p:nvSpPr>
              <p:cNvPr id="524" name="Freeform 2010"/>
              <p:cNvSpPr>
                <a:spLocks/>
              </p:cNvSpPr>
              <p:nvPr/>
            </p:nvSpPr>
            <p:spPr bwMode="gray">
              <a:xfrm>
                <a:off x="6301924" y="5389533"/>
                <a:ext cx="45356" cy="17216"/>
              </a:xfrm>
              <a:custGeom>
                <a:avLst/>
                <a:gdLst/>
                <a:ahLst/>
                <a:cxnLst>
                  <a:cxn ang="0">
                    <a:pos x="6" y="0"/>
                  </a:cxn>
                  <a:cxn ang="0">
                    <a:pos x="2" y="4"/>
                  </a:cxn>
                  <a:cxn ang="0">
                    <a:pos x="0" y="8"/>
                  </a:cxn>
                  <a:cxn ang="0">
                    <a:pos x="17" y="8"/>
                  </a:cxn>
                  <a:cxn ang="0">
                    <a:pos x="19" y="6"/>
                  </a:cxn>
                  <a:cxn ang="0">
                    <a:pos x="3" y="5"/>
                  </a:cxn>
                  <a:cxn ang="0">
                    <a:pos x="6" y="0"/>
                  </a:cxn>
                </a:cxnLst>
                <a:rect l="0" t="0" r="r" b="b"/>
                <a:pathLst>
                  <a:path w="19" h="8">
                    <a:moveTo>
                      <a:pt x="6" y="0"/>
                    </a:moveTo>
                    <a:lnTo>
                      <a:pt x="2" y="4"/>
                    </a:lnTo>
                    <a:lnTo>
                      <a:pt x="0" y="8"/>
                    </a:lnTo>
                    <a:lnTo>
                      <a:pt x="17" y="8"/>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25" name="Freeform 2011"/>
              <p:cNvSpPr>
                <a:spLocks/>
              </p:cNvSpPr>
              <p:nvPr/>
            </p:nvSpPr>
            <p:spPr bwMode="gray">
              <a:xfrm>
                <a:off x="6274148" y="5359316"/>
                <a:ext cx="48169" cy="22486"/>
              </a:xfrm>
              <a:custGeom>
                <a:avLst/>
                <a:gdLst/>
                <a:ahLst/>
                <a:cxnLst>
                  <a:cxn ang="0">
                    <a:pos x="6" y="0"/>
                  </a:cxn>
                  <a:cxn ang="0">
                    <a:pos x="2" y="4"/>
                  </a:cxn>
                  <a:cxn ang="0">
                    <a:pos x="0" y="8"/>
                  </a:cxn>
                  <a:cxn ang="0">
                    <a:pos x="18" y="9"/>
                  </a:cxn>
                  <a:cxn ang="0">
                    <a:pos x="20" y="6"/>
                  </a:cxn>
                  <a:cxn ang="0">
                    <a:pos x="3" y="5"/>
                  </a:cxn>
                  <a:cxn ang="0">
                    <a:pos x="6" y="0"/>
                  </a:cxn>
                </a:cxnLst>
                <a:rect l="0" t="0" r="r" b="b"/>
                <a:pathLst>
                  <a:path w="20" h="9">
                    <a:moveTo>
                      <a:pt x="6" y="0"/>
                    </a:moveTo>
                    <a:lnTo>
                      <a:pt x="2" y="4"/>
                    </a:lnTo>
                    <a:lnTo>
                      <a:pt x="0" y="8"/>
                    </a:lnTo>
                    <a:lnTo>
                      <a:pt x="18" y="9"/>
                    </a:lnTo>
                    <a:lnTo>
                      <a:pt x="20"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26" name="Freeform 2012"/>
              <p:cNvSpPr>
                <a:spLocks/>
              </p:cNvSpPr>
              <p:nvPr/>
            </p:nvSpPr>
            <p:spPr bwMode="gray">
              <a:xfrm>
                <a:off x="6150738" y="5436965"/>
                <a:ext cx="45356" cy="17568"/>
              </a:xfrm>
              <a:custGeom>
                <a:avLst/>
                <a:gdLst/>
                <a:ahLst/>
                <a:cxnLst>
                  <a:cxn ang="0">
                    <a:pos x="6" y="0"/>
                  </a:cxn>
                  <a:cxn ang="0">
                    <a:pos x="2" y="3"/>
                  </a:cxn>
                  <a:cxn ang="0">
                    <a:pos x="0" y="8"/>
                  </a:cxn>
                  <a:cxn ang="0">
                    <a:pos x="17" y="8"/>
                  </a:cxn>
                  <a:cxn ang="0">
                    <a:pos x="19" y="5"/>
                  </a:cxn>
                  <a:cxn ang="0">
                    <a:pos x="2" y="4"/>
                  </a:cxn>
                  <a:cxn ang="0">
                    <a:pos x="6" y="0"/>
                  </a:cxn>
                </a:cxnLst>
                <a:rect l="0" t="0" r="r" b="b"/>
                <a:pathLst>
                  <a:path w="19" h="8">
                    <a:moveTo>
                      <a:pt x="6" y="0"/>
                    </a:moveTo>
                    <a:lnTo>
                      <a:pt x="2" y="3"/>
                    </a:lnTo>
                    <a:lnTo>
                      <a:pt x="0" y="8"/>
                    </a:lnTo>
                    <a:lnTo>
                      <a:pt x="17" y="8"/>
                    </a:lnTo>
                    <a:lnTo>
                      <a:pt x="19"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27" name="Freeform 2013"/>
              <p:cNvSpPr>
                <a:spLocks/>
              </p:cNvSpPr>
              <p:nvPr/>
            </p:nvSpPr>
            <p:spPr bwMode="gray">
              <a:xfrm>
                <a:off x="6196093" y="5409208"/>
                <a:ext cx="42895" cy="22838"/>
              </a:xfrm>
              <a:custGeom>
                <a:avLst/>
                <a:gdLst/>
                <a:ahLst/>
                <a:cxnLst>
                  <a:cxn ang="0">
                    <a:pos x="6" y="0"/>
                  </a:cxn>
                  <a:cxn ang="0">
                    <a:pos x="1" y="3"/>
                  </a:cxn>
                  <a:cxn ang="0">
                    <a:pos x="0" y="8"/>
                  </a:cxn>
                  <a:cxn ang="0">
                    <a:pos x="17" y="9"/>
                  </a:cxn>
                  <a:cxn ang="0">
                    <a:pos x="19" y="5"/>
                  </a:cxn>
                  <a:cxn ang="0">
                    <a:pos x="3" y="4"/>
                  </a:cxn>
                  <a:cxn ang="0">
                    <a:pos x="6" y="0"/>
                  </a:cxn>
                </a:cxnLst>
                <a:rect l="0" t="0" r="r" b="b"/>
                <a:pathLst>
                  <a:path w="19" h="9">
                    <a:moveTo>
                      <a:pt x="6" y="0"/>
                    </a:moveTo>
                    <a:lnTo>
                      <a:pt x="1" y="3"/>
                    </a:lnTo>
                    <a:lnTo>
                      <a:pt x="0" y="8"/>
                    </a:lnTo>
                    <a:lnTo>
                      <a:pt x="17" y="9"/>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28" name="Freeform 2014"/>
              <p:cNvSpPr>
                <a:spLocks/>
              </p:cNvSpPr>
              <p:nvPr/>
            </p:nvSpPr>
            <p:spPr bwMode="gray">
              <a:xfrm>
                <a:off x="6243910" y="5384262"/>
                <a:ext cx="42895" cy="22486"/>
              </a:xfrm>
              <a:custGeom>
                <a:avLst/>
                <a:gdLst/>
                <a:ahLst/>
                <a:cxnLst>
                  <a:cxn ang="0">
                    <a:pos x="6" y="0"/>
                  </a:cxn>
                  <a:cxn ang="0">
                    <a:pos x="2" y="3"/>
                  </a:cxn>
                  <a:cxn ang="0">
                    <a:pos x="0" y="8"/>
                  </a:cxn>
                  <a:cxn ang="0">
                    <a:pos x="18" y="9"/>
                  </a:cxn>
                  <a:cxn ang="0">
                    <a:pos x="19" y="6"/>
                  </a:cxn>
                  <a:cxn ang="0">
                    <a:pos x="3" y="4"/>
                  </a:cxn>
                  <a:cxn ang="0">
                    <a:pos x="6" y="0"/>
                  </a:cxn>
                </a:cxnLst>
                <a:rect l="0" t="0" r="r" b="b"/>
                <a:pathLst>
                  <a:path w="19" h="9">
                    <a:moveTo>
                      <a:pt x="6" y="0"/>
                    </a:moveTo>
                    <a:lnTo>
                      <a:pt x="2" y="3"/>
                    </a:lnTo>
                    <a:lnTo>
                      <a:pt x="0" y="8"/>
                    </a:lnTo>
                    <a:lnTo>
                      <a:pt x="18" y="9"/>
                    </a:lnTo>
                    <a:lnTo>
                      <a:pt x="19"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29" name="Freeform 2015"/>
              <p:cNvSpPr>
                <a:spLocks/>
              </p:cNvSpPr>
              <p:nvPr/>
            </p:nvSpPr>
            <p:spPr bwMode="gray">
              <a:xfrm>
                <a:off x="6213673" y="5356857"/>
                <a:ext cx="45356" cy="20027"/>
              </a:xfrm>
              <a:custGeom>
                <a:avLst/>
                <a:gdLst/>
                <a:ahLst/>
                <a:cxnLst>
                  <a:cxn ang="0">
                    <a:pos x="6" y="0"/>
                  </a:cxn>
                  <a:cxn ang="0">
                    <a:pos x="1" y="3"/>
                  </a:cxn>
                  <a:cxn ang="0">
                    <a:pos x="0" y="7"/>
                  </a:cxn>
                  <a:cxn ang="0">
                    <a:pos x="18" y="8"/>
                  </a:cxn>
                  <a:cxn ang="0">
                    <a:pos x="19" y="5"/>
                  </a:cxn>
                  <a:cxn ang="0">
                    <a:pos x="2" y="4"/>
                  </a:cxn>
                  <a:cxn ang="0">
                    <a:pos x="6" y="0"/>
                  </a:cxn>
                </a:cxnLst>
                <a:rect l="0" t="0" r="r" b="b"/>
                <a:pathLst>
                  <a:path w="19" h="8">
                    <a:moveTo>
                      <a:pt x="6" y="0"/>
                    </a:moveTo>
                    <a:lnTo>
                      <a:pt x="1" y="3"/>
                    </a:lnTo>
                    <a:lnTo>
                      <a:pt x="0" y="7"/>
                    </a:lnTo>
                    <a:lnTo>
                      <a:pt x="18" y="8"/>
                    </a:lnTo>
                    <a:lnTo>
                      <a:pt x="19"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30" name="Freeform 2016"/>
              <p:cNvSpPr>
                <a:spLocks/>
              </p:cNvSpPr>
              <p:nvPr/>
            </p:nvSpPr>
            <p:spPr bwMode="gray">
              <a:xfrm>
                <a:off x="6453461" y="5344208"/>
                <a:ext cx="45356" cy="22486"/>
              </a:xfrm>
              <a:custGeom>
                <a:avLst/>
                <a:gdLst/>
                <a:ahLst/>
                <a:cxnLst>
                  <a:cxn ang="0">
                    <a:pos x="5" y="0"/>
                  </a:cxn>
                  <a:cxn ang="0">
                    <a:pos x="1" y="4"/>
                  </a:cxn>
                  <a:cxn ang="0">
                    <a:pos x="0" y="9"/>
                  </a:cxn>
                  <a:cxn ang="0">
                    <a:pos x="18" y="9"/>
                  </a:cxn>
                  <a:cxn ang="0">
                    <a:pos x="19" y="6"/>
                  </a:cxn>
                  <a:cxn ang="0">
                    <a:pos x="2" y="5"/>
                  </a:cxn>
                  <a:cxn ang="0">
                    <a:pos x="5" y="0"/>
                  </a:cxn>
                </a:cxnLst>
                <a:rect l="0" t="0" r="r" b="b"/>
                <a:pathLst>
                  <a:path w="19" h="9">
                    <a:moveTo>
                      <a:pt x="5" y="0"/>
                    </a:moveTo>
                    <a:lnTo>
                      <a:pt x="1" y="4"/>
                    </a:lnTo>
                    <a:lnTo>
                      <a:pt x="0" y="9"/>
                    </a:lnTo>
                    <a:lnTo>
                      <a:pt x="18"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531" name="Freeform 2017"/>
              <p:cNvSpPr>
                <a:spLocks/>
              </p:cNvSpPr>
              <p:nvPr/>
            </p:nvSpPr>
            <p:spPr bwMode="gray">
              <a:xfrm>
                <a:off x="6708016" y="5351938"/>
                <a:ext cx="42895" cy="22486"/>
              </a:xfrm>
              <a:custGeom>
                <a:avLst/>
                <a:gdLst/>
                <a:ahLst/>
                <a:cxnLst>
                  <a:cxn ang="0">
                    <a:pos x="6" y="0"/>
                  </a:cxn>
                  <a:cxn ang="0">
                    <a:pos x="2" y="4"/>
                  </a:cxn>
                  <a:cxn ang="0">
                    <a:pos x="0" y="8"/>
                  </a:cxn>
                  <a:cxn ang="0">
                    <a:pos x="18" y="9"/>
                  </a:cxn>
                  <a:cxn ang="0">
                    <a:pos x="18" y="6"/>
                  </a:cxn>
                  <a:cxn ang="0">
                    <a:pos x="3" y="5"/>
                  </a:cxn>
                  <a:cxn ang="0">
                    <a:pos x="6" y="0"/>
                  </a:cxn>
                </a:cxnLst>
                <a:rect l="0" t="0" r="r" b="b"/>
                <a:pathLst>
                  <a:path w="18" h="9">
                    <a:moveTo>
                      <a:pt x="6" y="0"/>
                    </a:moveTo>
                    <a:lnTo>
                      <a:pt x="2" y="4"/>
                    </a:lnTo>
                    <a:lnTo>
                      <a:pt x="0" y="8"/>
                    </a:lnTo>
                    <a:lnTo>
                      <a:pt x="18" y="9"/>
                    </a:lnTo>
                    <a:lnTo>
                      <a:pt x="18"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32" name="Freeform 2018"/>
              <p:cNvSpPr>
                <a:spLocks/>
              </p:cNvSpPr>
              <p:nvPr/>
            </p:nvSpPr>
            <p:spPr bwMode="gray">
              <a:xfrm>
                <a:off x="6191171" y="5329452"/>
                <a:ext cx="45356" cy="20027"/>
              </a:xfrm>
              <a:custGeom>
                <a:avLst/>
                <a:gdLst/>
                <a:ahLst/>
                <a:cxnLst>
                  <a:cxn ang="0">
                    <a:pos x="6" y="0"/>
                  </a:cxn>
                  <a:cxn ang="0">
                    <a:pos x="2" y="4"/>
                  </a:cxn>
                  <a:cxn ang="0">
                    <a:pos x="0" y="8"/>
                  </a:cxn>
                  <a:cxn ang="0">
                    <a:pos x="17" y="9"/>
                  </a:cxn>
                  <a:cxn ang="0">
                    <a:pos x="19" y="6"/>
                  </a:cxn>
                  <a:cxn ang="0">
                    <a:pos x="3" y="4"/>
                  </a:cxn>
                  <a:cxn ang="0">
                    <a:pos x="6" y="0"/>
                  </a:cxn>
                </a:cxnLst>
                <a:rect l="0" t="0" r="r" b="b"/>
                <a:pathLst>
                  <a:path w="19" h="9">
                    <a:moveTo>
                      <a:pt x="6" y="0"/>
                    </a:moveTo>
                    <a:lnTo>
                      <a:pt x="2" y="4"/>
                    </a:lnTo>
                    <a:lnTo>
                      <a:pt x="0" y="8"/>
                    </a:lnTo>
                    <a:lnTo>
                      <a:pt x="17" y="9"/>
                    </a:lnTo>
                    <a:lnTo>
                      <a:pt x="19" y="6"/>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33" name="Freeform 2019"/>
              <p:cNvSpPr>
                <a:spLocks/>
              </p:cNvSpPr>
              <p:nvPr/>
            </p:nvSpPr>
            <p:spPr bwMode="gray">
              <a:xfrm>
                <a:off x="6084989" y="5429235"/>
                <a:ext cx="45356" cy="20027"/>
              </a:xfrm>
              <a:custGeom>
                <a:avLst/>
                <a:gdLst/>
                <a:ahLst/>
                <a:cxnLst>
                  <a:cxn ang="0">
                    <a:pos x="6" y="0"/>
                  </a:cxn>
                  <a:cxn ang="0">
                    <a:pos x="2" y="3"/>
                  </a:cxn>
                  <a:cxn ang="0">
                    <a:pos x="0" y="8"/>
                  </a:cxn>
                  <a:cxn ang="0">
                    <a:pos x="17" y="8"/>
                  </a:cxn>
                  <a:cxn ang="0">
                    <a:pos x="19" y="5"/>
                  </a:cxn>
                  <a:cxn ang="0">
                    <a:pos x="3" y="4"/>
                  </a:cxn>
                  <a:cxn ang="0">
                    <a:pos x="6" y="0"/>
                  </a:cxn>
                </a:cxnLst>
                <a:rect l="0" t="0" r="r" b="b"/>
                <a:pathLst>
                  <a:path w="19" h="8">
                    <a:moveTo>
                      <a:pt x="6" y="0"/>
                    </a:moveTo>
                    <a:lnTo>
                      <a:pt x="2" y="3"/>
                    </a:lnTo>
                    <a:lnTo>
                      <a:pt x="0" y="8"/>
                    </a:lnTo>
                    <a:lnTo>
                      <a:pt x="17"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34" name="Freeform 2020"/>
              <p:cNvSpPr>
                <a:spLocks/>
              </p:cNvSpPr>
              <p:nvPr/>
            </p:nvSpPr>
            <p:spPr bwMode="gray">
              <a:xfrm>
                <a:off x="6130345" y="5406749"/>
                <a:ext cx="45707" cy="20027"/>
              </a:xfrm>
              <a:custGeom>
                <a:avLst/>
                <a:gdLst/>
                <a:ahLst/>
                <a:cxnLst>
                  <a:cxn ang="0">
                    <a:pos x="6" y="0"/>
                  </a:cxn>
                  <a:cxn ang="0">
                    <a:pos x="1" y="3"/>
                  </a:cxn>
                  <a:cxn ang="0">
                    <a:pos x="0" y="8"/>
                  </a:cxn>
                  <a:cxn ang="0">
                    <a:pos x="18" y="9"/>
                  </a:cxn>
                  <a:cxn ang="0">
                    <a:pos x="19" y="6"/>
                  </a:cxn>
                  <a:cxn ang="0">
                    <a:pos x="2" y="4"/>
                  </a:cxn>
                  <a:cxn ang="0">
                    <a:pos x="6" y="0"/>
                  </a:cxn>
                </a:cxnLst>
                <a:rect l="0" t="0" r="r" b="b"/>
                <a:pathLst>
                  <a:path w="19" h="9">
                    <a:moveTo>
                      <a:pt x="6" y="0"/>
                    </a:moveTo>
                    <a:lnTo>
                      <a:pt x="1" y="3"/>
                    </a:lnTo>
                    <a:lnTo>
                      <a:pt x="0" y="8"/>
                    </a:lnTo>
                    <a:lnTo>
                      <a:pt x="18" y="9"/>
                    </a:lnTo>
                    <a:lnTo>
                      <a:pt x="19" y="6"/>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35" name="Freeform 2021"/>
              <p:cNvSpPr>
                <a:spLocks/>
              </p:cNvSpPr>
              <p:nvPr/>
            </p:nvSpPr>
            <p:spPr bwMode="gray">
              <a:xfrm>
                <a:off x="6178514" y="5381803"/>
                <a:ext cx="45356" cy="22486"/>
              </a:xfrm>
              <a:custGeom>
                <a:avLst/>
                <a:gdLst/>
                <a:ahLst/>
                <a:cxnLst>
                  <a:cxn ang="0">
                    <a:pos x="6" y="0"/>
                  </a:cxn>
                  <a:cxn ang="0">
                    <a:pos x="1" y="3"/>
                  </a:cxn>
                  <a:cxn ang="0">
                    <a:pos x="0" y="8"/>
                  </a:cxn>
                  <a:cxn ang="0">
                    <a:pos x="18" y="9"/>
                  </a:cxn>
                  <a:cxn ang="0">
                    <a:pos x="19" y="6"/>
                  </a:cxn>
                  <a:cxn ang="0">
                    <a:pos x="2" y="4"/>
                  </a:cxn>
                  <a:cxn ang="0">
                    <a:pos x="6" y="0"/>
                  </a:cxn>
                </a:cxnLst>
                <a:rect l="0" t="0" r="r" b="b"/>
                <a:pathLst>
                  <a:path w="19" h="9">
                    <a:moveTo>
                      <a:pt x="6" y="0"/>
                    </a:moveTo>
                    <a:lnTo>
                      <a:pt x="1" y="3"/>
                    </a:lnTo>
                    <a:lnTo>
                      <a:pt x="0" y="8"/>
                    </a:lnTo>
                    <a:lnTo>
                      <a:pt x="18" y="9"/>
                    </a:lnTo>
                    <a:lnTo>
                      <a:pt x="19" y="6"/>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36" name="Freeform 2022"/>
              <p:cNvSpPr>
                <a:spLocks/>
              </p:cNvSpPr>
              <p:nvPr/>
            </p:nvSpPr>
            <p:spPr bwMode="gray">
              <a:xfrm>
                <a:off x="6153199" y="5351938"/>
                <a:ext cx="42895" cy="20027"/>
              </a:xfrm>
              <a:custGeom>
                <a:avLst/>
                <a:gdLst/>
                <a:ahLst/>
                <a:cxnLst>
                  <a:cxn ang="0">
                    <a:pos x="6" y="0"/>
                  </a:cxn>
                  <a:cxn ang="0">
                    <a:pos x="1" y="3"/>
                  </a:cxn>
                  <a:cxn ang="0">
                    <a:pos x="0" y="8"/>
                  </a:cxn>
                  <a:cxn ang="0">
                    <a:pos x="16" y="8"/>
                  </a:cxn>
                  <a:cxn ang="0">
                    <a:pos x="18" y="5"/>
                  </a:cxn>
                  <a:cxn ang="0">
                    <a:pos x="2" y="4"/>
                  </a:cxn>
                  <a:cxn ang="0">
                    <a:pos x="6" y="0"/>
                  </a:cxn>
                </a:cxnLst>
                <a:rect l="0" t="0" r="r" b="b"/>
                <a:pathLst>
                  <a:path w="18" h="8">
                    <a:moveTo>
                      <a:pt x="6" y="0"/>
                    </a:moveTo>
                    <a:lnTo>
                      <a:pt x="1" y="3"/>
                    </a:lnTo>
                    <a:lnTo>
                      <a:pt x="0" y="8"/>
                    </a:lnTo>
                    <a:lnTo>
                      <a:pt x="16" y="8"/>
                    </a:lnTo>
                    <a:lnTo>
                      <a:pt x="18"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37" name="Freeform 2023"/>
              <p:cNvSpPr>
                <a:spLocks/>
              </p:cNvSpPr>
              <p:nvPr/>
            </p:nvSpPr>
            <p:spPr bwMode="gray">
              <a:xfrm>
                <a:off x="6390174" y="5339289"/>
                <a:ext cx="42895" cy="20027"/>
              </a:xfrm>
              <a:custGeom>
                <a:avLst/>
                <a:gdLst/>
                <a:ahLst/>
                <a:cxnLst>
                  <a:cxn ang="0">
                    <a:pos x="4" y="0"/>
                  </a:cxn>
                  <a:cxn ang="0">
                    <a:pos x="1" y="4"/>
                  </a:cxn>
                  <a:cxn ang="0">
                    <a:pos x="0" y="9"/>
                  </a:cxn>
                  <a:cxn ang="0">
                    <a:pos x="17" y="9"/>
                  </a:cxn>
                  <a:cxn ang="0">
                    <a:pos x="18" y="6"/>
                  </a:cxn>
                  <a:cxn ang="0">
                    <a:pos x="2" y="5"/>
                  </a:cxn>
                  <a:cxn ang="0">
                    <a:pos x="4" y="0"/>
                  </a:cxn>
                </a:cxnLst>
                <a:rect l="0" t="0" r="r" b="b"/>
                <a:pathLst>
                  <a:path w="18" h="9">
                    <a:moveTo>
                      <a:pt x="4" y="0"/>
                    </a:moveTo>
                    <a:lnTo>
                      <a:pt x="1" y="4"/>
                    </a:lnTo>
                    <a:lnTo>
                      <a:pt x="0" y="9"/>
                    </a:lnTo>
                    <a:lnTo>
                      <a:pt x="17" y="9"/>
                    </a:lnTo>
                    <a:lnTo>
                      <a:pt x="18" y="6"/>
                    </a:lnTo>
                    <a:lnTo>
                      <a:pt x="2" y="5"/>
                    </a:lnTo>
                    <a:lnTo>
                      <a:pt x="4" y="0"/>
                    </a:lnTo>
                    <a:close/>
                  </a:path>
                </a:pathLst>
              </a:custGeom>
              <a:noFill/>
              <a:ln w="3175" cap="rnd" cmpd="sng">
                <a:solidFill>
                  <a:schemeClr val="bg2"/>
                </a:solidFill>
                <a:prstDash val="sysDot"/>
                <a:round/>
                <a:headEnd/>
                <a:tailEnd/>
              </a:ln>
            </p:spPr>
            <p:txBody>
              <a:bodyPr/>
              <a:lstStyle/>
              <a:p>
                <a:endParaRPr lang="en-US"/>
              </a:p>
            </p:txBody>
          </p:sp>
          <p:sp>
            <p:nvSpPr>
              <p:cNvPr id="538" name="Freeform 2024"/>
              <p:cNvSpPr>
                <a:spLocks/>
              </p:cNvSpPr>
              <p:nvPr/>
            </p:nvSpPr>
            <p:spPr bwMode="gray">
              <a:xfrm>
                <a:off x="6645080" y="5349479"/>
                <a:ext cx="45356" cy="20027"/>
              </a:xfrm>
              <a:custGeom>
                <a:avLst/>
                <a:gdLst/>
                <a:ahLst/>
                <a:cxnLst>
                  <a:cxn ang="0">
                    <a:pos x="5" y="0"/>
                  </a:cxn>
                  <a:cxn ang="0">
                    <a:pos x="2" y="4"/>
                  </a:cxn>
                  <a:cxn ang="0">
                    <a:pos x="0" y="7"/>
                  </a:cxn>
                  <a:cxn ang="0">
                    <a:pos x="19" y="8"/>
                  </a:cxn>
                  <a:cxn ang="0">
                    <a:pos x="20" y="5"/>
                  </a:cxn>
                  <a:cxn ang="0">
                    <a:pos x="3" y="4"/>
                  </a:cxn>
                  <a:cxn ang="0">
                    <a:pos x="5" y="0"/>
                  </a:cxn>
                </a:cxnLst>
                <a:rect l="0" t="0" r="r" b="b"/>
                <a:pathLst>
                  <a:path w="20" h="8">
                    <a:moveTo>
                      <a:pt x="5" y="0"/>
                    </a:moveTo>
                    <a:lnTo>
                      <a:pt x="2" y="4"/>
                    </a:lnTo>
                    <a:lnTo>
                      <a:pt x="0" y="7"/>
                    </a:lnTo>
                    <a:lnTo>
                      <a:pt x="19" y="8"/>
                    </a:lnTo>
                    <a:lnTo>
                      <a:pt x="20" y="5"/>
                    </a:lnTo>
                    <a:lnTo>
                      <a:pt x="3" y="4"/>
                    </a:lnTo>
                    <a:lnTo>
                      <a:pt x="5" y="0"/>
                    </a:lnTo>
                    <a:close/>
                  </a:path>
                </a:pathLst>
              </a:custGeom>
              <a:noFill/>
              <a:ln w="3175" cap="rnd" cmpd="sng">
                <a:solidFill>
                  <a:schemeClr val="bg2"/>
                </a:solidFill>
                <a:prstDash val="sysDot"/>
                <a:round/>
                <a:headEnd/>
                <a:tailEnd/>
              </a:ln>
            </p:spPr>
            <p:txBody>
              <a:bodyPr/>
              <a:lstStyle/>
              <a:p>
                <a:endParaRPr lang="en-US"/>
              </a:p>
            </p:txBody>
          </p:sp>
          <p:sp>
            <p:nvSpPr>
              <p:cNvPr id="539" name="Freeform 2025"/>
              <p:cNvSpPr>
                <a:spLocks/>
              </p:cNvSpPr>
              <p:nvPr/>
            </p:nvSpPr>
            <p:spPr bwMode="gray">
              <a:xfrm>
                <a:off x="6130345" y="5324181"/>
                <a:ext cx="45707" cy="22486"/>
              </a:xfrm>
              <a:custGeom>
                <a:avLst/>
                <a:gdLst/>
                <a:ahLst/>
                <a:cxnLst>
                  <a:cxn ang="0">
                    <a:pos x="6" y="0"/>
                  </a:cxn>
                  <a:cxn ang="0">
                    <a:pos x="2" y="4"/>
                  </a:cxn>
                  <a:cxn ang="0">
                    <a:pos x="0" y="8"/>
                  </a:cxn>
                  <a:cxn ang="0">
                    <a:pos x="18" y="9"/>
                  </a:cxn>
                  <a:cxn ang="0">
                    <a:pos x="19" y="6"/>
                  </a:cxn>
                  <a:cxn ang="0">
                    <a:pos x="3" y="5"/>
                  </a:cxn>
                  <a:cxn ang="0">
                    <a:pos x="6" y="0"/>
                  </a:cxn>
                </a:cxnLst>
                <a:rect l="0" t="0" r="r" b="b"/>
                <a:pathLst>
                  <a:path w="19" h="9">
                    <a:moveTo>
                      <a:pt x="6" y="0"/>
                    </a:moveTo>
                    <a:lnTo>
                      <a:pt x="2" y="4"/>
                    </a:lnTo>
                    <a:lnTo>
                      <a:pt x="0" y="8"/>
                    </a:lnTo>
                    <a:lnTo>
                      <a:pt x="18"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40" name="Freeform 2026"/>
              <p:cNvSpPr>
                <a:spLocks/>
              </p:cNvSpPr>
              <p:nvPr/>
            </p:nvSpPr>
            <p:spPr bwMode="gray">
              <a:xfrm>
                <a:off x="6026976" y="5426776"/>
                <a:ext cx="45707" cy="20027"/>
              </a:xfrm>
              <a:custGeom>
                <a:avLst/>
                <a:gdLst/>
                <a:ahLst/>
                <a:cxnLst>
                  <a:cxn ang="0">
                    <a:pos x="6" y="0"/>
                  </a:cxn>
                  <a:cxn ang="0">
                    <a:pos x="2" y="4"/>
                  </a:cxn>
                  <a:cxn ang="0">
                    <a:pos x="0" y="8"/>
                  </a:cxn>
                  <a:cxn ang="0">
                    <a:pos x="17" y="9"/>
                  </a:cxn>
                  <a:cxn ang="0">
                    <a:pos x="19" y="6"/>
                  </a:cxn>
                  <a:cxn ang="0">
                    <a:pos x="2" y="5"/>
                  </a:cxn>
                  <a:cxn ang="0">
                    <a:pos x="6" y="0"/>
                  </a:cxn>
                </a:cxnLst>
                <a:rect l="0" t="0" r="r" b="b"/>
                <a:pathLst>
                  <a:path w="19" h="9">
                    <a:moveTo>
                      <a:pt x="6" y="0"/>
                    </a:moveTo>
                    <a:lnTo>
                      <a:pt x="2" y="4"/>
                    </a:lnTo>
                    <a:lnTo>
                      <a:pt x="0" y="8"/>
                    </a:lnTo>
                    <a:lnTo>
                      <a:pt x="17" y="9"/>
                    </a:lnTo>
                    <a:lnTo>
                      <a:pt x="19" y="6"/>
                    </a:lnTo>
                    <a:lnTo>
                      <a:pt x="2" y="5"/>
                    </a:lnTo>
                    <a:lnTo>
                      <a:pt x="6" y="0"/>
                    </a:lnTo>
                    <a:close/>
                  </a:path>
                </a:pathLst>
              </a:custGeom>
              <a:noFill/>
              <a:ln w="3175" cap="rnd" cmpd="sng">
                <a:solidFill>
                  <a:schemeClr val="bg2"/>
                </a:solidFill>
                <a:prstDash val="sysDot"/>
                <a:round/>
                <a:headEnd/>
                <a:tailEnd/>
              </a:ln>
            </p:spPr>
            <p:txBody>
              <a:bodyPr/>
              <a:lstStyle/>
              <a:p>
                <a:endParaRPr lang="en-US"/>
              </a:p>
            </p:txBody>
          </p:sp>
          <p:sp>
            <p:nvSpPr>
              <p:cNvPr id="541" name="Freeform 2027"/>
              <p:cNvSpPr>
                <a:spLocks/>
              </p:cNvSpPr>
              <p:nvPr/>
            </p:nvSpPr>
            <p:spPr bwMode="gray">
              <a:xfrm>
                <a:off x="6069871" y="5404289"/>
                <a:ext cx="45356" cy="20027"/>
              </a:xfrm>
              <a:custGeom>
                <a:avLst/>
                <a:gdLst/>
                <a:ahLst/>
                <a:cxnLst>
                  <a:cxn ang="0">
                    <a:pos x="6" y="0"/>
                  </a:cxn>
                  <a:cxn ang="0">
                    <a:pos x="1" y="4"/>
                  </a:cxn>
                  <a:cxn ang="0">
                    <a:pos x="0" y="7"/>
                  </a:cxn>
                  <a:cxn ang="0">
                    <a:pos x="18" y="8"/>
                  </a:cxn>
                  <a:cxn ang="0">
                    <a:pos x="20" y="5"/>
                  </a:cxn>
                  <a:cxn ang="0">
                    <a:pos x="3" y="5"/>
                  </a:cxn>
                  <a:cxn ang="0">
                    <a:pos x="6" y="0"/>
                  </a:cxn>
                </a:cxnLst>
                <a:rect l="0" t="0" r="r" b="b"/>
                <a:pathLst>
                  <a:path w="20" h="8">
                    <a:moveTo>
                      <a:pt x="6" y="0"/>
                    </a:moveTo>
                    <a:lnTo>
                      <a:pt x="1" y="4"/>
                    </a:lnTo>
                    <a:lnTo>
                      <a:pt x="0" y="7"/>
                    </a:lnTo>
                    <a:lnTo>
                      <a:pt x="18" y="8"/>
                    </a:lnTo>
                    <a:lnTo>
                      <a:pt x="20" y="5"/>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42" name="Freeform 2028"/>
              <p:cNvSpPr>
                <a:spLocks/>
              </p:cNvSpPr>
              <p:nvPr/>
            </p:nvSpPr>
            <p:spPr bwMode="gray">
              <a:xfrm>
                <a:off x="6120501" y="5379343"/>
                <a:ext cx="40433" cy="20027"/>
              </a:xfrm>
              <a:custGeom>
                <a:avLst/>
                <a:gdLst/>
                <a:ahLst/>
                <a:cxnLst>
                  <a:cxn ang="0">
                    <a:pos x="6" y="0"/>
                  </a:cxn>
                  <a:cxn ang="0">
                    <a:pos x="2" y="4"/>
                  </a:cxn>
                  <a:cxn ang="0">
                    <a:pos x="0" y="8"/>
                  </a:cxn>
                  <a:cxn ang="0">
                    <a:pos x="17" y="9"/>
                  </a:cxn>
                  <a:cxn ang="0">
                    <a:pos x="18" y="6"/>
                  </a:cxn>
                  <a:cxn ang="0">
                    <a:pos x="3" y="5"/>
                  </a:cxn>
                  <a:cxn ang="0">
                    <a:pos x="6" y="0"/>
                  </a:cxn>
                </a:cxnLst>
                <a:rect l="0" t="0" r="r" b="b"/>
                <a:pathLst>
                  <a:path w="18" h="9">
                    <a:moveTo>
                      <a:pt x="6" y="0"/>
                    </a:moveTo>
                    <a:lnTo>
                      <a:pt x="2" y="4"/>
                    </a:lnTo>
                    <a:lnTo>
                      <a:pt x="0" y="8"/>
                    </a:lnTo>
                    <a:lnTo>
                      <a:pt x="17" y="9"/>
                    </a:lnTo>
                    <a:lnTo>
                      <a:pt x="18"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43" name="Freeform 2029"/>
              <p:cNvSpPr>
                <a:spLocks/>
              </p:cNvSpPr>
              <p:nvPr/>
            </p:nvSpPr>
            <p:spPr bwMode="gray">
              <a:xfrm>
                <a:off x="6090263" y="5349479"/>
                <a:ext cx="45356" cy="20027"/>
              </a:xfrm>
              <a:custGeom>
                <a:avLst/>
                <a:gdLst/>
                <a:ahLst/>
                <a:cxnLst>
                  <a:cxn ang="0">
                    <a:pos x="6" y="0"/>
                  </a:cxn>
                  <a:cxn ang="0">
                    <a:pos x="1" y="4"/>
                  </a:cxn>
                  <a:cxn ang="0">
                    <a:pos x="0" y="7"/>
                  </a:cxn>
                  <a:cxn ang="0">
                    <a:pos x="18" y="8"/>
                  </a:cxn>
                  <a:cxn ang="0">
                    <a:pos x="19" y="5"/>
                  </a:cxn>
                  <a:cxn ang="0">
                    <a:pos x="3" y="4"/>
                  </a:cxn>
                  <a:cxn ang="0">
                    <a:pos x="6" y="0"/>
                  </a:cxn>
                </a:cxnLst>
                <a:rect l="0" t="0" r="r" b="b"/>
                <a:pathLst>
                  <a:path w="19" h="8">
                    <a:moveTo>
                      <a:pt x="6" y="0"/>
                    </a:moveTo>
                    <a:lnTo>
                      <a:pt x="1" y="4"/>
                    </a:lnTo>
                    <a:lnTo>
                      <a:pt x="0" y="7"/>
                    </a:lnTo>
                    <a:lnTo>
                      <a:pt x="18"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44" name="Freeform 2030"/>
              <p:cNvSpPr>
                <a:spLocks/>
              </p:cNvSpPr>
              <p:nvPr/>
            </p:nvSpPr>
            <p:spPr bwMode="gray">
              <a:xfrm>
                <a:off x="6329700" y="5334371"/>
                <a:ext cx="45356" cy="22486"/>
              </a:xfrm>
              <a:custGeom>
                <a:avLst/>
                <a:gdLst/>
                <a:ahLst/>
                <a:cxnLst>
                  <a:cxn ang="0">
                    <a:pos x="5" y="0"/>
                  </a:cxn>
                  <a:cxn ang="0">
                    <a:pos x="1" y="3"/>
                  </a:cxn>
                  <a:cxn ang="0">
                    <a:pos x="0" y="8"/>
                  </a:cxn>
                  <a:cxn ang="0">
                    <a:pos x="18" y="9"/>
                  </a:cxn>
                  <a:cxn ang="0">
                    <a:pos x="19" y="6"/>
                  </a:cxn>
                  <a:cxn ang="0">
                    <a:pos x="2" y="5"/>
                  </a:cxn>
                  <a:cxn ang="0">
                    <a:pos x="5" y="0"/>
                  </a:cxn>
                </a:cxnLst>
                <a:rect l="0" t="0" r="r" b="b"/>
                <a:pathLst>
                  <a:path w="19" h="9">
                    <a:moveTo>
                      <a:pt x="5" y="0"/>
                    </a:moveTo>
                    <a:lnTo>
                      <a:pt x="1" y="3"/>
                    </a:lnTo>
                    <a:lnTo>
                      <a:pt x="0" y="8"/>
                    </a:lnTo>
                    <a:lnTo>
                      <a:pt x="18" y="9"/>
                    </a:lnTo>
                    <a:lnTo>
                      <a:pt x="19" y="6"/>
                    </a:lnTo>
                    <a:lnTo>
                      <a:pt x="2" y="5"/>
                    </a:lnTo>
                    <a:lnTo>
                      <a:pt x="5" y="0"/>
                    </a:lnTo>
                    <a:close/>
                  </a:path>
                </a:pathLst>
              </a:custGeom>
              <a:noFill/>
              <a:ln w="3175" cap="rnd" cmpd="sng">
                <a:solidFill>
                  <a:schemeClr val="bg2"/>
                </a:solidFill>
                <a:prstDash val="sysDot"/>
                <a:round/>
                <a:headEnd/>
                <a:tailEnd/>
              </a:ln>
            </p:spPr>
            <p:txBody>
              <a:bodyPr/>
              <a:lstStyle/>
              <a:p>
                <a:endParaRPr lang="en-US"/>
              </a:p>
            </p:txBody>
          </p:sp>
          <p:sp>
            <p:nvSpPr>
              <p:cNvPr id="545" name="Freeform 2031"/>
              <p:cNvSpPr>
                <a:spLocks/>
              </p:cNvSpPr>
              <p:nvPr/>
            </p:nvSpPr>
            <p:spPr bwMode="gray">
              <a:xfrm>
                <a:off x="6584606" y="5349479"/>
                <a:ext cx="45356" cy="17216"/>
              </a:xfrm>
              <a:custGeom>
                <a:avLst/>
                <a:gdLst/>
                <a:ahLst/>
                <a:cxnLst>
                  <a:cxn ang="0">
                    <a:pos x="5" y="0"/>
                  </a:cxn>
                  <a:cxn ang="0">
                    <a:pos x="1" y="3"/>
                  </a:cxn>
                  <a:cxn ang="0">
                    <a:pos x="0" y="8"/>
                  </a:cxn>
                  <a:cxn ang="0">
                    <a:pos x="18" y="8"/>
                  </a:cxn>
                  <a:cxn ang="0">
                    <a:pos x="19" y="5"/>
                  </a:cxn>
                  <a:cxn ang="0">
                    <a:pos x="2" y="4"/>
                  </a:cxn>
                  <a:cxn ang="0">
                    <a:pos x="5" y="0"/>
                  </a:cxn>
                </a:cxnLst>
                <a:rect l="0" t="0" r="r" b="b"/>
                <a:pathLst>
                  <a:path w="19" h="8">
                    <a:moveTo>
                      <a:pt x="5" y="0"/>
                    </a:moveTo>
                    <a:lnTo>
                      <a:pt x="1" y="3"/>
                    </a:lnTo>
                    <a:lnTo>
                      <a:pt x="0" y="8"/>
                    </a:lnTo>
                    <a:lnTo>
                      <a:pt x="18" y="8"/>
                    </a:lnTo>
                    <a:lnTo>
                      <a:pt x="19"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546" name="Freeform 2032"/>
              <p:cNvSpPr>
                <a:spLocks/>
              </p:cNvSpPr>
              <p:nvPr/>
            </p:nvSpPr>
            <p:spPr bwMode="gray">
              <a:xfrm>
                <a:off x="6069871" y="5321722"/>
                <a:ext cx="42895" cy="20027"/>
              </a:xfrm>
              <a:custGeom>
                <a:avLst/>
                <a:gdLst/>
                <a:ahLst/>
                <a:cxnLst>
                  <a:cxn ang="0">
                    <a:pos x="7" y="0"/>
                  </a:cxn>
                  <a:cxn ang="0">
                    <a:pos x="2" y="3"/>
                  </a:cxn>
                  <a:cxn ang="0">
                    <a:pos x="0" y="7"/>
                  </a:cxn>
                  <a:cxn ang="0">
                    <a:pos x="18" y="8"/>
                  </a:cxn>
                  <a:cxn ang="0">
                    <a:pos x="20" y="5"/>
                  </a:cxn>
                  <a:cxn ang="0">
                    <a:pos x="3" y="4"/>
                  </a:cxn>
                  <a:cxn ang="0">
                    <a:pos x="7" y="0"/>
                  </a:cxn>
                </a:cxnLst>
                <a:rect l="0" t="0" r="r" b="b"/>
                <a:pathLst>
                  <a:path w="20" h="8">
                    <a:moveTo>
                      <a:pt x="7" y="0"/>
                    </a:moveTo>
                    <a:lnTo>
                      <a:pt x="2" y="3"/>
                    </a:lnTo>
                    <a:lnTo>
                      <a:pt x="0" y="7"/>
                    </a:lnTo>
                    <a:lnTo>
                      <a:pt x="18" y="8"/>
                    </a:lnTo>
                    <a:lnTo>
                      <a:pt x="20" y="5"/>
                    </a:lnTo>
                    <a:lnTo>
                      <a:pt x="3" y="4"/>
                    </a:lnTo>
                    <a:lnTo>
                      <a:pt x="7" y="0"/>
                    </a:lnTo>
                    <a:close/>
                  </a:path>
                </a:pathLst>
              </a:custGeom>
              <a:noFill/>
              <a:ln w="3175" cap="rnd" cmpd="sng">
                <a:solidFill>
                  <a:schemeClr val="bg2"/>
                </a:solidFill>
                <a:prstDash val="sysDot"/>
                <a:round/>
                <a:headEnd/>
                <a:tailEnd/>
              </a:ln>
            </p:spPr>
            <p:txBody>
              <a:bodyPr/>
              <a:lstStyle/>
              <a:p>
                <a:endParaRPr lang="en-US"/>
              </a:p>
            </p:txBody>
          </p:sp>
          <p:sp>
            <p:nvSpPr>
              <p:cNvPr id="547" name="Freeform 2033"/>
              <p:cNvSpPr>
                <a:spLocks/>
              </p:cNvSpPr>
              <p:nvPr/>
            </p:nvSpPr>
            <p:spPr bwMode="gray">
              <a:xfrm>
                <a:off x="5968963" y="5424316"/>
                <a:ext cx="42895" cy="20027"/>
              </a:xfrm>
              <a:custGeom>
                <a:avLst/>
                <a:gdLst/>
                <a:ahLst/>
                <a:cxnLst>
                  <a:cxn ang="0">
                    <a:pos x="6" y="0"/>
                  </a:cxn>
                  <a:cxn ang="0">
                    <a:pos x="2" y="4"/>
                  </a:cxn>
                  <a:cxn ang="0">
                    <a:pos x="0" y="8"/>
                  </a:cxn>
                  <a:cxn ang="0">
                    <a:pos x="17" y="9"/>
                  </a:cxn>
                  <a:cxn ang="0">
                    <a:pos x="19" y="6"/>
                  </a:cxn>
                  <a:cxn ang="0">
                    <a:pos x="3" y="5"/>
                  </a:cxn>
                  <a:cxn ang="0">
                    <a:pos x="6" y="0"/>
                  </a:cxn>
                </a:cxnLst>
                <a:rect l="0" t="0" r="r" b="b"/>
                <a:pathLst>
                  <a:path w="19" h="9">
                    <a:moveTo>
                      <a:pt x="6" y="0"/>
                    </a:moveTo>
                    <a:lnTo>
                      <a:pt x="2" y="4"/>
                    </a:lnTo>
                    <a:lnTo>
                      <a:pt x="0" y="8"/>
                    </a:lnTo>
                    <a:lnTo>
                      <a:pt x="17"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48" name="Freeform 2034"/>
              <p:cNvSpPr>
                <a:spLocks/>
              </p:cNvSpPr>
              <p:nvPr/>
            </p:nvSpPr>
            <p:spPr bwMode="gray">
              <a:xfrm>
                <a:off x="6011858" y="5401830"/>
                <a:ext cx="45356" cy="20027"/>
              </a:xfrm>
              <a:custGeom>
                <a:avLst/>
                <a:gdLst/>
                <a:ahLst/>
                <a:cxnLst>
                  <a:cxn ang="0">
                    <a:pos x="6" y="0"/>
                  </a:cxn>
                  <a:cxn ang="0">
                    <a:pos x="2" y="4"/>
                  </a:cxn>
                  <a:cxn ang="0">
                    <a:pos x="0" y="7"/>
                  </a:cxn>
                  <a:cxn ang="0">
                    <a:pos x="17" y="8"/>
                  </a:cxn>
                  <a:cxn ang="0">
                    <a:pos x="19" y="5"/>
                  </a:cxn>
                  <a:cxn ang="0">
                    <a:pos x="3" y="4"/>
                  </a:cxn>
                  <a:cxn ang="0">
                    <a:pos x="6" y="0"/>
                  </a:cxn>
                </a:cxnLst>
                <a:rect l="0" t="0" r="r" b="b"/>
                <a:pathLst>
                  <a:path w="19" h="8">
                    <a:moveTo>
                      <a:pt x="6" y="0"/>
                    </a:moveTo>
                    <a:lnTo>
                      <a:pt x="2" y="4"/>
                    </a:lnTo>
                    <a:lnTo>
                      <a:pt x="0" y="7"/>
                    </a:lnTo>
                    <a:lnTo>
                      <a:pt x="17"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49" name="Freeform 2035"/>
              <p:cNvSpPr>
                <a:spLocks/>
              </p:cNvSpPr>
              <p:nvPr/>
            </p:nvSpPr>
            <p:spPr bwMode="gray">
              <a:xfrm>
                <a:off x="6060026" y="5376884"/>
                <a:ext cx="45356" cy="20027"/>
              </a:xfrm>
              <a:custGeom>
                <a:avLst/>
                <a:gdLst/>
                <a:ahLst/>
                <a:cxnLst>
                  <a:cxn ang="0">
                    <a:pos x="6" y="0"/>
                  </a:cxn>
                  <a:cxn ang="0">
                    <a:pos x="1" y="4"/>
                  </a:cxn>
                  <a:cxn ang="0">
                    <a:pos x="0" y="8"/>
                  </a:cxn>
                  <a:cxn ang="0">
                    <a:pos x="17" y="9"/>
                  </a:cxn>
                  <a:cxn ang="0">
                    <a:pos x="19" y="6"/>
                  </a:cxn>
                  <a:cxn ang="0">
                    <a:pos x="3" y="5"/>
                  </a:cxn>
                  <a:cxn ang="0">
                    <a:pos x="6" y="0"/>
                  </a:cxn>
                </a:cxnLst>
                <a:rect l="0" t="0" r="r" b="b"/>
                <a:pathLst>
                  <a:path w="19" h="9">
                    <a:moveTo>
                      <a:pt x="6" y="0"/>
                    </a:moveTo>
                    <a:lnTo>
                      <a:pt x="1" y="4"/>
                    </a:lnTo>
                    <a:lnTo>
                      <a:pt x="0" y="8"/>
                    </a:lnTo>
                    <a:lnTo>
                      <a:pt x="17"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50" name="Freeform 2036"/>
              <p:cNvSpPr>
                <a:spLocks/>
              </p:cNvSpPr>
              <p:nvPr/>
            </p:nvSpPr>
            <p:spPr bwMode="gray">
              <a:xfrm>
                <a:off x="6032250" y="5349479"/>
                <a:ext cx="45356" cy="17216"/>
              </a:xfrm>
              <a:custGeom>
                <a:avLst/>
                <a:gdLst/>
                <a:ahLst/>
                <a:cxnLst>
                  <a:cxn ang="0">
                    <a:pos x="6" y="0"/>
                  </a:cxn>
                  <a:cxn ang="0">
                    <a:pos x="1" y="4"/>
                  </a:cxn>
                  <a:cxn ang="0">
                    <a:pos x="0" y="7"/>
                  </a:cxn>
                  <a:cxn ang="0">
                    <a:pos x="18" y="8"/>
                  </a:cxn>
                  <a:cxn ang="0">
                    <a:pos x="19" y="5"/>
                  </a:cxn>
                  <a:cxn ang="0">
                    <a:pos x="2" y="4"/>
                  </a:cxn>
                  <a:cxn ang="0">
                    <a:pos x="6" y="0"/>
                  </a:cxn>
                </a:cxnLst>
                <a:rect l="0" t="0" r="r" b="b"/>
                <a:pathLst>
                  <a:path w="19" h="8">
                    <a:moveTo>
                      <a:pt x="6" y="0"/>
                    </a:moveTo>
                    <a:lnTo>
                      <a:pt x="1" y="4"/>
                    </a:lnTo>
                    <a:lnTo>
                      <a:pt x="0" y="7"/>
                    </a:lnTo>
                    <a:lnTo>
                      <a:pt x="18" y="8"/>
                    </a:lnTo>
                    <a:lnTo>
                      <a:pt x="19"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51" name="Freeform 2037"/>
              <p:cNvSpPr>
                <a:spLocks/>
              </p:cNvSpPr>
              <p:nvPr/>
            </p:nvSpPr>
            <p:spPr bwMode="gray">
              <a:xfrm>
                <a:off x="5852937" y="5396911"/>
                <a:ext cx="83328" cy="22486"/>
              </a:xfrm>
              <a:custGeom>
                <a:avLst/>
                <a:gdLst/>
                <a:ahLst/>
                <a:cxnLst>
                  <a:cxn ang="0">
                    <a:pos x="7" y="0"/>
                  </a:cxn>
                  <a:cxn ang="0">
                    <a:pos x="3" y="2"/>
                  </a:cxn>
                  <a:cxn ang="0">
                    <a:pos x="0" y="7"/>
                  </a:cxn>
                  <a:cxn ang="0">
                    <a:pos x="35" y="9"/>
                  </a:cxn>
                  <a:cxn ang="0">
                    <a:pos x="36" y="6"/>
                  </a:cxn>
                  <a:cxn ang="0">
                    <a:pos x="3" y="4"/>
                  </a:cxn>
                  <a:cxn ang="0">
                    <a:pos x="7" y="0"/>
                  </a:cxn>
                </a:cxnLst>
                <a:rect l="0" t="0" r="r" b="b"/>
                <a:pathLst>
                  <a:path w="36" h="9">
                    <a:moveTo>
                      <a:pt x="7" y="0"/>
                    </a:moveTo>
                    <a:lnTo>
                      <a:pt x="3" y="2"/>
                    </a:lnTo>
                    <a:lnTo>
                      <a:pt x="0" y="7"/>
                    </a:lnTo>
                    <a:lnTo>
                      <a:pt x="35" y="9"/>
                    </a:lnTo>
                    <a:lnTo>
                      <a:pt x="36" y="6"/>
                    </a:lnTo>
                    <a:lnTo>
                      <a:pt x="3" y="4"/>
                    </a:lnTo>
                    <a:lnTo>
                      <a:pt x="7" y="0"/>
                    </a:lnTo>
                    <a:close/>
                  </a:path>
                </a:pathLst>
              </a:custGeom>
              <a:noFill/>
              <a:ln w="3175" cap="rnd" cmpd="sng">
                <a:solidFill>
                  <a:schemeClr val="bg2"/>
                </a:solidFill>
                <a:prstDash val="sysDot"/>
                <a:round/>
                <a:headEnd/>
                <a:tailEnd/>
              </a:ln>
            </p:spPr>
            <p:txBody>
              <a:bodyPr/>
              <a:lstStyle/>
              <a:p>
                <a:endParaRPr lang="en-US"/>
              </a:p>
            </p:txBody>
          </p:sp>
          <p:sp>
            <p:nvSpPr>
              <p:cNvPr id="552" name="Freeform 2038"/>
              <p:cNvSpPr>
                <a:spLocks/>
              </p:cNvSpPr>
              <p:nvPr/>
            </p:nvSpPr>
            <p:spPr bwMode="gray">
              <a:xfrm>
                <a:off x="5830435" y="5419398"/>
                <a:ext cx="126223" cy="20027"/>
              </a:xfrm>
              <a:custGeom>
                <a:avLst/>
                <a:gdLst/>
                <a:ahLst/>
                <a:cxnLst>
                  <a:cxn ang="0">
                    <a:pos x="9" y="0"/>
                  </a:cxn>
                  <a:cxn ang="0">
                    <a:pos x="5" y="2"/>
                  </a:cxn>
                  <a:cxn ang="0">
                    <a:pos x="0" y="7"/>
                  </a:cxn>
                  <a:cxn ang="0">
                    <a:pos x="52" y="9"/>
                  </a:cxn>
                  <a:cxn ang="0">
                    <a:pos x="53" y="6"/>
                  </a:cxn>
                  <a:cxn ang="0">
                    <a:pos x="6" y="4"/>
                  </a:cxn>
                  <a:cxn ang="0">
                    <a:pos x="9" y="0"/>
                  </a:cxn>
                </a:cxnLst>
                <a:rect l="0" t="0" r="r" b="b"/>
                <a:pathLst>
                  <a:path w="53" h="9">
                    <a:moveTo>
                      <a:pt x="9" y="0"/>
                    </a:moveTo>
                    <a:lnTo>
                      <a:pt x="5" y="2"/>
                    </a:lnTo>
                    <a:lnTo>
                      <a:pt x="0" y="7"/>
                    </a:lnTo>
                    <a:lnTo>
                      <a:pt x="52" y="9"/>
                    </a:lnTo>
                    <a:lnTo>
                      <a:pt x="53" y="6"/>
                    </a:lnTo>
                    <a:lnTo>
                      <a:pt x="6" y="4"/>
                    </a:lnTo>
                    <a:lnTo>
                      <a:pt x="9" y="0"/>
                    </a:lnTo>
                    <a:close/>
                  </a:path>
                </a:pathLst>
              </a:custGeom>
              <a:noFill/>
              <a:ln w="3175" cap="rnd" cmpd="sng">
                <a:solidFill>
                  <a:schemeClr val="bg2"/>
                </a:solidFill>
                <a:prstDash val="sysDot"/>
                <a:round/>
                <a:headEnd/>
                <a:tailEnd/>
              </a:ln>
            </p:spPr>
            <p:txBody>
              <a:bodyPr/>
              <a:lstStyle/>
              <a:p>
                <a:endParaRPr lang="en-US"/>
              </a:p>
            </p:txBody>
          </p:sp>
          <p:sp>
            <p:nvSpPr>
              <p:cNvPr id="553" name="Freeform 2039"/>
              <p:cNvSpPr>
                <a:spLocks/>
              </p:cNvSpPr>
              <p:nvPr/>
            </p:nvSpPr>
            <p:spPr bwMode="gray">
              <a:xfrm>
                <a:off x="5865594" y="5374425"/>
                <a:ext cx="80867" cy="20027"/>
              </a:xfrm>
              <a:custGeom>
                <a:avLst/>
                <a:gdLst/>
                <a:ahLst/>
                <a:cxnLst>
                  <a:cxn ang="0">
                    <a:pos x="6" y="0"/>
                  </a:cxn>
                  <a:cxn ang="0">
                    <a:pos x="2" y="2"/>
                  </a:cxn>
                  <a:cxn ang="0">
                    <a:pos x="0" y="6"/>
                  </a:cxn>
                  <a:cxn ang="0">
                    <a:pos x="33" y="8"/>
                  </a:cxn>
                  <a:cxn ang="0">
                    <a:pos x="33" y="6"/>
                  </a:cxn>
                  <a:cxn ang="0">
                    <a:pos x="4" y="4"/>
                  </a:cxn>
                  <a:cxn ang="0">
                    <a:pos x="6" y="0"/>
                  </a:cxn>
                </a:cxnLst>
                <a:rect l="0" t="0" r="r" b="b"/>
                <a:pathLst>
                  <a:path w="33" h="8">
                    <a:moveTo>
                      <a:pt x="6" y="0"/>
                    </a:moveTo>
                    <a:lnTo>
                      <a:pt x="2" y="2"/>
                    </a:lnTo>
                    <a:lnTo>
                      <a:pt x="0" y="6"/>
                    </a:lnTo>
                    <a:lnTo>
                      <a:pt x="33" y="8"/>
                    </a:lnTo>
                    <a:lnTo>
                      <a:pt x="33" y="6"/>
                    </a:lnTo>
                    <a:lnTo>
                      <a:pt x="4" y="4"/>
                    </a:lnTo>
                    <a:lnTo>
                      <a:pt x="6" y="0"/>
                    </a:lnTo>
                    <a:close/>
                  </a:path>
                </a:pathLst>
              </a:custGeom>
              <a:noFill/>
              <a:ln w="3175" cap="rnd" cmpd="sng">
                <a:solidFill>
                  <a:schemeClr val="bg2"/>
                </a:solidFill>
                <a:prstDash val="sysDot"/>
                <a:round/>
                <a:headEnd/>
                <a:tailEnd/>
              </a:ln>
            </p:spPr>
            <p:txBody>
              <a:bodyPr/>
              <a:lstStyle/>
              <a:p>
                <a:endParaRPr lang="en-US"/>
              </a:p>
            </p:txBody>
          </p:sp>
          <p:sp>
            <p:nvSpPr>
              <p:cNvPr id="554" name="Freeform 2040"/>
              <p:cNvSpPr>
                <a:spLocks/>
              </p:cNvSpPr>
              <p:nvPr/>
            </p:nvSpPr>
            <p:spPr bwMode="gray">
              <a:xfrm>
                <a:off x="6274148" y="5331911"/>
                <a:ext cx="40433" cy="22486"/>
              </a:xfrm>
              <a:custGeom>
                <a:avLst/>
                <a:gdLst/>
                <a:ahLst/>
                <a:cxnLst>
                  <a:cxn ang="0">
                    <a:pos x="4" y="0"/>
                  </a:cxn>
                  <a:cxn ang="0">
                    <a:pos x="1" y="3"/>
                  </a:cxn>
                  <a:cxn ang="0">
                    <a:pos x="0" y="8"/>
                  </a:cxn>
                  <a:cxn ang="0">
                    <a:pos x="17" y="9"/>
                  </a:cxn>
                  <a:cxn ang="0">
                    <a:pos x="18" y="6"/>
                  </a:cxn>
                  <a:cxn ang="0">
                    <a:pos x="1" y="4"/>
                  </a:cxn>
                  <a:cxn ang="0">
                    <a:pos x="4" y="0"/>
                  </a:cxn>
                </a:cxnLst>
                <a:rect l="0" t="0" r="r" b="b"/>
                <a:pathLst>
                  <a:path w="18" h="9">
                    <a:moveTo>
                      <a:pt x="4" y="0"/>
                    </a:moveTo>
                    <a:lnTo>
                      <a:pt x="1" y="3"/>
                    </a:lnTo>
                    <a:lnTo>
                      <a:pt x="0" y="8"/>
                    </a:lnTo>
                    <a:lnTo>
                      <a:pt x="17" y="9"/>
                    </a:lnTo>
                    <a:lnTo>
                      <a:pt x="18" y="6"/>
                    </a:lnTo>
                    <a:lnTo>
                      <a:pt x="1" y="4"/>
                    </a:lnTo>
                    <a:lnTo>
                      <a:pt x="4" y="0"/>
                    </a:lnTo>
                    <a:close/>
                  </a:path>
                </a:pathLst>
              </a:custGeom>
              <a:noFill/>
              <a:ln w="3175" cap="rnd" cmpd="sng">
                <a:solidFill>
                  <a:schemeClr val="bg2"/>
                </a:solidFill>
                <a:prstDash val="sysDot"/>
                <a:round/>
                <a:headEnd/>
                <a:tailEnd/>
              </a:ln>
            </p:spPr>
            <p:txBody>
              <a:bodyPr/>
              <a:lstStyle/>
              <a:p>
                <a:endParaRPr lang="en-US"/>
              </a:p>
            </p:txBody>
          </p:sp>
          <p:sp>
            <p:nvSpPr>
              <p:cNvPr id="555" name="Freeform 2041"/>
              <p:cNvSpPr>
                <a:spLocks/>
              </p:cNvSpPr>
              <p:nvPr/>
            </p:nvSpPr>
            <p:spPr bwMode="gray">
              <a:xfrm>
                <a:off x="6526593" y="5346668"/>
                <a:ext cx="42895" cy="20027"/>
              </a:xfrm>
              <a:custGeom>
                <a:avLst/>
                <a:gdLst/>
                <a:ahLst/>
                <a:cxnLst>
                  <a:cxn ang="0">
                    <a:pos x="5" y="0"/>
                  </a:cxn>
                  <a:cxn ang="0">
                    <a:pos x="1" y="3"/>
                  </a:cxn>
                  <a:cxn ang="0">
                    <a:pos x="0" y="8"/>
                  </a:cxn>
                  <a:cxn ang="0">
                    <a:pos x="17" y="8"/>
                  </a:cxn>
                  <a:cxn ang="0">
                    <a:pos x="18" y="5"/>
                  </a:cxn>
                  <a:cxn ang="0">
                    <a:pos x="2" y="4"/>
                  </a:cxn>
                  <a:cxn ang="0">
                    <a:pos x="5" y="0"/>
                  </a:cxn>
                </a:cxnLst>
                <a:rect l="0" t="0" r="r" b="b"/>
                <a:pathLst>
                  <a:path w="18" h="8">
                    <a:moveTo>
                      <a:pt x="5" y="0"/>
                    </a:moveTo>
                    <a:lnTo>
                      <a:pt x="1" y="3"/>
                    </a:lnTo>
                    <a:lnTo>
                      <a:pt x="0" y="8"/>
                    </a:lnTo>
                    <a:lnTo>
                      <a:pt x="17" y="8"/>
                    </a:lnTo>
                    <a:lnTo>
                      <a:pt x="18" y="5"/>
                    </a:lnTo>
                    <a:lnTo>
                      <a:pt x="2" y="4"/>
                    </a:lnTo>
                    <a:lnTo>
                      <a:pt x="5" y="0"/>
                    </a:lnTo>
                    <a:close/>
                  </a:path>
                </a:pathLst>
              </a:custGeom>
              <a:noFill/>
              <a:ln w="3175" cap="rnd" cmpd="sng">
                <a:solidFill>
                  <a:schemeClr val="bg2"/>
                </a:solidFill>
                <a:prstDash val="sysDot"/>
                <a:round/>
                <a:headEnd/>
                <a:tailEnd/>
              </a:ln>
            </p:spPr>
            <p:txBody>
              <a:bodyPr/>
              <a:lstStyle/>
              <a:p>
                <a:endParaRPr lang="en-US"/>
              </a:p>
            </p:txBody>
          </p:sp>
          <p:sp>
            <p:nvSpPr>
              <p:cNvPr id="556" name="Freeform 2042"/>
              <p:cNvSpPr>
                <a:spLocks/>
              </p:cNvSpPr>
              <p:nvPr/>
            </p:nvSpPr>
            <p:spPr bwMode="gray">
              <a:xfrm>
                <a:off x="6009397" y="5321722"/>
                <a:ext cx="47817" cy="17568"/>
              </a:xfrm>
              <a:custGeom>
                <a:avLst/>
                <a:gdLst/>
                <a:ahLst/>
                <a:cxnLst>
                  <a:cxn ang="0">
                    <a:pos x="6" y="0"/>
                  </a:cxn>
                  <a:cxn ang="0">
                    <a:pos x="2" y="3"/>
                  </a:cxn>
                  <a:cxn ang="0">
                    <a:pos x="0" y="8"/>
                  </a:cxn>
                  <a:cxn ang="0">
                    <a:pos x="17" y="8"/>
                  </a:cxn>
                  <a:cxn ang="0">
                    <a:pos x="19" y="5"/>
                  </a:cxn>
                  <a:cxn ang="0">
                    <a:pos x="3" y="4"/>
                  </a:cxn>
                  <a:cxn ang="0">
                    <a:pos x="6" y="0"/>
                  </a:cxn>
                </a:cxnLst>
                <a:rect l="0" t="0" r="r" b="b"/>
                <a:pathLst>
                  <a:path w="19" h="8">
                    <a:moveTo>
                      <a:pt x="6" y="0"/>
                    </a:moveTo>
                    <a:lnTo>
                      <a:pt x="2" y="3"/>
                    </a:lnTo>
                    <a:lnTo>
                      <a:pt x="0" y="8"/>
                    </a:lnTo>
                    <a:lnTo>
                      <a:pt x="17" y="8"/>
                    </a:lnTo>
                    <a:lnTo>
                      <a:pt x="19" y="5"/>
                    </a:lnTo>
                    <a:lnTo>
                      <a:pt x="3" y="4"/>
                    </a:lnTo>
                    <a:lnTo>
                      <a:pt x="6" y="0"/>
                    </a:lnTo>
                    <a:close/>
                  </a:path>
                </a:pathLst>
              </a:custGeom>
              <a:noFill/>
              <a:ln w="3175" cap="rnd" cmpd="sng">
                <a:solidFill>
                  <a:schemeClr val="bg2"/>
                </a:solidFill>
                <a:prstDash val="sysDot"/>
                <a:round/>
                <a:headEnd/>
                <a:tailEnd/>
              </a:ln>
            </p:spPr>
            <p:txBody>
              <a:bodyPr/>
              <a:lstStyle/>
              <a:p>
                <a:endParaRPr lang="en-US"/>
              </a:p>
            </p:txBody>
          </p:sp>
          <p:sp>
            <p:nvSpPr>
              <p:cNvPr id="557" name="Freeform 2043"/>
              <p:cNvSpPr>
                <a:spLocks/>
              </p:cNvSpPr>
              <p:nvPr/>
            </p:nvSpPr>
            <p:spPr bwMode="gray">
              <a:xfrm>
                <a:off x="5959118" y="5396911"/>
                <a:ext cx="42895" cy="22486"/>
              </a:xfrm>
              <a:custGeom>
                <a:avLst/>
                <a:gdLst/>
                <a:ahLst/>
                <a:cxnLst>
                  <a:cxn ang="0">
                    <a:pos x="6" y="0"/>
                  </a:cxn>
                  <a:cxn ang="0">
                    <a:pos x="1" y="3"/>
                  </a:cxn>
                  <a:cxn ang="0">
                    <a:pos x="0" y="8"/>
                  </a:cxn>
                  <a:cxn ang="0">
                    <a:pos x="17" y="9"/>
                  </a:cxn>
                  <a:cxn ang="0">
                    <a:pos x="18" y="6"/>
                  </a:cxn>
                  <a:cxn ang="0">
                    <a:pos x="2" y="4"/>
                  </a:cxn>
                  <a:cxn ang="0">
                    <a:pos x="6" y="0"/>
                  </a:cxn>
                </a:cxnLst>
                <a:rect l="0" t="0" r="r" b="b"/>
                <a:pathLst>
                  <a:path w="18" h="9">
                    <a:moveTo>
                      <a:pt x="6" y="0"/>
                    </a:moveTo>
                    <a:lnTo>
                      <a:pt x="1" y="3"/>
                    </a:lnTo>
                    <a:lnTo>
                      <a:pt x="0" y="8"/>
                    </a:lnTo>
                    <a:lnTo>
                      <a:pt x="17" y="9"/>
                    </a:lnTo>
                    <a:lnTo>
                      <a:pt x="18" y="6"/>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58" name="Freeform 2044"/>
              <p:cNvSpPr>
                <a:spLocks/>
              </p:cNvSpPr>
              <p:nvPr/>
            </p:nvSpPr>
            <p:spPr bwMode="gray">
              <a:xfrm>
                <a:off x="5959118" y="5369506"/>
                <a:ext cx="45356" cy="22486"/>
              </a:xfrm>
              <a:custGeom>
                <a:avLst/>
                <a:gdLst/>
                <a:ahLst/>
                <a:cxnLst>
                  <a:cxn ang="0">
                    <a:pos x="6" y="0"/>
                  </a:cxn>
                  <a:cxn ang="0">
                    <a:pos x="2" y="4"/>
                  </a:cxn>
                  <a:cxn ang="0">
                    <a:pos x="0" y="9"/>
                  </a:cxn>
                  <a:cxn ang="0">
                    <a:pos x="17" y="9"/>
                  </a:cxn>
                  <a:cxn ang="0">
                    <a:pos x="19" y="7"/>
                  </a:cxn>
                  <a:cxn ang="0">
                    <a:pos x="3" y="5"/>
                  </a:cxn>
                  <a:cxn ang="0">
                    <a:pos x="6" y="0"/>
                  </a:cxn>
                </a:cxnLst>
                <a:rect l="0" t="0" r="r" b="b"/>
                <a:pathLst>
                  <a:path w="19" h="9">
                    <a:moveTo>
                      <a:pt x="6" y="0"/>
                    </a:moveTo>
                    <a:lnTo>
                      <a:pt x="2" y="4"/>
                    </a:lnTo>
                    <a:lnTo>
                      <a:pt x="0" y="9"/>
                    </a:lnTo>
                    <a:lnTo>
                      <a:pt x="17" y="9"/>
                    </a:lnTo>
                    <a:lnTo>
                      <a:pt x="19" y="7"/>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59" name="Freeform 2045"/>
              <p:cNvSpPr>
                <a:spLocks/>
              </p:cNvSpPr>
              <p:nvPr/>
            </p:nvSpPr>
            <p:spPr bwMode="gray">
              <a:xfrm>
                <a:off x="6011858" y="5374425"/>
                <a:ext cx="45356" cy="20027"/>
              </a:xfrm>
              <a:custGeom>
                <a:avLst/>
                <a:gdLst/>
                <a:ahLst/>
                <a:cxnLst>
                  <a:cxn ang="0">
                    <a:pos x="6" y="0"/>
                  </a:cxn>
                  <a:cxn ang="0">
                    <a:pos x="1" y="3"/>
                  </a:cxn>
                  <a:cxn ang="0">
                    <a:pos x="0" y="8"/>
                  </a:cxn>
                  <a:cxn ang="0">
                    <a:pos x="18" y="9"/>
                  </a:cxn>
                  <a:cxn ang="0">
                    <a:pos x="19" y="6"/>
                  </a:cxn>
                  <a:cxn ang="0">
                    <a:pos x="3" y="5"/>
                  </a:cxn>
                  <a:cxn ang="0">
                    <a:pos x="6" y="0"/>
                  </a:cxn>
                </a:cxnLst>
                <a:rect l="0" t="0" r="r" b="b"/>
                <a:pathLst>
                  <a:path w="19" h="9">
                    <a:moveTo>
                      <a:pt x="6" y="0"/>
                    </a:moveTo>
                    <a:lnTo>
                      <a:pt x="1" y="3"/>
                    </a:lnTo>
                    <a:lnTo>
                      <a:pt x="0" y="8"/>
                    </a:lnTo>
                    <a:lnTo>
                      <a:pt x="18"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60" name="Freeform 2046"/>
              <p:cNvSpPr>
                <a:spLocks/>
              </p:cNvSpPr>
              <p:nvPr/>
            </p:nvSpPr>
            <p:spPr bwMode="gray">
              <a:xfrm>
                <a:off x="5981621" y="5349479"/>
                <a:ext cx="48169" cy="20027"/>
              </a:xfrm>
              <a:custGeom>
                <a:avLst/>
                <a:gdLst/>
                <a:ahLst/>
                <a:cxnLst>
                  <a:cxn ang="0">
                    <a:pos x="6" y="0"/>
                  </a:cxn>
                  <a:cxn ang="0">
                    <a:pos x="2" y="3"/>
                  </a:cxn>
                  <a:cxn ang="0">
                    <a:pos x="0" y="7"/>
                  </a:cxn>
                  <a:cxn ang="0">
                    <a:pos x="18" y="8"/>
                  </a:cxn>
                  <a:cxn ang="0">
                    <a:pos x="20" y="5"/>
                  </a:cxn>
                  <a:cxn ang="0">
                    <a:pos x="2" y="4"/>
                  </a:cxn>
                  <a:cxn ang="0">
                    <a:pos x="6" y="0"/>
                  </a:cxn>
                </a:cxnLst>
                <a:rect l="0" t="0" r="r" b="b"/>
                <a:pathLst>
                  <a:path w="20" h="8">
                    <a:moveTo>
                      <a:pt x="6" y="0"/>
                    </a:moveTo>
                    <a:lnTo>
                      <a:pt x="2" y="3"/>
                    </a:lnTo>
                    <a:lnTo>
                      <a:pt x="0" y="7"/>
                    </a:lnTo>
                    <a:lnTo>
                      <a:pt x="18" y="8"/>
                    </a:lnTo>
                    <a:lnTo>
                      <a:pt x="20" y="5"/>
                    </a:lnTo>
                    <a:lnTo>
                      <a:pt x="2" y="4"/>
                    </a:lnTo>
                    <a:lnTo>
                      <a:pt x="6" y="0"/>
                    </a:lnTo>
                    <a:close/>
                  </a:path>
                </a:pathLst>
              </a:custGeom>
              <a:noFill/>
              <a:ln w="3175" cap="rnd" cmpd="sng">
                <a:solidFill>
                  <a:schemeClr val="bg2"/>
                </a:solidFill>
                <a:prstDash val="sysDot"/>
                <a:round/>
                <a:headEnd/>
                <a:tailEnd/>
              </a:ln>
            </p:spPr>
            <p:txBody>
              <a:bodyPr/>
              <a:lstStyle/>
              <a:p>
                <a:endParaRPr lang="en-US"/>
              </a:p>
            </p:txBody>
          </p:sp>
          <p:sp>
            <p:nvSpPr>
              <p:cNvPr id="561" name="Freeform 2047"/>
              <p:cNvSpPr>
                <a:spLocks/>
              </p:cNvSpPr>
              <p:nvPr/>
            </p:nvSpPr>
            <p:spPr bwMode="gray">
              <a:xfrm>
                <a:off x="5938726" y="5344208"/>
                <a:ext cx="45356" cy="22486"/>
              </a:xfrm>
              <a:custGeom>
                <a:avLst/>
                <a:gdLst/>
                <a:ahLst/>
                <a:cxnLst>
                  <a:cxn ang="0">
                    <a:pos x="6" y="0"/>
                  </a:cxn>
                  <a:cxn ang="0">
                    <a:pos x="2" y="3"/>
                  </a:cxn>
                  <a:cxn ang="0">
                    <a:pos x="0" y="8"/>
                  </a:cxn>
                  <a:cxn ang="0">
                    <a:pos x="17" y="9"/>
                  </a:cxn>
                  <a:cxn ang="0">
                    <a:pos x="19" y="6"/>
                  </a:cxn>
                  <a:cxn ang="0">
                    <a:pos x="3" y="5"/>
                  </a:cxn>
                  <a:cxn ang="0">
                    <a:pos x="6" y="0"/>
                  </a:cxn>
                </a:cxnLst>
                <a:rect l="0" t="0" r="r" b="b"/>
                <a:pathLst>
                  <a:path w="19" h="9">
                    <a:moveTo>
                      <a:pt x="6" y="0"/>
                    </a:moveTo>
                    <a:lnTo>
                      <a:pt x="2" y="3"/>
                    </a:lnTo>
                    <a:lnTo>
                      <a:pt x="0" y="8"/>
                    </a:lnTo>
                    <a:lnTo>
                      <a:pt x="17" y="9"/>
                    </a:lnTo>
                    <a:lnTo>
                      <a:pt x="19" y="6"/>
                    </a:lnTo>
                    <a:lnTo>
                      <a:pt x="3" y="5"/>
                    </a:lnTo>
                    <a:lnTo>
                      <a:pt x="6" y="0"/>
                    </a:lnTo>
                    <a:close/>
                  </a:path>
                </a:pathLst>
              </a:custGeom>
              <a:noFill/>
              <a:ln w="3175" cap="rnd" cmpd="sng">
                <a:solidFill>
                  <a:schemeClr val="bg2"/>
                </a:solidFill>
                <a:prstDash val="sysDot"/>
                <a:round/>
                <a:headEnd/>
                <a:tailEnd/>
              </a:ln>
            </p:spPr>
            <p:txBody>
              <a:bodyPr/>
              <a:lstStyle/>
              <a:p>
                <a:endParaRPr lang="en-US"/>
              </a:p>
            </p:txBody>
          </p:sp>
          <p:sp>
            <p:nvSpPr>
              <p:cNvPr id="562" name="Freeform 2048"/>
              <p:cNvSpPr>
                <a:spLocks/>
              </p:cNvSpPr>
              <p:nvPr/>
            </p:nvSpPr>
            <p:spPr bwMode="gray">
              <a:xfrm>
                <a:off x="5888448" y="5346668"/>
                <a:ext cx="45356" cy="20027"/>
              </a:xfrm>
              <a:custGeom>
                <a:avLst/>
                <a:gdLst/>
                <a:ahLst/>
                <a:cxnLst>
                  <a:cxn ang="0">
                    <a:pos x="7" y="0"/>
                  </a:cxn>
                  <a:cxn ang="0">
                    <a:pos x="2" y="3"/>
                  </a:cxn>
                  <a:cxn ang="0">
                    <a:pos x="0" y="8"/>
                  </a:cxn>
                  <a:cxn ang="0">
                    <a:pos x="18" y="8"/>
                  </a:cxn>
                  <a:cxn ang="0">
                    <a:pos x="20" y="5"/>
                  </a:cxn>
                  <a:cxn ang="0">
                    <a:pos x="3" y="4"/>
                  </a:cxn>
                  <a:cxn ang="0">
                    <a:pos x="7" y="0"/>
                  </a:cxn>
                </a:cxnLst>
                <a:rect l="0" t="0" r="r" b="b"/>
                <a:pathLst>
                  <a:path w="20" h="8">
                    <a:moveTo>
                      <a:pt x="7" y="0"/>
                    </a:moveTo>
                    <a:lnTo>
                      <a:pt x="2" y="3"/>
                    </a:lnTo>
                    <a:lnTo>
                      <a:pt x="0" y="8"/>
                    </a:lnTo>
                    <a:lnTo>
                      <a:pt x="18" y="8"/>
                    </a:lnTo>
                    <a:lnTo>
                      <a:pt x="20" y="5"/>
                    </a:lnTo>
                    <a:lnTo>
                      <a:pt x="3" y="4"/>
                    </a:lnTo>
                    <a:lnTo>
                      <a:pt x="7" y="0"/>
                    </a:lnTo>
                    <a:close/>
                  </a:path>
                </a:pathLst>
              </a:custGeom>
              <a:noFill/>
              <a:ln w="3175" cap="rnd" cmpd="sng">
                <a:solidFill>
                  <a:schemeClr val="bg2"/>
                </a:solidFill>
                <a:prstDash val="sysDot"/>
                <a:round/>
                <a:headEnd/>
                <a:tailEnd/>
              </a:ln>
            </p:spPr>
            <p:txBody>
              <a:bodyPr/>
              <a:lstStyle/>
              <a:p>
                <a:endParaRPr lang="en-US"/>
              </a:p>
            </p:txBody>
          </p:sp>
          <p:sp>
            <p:nvSpPr>
              <p:cNvPr id="563" name="Freeform 2049"/>
              <p:cNvSpPr>
                <a:spLocks/>
              </p:cNvSpPr>
              <p:nvPr/>
            </p:nvSpPr>
            <p:spPr bwMode="gray">
              <a:xfrm>
                <a:off x="6511474" y="5449262"/>
                <a:ext cx="40082" cy="15108"/>
              </a:xfrm>
              <a:custGeom>
                <a:avLst/>
                <a:gdLst/>
                <a:ahLst/>
                <a:cxnLst>
                  <a:cxn ang="0">
                    <a:pos x="0" y="0"/>
                  </a:cxn>
                  <a:cxn ang="0">
                    <a:pos x="16" y="1"/>
                  </a:cxn>
                  <a:cxn ang="0">
                    <a:pos x="15" y="6"/>
                  </a:cxn>
                  <a:cxn ang="0">
                    <a:pos x="0" y="6"/>
                  </a:cxn>
                  <a:cxn ang="0">
                    <a:pos x="0" y="1"/>
                  </a:cxn>
                  <a:cxn ang="0">
                    <a:pos x="0" y="0"/>
                  </a:cxn>
                </a:cxnLst>
                <a:rect l="0" t="0" r="r" b="b"/>
                <a:pathLst>
                  <a:path w="16" h="6">
                    <a:moveTo>
                      <a:pt x="0" y="0"/>
                    </a:moveTo>
                    <a:lnTo>
                      <a:pt x="16" y="1"/>
                    </a:lnTo>
                    <a:lnTo>
                      <a:pt x="15" y="6"/>
                    </a:lnTo>
                    <a:lnTo>
                      <a:pt x="0" y="6"/>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564" name="Freeform 2050"/>
              <p:cNvSpPr>
                <a:spLocks/>
              </p:cNvSpPr>
              <p:nvPr/>
            </p:nvSpPr>
            <p:spPr bwMode="gray">
              <a:xfrm>
                <a:off x="6556830" y="5426776"/>
                <a:ext cx="42895" cy="12649"/>
              </a:xfrm>
              <a:custGeom>
                <a:avLst/>
                <a:gdLst/>
                <a:ahLst/>
                <a:cxnLst>
                  <a:cxn ang="0">
                    <a:pos x="0" y="0"/>
                  </a:cxn>
                  <a:cxn ang="0">
                    <a:pos x="17" y="0"/>
                  </a:cxn>
                  <a:cxn ang="0">
                    <a:pos x="15" y="5"/>
                  </a:cxn>
                  <a:cxn ang="0">
                    <a:pos x="0" y="4"/>
                  </a:cxn>
                  <a:cxn ang="0">
                    <a:pos x="0" y="1"/>
                  </a:cxn>
                  <a:cxn ang="0">
                    <a:pos x="0" y="0"/>
                  </a:cxn>
                </a:cxnLst>
                <a:rect l="0" t="0" r="r" b="b"/>
                <a:pathLst>
                  <a:path w="17" h="5">
                    <a:moveTo>
                      <a:pt x="0" y="0"/>
                    </a:moveTo>
                    <a:lnTo>
                      <a:pt x="17" y="0"/>
                    </a:lnTo>
                    <a:lnTo>
                      <a:pt x="15" y="5"/>
                    </a:lnTo>
                    <a:lnTo>
                      <a:pt x="0" y="4"/>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565" name="Freeform 2051"/>
              <p:cNvSpPr>
                <a:spLocks/>
              </p:cNvSpPr>
              <p:nvPr/>
            </p:nvSpPr>
            <p:spPr bwMode="gray">
              <a:xfrm>
                <a:off x="6604647" y="5404289"/>
                <a:ext cx="40433" cy="15108"/>
              </a:xfrm>
              <a:custGeom>
                <a:avLst/>
                <a:gdLst/>
                <a:ahLst/>
                <a:cxnLst>
                  <a:cxn ang="0">
                    <a:pos x="1" y="0"/>
                  </a:cxn>
                  <a:cxn ang="0">
                    <a:pos x="16" y="0"/>
                  </a:cxn>
                  <a:cxn ang="0">
                    <a:pos x="15" y="6"/>
                  </a:cxn>
                  <a:cxn ang="0">
                    <a:pos x="0" y="5"/>
                  </a:cxn>
                  <a:cxn ang="0">
                    <a:pos x="0" y="1"/>
                  </a:cxn>
                  <a:cxn ang="0">
                    <a:pos x="1" y="0"/>
                  </a:cxn>
                </a:cxnLst>
                <a:rect l="0" t="0" r="r" b="b"/>
                <a:pathLst>
                  <a:path w="16" h="6">
                    <a:moveTo>
                      <a:pt x="1" y="0"/>
                    </a:moveTo>
                    <a:lnTo>
                      <a:pt x="16" y="0"/>
                    </a:lnTo>
                    <a:lnTo>
                      <a:pt x="15" y="6"/>
                    </a:lnTo>
                    <a:lnTo>
                      <a:pt x="0" y="5"/>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566" name="Freeform 2052"/>
              <p:cNvSpPr>
                <a:spLocks/>
              </p:cNvSpPr>
              <p:nvPr/>
            </p:nvSpPr>
            <p:spPr bwMode="gray">
              <a:xfrm>
                <a:off x="6579332" y="5371965"/>
                <a:ext cx="35511" cy="17568"/>
              </a:xfrm>
              <a:custGeom>
                <a:avLst/>
                <a:gdLst/>
                <a:ahLst/>
                <a:cxnLst>
                  <a:cxn ang="0">
                    <a:pos x="0" y="0"/>
                  </a:cxn>
                  <a:cxn ang="0">
                    <a:pos x="15" y="1"/>
                  </a:cxn>
                  <a:cxn ang="0">
                    <a:pos x="15" y="7"/>
                  </a:cxn>
                  <a:cxn ang="0">
                    <a:pos x="0" y="6"/>
                  </a:cxn>
                  <a:cxn ang="0">
                    <a:pos x="0" y="1"/>
                  </a:cxn>
                  <a:cxn ang="0">
                    <a:pos x="0" y="0"/>
                  </a:cxn>
                </a:cxnLst>
                <a:rect l="0" t="0" r="r" b="b"/>
                <a:pathLst>
                  <a:path w="15" h="7">
                    <a:moveTo>
                      <a:pt x="0" y="0"/>
                    </a:moveTo>
                    <a:lnTo>
                      <a:pt x="15" y="1"/>
                    </a:lnTo>
                    <a:lnTo>
                      <a:pt x="15" y="7"/>
                    </a:lnTo>
                    <a:lnTo>
                      <a:pt x="0" y="6"/>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567" name="Freeform 2053"/>
              <p:cNvSpPr>
                <a:spLocks/>
              </p:cNvSpPr>
              <p:nvPr/>
            </p:nvSpPr>
            <p:spPr bwMode="gray">
              <a:xfrm>
                <a:off x="6654925" y="5374425"/>
                <a:ext cx="85789" cy="20027"/>
              </a:xfrm>
              <a:custGeom>
                <a:avLst/>
                <a:gdLst/>
                <a:ahLst/>
                <a:cxnLst>
                  <a:cxn ang="0">
                    <a:pos x="1" y="0"/>
                  </a:cxn>
                  <a:cxn ang="0">
                    <a:pos x="37" y="2"/>
                  </a:cxn>
                  <a:cxn ang="0">
                    <a:pos x="35" y="8"/>
                  </a:cxn>
                  <a:cxn ang="0">
                    <a:pos x="0" y="6"/>
                  </a:cxn>
                  <a:cxn ang="0">
                    <a:pos x="0" y="2"/>
                  </a:cxn>
                  <a:cxn ang="0">
                    <a:pos x="1" y="0"/>
                  </a:cxn>
                </a:cxnLst>
                <a:rect l="0" t="0" r="r" b="b"/>
                <a:pathLst>
                  <a:path w="37" h="8">
                    <a:moveTo>
                      <a:pt x="1" y="0"/>
                    </a:moveTo>
                    <a:lnTo>
                      <a:pt x="37" y="2"/>
                    </a:lnTo>
                    <a:lnTo>
                      <a:pt x="35" y="8"/>
                    </a:lnTo>
                    <a:lnTo>
                      <a:pt x="0" y="6"/>
                    </a:lnTo>
                    <a:lnTo>
                      <a:pt x="0" y="2"/>
                    </a:lnTo>
                    <a:lnTo>
                      <a:pt x="1" y="0"/>
                    </a:lnTo>
                    <a:close/>
                  </a:path>
                </a:pathLst>
              </a:custGeom>
              <a:noFill/>
              <a:ln w="3175" cap="rnd" cmpd="sng">
                <a:solidFill>
                  <a:schemeClr val="bg2"/>
                </a:solidFill>
                <a:prstDash val="sysDot"/>
                <a:round/>
                <a:headEnd/>
                <a:tailEnd/>
              </a:ln>
            </p:spPr>
            <p:txBody>
              <a:bodyPr/>
              <a:lstStyle/>
              <a:p>
                <a:endParaRPr lang="en-US"/>
              </a:p>
            </p:txBody>
          </p:sp>
          <p:sp>
            <p:nvSpPr>
              <p:cNvPr id="568" name="Freeform 2054"/>
              <p:cNvSpPr>
                <a:spLocks/>
              </p:cNvSpPr>
              <p:nvPr/>
            </p:nvSpPr>
            <p:spPr bwMode="gray">
              <a:xfrm>
                <a:off x="6455922" y="5446803"/>
                <a:ext cx="40433" cy="15108"/>
              </a:xfrm>
              <a:custGeom>
                <a:avLst/>
                <a:gdLst/>
                <a:ahLst/>
                <a:cxnLst>
                  <a:cxn ang="0">
                    <a:pos x="1" y="0"/>
                  </a:cxn>
                  <a:cxn ang="0">
                    <a:pos x="16" y="1"/>
                  </a:cxn>
                  <a:cxn ang="0">
                    <a:pos x="16" y="6"/>
                  </a:cxn>
                  <a:cxn ang="0">
                    <a:pos x="0" y="5"/>
                  </a:cxn>
                  <a:cxn ang="0">
                    <a:pos x="1" y="1"/>
                  </a:cxn>
                  <a:cxn ang="0">
                    <a:pos x="1" y="0"/>
                  </a:cxn>
                </a:cxnLst>
                <a:rect l="0" t="0" r="r" b="b"/>
                <a:pathLst>
                  <a:path w="16" h="6">
                    <a:moveTo>
                      <a:pt x="1" y="0"/>
                    </a:moveTo>
                    <a:lnTo>
                      <a:pt x="16" y="1"/>
                    </a:lnTo>
                    <a:lnTo>
                      <a:pt x="16"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69" name="Freeform 2055"/>
              <p:cNvSpPr>
                <a:spLocks/>
              </p:cNvSpPr>
              <p:nvPr/>
            </p:nvSpPr>
            <p:spPr bwMode="gray">
              <a:xfrm>
                <a:off x="6501278" y="5424316"/>
                <a:ext cx="42895" cy="15108"/>
              </a:xfrm>
              <a:custGeom>
                <a:avLst/>
                <a:gdLst/>
                <a:ahLst/>
                <a:cxnLst>
                  <a:cxn ang="0">
                    <a:pos x="2" y="0"/>
                  </a:cxn>
                  <a:cxn ang="0">
                    <a:pos x="18" y="1"/>
                  </a:cxn>
                  <a:cxn ang="0">
                    <a:pos x="16" y="7"/>
                  </a:cxn>
                  <a:cxn ang="0">
                    <a:pos x="0" y="6"/>
                  </a:cxn>
                  <a:cxn ang="0">
                    <a:pos x="1" y="2"/>
                  </a:cxn>
                  <a:cxn ang="0">
                    <a:pos x="2" y="0"/>
                  </a:cxn>
                </a:cxnLst>
                <a:rect l="0" t="0" r="r" b="b"/>
                <a:pathLst>
                  <a:path w="18" h="7">
                    <a:moveTo>
                      <a:pt x="2" y="0"/>
                    </a:moveTo>
                    <a:lnTo>
                      <a:pt x="18" y="1"/>
                    </a:lnTo>
                    <a:lnTo>
                      <a:pt x="16" y="7"/>
                    </a:lnTo>
                    <a:lnTo>
                      <a:pt x="0" y="6"/>
                    </a:lnTo>
                    <a:lnTo>
                      <a:pt x="1" y="2"/>
                    </a:lnTo>
                    <a:lnTo>
                      <a:pt x="2" y="0"/>
                    </a:lnTo>
                    <a:close/>
                  </a:path>
                </a:pathLst>
              </a:custGeom>
              <a:noFill/>
              <a:ln w="3175" cap="rnd" cmpd="sng">
                <a:solidFill>
                  <a:schemeClr val="bg2"/>
                </a:solidFill>
                <a:prstDash val="sysDot"/>
                <a:round/>
                <a:headEnd/>
                <a:tailEnd/>
              </a:ln>
            </p:spPr>
            <p:txBody>
              <a:bodyPr/>
              <a:lstStyle/>
              <a:p>
                <a:endParaRPr lang="en-US"/>
              </a:p>
            </p:txBody>
          </p:sp>
          <p:sp>
            <p:nvSpPr>
              <p:cNvPr id="570" name="Freeform 2056"/>
              <p:cNvSpPr>
                <a:spLocks/>
              </p:cNvSpPr>
              <p:nvPr/>
            </p:nvSpPr>
            <p:spPr bwMode="gray">
              <a:xfrm>
                <a:off x="6549095" y="5399371"/>
                <a:ext cx="35511" cy="15108"/>
              </a:xfrm>
              <a:custGeom>
                <a:avLst/>
                <a:gdLst/>
                <a:ahLst/>
                <a:cxnLst>
                  <a:cxn ang="0">
                    <a:pos x="1" y="0"/>
                  </a:cxn>
                  <a:cxn ang="0">
                    <a:pos x="16" y="1"/>
                  </a:cxn>
                  <a:cxn ang="0">
                    <a:pos x="15" y="6"/>
                  </a:cxn>
                  <a:cxn ang="0">
                    <a:pos x="0" y="5"/>
                  </a:cxn>
                  <a:cxn ang="0">
                    <a:pos x="1" y="1"/>
                  </a:cxn>
                  <a:cxn ang="0">
                    <a:pos x="1" y="0"/>
                  </a:cxn>
                </a:cxnLst>
                <a:rect l="0" t="0" r="r" b="b"/>
                <a:pathLst>
                  <a:path w="16" h="6">
                    <a:moveTo>
                      <a:pt x="1" y="0"/>
                    </a:moveTo>
                    <a:lnTo>
                      <a:pt x="16" y="1"/>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71" name="Freeform 2057"/>
              <p:cNvSpPr>
                <a:spLocks/>
              </p:cNvSpPr>
              <p:nvPr/>
            </p:nvSpPr>
            <p:spPr bwMode="gray">
              <a:xfrm>
                <a:off x="6523780" y="5369506"/>
                <a:ext cx="37972" cy="14757"/>
              </a:xfrm>
              <a:custGeom>
                <a:avLst/>
                <a:gdLst/>
                <a:ahLst/>
                <a:cxnLst>
                  <a:cxn ang="0">
                    <a:pos x="1" y="0"/>
                  </a:cxn>
                  <a:cxn ang="0">
                    <a:pos x="17" y="1"/>
                  </a:cxn>
                  <a:cxn ang="0">
                    <a:pos x="15" y="7"/>
                  </a:cxn>
                  <a:cxn ang="0">
                    <a:pos x="0" y="6"/>
                  </a:cxn>
                  <a:cxn ang="0">
                    <a:pos x="1" y="1"/>
                  </a:cxn>
                  <a:cxn ang="0">
                    <a:pos x="1" y="0"/>
                  </a:cxn>
                </a:cxnLst>
                <a:rect l="0" t="0" r="r" b="b"/>
                <a:pathLst>
                  <a:path w="17" h="7">
                    <a:moveTo>
                      <a:pt x="1" y="0"/>
                    </a:moveTo>
                    <a:lnTo>
                      <a:pt x="17" y="1"/>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72" name="Freeform 2058"/>
              <p:cNvSpPr>
                <a:spLocks/>
              </p:cNvSpPr>
              <p:nvPr/>
            </p:nvSpPr>
            <p:spPr bwMode="gray">
              <a:xfrm>
                <a:off x="6672856" y="5406749"/>
                <a:ext cx="60474" cy="15108"/>
              </a:xfrm>
              <a:custGeom>
                <a:avLst/>
                <a:gdLst/>
                <a:ahLst/>
                <a:cxnLst>
                  <a:cxn ang="0">
                    <a:pos x="2" y="0"/>
                  </a:cxn>
                  <a:cxn ang="0">
                    <a:pos x="26" y="1"/>
                  </a:cxn>
                  <a:cxn ang="0">
                    <a:pos x="24" y="6"/>
                  </a:cxn>
                  <a:cxn ang="0">
                    <a:pos x="0" y="5"/>
                  </a:cxn>
                  <a:cxn ang="0">
                    <a:pos x="1" y="1"/>
                  </a:cxn>
                  <a:cxn ang="0">
                    <a:pos x="2" y="0"/>
                  </a:cxn>
                </a:cxnLst>
                <a:rect l="0" t="0" r="r" b="b"/>
                <a:pathLst>
                  <a:path w="26" h="6">
                    <a:moveTo>
                      <a:pt x="2" y="0"/>
                    </a:moveTo>
                    <a:lnTo>
                      <a:pt x="26" y="1"/>
                    </a:lnTo>
                    <a:lnTo>
                      <a:pt x="2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573" name="Freeform 2059"/>
              <p:cNvSpPr>
                <a:spLocks/>
              </p:cNvSpPr>
              <p:nvPr/>
            </p:nvSpPr>
            <p:spPr bwMode="gray">
              <a:xfrm>
                <a:off x="5918685" y="5314344"/>
                <a:ext cx="45356" cy="15108"/>
              </a:xfrm>
              <a:custGeom>
                <a:avLst/>
                <a:gdLst/>
                <a:ahLst/>
                <a:cxnLst>
                  <a:cxn ang="0">
                    <a:pos x="4" y="0"/>
                  </a:cxn>
                  <a:cxn ang="0">
                    <a:pos x="21" y="1"/>
                  </a:cxn>
                  <a:cxn ang="0">
                    <a:pos x="18" y="7"/>
                  </a:cxn>
                  <a:cxn ang="0">
                    <a:pos x="0" y="6"/>
                  </a:cxn>
                  <a:cxn ang="0">
                    <a:pos x="3" y="1"/>
                  </a:cxn>
                  <a:cxn ang="0">
                    <a:pos x="4" y="0"/>
                  </a:cxn>
                </a:cxnLst>
                <a:rect l="0" t="0" r="r" b="b"/>
                <a:pathLst>
                  <a:path w="21" h="7">
                    <a:moveTo>
                      <a:pt x="4" y="0"/>
                    </a:moveTo>
                    <a:lnTo>
                      <a:pt x="21" y="1"/>
                    </a:lnTo>
                    <a:lnTo>
                      <a:pt x="18" y="7"/>
                    </a:lnTo>
                    <a:lnTo>
                      <a:pt x="0" y="6"/>
                    </a:lnTo>
                    <a:lnTo>
                      <a:pt x="3" y="1"/>
                    </a:lnTo>
                    <a:lnTo>
                      <a:pt x="4" y="0"/>
                    </a:lnTo>
                    <a:close/>
                  </a:path>
                </a:pathLst>
              </a:custGeom>
              <a:noFill/>
              <a:ln w="3175" cap="rnd" cmpd="sng">
                <a:solidFill>
                  <a:schemeClr val="bg2"/>
                </a:solidFill>
                <a:prstDash val="sysDot"/>
                <a:round/>
                <a:headEnd/>
                <a:tailEnd/>
              </a:ln>
            </p:spPr>
            <p:txBody>
              <a:bodyPr/>
              <a:lstStyle/>
              <a:p>
                <a:endParaRPr lang="en-US"/>
              </a:p>
            </p:txBody>
          </p:sp>
          <p:sp>
            <p:nvSpPr>
              <p:cNvPr id="574" name="Freeform 2060"/>
              <p:cNvSpPr>
                <a:spLocks/>
              </p:cNvSpPr>
              <p:nvPr/>
            </p:nvSpPr>
            <p:spPr bwMode="gray">
              <a:xfrm>
                <a:off x="6390174" y="5444343"/>
                <a:ext cx="42895" cy="12649"/>
              </a:xfrm>
              <a:custGeom>
                <a:avLst/>
                <a:gdLst/>
                <a:ahLst/>
                <a:cxnLst>
                  <a:cxn ang="0">
                    <a:pos x="1" y="0"/>
                  </a:cxn>
                  <a:cxn ang="0">
                    <a:pos x="17" y="1"/>
                  </a:cxn>
                  <a:cxn ang="0">
                    <a:pos x="15" y="6"/>
                  </a:cxn>
                  <a:cxn ang="0">
                    <a:pos x="0" y="5"/>
                  </a:cxn>
                  <a:cxn ang="0">
                    <a:pos x="0" y="1"/>
                  </a:cxn>
                  <a:cxn ang="0">
                    <a:pos x="1" y="0"/>
                  </a:cxn>
                </a:cxnLst>
                <a:rect l="0" t="0" r="r" b="b"/>
                <a:pathLst>
                  <a:path w="17" h="6">
                    <a:moveTo>
                      <a:pt x="1" y="0"/>
                    </a:moveTo>
                    <a:lnTo>
                      <a:pt x="17" y="1"/>
                    </a:lnTo>
                    <a:lnTo>
                      <a:pt x="15" y="6"/>
                    </a:lnTo>
                    <a:lnTo>
                      <a:pt x="0" y="5"/>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575" name="Freeform 2061"/>
              <p:cNvSpPr>
                <a:spLocks/>
              </p:cNvSpPr>
              <p:nvPr/>
            </p:nvSpPr>
            <p:spPr bwMode="gray">
              <a:xfrm>
                <a:off x="6433068" y="5421857"/>
                <a:ext cx="42895" cy="17568"/>
              </a:xfrm>
              <a:custGeom>
                <a:avLst/>
                <a:gdLst/>
                <a:ahLst/>
                <a:cxnLst>
                  <a:cxn ang="0">
                    <a:pos x="1" y="0"/>
                  </a:cxn>
                  <a:cxn ang="0">
                    <a:pos x="17" y="0"/>
                  </a:cxn>
                  <a:cxn ang="0">
                    <a:pos x="15" y="7"/>
                  </a:cxn>
                  <a:cxn ang="0">
                    <a:pos x="0" y="6"/>
                  </a:cxn>
                  <a:cxn ang="0">
                    <a:pos x="1" y="1"/>
                  </a:cxn>
                  <a:cxn ang="0">
                    <a:pos x="1" y="0"/>
                  </a:cxn>
                </a:cxnLst>
                <a:rect l="0" t="0" r="r" b="b"/>
                <a:pathLst>
                  <a:path w="17" h="7">
                    <a:moveTo>
                      <a:pt x="1" y="0"/>
                    </a:moveTo>
                    <a:lnTo>
                      <a:pt x="17" y="0"/>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76" name="Freeform 2062"/>
              <p:cNvSpPr>
                <a:spLocks/>
              </p:cNvSpPr>
              <p:nvPr/>
            </p:nvSpPr>
            <p:spPr bwMode="gray">
              <a:xfrm>
                <a:off x="6483698" y="5396911"/>
                <a:ext cx="40082" cy="12297"/>
              </a:xfrm>
              <a:custGeom>
                <a:avLst/>
                <a:gdLst/>
                <a:ahLst/>
                <a:cxnLst>
                  <a:cxn ang="0">
                    <a:pos x="1" y="0"/>
                  </a:cxn>
                  <a:cxn ang="0">
                    <a:pos x="16" y="0"/>
                  </a:cxn>
                  <a:cxn ang="0">
                    <a:pos x="16" y="6"/>
                  </a:cxn>
                  <a:cxn ang="0">
                    <a:pos x="0" y="4"/>
                  </a:cxn>
                  <a:cxn ang="0">
                    <a:pos x="1" y="1"/>
                  </a:cxn>
                  <a:cxn ang="0">
                    <a:pos x="1" y="0"/>
                  </a:cxn>
                </a:cxnLst>
                <a:rect l="0" t="0" r="r" b="b"/>
                <a:pathLst>
                  <a:path w="16" h="6">
                    <a:moveTo>
                      <a:pt x="1" y="0"/>
                    </a:moveTo>
                    <a:lnTo>
                      <a:pt x="16" y="0"/>
                    </a:lnTo>
                    <a:lnTo>
                      <a:pt x="16" y="6"/>
                    </a:lnTo>
                    <a:lnTo>
                      <a:pt x="0" y="4"/>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77" name="Freeform 2063"/>
              <p:cNvSpPr>
                <a:spLocks/>
              </p:cNvSpPr>
              <p:nvPr/>
            </p:nvSpPr>
            <p:spPr bwMode="gray">
              <a:xfrm>
                <a:off x="6455922" y="5366695"/>
                <a:ext cx="40433" cy="15108"/>
              </a:xfrm>
              <a:custGeom>
                <a:avLst/>
                <a:gdLst/>
                <a:ahLst/>
                <a:cxnLst>
                  <a:cxn ang="0">
                    <a:pos x="1" y="0"/>
                  </a:cxn>
                  <a:cxn ang="0">
                    <a:pos x="16" y="1"/>
                  </a:cxn>
                  <a:cxn ang="0">
                    <a:pos x="15" y="7"/>
                  </a:cxn>
                  <a:cxn ang="0">
                    <a:pos x="0" y="6"/>
                  </a:cxn>
                  <a:cxn ang="0">
                    <a:pos x="0" y="1"/>
                  </a:cxn>
                  <a:cxn ang="0">
                    <a:pos x="1" y="0"/>
                  </a:cxn>
                </a:cxnLst>
                <a:rect l="0" t="0" r="r" b="b"/>
                <a:pathLst>
                  <a:path w="16" h="7">
                    <a:moveTo>
                      <a:pt x="1" y="0"/>
                    </a:moveTo>
                    <a:lnTo>
                      <a:pt x="16" y="1"/>
                    </a:lnTo>
                    <a:lnTo>
                      <a:pt x="15" y="7"/>
                    </a:lnTo>
                    <a:lnTo>
                      <a:pt x="0" y="6"/>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578" name="Freeform 2064"/>
              <p:cNvSpPr>
                <a:spLocks/>
              </p:cNvSpPr>
              <p:nvPr/>
            </p:nvSpPr>
            <p:spPr bwMode="gray">
              <a:xfrm>
                <a:off x="7076136" y="5474560"/>
                <a:ext cx="40433" cy="19676"/>
              </a:xfrm>
              <a:custGeom>
                <a:avLst/>
                <a:gdLst/>
                <a:ahLst/>
                <a:cxnLst>
                  <a:cxn ang="0">
                    <a:pos x="1" y="0"/>
                  </a:cxn>
                  <a:cxn ang="0">
                    <a:pos x="17" y="1"/>
                  </a:cxn>
                  <a:cxn ang="0">
                    <a:pos x="15" y="8"/>
                  </a:cxn>
                  <a:cxn ang="0">
                    <a:pos x="0" y="6"/>
                  </a:cxn>
                  <a:cxn ang="0">
                    <a:pos x="0" y="1"/>
                  </a:cxn>
                  <a:cxn ang="0">
                    <a:pos x="1" y="0"/>
                  </a:cxn>
                </a:cxnLst>
                <a:rect l="0" t="0" r="r" b="b"/>
                <a:pathLst>
                  <a:path w="17" h="8">
                    <a:moveTo>
                      <a:pt x="1" y="0"/>
                    </a:moveTo>
                    <a:lnTo>
                      <a:pt x="17" y="1"/>
                    </a:lnTo>
                    <a:lnTo>
                      <a:pt x="15" y="8"/>
                    </a:lnTo>
                    <a:lnTo>
                      <a:pt x="0" y="6"/>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579" name="Freeform 2065"/>
              <p:cNvSpPr>
                <a:spLocks/>
              </p:cNvSpPr>
              <p:nvPr/>
            </p:nvSpPr>
            <p:spPr bwMode="gray">
              <a:xfrm>
                <a:off x="7126765" y="5506884"/>
                <a:ext cx="37621" cy="22486"/>
              </a:xfrm>
              <a:custGeom>
                <a:avLst/>
                <a:gdLst/>
                <a:ahLst/>
                <a:cxnLst>
                  <a:cxn ang="0">
                    <a:pos x="1" y="0"/>
                  </a:cxn>
                  <a:cxn ang="0">
                    <a:pos x="17" y="1"/>
                  </a:cxn>
                  <a:cxn ang="0">
                    <a:pos x="15" y="9"/>
                  </a:cxn>
                  <a:cxn ang="0">
                    <a:pos x="0" y="7"/>
                  </a:cxn>
                  <a:cxn ang="0">
                    <a:pos x="1" y="1"/>
                  </a:cxn>
                  <a:cxn ang="0">
                    <a:pos x="1" y="0"/>
                  </a:cxn>
                </a:cxnLst>
                <a:rect l="0" t="0" r="r" b="b"/>
                <a:pathLst>
                  <a:path w="17" h="9">
                    <a:moveTo>
                      <a:pt x="1" y="0"/>
                    </a:moveTo>
                    <a:lnTo>
                      <a:pt x="17" y="1"/>
                    </a:lnTo>
                    <a:lnTo>
                      <a:pt x="15" y="9"/>
                    </a:lnTo>
                    <a:lnTo>
                      <a:pt x="0" y="7"/>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80" name="Freeform 2066"/>
              <p:cNvSpPr>
                <a:spLocks/>
              </p:cNvSpPr>
              <p:nvPr/>
            </p:nvSpPr>
            <p:spPr bwMode="gray">
              <a:xfrm>
                <a:off x="7083871" y="5449262"/>
                <a:ext cx="42895" cy="15108"/>
              </a:xfrm>
              <a:custGeom>
                <a:avLst/>
                <a:gdLst/>
                <a:ahLst/>
                <a:cxnLst>
                  <a:cxn ang="0">
                    <a:pos x="2" y="0"/>
                  </a:cxn>
                  <a:cxn ang="0">
                    <a:pos x="18" y="1"/>
                  </a:cxn>
                  <a:cxn ang="0">
                    <a:pos x="17" y="6"/>
                  </a:cxn>
                  <a:cxn ang="0">
                    <a:pos x="0" y="6"/>
                  </a:cxn>
                  <a:cxn ang="0">
                    <a:pos x="1" y="1"/>
                  </a:cxn>
                  <a:cxn ang="0">
                    <a:pos x="2" y="0"/>
                  </a:cxn>
                </a:cxnLst>
                <a:rect l="0" t="0" r="r" b="b"/>
                <a:pathLst>
                  <a:path w="18" h="6">
                    <a:moveTo>
                      <a:pt x="2" y="0"/>
                    </a:moveTo>
                    <a:lnTo>
                      <a:pt x="18" y="1"/>
                    </a:lnTo>
                    <a:lnTo>
                      <a:pt x="17"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581" name="Freeform 2067"/>
              <p:cNvSpPr>
                <a:spLocks/>
              </p:cNvSpPr>
              <p:nvPr/>
            </p:nvSpPr>
            <p:spPr bwMode="gray">
              <a:xfrm>
                <a:off x="7136610" y="5471749"/>
                <a:ext cx="42895" cy="20027"/>
              </a:xfrm>
              <a:custGeom>
                <a:avLst/>
                <a:gdLst/>
                <a:ahLst/>
                <a:cxnLst>
                  <a:cxn ang="0">
                    <a:pos x="1" y="0"/>
                  </a:cxn>
                  <a:cxn ang="0">
                    <a:pos x="18" y="0"/>
                  </a:cxn>
                  <a:cxn ang="0">
                    <a:pos x="15" y="9"/>
                  </a:cxn>
                  <a:cxn ang="0">
                    <a:pos x="0" y="8"/>
                  </a:cxn>
                  <a:cxn ang="0">
                    <a:pos x="0" y="1"/>
                  </a:cxn>
                  <a:cxn ang="0">
                    <a:pos x="1" y="0"/>
                  </a:cxn>
                </a:cxnLst>
                <a:rect l="0" t="0" r="r" b="b"/>
                <a:pathLst>
                  <a:path w="18" h="9">
                    <a:moveTo>
                      <a:pt x="1" y="0"/>
                    </a:moveTo>
                    <a:lnTo>
                      <a:pt x="18" y="0"/>
                    </a:lnTo>
                    <a:lnTo>
                      <a:pt x="15" y="9"/>
                    </a:lnTo>
                    <a:lnTo>
                      <a:pt x="0" y="8"/>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582" name="Freeform 2068"/>
              <p:cNvSpPr>
                <a:spLocks/>
              </p:cNvSpPr>
              <p:nvPr/>
            </p:nvSpPr>
            <p:spPr bwMode="gray">
              <a:xfrm>
                <a:off x="6889439" y="5416938"/>
                <a:ext cx="37972" cy="12297"/>
              </a:xfrm>
              <a:custGeom>
                <a:avLst/>
                <a:gdLst/>
                <a:ahLst/>
                <a:cxnLst>
                  <a:cxn ang="0">
                    <a:pos x="1" y="0"/>
                  </a:cxn>
                  <a:cxn ang="0">
                    <a:pos x="15" y="1"/>
                  </a:cxn>
                  <a:cxn ang="0">
                    <a:pos x="15" y="6"/>
                  </a:cxn>
                  <a:cxn ang="0">
                    <a:pos x="0" y="5"/>
                  </a:cxn>
                  <a:cxn ang="0">
                    <a:pos x="0" y="1"/>
                  </a:cxn>
                  <a:cxn ang="0">
                    <a:pos x="1" y="0"/>
                  </a:cxn>
                </a:cxnLst>
                <a:rect l="0" t="0" r="r" b="b"/>
                <a:pathLst>
                  <a:path w="15" h="6">
                    <a:moveTo>
                      <a:pt x="1" y="0"/>
                    </a:moveTo>
                    <a:lnTo>
                      <a:pt x="15" y="1"/>
                    </a:lnTo>
                    <a:lnTo>
                      <a:pt x="15" y="6"/>
                    </a:lnTo>
                    <a:lnTo>
                      <a:pt x="0" y="5"/>
                    </a:lnTo>
                    <a:lnTo>
                      <a:pt x="0" y="1"/>
                    </a:lnTo>
                    <a:lnTo>
                      <a:pt x="1" y="0"/>
                    </a:lnTo>
                    <a:close/>
                  </a:path>
                </a:pathLst>
              </a:custGeom>
              <a:noFill/>
              <a:ln w="3175" cap="rnd" cmpd="sng">
                <a:solidFill>
                  <a:schemeClr val="bg2"/>
                </a:solidFill>
                <a:prstDash val="sysDot"/>
                <a:round/>
                <a:headEnd/>
                <a:tailEnd/>
              </a:ln>
            </p:spPr>
            <p:txBody>
              <a:bodyPr/>
              <a:lstStyle/>
              <a:p>
                <a:endParaRPr lang="en-US"/>
              </a:p>
            </p:txBody>
          </p:sp>
          <p:sp>
            <p:nvSpPr>
              <p:cNvPr id="583" name="Freeform 2069"/>
              <p:cNvSpPr>
                <a:spLocks/>
              </p:cNvSpPr>
              <p:nvPr/>
            </p:nvSpPr>
            <p:spPr bwMode="gray">
              <a:xfrm>
                <a:off x="6849357" y="5497046"/>
                <a:ext cx="40082" cy="17216"/>
              </a:xfrm>
              <a:custGeom>
                <a:avLst/>
                <a:gdLst/>
                <a:ahLst/>
                <a:cxnLst>
                  <a:cxn ang="0">
                    <a:pos x="2" y="0"/>
                  </a:cxn>
                  <a:cxn ang="0">
                    <a:pos x="18" y="1"/>
                  </a:cxn>
                  <a:cxn ang="0">
                    <a:pos x="17" y="7"/>
                  </a:cxn>
                  <a:cxn ang="0">
                    <a:pos x="0" y="6"/>
                  </a:cxn>
                  <a:cxn ang="0">
                    <a:pos x="2" y="1"/>
                  </a:cxn>
                  <a:cxn ang="0">
                    <a:pos x="2" y="0"/>
                  </a:cxn>
                </a:cxnLst>
                <a:rect l="0" t="0" r="r" b="b"/>
                <a:pathLst>
                  <a:path w="18" h="7">
                    <a:moveTo>
                      <a:pt x="2" y="0"/>
                    </a:moveTo>
                    <a:lnTo>
                      <a:pt x="18" y="1"/>
                    </a:lnTo>
                    <a:lnTo>
                      <a:pt x="17"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584" name="Freeform 2070"/>
              <p:cNvSpPr>
                <a:spLocks/>
              </p:cNvSpPr>
              <p:nvPr/>
            </p:nvSpPr>
            <p:spPr bwMode="gray">
              <a:xfrm>
                <a:off x="7096528" y="5421857"/>
                <a:ext cx="35159" cy="17568"/>
              </a:xfrm>
              <a:custGeom>
                <a:avLst/>
                <a:gdLst/>
                <a:ahLst/>
                <a:cxnLst>
                  <a:cxn ang="0">
                    <a:pos x="0" y="0"/>
                  </a:cxn>
                  <a:cxn ang="0">
                    <a:pos x="16" y="1"/>
                  </a:cxn>
                  <a:cxn ang="0">
                    <a:pos x="14" y="8"/>
                  </a:cxn>
                  <a:cxn ang="0">
                    <a:pos x="0" y="6"/>
                  </a:cxn>
                  <a:cxn ang="0">
                    <a:pos x="0" y="1"/>
                  </a:cxn>
                  <a:cxn ang="0">
                    <a:pos x="0" y="0"/>
                  </a:cxn>
                </a:cxnLst>
                <a:rect l="0" t="0" r="r" b="b"/>
                <a:pathLst>
                  <a:path w="16" h="8">
                    <a:moveTo>
                      <a:pt x="0" y="0"/>
                    </a:moveTo>
                    <a:lnTo>
                      <a:pt x="16" y="1"/>
                    </a:lnTo>
                    <a:lnTo>
                      <a:pt x="14" y="8"/>
                    </a:lnTo>
                    <a:lnTo>
                      <a:pt x="0" y="6"/>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585" name="Freeform 2071"/>
              <p:cNvSpPr>
                <a:spLocks/>
              </p:cNvSpPr>
              <p:nvPr/>
            </p:nvSpPr>
            <p:spPr bwMode="gray">
              <a:xfrm>
                <a:off x="7146806" y="5429235"/>
                <a:ext cx="42895" cy="25297"/>
              </a:xfrm>
              <a:custGeom>
                <a:avLst/>
                <a:gdLst/>
                <a:ahLst/>
                <a:cxnLst>
                  <a:cxn ang="0">
                    <a:pos x="4" y="0"/>
                  </a:cxn>
                  <a:cxn ang="0">
                    <a:pos x="18" y="1"/>
                  </a:cxn>
                  <a:cxn ang="0">
                    <a:pos x="15" y="10"/>
                  </a:cxn>
                  <a:cxn ang="0">
                    <a:pos x="0" y="8"/>
                  </a:cxn>
                  <a:cxn ang="0">
                    <a:pos x="3" y="3"/>
                  </a:cxn>
                  <a:cxn ang="0">
                    <a:pos x="4" y="0"/>
                  </a:cxn>
                </a:cxnLst>
                <a:rect l="0" t="0" r="r" b="b"/>
                <a:pathLst>
                  <a:path w="18" h="10">
                    <a:moveTo>
                      <a:pt x="4" y="0"/>
                    </a:moveTo>
                    <a:lnTo>
                      <a:pt x="18" y="1"/>
                    </a:lnTo>
                    <a:lnTo>
                      <a:pt x="15" y="10"/>
                    </a:lnTo>
                    <a:lnTo>
                      <a:pt x="0" y="8"/>
                    </a:lnTo>
                    <a:lnTo>
                      <a:pt x="3" y="3"/>
                    </a:lnTo>
                    <a:lnTo>
                      <a:pt x="4" y="0"/>
                    </a:lnTo>
                    <a:close/>
                  </a:path>
                </a:pathLst>
              </a:custGeom>
              <a:noFill/>
              <a:ln w="3175" cap="rnd" cmpd="sng">
                <a:solidFill>
                  <a:schemeClr val="bg2"/>
                </a:solidFill>
                <a:prstDash val="sysDot"/>
                <a:round/>
                <a:headEnd/>
                <a:tailEnd/>
              </a:ln>
            </p:spPr>
            <p:txBody>
              <a:bodyPr/>
              <a:lstStyle/>
              <a:p>
                <a:endParaRPr lang="en-US"/>
              </a:p>
            </p:txBody>
          </p:sp>
          <p:sp>
            <p:nvSpPr>
              <p:cNvPr id="586" name="Freeform 2072"/>
              <p:cNvSpPr>
                <a:spLocks/>
              </p:cNvSpPr>
              <p:nvPr/>
            </p:nvSpPr>
            <p:spPr bwMode="gray">
              <a:xfrm>
                <a:off x="6904909" y="5389533"/>
                <a:ext cx="35159" cy="14757"/>
              </a:xfrm>
              <a:custGeom>
                <a:avLst/>
                <a:gdLst/>
                <a:ahLst/>
                <a:cxnLst>
                  <a:cxn ang="0">
                    <a:pos x="0" y="0"/>
                  </a:cxn>
                  <a:cxn ang="0">
                    <a:pos x="16" y="1"/>
                  </a:cxn>
                  <a:cxn ang="0">
                    <a:pos x="15" y="7"/>
                  </a:cxn>
                  <a:cxn ang="0">
                    <a:pos x="0" y="7"/>
                  </a:cxn>
                  <a:cxn ang="0">
                    <a:pos x="0" y="1"/>
                  </a:cxn>
                  <a:cxn ang="0">
                    <a:pos x="0" y="0"/>
                  </a:cxn>
                </a:cxnLst>
                <a:rect l="0" t="0" r="r" b="b"/>
                <a:pathLst>
                  <a:path w="16" h="7">
                    <a:moveTo>
                      <a:pt x="0" y="0"/>
                    </a:moveTo>
                    <a:lnTo>
                      <a:pt x="16" y="1"/>
                    </a:lnTo>
                    <a:lnTo>
                      <a:pt x="15" y="7"/>
                    </a:lnTo>
                    <a:lnTo>
                      <a:pt x="0" y="7"/>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587" name="Freeform 2073"/>
              <p:cNvSpPr>
                <a:spLocks/>
              </p:cNvSpPr>
              <p:nvPr/>
            </p:nvSpPr>
            <p:spPr bwMode="gray">
              <a:xfrm>
                <a:off x="7103912" y="5394452"/>
                <a:ext cx="42895" cy="14757"/>
              </a:xfrm>
              <a:custGeom>
                <a:avLst/>
                <a:gdLst/>
                <a:ahLst/>
                <a:cxnLst>
                  <a:cxn ang="0">
                    <a:pos x="1" y="0"/>
                  </a:cxn>
                  <a:cxn ang="0">
                    <a:pos x="17" y="1"/>
                  </a:cxn>
                  <a:cxn ang="0">
                    <a:pos x="16" y="7"/>
                  </a:cxn>
                  <a:cxn ang="0">
                    <a:pos x="0" y="5"/>
                  </a:cxn>
                  <a:cxn ang="0">
                    <a:pos x="1" y="1"/>
                  </a:cxn>
                  <a:cxn ang="0">
                    <a:pos x="1" y="0"/>
                  </a:cxn>
                </a:cxnLst>
                <a:rect l="0" t="0" r="r" b="b"/>
                <a:pathLst>
                  <a:path w="17" h="7">
                    <a:moveTo>
                      <a:pt x="1" y="0"/>
                    </a:moveTo>
                    <a:lnTo>
                      <a:pt x="17" y="1"/>
                    </a:lnTo>
                    <a:lnTo>
                      <a:pt x="16" y="7"/>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88" name="Freeform 2074"/>
              <p:cNvSpPr>
                <a:spLocks/>
              </p:cNvSpPr>
              <p:nvPr/>
            </p:nvSpPr>
            <p:spPr bwMode="gray">
              <a:xfrm>
                <a:off x="7161925" y="5394452"/>
                <a:ext cx="42895" cy="20027"/>
              </a:xfrm>
              <a:custGeom>
                <a:avLst/>
                <a:gdLst/>
                <a:ahLst/>
                <a:cxnLst>
                  <a:cxn ang="0">
                    <a:pos x="1" y="0"/>
                  </a:cxn>
                  <a:cxn ang="0">
                    <a:pos x="18" y="1"/>
                  </a:cxn>
                  <a:cxn ang="0">
                    <a:pos x="16" y="9"/>
                  </a:cxn>
                  <a:cxn ang="0">
                    <a:pos x="0" y="8"/>
                  </a:cxn>
                  <a:cxn ang="0">
                    <a:pos x="1" y="1"/>
                  </a:cxn>
                  <a:cxn ang="0">
                    <a:pos x="1" y="0"/>
                  </a:cxn>
                </a:cxnLst>
                <a:rect l="0" t="0" r="r" b="b"/>
                <a:pathLst>
                  <a:path w="18" h="9">
                    <a:moveTo>
                      <a:pt x="1" y="0"/>
                    </a:moveTo>
                    <a:lnTo>
                      <a:pt x="18" y="1"/>
                    </a:lnTo>
                    <a:lnTo>
                      <a:pt x="16" y="9"/>
                    </a:lnTo>
                    <a:lnTo>
                      <a:pt x="0" y="8"/>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89" name="Freeform 2075"/>
              <p:cNvSpPr>
                <a:spLocks/>
              </p:cNvSpPr>
              <p:nvPr/>
            </p:nvSpPr>
            <p:spPr bwMode="gray">
              <a:xfrm>
                <a:off x="7066291" y="5501965"/>
                <a:ext cx="37621" cy="22486"/>
              </a:xfrm>
              <a:custGeom>
                <a:avLst/>
                <a:gdLst/>
                <a:ahLst/>
                <a:cxnLst>
                  <a:cxn ang="0">
                    <a:pos x="1" y="0"/>
                  </a:cxn>
                  <a:cxn ang="0">
                    <a:pos x="16" y="1"/>
                  </a:cxn>
                  <a:cxn ang="0">
                    <a:pos x="15" y="9"/>
                  </a:cxn>
                  <a:cxn ang="0">
                    <a:pos x="0" y="8"/>
                  </a:cxn>
                  <a:cxn ang="0">
                    <a:pos x="1" y="2"/>
                  </a:cxn>
                  <a:cxn ang="0">
                    <a:pos x="1" y="0"/>
                  </a:cxn>
                </a:cxnLst>
                <a:rect l="0" t="0" r="r" b="b"/>
                <a:pathLst>
                  <a:path w="16" h="9">
                    <a:moveTo>
                      <a:pt x="1" y="0"/>
                    </a:moveTo>
                    <a:lnTo>
                      <a:pt x="16" y="1"/>
                    </a:lnTo>
                    <a:lnTo>
                      <a:pt x="15" y="9"/>
                    </a:lnTo>
                    <a:lnTo>
                      <a:pt x="0" y="8"/>
                    </a:lnTo>
                    <a:lnTo>
                      <a:pt x="1" y="2"/>
                    </a:lnTo>
                    <a:lnTo>
                      <a:pt x="1" y="0"/>
                    </a:lnTo>
                    <a:close/>
                  </a:path>
                </a:pathLst>
              </a:custGeom>
              <a:noFill/>
              <a:ln w="3175" cap="rnd" cmpd="sng">
                <a:solidFill>
                  <a:schemeClr val="bg2"/>
                </a:solidFill>
                <a:prstDash val="sysDot"/>
                <a:round/>
                <a:headEnd/>
                <a:tailEnd/>
              </a:ln>
            </p:spPr>
            <p:txBody>
              <a:bodyPr/>
              <a:lstStyle/>
              <a:p>
                <a:endParaRPr lang="en-US"/>
              </a:p>
            </p:txBody>
          </p:sp>
          <p:sp>
            <p:nvSpPr>
              <p:cNvPr id="590" name="Freeform 2076"/>
              <p:cNvSpPr>
                <a:spLocks/>
              </p:cNvSpPr>
              <p:nvPr/>
            </p:nvSpPr>
            <p:spPr bwMode="gray">
              <a:xfrm>
                <a:off x="6950265" y="5497046"/>
                <a:ext cx="98095" cy="22486"/>
              </a:xfrm>
              <a:custGeom>
                <a:avLst/>
                <a:gdLst/>
                <a:ahLst/>
                <a:cxnLst>
                  <a:cxn ang="0">
                    <a:pos x="3" y="0"/>
                  </a:cxn>
                  <a:cxn ang="0">
                    <a:pos x="42" y="2"/>
                  </a:cxn>
                  <a:cxn ang="0">
                    <a:pos x="38" y="10"/>
                  </a:cxn>
                  <a:cxn ang="0">
                    <a:pos x="0" y="8"/>
                  </a:cxn>
                  <a:cxn ang="0">
                    <a:pos x="2" y="2"/>
                  </a:cxn>
                  <a:cxn ang="0">
                    <a:pos x="3" y="0"/>
                  </a:cxn>
                </a:cxnLst>
                <a:rect l="0" t="0" r="r" b="b"/>
                <a:pathLst>
                  <a:path w="42" h="10">
                    <a:moveTo>
                      <a:pt x="3" y="0"/>
                    </a:moveTo>
                    <a:lnTo>
                      <a:pt x="42" y="2"/>
                    </a:lnTo>
                    <a:lnTo>
                      <a:pt x="38" y="10"/>
                    </a:lnTo>
                    <a:lnTo>
                      <a:pt x="0" y="8"/>
                    </a:lnTo>
                    <a:lnTo>
                      <a:pt x="2" y="2"/>
                    </a:lnTo>
                    <a:lnTo>
                      <a:pt x="3" y="0"/>
                    </a:lnTo>
                    <a:close/>
                  </a:path>
                </a:pathLst>
              </a:custGeom>
              <a:noFill/>
              <a:ln w="3175" cap="rnd" cmpd="sng">
                <a:solidFill>
                  <a:schemeClr val="bg2"/>
                </a:solidFill>
                <a:prstDash val="sysDot"/>
                <a:round/>
                <a:headEnd/>
                <a:tailEnd/>
              </a:ln>
            </p:spPr>
            <p:txBody>
              <a:bodyPr/>
              <a:lstStyle/>
              <a:p>
                <a:endParaRPr lang="en-US"/>
              </a:p>
            </p:txBody>
          </p:sp>
          <p:sp>
            <p:nvSpPr>
              <p:cNvPr id="591" name="Freeform 2077"/>
              <p:cNvSpPr>
                <a:spLocks/>
              </p:cNvSpPr>
              <p:nvPr/>
            </p:nvSpPr>
            <p:spPr bwMode="gray">
              <a:xfrm>
                <a:off x="6912292" y="5366695"/>
                <a:ext cx="37972" cy="15108"/>
              </a:xfrm>
              <a:custGeom>
                <a:avLst/>
                <a:gdLst/>
                <a:ahLst/>
                <a:cxnLst>
                  <a:cxn ang="0">
                    <a:pos x="0" y="0"/>
                  </a:cxn>
                  <a:cxn ang="0">
                    <a:pos x="15" y="0"/>
                  </a:cxn>
                  <a:cxn ang="0">
                    <a:pos x="14" y="6"/>
                  </a:cxn>
                  <a:cxn ang="0">
                    <a:pos x="0" y="5"/>
                  </a:cxn>
                  <a:cxn ang="0">
                    <a:pos x="0" y="1"/>
                  </a:cxn>
                  <a:cxn ang="0">
                    <a:pos x="0" y="0"/>
                  </a:cxn>
                </a:cxnLst>
                <a:rect l="0" t="0" r="r" b="b"/>
                <a:pathLst>
                  <a:path w="15" h="6">
                    <a:moveTo>
                      <a:pt x="0" y="0"/>
                    </a:moveTo>
                    <a:lnTo>
                      <a:pt x="15" y="0"/>
                    </a:lnTo>
                    <a:lnTo>
                      <a:pt x="14" y="6"/>
                    </a:lnTo>
                    <a:lnTo>
                      <a:pt x="0" y="5"/>
                    </a:lnTo>
                    <a:lnTo>
                      <a:pt x="0" y="1"/>
                    </a:lnTo>
                    <a:lnTo>
                      <a:pt x="0" y="0"/>
                    </a:lnTo>
                    <a:close/>
                  </a:path>
                </a:pathLst>
              </a:custGeom>
              <a:noFill/>
              <a:ln w="3175" cap="rnd" cmpd="sng">
                <a:solidFill>
                  <a:schemeClr val="bg2"/>
                </a:solidFill>
                <a:prstDash val="sysDot"/>
                <a:round/>
                <a:headEnd/>
                <a:tailEnd/>
              </a:ln>
            </p:spPr>
            <p:txBody>
              <a:bodyPr/>
              <a:lstStyle/>
              <a:p>
                <a:endParaRPr lang="en-US"/>
              </a:p>
            </p:txBody>
          </p:sp>
          <p:sp>
            <p:nvSpPr>
              <p:cNvPr id="592" name="Freeform 2078"/>
              <p:cNvSpPr>
                <a:spLocks/>
              </p:cNvSpPr>
              <p:nvPr/>
            </p:nvSpPr>
            <p:spPr bwMode="gray">
              <a:xfrm>
                <a:off x="6332161" y="5439425"/>
                <a:ext cx="42895" cy="15108"/>
              </a:xfrm>
              <a:custGeom>
                <a:avLst/>
                <a:gdLst/>
                <a:ahLst/>
                <a:cxnLst>
                  <a:cxn ang="0">
                    <a:pos x="1" y="0"/>
                  </a:cxn>
                  <a:cxn ang="0">
                    <a:pos x="18" y="1"/>
                  </a:cxn>
                  <a:cxn ang="0">
                    <a:pos x="15" y="7"/>
                  </a:cxn>
                  <a:cxn ang="0">
                    <a:pos x="0" y="6"/>
                  </a:cxn>
                  <a:cxn ang="0">
                    <a:pos x="1" y="2"/>
                  </a:cxn>
                  <a:cxn ang="0">
                    <a:pos x="1" y="0"/>
                  </a:cxn>
                </a:cxnLst>
                <a:rect l="0" t="0" r="r" b="b"/>
                <a:pathLst>
                  <a:path w="18" h="7">
                    <a:moveTo>
                      <a:pt x="1" y="0"/>
                    </a:moveTo>
                    <a:lnTo>
                      <a:pt x="18" y="1"/>
                    </a:lnTo>
                    <a:lnTo>
                      <a:pt x="15" y="7"/>
                    </a:lnTo>
                    <a:lnTo>
                      <a:pt x="0" y="6"/>
                    </a:lnTo>
                    <a:lnTo>
                      <a:pt x="1" y="2"/>
                    </a:lnTo>
                    <a:lnTo>
                      <a:pt x="1" y="0"/>
                    </a:lnTo>
                    <a:close/>
                  </a:path>
                </a:pathLst>
              </a:custGeom>
              <a:noFill/>
              <a:ln w="3175" cap="rnd" cmpd="sng">
                <a:solidFill>
                  <a:schemeClr val="bg2"/>
                </a:solidFill>
                <a:prstDash val="sysDot"/>
                <a:round/>
                <a:headEnd/>
                <a:tailEnd/>
              </a:ln>
            </p:spPr>
            <p:txBody>
              <a:bodyPr/>
              <a:lstStyle/>
              <a:p>
                <a:endParaRPr lang="en-US"/>
              </a:p>
            </p:txBody>
          </p:sp>
          <p:sp>
            <p:nvSpPr>
              <p:cNvPr id="593" name="Freeform 2079"/>
              <p:cNvSpPr>
                <a:spLocks/>
              </p:cNvSpPr>
              <p:nvPr/>
            </p:nvSpPr>
            <p:spPr bwMode="gray">
              <a:xfrm>
                <a:off x="6377516" y="5419398"/>
                <a:ext cx="37972" cy="12649"/>
              </a:xfrm>
              <a:custGeom>
                <a:avLst/>
                <a:gdLst/>
                <a:ahLst/>
                <a:cxnLst>
                  <a:cxn ang="0">
                    <a:pos x="2" y="0"/>
                  </a:cxn>
                  <a:cxn ang="0">
                    <a:pos x="17" y="1"/>
                  </a:cxn>
                  <a:cxn ang="0">
                    <a:pos x="14" y="6"/>
                  </a:cxn>
                  <a:cxn ang="0">
                    <a:pos x="0" y="6"/>
                  </a:cxn>
                  <a:cxn ang="0">
                    <a:pos x="1" y="1"/>
                  </a:cxn>
                  <a:cxn ang="0">
                    <a:pos x="2" y="0"/>
                  </a:cxn>
                </a:cxnLst>
                <a:rect l="0" t="0" r="r" b="b"/>
                <a:pathLst>
                  <a:path w="17" h="6">
                    <a:moveTo>
                      <a:pt x="2" y="0"/>
                    </a:moveTo>
                    <a:lnTo>
                      <a:pt x="17" y="1"/>
                    </a:lnTo>
                    <a:lnTo>
                      <a:pt x="14"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594" name="Freeform 2080"/>
              <p:cNvSpPr>
                <a:spLocks/>
              </p:cNvSpPr>
              <p:nvPr/>
            </p:nvSpPr>
            <p:spPr bwMode="gray">
              <a:xfrm>
                <a:off x="6425685" y="5394452"/>
                <a:ext cx="40082" cy="12297"/>
              </a:xfrm>
              <a:custGeom>
                <a:avLst/>
                <a:gdLst/>
                <a:ahLst/>
                <a:cxnLst>
                  <a:cxn ang="0">
                    <a:pos x="1" y="0"/>
                  </a:cxn>
                  <a:cxn ang="0">
                    <a:pos x="18" y="1"/>
                  </a:cxn>
                  <a:cxn ang="0">
                    <a:pos x="15" y="6"/>
                  </a:cxn>
                  <a:cxn ang="0">
                    <a:pos x="0" y="6"/>
                  </a:cxn>
                  <a:cxn ang="0">
                    <a:pos x="1" y="1"/>
                  </a:cxn>
                  <a:cxn ang="0">
                    <a:pos x="1" y="0"/>
                  </a:cxn>
                </a:cxnLst>
                <a:rect l="0" t="0" r="r" b="b"/>
                <a:pathLst>
                  <a:path w="18" h="6">
                    <a:moveTo>
                      <a:pt x="1" y="0"/>
                    </a:moveTo>
                    <a:lnTo>
                      <a:pt x="18" y="1"/>
                    </a:lnTo>
                    <a:lnTo>
                      <a:pt x="15" y="6"/>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95" name="Freeform 2081"/>
              <p:cNvSpPr>
                <a:spLocks/>
              </p:cNvSpPr>
              <p:nvPr/>
            </p:nvSpPr>
            <p:spPr bwMode="gray">
              <a:xfrm>
                <a:off x="6400370" y="5366695"/>
                <a:ext cx="37972" cy="12649"/>
              </a:xfrm>
              <a:custGeom>
                <a:avLst/>
                <a:gdLst/>
                <a:ahLst/>
                <a:cxnLst>
                  <a:cxn ang="0">
                    <a:pos x="2" y="0"/>
                  </a:cxn>
                  <a:cxn ang="0">
                    <a:pos x="17" y="1"/>
                  </a:cxn>
                  <a:cxn ang="0">
                    <a:pos x="14" y="6"/>
                  </a:cxn>
                  <a:cxn ang="0">
                    <a:pos x="0" y="5"/>
                  </a:cxn>
                  <a:cxn ang="0">
                    <a:pos x="1" y="1"/>
                  </a:cxn>
                  <a:cxn ang="0">
                    <a:pos x="2" y="0"/>
                  </a:cxn>
                </a:cxnLst>
                <a:rect l="0" t="0" r="r" b="b"/>
                <a:pathLst>
                  <a:path w="17" h="6">
                    <a:moveTo>
                      <a:pt x="2" y="0"/>
                    </a:moveTo>
                    <a:lnTo>
                      <a:pt x="17" y="1"/>
                    </a:lnTo>
                    <a:lnTo>
                      <a:pt x="1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596" name="Freeform 2082"/>
              <p:cNvSpPr>
                <a:spLocks/>
              </p:cNvSpPr>
              <p:nvPr/>
            </p:nvSpPr>
            <p:spPr bwMode="gray">
              <a:xfrm>
                <a:off x="7015661" y="5471749"/>
                <a:ext cx="40433" cy="17568"/>
              </a:xfrm>
              <a:custGeom>
                <a:avLst/>
                <a:gdLst/>
                <a:ahLst/>
                <a:cxnLst>
                  <a:cxn ang="0">
                    <a:pos x="2" y="0"/>
                  </a:cxn>
                  <a:cxn ang="0">
                    <a:pos x="16" y="1"/>
                  </a:cxn>
                  <a:cxn ang="0">
                    <a:pos x="15" y="7"/>
                  </a:cxn>
                  <a:cxn ang="0">
                    <a:pos x="0" y="6"/>
                  </a:cxn>
                  <a:cxn ang="0">
                    <a:pos x="1" y="1"/>
                  </a:cxn>
                  <a:cxn ang="0">
                    <a:pos x="2" y="0"/>
                  </a:cxn>
                </a:cxnLst>
                <a:rect l="0" t="0" r="r" b="b"/>
                <a:pathLst>
                  <a:path w="16" h="7">
                    <a:moveTo>
                      <a:pt x="2" y="0"/>
                    </a:moveTo>
                    <a:lnTo>
                      <a:pt x="16" y="1"/>
                    </a:lnTo>
                    <a:lnTo>
                      <a:pt x="15"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597" name="Freeform 2083"/>
              <p:cNvSpPr>
                <a:spLocks/>
              </p:cNvSpPr>
              <p:nvPr/>
            </p:nvSpPr>
            <p:spPr bwMode="gray">
              <a:xfrm>
                <a:off x="7025857" y="5446803"/>
                <a:ext cx="45356" cy="15108"/>
              </a:xfrm>
              <a:custGeom>
                <a:avLst/>
                <a:gdLst/>
                <a:ahLst/>
                <a:cxnLst>
                  <a:cxn ang="0">
                    <a:pos x="1" y="0"/>
                  </a:cxn>
                  <a:cxn ang="0">
                    <a:pos x="18" y="0"/>
                  </a:cxn>
                  <a:cxn ang="0">
                    <a:pos x="15" y="6"/>
                  </a:cxn>
                  <a:cxn ang="0">
                    <a:pos x="0" y="5"/>
                  </a:cxn>
                  <a:cxn ang="0">
                    <a:pos x="1" y="1"/>
                  </a:cxn>
                  <a:cxn ang="0">
                    <a:pos x="1" y="0"/>
                  </a:cxn>
                </a:cxnLst>
                <a:rect l="0" t="0" r="r" b="b"/>
                <a:pathLst>
                  <a:path w="18" h="6">
                    <a:moveTo>
                      <a:pt x="1" y="0"/>
                    </a:moveTo>
                    <a:lnTo>
                      <a:pt x="18" y="0"/>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598" name="Freeform 2084"/>
              <p:cNvSpPr>
                <a:spLocks/>
              </p:cNvSpPr>
              <p:nvPr/>
            </p:nvSpPr>
            <p:spPr bwMode="gray">
              <a:xfrm>
                <a:off x="6831777" y="5409208"/>
                <a:ext cx="42543" cy="17568"/>
              </a:xfrm>
              <a:custGeom>
                <a:avLst/>
                <a:gdLst/>
                <a:ahLst/>
                <a:cxnLst>
                  <a:cxn ang="0">
                    <a:pos x="1" y="0"/>
                  </a:cxn>
                  <a:cxn ang="0">
                    <a:pos x="18" y="1"/>
                  </a:cxn>
                  <a:cxn ang="0">
                    <a:pos x="15" y="7"/>
                  </a:cxn>
                  <a:cxn ang="0">
                    <a:pos x="0" y="6"/>
                  </a:cxn>
                  <a:cxn ang="0">
                    <a:pos x="0" y="2"/>
                  </a:cxn>
                  <a:cxn ang="0">
                    <a:pos x="1" y="0"/>
                  </a:cxn>
                </a:cxnLst>
                <a:rect l="0" t="0" r="r" b="b"/>
                <a:pathLst>
                  <a:path w="18" h="7">
                    <a:moveTo>
                      <a:pt x="1" y="0"/>
                    </a:moveTo>
                    <a:lnTo>
                      <a:pt x="18" y="1"/>
                    </a:lnTo>
                    <a:lnTo>
                      <a:pt x="15" y="7"/>
                    </a:lnTo>
                    <a:lnTo>
                      <a:pt x="0" y="6"/>
                    </a:lnTo>
                    <a:lnTo>
                      <a:pt x="0" y="2"/>
                    </a:lnTo>
                    <a:lnTo>
                      <a:pt x="1" y="0"/>
                    </a:lnTo>
                    <a:close/>
                  </a:path>
                </a:pathLst>
              </a:custGeom>
              <a:noFill/>
              <a:ln w="3175" cap="rnd" cmpd="sng">
                <a:solidFill>
                  <a:schemeClr val="bg2"/>
                </a:solidFill>
                <a:prstDash val="sysDot"/>
                <a:round/>
                <a:headEnd/>
                <a:tailEnd/>
              </a:ln>
            </p:spPr>
            <p:txBody>
              <a:bodyPr/>
              <a:lstStyle/>
              <a:p>
                <a:endParaRPr lang="en-US"/>
              </a:p>
            </p:txBody>
          </p:sp>
          <p:sp>
            <p:nvSpPr>
              <p:cNvPr id="599" name="Freeform 2085"/>
              <p:cNvSpPr>
                <a:spLocks/>
              </p:cNvSpPr>
              <p:nvPr/>
            </p:nvSpPr>
            <p:spPr bwMode="gray">
              <a:xfrm>
                <a:off x="6791344" y="5497046"/>
                <a:ext cx="42895" cy="14757"/>
              </a:xfrm>
              <a:custGeom>
                <a:avLst/>
                <a:gdLst/>
                <a:ahLst/>
                <a:cxnLst>
                  <a:cxn ang="0">
                    <a:pos x="2" y="0"/>
                  </a:cxn>
                  <a:cxn ang="0">
                    <a:pos x="18" y="1"/>
                  </a:cxn>
                  <a:cxn ang="0">
                    <a:pos x="16" y="6"/>
                  </a:cxn>
                  <a:cxn ang="0">
                    <a:pos x="0" y="5"/>
                  </a:cxn>
                  <a:cxn ang="0">
                    <a:pos x="1" y="1"/>
                  </a:cxn>
                  <a:cxn ang="0">
                    <a:pos x="2" y="0"/>
                  </a:cxn>
                </a:cxnLst>
                <a:rect l="0" t="0" r="r" b="b"/>
                <a:pathLst>
                  <a:path w="18" h="6">
                    <a:moveTo>
                      <a:pt x="2" y="0"/>
                    </a:moveTo>
                    <a:lnTo>
                      <a:pt x="18" y="1"/>
                    </a:lnTo>
                    <a:lnTo>
                      <a:pt x="16"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00" name="Freeform 2086"/>
              <p:cNvSpPr>
                <a:spLocks/>
              </p:cNvSpPr>
              <p:nvPr/>
            </p:nvSpPr>
            <p:spPr bwMode="gray">
              <a:xfrm>
                <a:off x="7033241" y="5419398"/>
                <a:ext cx="42895" cy="17568"/>
              </a:xfrm>
              <a:custGeom>
                <a:avLst/>
                <a:gdLst/>
                <a:ahLst/>
                <a:cxnLst>
                  <a:cxn ang="0">
                    <a:pos x="2" y="0"/>
                  </a:cxn>
                  <a:cxn ang="0">
                    <a:pos x="18" y="2"/>
                  </a:cxn>
                  <a:cxn ang="0">
                    <a:pos x="16" y="7"/>
                  </a:cxn>
                  <a:cxn ang="0">
                    <a:pos x="0" y="6"/>
                  </a:cxn>
                  <a:cxn ang="0">
                    <a:pos x="1" y="2"/>
                  </a:cxn>
                  <a:cxn ang="0">
                    <a:pos x="2" y="0"/>
                  </a:cxn>
                </a:cxnLst>
                <a:rect l="0" t="0" r="r" b="b"/>
                <a:pathLst>
                  <a:path w="18" h="7">
                    <a:moveTo>
                      <a:pt x="2" y="0"/>
                    </a:moveTo>
                    <a:lnTo>
                      <a:pt x="18" y="2"/>
                    </a:lnTo>
                    <a:lnTo>
                      <a:pt x="16" y="7"/>
                    </a:lnTo>
                    <a:lnTo>
                      <a:pt x="0" y="6"/>
                    </a:lnTo>
                    <a:lnTo>
                      <a:pt x="1" y="2"/>
                    </a:lnTo>
                    <a:lnTo>
                      <a:pt x="2" y="0"/>
                    </a:lnTo>
                    <a:close/>
                  </a:path>
                </a:pathLst>
              </a:custGeom>
              <a:noFill/>
              <a:ln w="3175" cap="rnd" cmpd="sng">
                <a:solidFill>
                  <a:schemeClr val="bg2"/>
                </a:solidFill>
                <a:prstDash val="sysDot"/>
                <a:round/>
                <a:headEnd/>
                <a:tailEnd/>
              </a:ln>
            </p:spPr>
            <p:txBody>
              <a:bodyPr/>
              <a:lstStyle/>
              <a:p>
                <a:endParaRPr lang="en-US"/>
              </a:p>
            </p:txBody>
          </p:sp>
          <p:sp>
            <p:nvSpPr>
              <p:cNvPr id="601" name="Freeform 2087"/>
              <p:cNvSpPr>
                <a:spLocks/>
              </p:cNvSpPr>
              <p:nvPr/>
            </p:nvSpPr>
            <p:spPr bwMode="gray">
              <a:xfrm>
                <a:off x="6844083" y="5384262"/>
                <a:ext cx="40433" cy="17568"/>
              </a:xfrm>
              <a:custGeom>
                <a:avLst/>
                <a:gdLst/>
                <a:ahLst/>
                <a:cxnLst>
                  <a:cxn ang="0">
                    <a:pos x="1" y="0"/>
                  </a:cxn>
                  <a:cxn ang="0">
                    <a:pos x="18" y="0"/>
                  </a:cxn>
                  <a:cxn ang="0">
                    <a:pos x="15" y="7"/>
                  </a:cxn>
                  <a:cxn ang="0">
                    <a:pos x="0" y="6"/>
                  </a:cxn>
                  <a:cxn ang="0">
                    <a:pos x="1" y="1"/>
                  </a:cxn>
                  <a:cxn ang="0">
                    <a:pos x="1" y="0"/>
                  </a:cxn>
                </a:cxnLst>
                <a:rect l="0" t="0" r="r" b="b"/>
                <a:pathLst>
                  <a:path w="18" h="7">
                    <a:moveTo>
                      <a:pt x="1" y="0"/>
                    </a:moveTo>
                    <a:lnTo>
                      <a:pt x="18" y="0"/>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02" name="Freeform 2088"/>
              <p:cNvSpPr>
                <a:spLocks/>
              </p:cNvSpPr>
              <p:nvPr/>
            </p:nvSpPr>
            <p:spPr bwMode="gray">
              <a:xfrm>
                <a:off x="6804001" y="5471749"/>
                <a:ext cx="40082" cy="15108"/>
              </a:xfrm>
              <a:custGeom>
                <a:avLst/>
                <a:gdLst/>
                <a:ahLst/>
                <a:cxnLst>
                  <a:cxn ang="0">
                    <a:pos x="1" y="0"/>
                  </a:cxn>
                  <a:cxn ang="0">
                    <a:pos x="16" y="1"/>
                  </a:cxn>
                  <a:cxn ang="0">
                    <a:pos x="15" y="6"/>
                  </a:cxn>
                  <a:cxn ang="0">
                    <a:pos x="0" y="6"/>
                  </a:cxn>
                  <a:cxn ang="0">
                    <a:pos x="1" y="1"/>
                  </a:cxn>
                  <a:cxn ang="0">
                    <a:pos x="1" y="0"/>
                  </a:cxn>
                </a:cxnLst>
                <a:rect l="0" t="0" r="r" b="b"/>
                <a:pathLst>
                  <a:path w="16" h="6">
                    <a:moveTo>
                      <a:pt x="1" y="0"/>
                    </a:moveTo>
                    <a:lnTo>
                      <a:pt x="16" y="1"/>
                    </a:lnTo>
                    <a:lnTo>
                      <a:pt x="15" y="6"/>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03" name="Freeform 2089"/>
              <p:cNvSpPr>
                <a:spLocks/>
              </p:cNvSpPr>
              <p:nvPr/>
            </p:nvSpPr>
            <p:spPr bwMode="gray">
              <a:xfrm>
                <a:off x="7045898" y="5394452"/>
                <a:ext cx="40433" cy="12297"/>
              </a:xfrm>
              <a:custGeom>
                <a:avLst/>
                <a:gdLst/>
                <a:ahLst/>
                <a:cxnLst>
                  <a:cxn ang="0">
                    <a:pos x="1" y="0"/>
                  </a:cxn>
                  <a:cxn ang="0">
                    <a:pos x="18" y="0"/>
                  </a:cxn>
                  <a:cxn ang="0">
                    <a:pos x="15" y="6"/>
                  </a:cxn>
                  <a:cxn ang="0">
                    <a:pos x="0" y="5"/>
                  </a:cxn>
                  <a:cxn ang="0">
                    <a:pos x="1" y="1"/>
                  </a:cxn>
                  <a:cxn ang="0">
                    <a:pos x="1" y="0"/>
                  </a:cxn>
                </a:cxnLst>
                <a:rect l="0" t="0" r="r" b="b"/>
                <a:pathLst>
                  <a:path w="18" h="6">
                    <a:moveTo>
                      <a:pt x="1" y="0"/>
                    </a:moveTo>
                    <a:lnTo>
                      <a:pt x="18" y="0"/>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04" name="Freeform 2090"/>
              <p:cNvSpPr>
                <a:spLocks/>
              </p:cNvSpPr>
              <p:nvPr/>
            </p:nvSpPr>
            <p:spPr bwMode="gray">
              <a:xfrm>
                <a:off x="6849357" y="5364235"/>
                <a:ext cx="40082" cy="12649"/>
              </a:xfrm>
              <a:custGeom>
                <a:avLst/>
                <a:gdLst/>
                <a:ahLst/>
                <a:cxnLst>
                  <a:cxn ang="0">
                    <a:pos x="2" y="0"/>
                  </a:cxn>
                  <a:cxn ang="0">
                    <a:pos x="18" y="1"/>
                  </a:cxn>
                  <a:cxn ang="0">
                    <a:pos x="17" y="6"/>
                  </a:cxn>
                  <a:cxn ang="0">
                    <a:pos x="0" y="5"/>
                  </a:cxn>
                  <a:cxn ang="0">
                    <a:pos x="2" y="1"/>
                  </a:cxn>
                  <a:cxn ang="0">
                    <a:pos x="2" y="0"/>
                  </a:cxn>
                </a:cxnLst>
                <a:rect l="0" t="0" r="r" b="b"/>
                <a:pathLst>
                  <a:path w="18" h="6">
                    <a:moveTo>
                      <a:pt x="2" y="0"/>
                    </a:moveTo>
                    <a:lnTo>
                      <a:pt x="18" y="1"/>
                    </a:lnTo>
                    <a:lnTo>
                      <a:pt x="17"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05" name="Freeform 2091"/>
              <p:cNvSpPr>
                <a:spLocks/>
              </p:cNvSpPr>
              <p:nvPr/>
            </p:nvSpPr>
            <p:spPr bwMode="gray">
              <a:xfrm>
                <a:off x="6279421" y="5439425"/>
                <a:ext cx="42895" cy="15108"/>
              </a:xfrm>
              <a:custGeom>
                <a:avLst/>
                <a:gdLst/>
                <a:ahLst/>
                <a:cxnLst>
                  <a:cxn ang="0">
                    <a:pos x="2" y="0"/>
                  </a:cxn>
                  <a:cxn ang="0">
                    <a:pos x="18" y="0"/>
                  </a:cxn>
                  <a:cxn ang="0">
                    <a:pos x="15" y="6"/>
                  </a:cxn>
                  <a:cxn ang="0">
                    <a:pos x="0" y="5"/>
                  </a:cxn>
                  <a:cxn ang="0">
                    <a:pos x="1" y="1"/>
                  </a:cxn>
                  <a:cxn ang="0">
                    <a:pos x="2" y="0"/>
                  </a:cxn>
                </a:cxnLst>
                <a:rect l="0" t="0" r="r" b="b"/>
                <a:pathLst>
                  <a:path w="18" h="6">
                    <a:moveTo>
                      <a:pt x="2" y="0"/>
                    </a:moveTo>
                    <a:lnTo>
                      <a:pt x="18" y="0"/>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06" name="Freeform 2092"/>
              <p:cNvSpPr>
                <a:spLocks/>
              </p:cNvSpPr>
              <p:nvPr/>
            </p:nvSpPr>
            <p:spPr bwMode="gray">
              <a:xfrm>
                <a:off x="6324777" y="5416938"/>
                <a:ext cx="37621" cy="12297"/>
              </a:xfrm>
              <a:custGeom>
                <a:avLst/>
                <a:gdLst/>
                <a:ahLst/>
                <a:cxnLst>
                  <a:cxn ang="0">
                    <a:pos x="2" y="0"/>
                  </a:cxn>
                  <a:cxn ang="0">
                    <a:pos x="17" y="1"/>
                  </a:cxn>
                  <a:cxn ang="0">
                    <a:pos x="14" y="6"/>
                  </a:cxn>
                  <a:cxn ang="0">
                    <a:pos x="0" y="5"/>
                  </a:cxn>
                  <a:cxn ang="0">
                    <a:pos x="1" y="1"/>
                  </a:cxn>
                  <a:cxn ang="0">
                    <a:pos x="2" y="0"/>
                  </a:cxn>
                </a:cxnLst>
                <a:rect l="0" t="0" r="r" b="b"/>
                <a:pathLst>
                  <a:path w="17" h="6">
                    <a:moveTo>
                      <a:pt x="2" y="0"/>
                    </a:moveTo>
                    <a:lnTo>
                      <a:pt x="17" y="1"/>
                    </a:lnTo>
                    <a:lnTo>
                      <a:pt x="1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07" name="Freeform 2093"/>
              <p:cNvSpPr>
                <a:spLocks/>
              </p:cNvSpPr>
              <p:nvPr/>
            </p:nvSpPr>
            <p:spPr bwMode="gray">
              <a:xfrm>
                <a:off x="6372594" y="5391992"/>
                <a:ext cx="40433" cy="12297"/>
              </a:xfrm>
              <a:custGeom>
                <a:avLst/>
                <a:gdLst/>
                <a:ahLst/>
                <a:cxnLst>
                  <a:cxn ang="0">
                    <a:pos x="1" y="0"/>
                  </a:cxn>
                  <a:cxn ang="0">
                    <a:pos x="18" y="1"/>
                  </a:cxn>
                  <a:cxn ang="0">
                    <a:pos x="15" y="6"/>
                  </a:cxn>
                  <a:cxn ang="0">
                    <a:pos x="0" y="5"/>
                  </a:cxn>
                  <a:cxn ang="0">
                    <a:pos x="1" y="1"/>
                  </a:cxn>
                  <a:cxn ang="0">
                    <a:pos x="1" y="0"/>
                  </a:cxn>
                </a:cxnLst>
                <a:rect l="0" t="0" r="r" b="b"/>
                <a:pathLst>
                  <a:path w="18" h="6">
                    <a:moveTo>
                      <a:pt x="1" y="0"/>
                    </a:moveTo>
                    <a:lnTo>
                      <a:pt x="18" y="1"/>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08" name="Freeform 2094"/>
              <p:cNvSpPr>
                <a:spLocks/>
              </p:cNvSpPr>
              <p:nvPr/>
            </p:nvSpPr>
            <p:spPr bwMode="gray">
              <a:xfrm>
                <a:off x="6344818" y="5364235"/>
                <a:ext cx="40433" cy="12649"/>
              </a:xfrm>
              <a:custGeom>
                <a:avLst/>
                <a:gdLst/>
                <a:ahLst/>
                <a:cxnLst>
                  <a:cxn ang="0">
                    <a:pos x="1" y="0"/>
                  </a:cxn>
                  <a:cxn ang="0">
                    <a:pos x="18" y="1"/>
                  </a:cxn>
                  <a:cxn ang="0">
                    <a:pos x="15" y="6"/>
                  </a:cxn>
                  <a:cxn ang="0">
                    <a:pos x="0" y="5"/>
                  </a:cxn>
                  <a:cxn ang="0">
                    <a:pos x="1" y="1"/>
                  </a:cxn>
                  <a:cxn ang="0">
                    <a:pos x="1" y="0"/>
                  </a:cxn>
                </a:cxnLst>
                <a:rect l="0" t="0" r="r" b="b"/>
                <a:pathLst>
                  <a:path w="18" h="6">
                    <a:moveTo>
                      <a:pt x="1" y="0"/>
                    </a:moveTo>
                    <a:lnTo>
                      <a:pt x="18" y="1"/>
                    </a:lnTo>
                    <a:lnTo>
                      <a:pt x="15"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09" name="Freeform 2095"/>
              <p:cNvSpPr>
                <a:spLocks/>
              </p:cNvSpPr>
              <p:nvPr/>
            </p:nvSpPr>
            <p:spPr bwMode="gray">
              <a:xfrm>
                <a:off x="6962570" y="5471749"/>
                <a:ext cx="40433" cy="15108"/>
              </a:xfrm>
              <a:custGeom>
                <a:avLst/>
                <a:gdLst/>
                <a:ahLst/>
                <a:cxnLst>
                  <a:cxn ang="0">
                    <a:pos x="2" y="0"/>
                  </a:cxn>
                  <a:cxn ang="0">
                    <a:pos x="17" y="1"/>
                  </a:cxn>
                  <a:cxn ang="0">
                    <a:pos x="15" y="6"/>
                  </a:cxn>
                  <a:cxn ang="0">
                    <a:pos x="0" y="6"/>
                  </a:cxn>
                  <a:cxn ang="0">
                    <a:pos x="1" y="1"/>
                  </a:cxn>
                  <a:cxn ang="0">
                    <a:pos x="2" y="0"/>
                  </a:cxn>
                </a:cxnLst>
                <a:rect l="0" t="0" r="r" b="b"/>
                <a:pathLst>
                  <a:path w="17" h="6">
                    <a:moveTo>
                      <a:pt x="2" y="0"/>
                    </a:moveTo>
                    <a:lnTo>
                      <a:pt x="17" y="1"/>
                    </a:lnTo>
                    <a:lnTo>
                      <a:pt x="15"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10" name="Freeform 2096"/>
              <p:cNvSpPr>
                <a:spLocks/>
              </p:cNvSpPr>
              <p:nvPr/>
            </p:nvSpPr>
            <p:spPr bwMode="gray">
              <a:xfrm>
                <a:off x="6970305" y="5441884"/>
                <a:ext cx="40433" cy="15108"/>
              </a:xfrm>
              <a:custGeom>
                <a:avLst/>
                <a:gdLst/>
                <a:ahLst/>
                <a:cxnLst>
                  <a:cxn ang="0">
                    <a:pos x="2" y="0"/>
                  </a:cxn>
                  <a:cxn ang="0">
                    <a:pos x="18" y="1"/>
                  </a:cxn>
                  <a:cxn ang="0">
                    <a:pos x="16" y="7"/>
                  </a:cxn>
                  <a:cxn ang="0">
                    <a:pos x="0" y="6"/>
                  </a:cxn>
                  <a:cxn ang="0">
                    <a:pos x="1" y="1"/>
                  </a:cxn>
                  <a:cxn ang="0">
                    <a:pos x="2" y="0"/>
                  </a:cxn>
                </a:cxnLst>
                <a:rect l="0" t="0" r="r" b="b"/>
                <a:pathLst>
                  <a:path w="18" h="7">
                    <a:moveTo>
                      <a:pt x="2" y="0"/>
                    </a:moveTo>
                    <a:lnTo>
                      <a:pt x="18" y="1"/>
                    </a:lnTo>
                    <a:lnTo>
                      <a:pt x="16"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11" name="Freeform 2097"/>
              <p:cNvSpPr>
                <a:spLocks/>
              </p:cNvSpPr>
              <p:nvPr/>
            </p:nvSpPr>
            <p:spPr bwMode="gray">
              <a:xfrm>
                <a:off x="6776225" y="5406749"/>
                <a:ext cx="40082" cy="17568"/>
              </a:xfrm>
              <a:custGeom>
                <a:avLst/>
                <a:gdLst/>
                <a:ahLst/>
                <a:cxnLst>
                  <a:cxn ang="0">
                    <a:pos x="1" y="0"/>
                  </a:cxn>
                  <a:cxn ang="0">
                    <a:pos x="18" y="1"/>
                  </a:cxn>
                  <a:cxn ang="0">
                    <a:pos x="15" y="7"/>
                  </a:cxn>
                  <a:cxn ang="0">
                    <a:pos x="0" y="6"/>
                  </a:cxn>
                  <a:cxn ang="0">
                    <a:pos x="1" y="1"/>
                  </a:cxn>
                  <a:cxn ang="0">
                    <a:pos x="1" y="0"/>
                  </a:cxn>
                </a:cxnLst>
                <a:rect l="0" t="0" r="r" b="b"/>
                <a:pathLst>
                  <a:path w="18" h="7">
                    <a:moveTo>
                      <a:pt x="1" y="0"/>
                    </a:moveTo>
                    <a:lnTo>
                      <a:pt x="18" y="1"/>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12" name="Freeform 2098"/>
              <p:cNvSpPr>
                <a:spLocks/>
              </p:cNvSpPr>
              <p:nvPr/>
            </p:nvSpPr>
            <p:spPr bwMode="gray">
              <a:xfrm>
                <a:off x="6733330" y="5494235"/>
                <a:ext cx="45356" cy="17568"/>
              </a:xfrm>
              <a:custGeom>
                <a:avLst/>
                <a:gdLst/>
                <a:ahLst/>
                <a:cxnLst>
                  <a:cxn ang="0">
                    <a:pos x="3" y="0"/>
                  </a:cxn>
                  <a:cxn ang="0">
                    <a:pos x="19" y="1"/>
                  </a:cxn>
                  <a:cxn ang="0">
                    <a:pos x="15" y="7"/>
                  </a:cxn>
                  <a:cxn ang="0">
                    <a:pos x="0" y="6"/>
                  </a:cxn>
                  <a:cxn ang="0">
                    <a:pos x="2" y="1"/>
                  </a:cxn>
                  <a:cxn ang="0">
                    <a:pos x="3" y="0"/>
                  </a:cxn>
                </a:cxnLst>
                <a:rect l="0" t="0" r="r" b="b"/>
                <a:pathLst>
                  <a:path w="19" h="7">
                    <a:moveTo>
                      <a:pt x="3" y="0"/>
                    </a:moveTo>
                    <a:lnTo>
                      <a:pt x="19" y="1"/>
                    </a:lnTo>
                    <a:lnTo>
                      <a:pt x="15" y="7"/>
                    </a:lnTo>
                    <a:lnTo>
                      <a:pt x="0" y="6"/>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13" name="Freeform 2099"/>
              <p:cNvSpPr>
                <a:spLocks/>
              </p:cNvSpPr>
              <p:nvPr/>
            </p:nvSpPr>
            <p:spPr bwMode="gray">
              <a:xfrm>
                <a:off x="6978041" y="5416938"/>
                <a:ext cx="42543" cy="15108"/>
              </a:xfrm>
              <a:custGeom>
                <a:avLst/>
                <a:gdLst/>
                <a:ahLst/>
                <a:cxnLst>
                  <a:cxn ang="0">
                    <a:pos x="2" y="0"/>
                  </a:cxn>
                  <a:cxn ang="0">
                    <a:pos x="18" y="1"/>
                  </a:cxn>
                  <a:cxn ang="0">
                    <a:pos x="17" y="7"/>
                  </a:cxn>
                  <a:cxn ang="0">
                    <a:pos x="0" y="6"/>
                  </a:cxn>
                  <a:cxn ang="0">
                    <a:pos x="2" y="1"/>
                  </a:cxn>
                  <a:cxn ang="0">
                    <a:pos x="2" y="0"/>
                  </a:cxn>
                </a:cxnLst>
                <a:rect l="0" t="0" r="r" b="b"/>
                <a:pathLst>
                  <a:path w="18" h="7">
                    <a:moveTo>
                      <a:pt x="2" y="0"/>
                    </a:moveTo>
                    <a:lnTo>
                      <a:pt x="18" y="1"/>
                    </a:lnTo>
                    <a:lnTo>
                      <a:pt x="17"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14" name="Freeform 2100"/>
              <p:cNvSpPr>
                <a:spLocks/>
              </p:cNvSpPr>
              <p:nvPr/>
            </p:nvSpPr>
            <p:spPr bwMode="gray">
              <a:xfrm>
                <a:off x="6783609" y="5381803"/>
                <a:ext cx="42895" cy="17568"/>
              </a:xfrm>
              <a:custGeom>
                <a:avLst/>
                <a:gdLst/>
                <a:ahLst/>
                <a:cxnLst>
                  <a:cxn ang="0">
                    <a:pos x="2" y="0"/>
                  </a:cxn>
                  <a:cxn ang="0">
                    <a:pos x="18" y="1"/>
                  </a:cxn>
                  <a:cxn ang="0">
                    <a:pos x="16" y="7"/>
                  </a:cxn>
                  <a:cxn ang="0">
                    <a:pos x="0" y="6"/>
                  </a:cxn>
                  <a:cxn ang="0">
                    <a:pos x="1" y="2"/>
                  </a:cxn>
                  <a:cxn ang="0">
                    <a:pos x="2" y="0"/>
                  </a:cxn>
                </a:cxnLst>
                <a:rect l="0" t="0" r="r" b="b"/>
                <a:pathLst>
                  <a:path w="18" h="7">
                    <a:moveTo>
                      <a:pt x="2" y="0"/>
                    </a:moveTo>
                    <a:lnTo>
                      <a:pt x="18" y="1"/>
                    </a:lnTo>
                    <a:lnTo>
                      <a:pt x="16" y="7"/>
                    </a:lnTo>
                    <a:lnTo>
                      <a:pt x="0" y="6"/>
                    </a:lnTo>
                    <a:lnTo>
                      <a:pt x="1" y="2"/>
                    </a:lnTo>
                    <a:lnTo>
                      <a:pt x="2" y="0"/>
                    </a:lnTo>
                    <a:close/>
                  </a:path>
                </a:pathLst>
              </a:custGeom>
              <a:noFill/>
              <a:ln w="3175" cap="rnd" cmpd="sng">
                <a:solidFill>
                  <a:schemeClr val="bg2"/>
                </a:solidFill>
                <a:prstDash val="sysDot"/>
                <a:round/>
                <a:headEnd/>
                <a:tailEnd/>
              </a:ln>
            </p:spPr>
            <p:txBody>
              <a:bodyPr/>
              <a:lstStyle/>
              <a:p>
                <a:endParaRPr lang="en-US"/>
              </a:p>
            </p:txBody>
          </p:sp>
          <p:sp>
            <p:nvSpPr>
              <p:cNvPr id="615" name="Freeform 2101"/>
              <p:cNvSpPr>
                <a:spLocks/>
              </p:cNvSpPr>
              <p:nvPr/>
            </p:nvSpPr>
            <p:spPr bwMode="gray">
              <a:xfrm>
                <a:off x="6990346" y="5389533"/>
                <a:ext cx="40433" cy="14757"/>
              </a:xfrm>
              <a:custGeom>
                <a:avLst/>
                <a:gdLst/>
                <a:ahLst/>
                <a:cxnLst>
                  <a:cxn ang="0">
                    <a:pos x="1" y="0"/>
                  </a:cxn>
                  <a:cxn ang="0">
                    <a:pos x="17" y="1"/>
                  </a:cxn>
                  <a:cxn ang="0">
                    <a:pos x="15" y="7"/>
                  </a:cxn>
                  <a:cxn ang="0">
                    <a:pos x="0" y="6"/>
                  </a:cxn>
                  <a:cxn ang="0">
                    <a:pos x="1" y="1"/>
                  </a:cxn>
                  <a:cxn ang="0">
                    <a:pos x="1" y="0"/>
                  </a:cxn>
                </a:cxnLst>
                <a:rect l="0" t="0" r="r" b="b"/>
                <a:pathLst>
                  <a:path w="17" h="7">
                    <a:moveTo>
                      <a:pt x="1" y="0"/>
                    </a:moveTo>
                    <a:lnTo>
                      <a:pt x="17" y="1"/>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16" name="Freeform 2102"/>
              <p:cNvSpPr>
                <a:spLocks/>
              </p:cNvSpPr>
              <p:nvPr/>
            </p:nvSpPr>
            <p:spPr bwMode="gray">
              <a:xfrm>
                <a:off x="6791344" y="5359316"/>
                <a:ext cx="42895" cy="15108"/>
              </a:xfrm>
              <a:custGeom>
                <a:avLst/>
                <a:gdLst/>
                <a:ahLst/>
                <a:cxnLst>
                  <a:cxn ang="0">
                    <a:pos x="3" y="0"/>
                  </a:cxn>
                  <a:cxn ang="0">
                    <a:pos x="18" y="1"/>
                  </a:cxn>
                  <a:cxn ang="0">
                    <a:pos x="17" y="6"/>
                  </a:cxn>
                  <a:cxn ang="0">
                    <a:pos x="0" y="5"/>
                  </a:cxn>
                  <a:cxn ang="0">
                    <a:pos x="2" y="1"/>
                  </a:cxn>
                  <a:cxn ang="0">
                    <a:pos x="3" y="0"/>
                  </a:cxn>
                </a:cxnLst>
                <a:rect l="0" t="0" r="r" b="b"/>
                <a:pathLst>
                  <a:path w="18" h="6">
                    <a:moveTo>
                      <a:pt x="3" y="0"/>
                    </a:moveTo>
                    <a:lnTo>
                      <a:pt x="18" y="1"/>
                    </a:lnTo>
                    <a:lnTo>
                      <a:pt x="17"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17" name="Freeform 2103"/>
              <p:cNvSpPr>
                <a:spLocks/>
              </p:cNvSpPr>
              <p:nvPr/>
            </p:nvSpPr>
            <p:spPr bwMode="gray">
              <a:xfrm>
                <a:off x="6218947" y="5439425"/>
                <a:ext cx="40082" cy="12297"/>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18" name="Freeform 2104"/>
              <p:cNvSpPr>
                <a:spLocks/>
              </p:cNvSpPr>
              <p:nvPr/>
            </p:nvSpPr>
            <p:spPr bwMode="gray">
              <a:xfrm>
                <a:off x="6261490" y="5414479"/>
                <a:ext cx="45707" cy="12297"/>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19" name="Freeform 2105"/>
              <p:cNvSpPr>
                <a:spLocks/>
              </p:cNvSpPr>
              <p:nvPr/>
            </p:nvSpPr>
            <p:spPr bwMode="gray">
              <a:xfrm>
                <a:off x="6309659" y="5389533"/>
                <a:ext cx="45356" cy="14757"/>
              </a:xfrm>
              <a:custGeom>
                <a:avLst/>
                <a:gdLst/>
                <a:ahLst/>
                <a:cxnLst>
                  <a:cxn ang="0">
                    <a:pos x="2" y="0"/>
                  </a:cxn>
                  <a:cxn ang="0">
                    <a:pos x="19" y="1"/>
                  </a:cxn>
                  <a:cxn ang="0">
                    <a:pos x="15" y="7"/>
                  </a:cxn>
                  <a:cxn ang="0">
                    <a:pos x="0" y="6"/>
                  </a:cxn>
                  <a:cxn ang="0">
                    <a:pos x="2" y="1"/>
                  </a:cxn>
                  <a:cxn ang="0">
                    <a:pos x="2" y="0"/>
                  </a:cxn>
                </a:cxnLst>
                <a:rect l="0" t="0" r="r" b="b"/>
                <a:pathLst>
                  <a:path w="19" h="7">
                    <a:moveTo>
                      <a:pt x="2" y="0"/>
                    </a:moveTo>
                    <a:lnTo>
                      <a:pt x="19" y="1"/>
                    </a:lnTo>
                    <a:lnTo>
                      <a:pt x="15"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0" name="Freeform 2106"/>
              <p:cNvSpPr>
                <a:spLocks/>
              </p:cNvSpPr>
              <p:nvPr/>
            </p:nvSpPr>
            <p:spPr bwMode="gray">
              <a:xfrm>
                <a:off x="6281883" y="5359316"/>
                <a:ext cx="45356" cy="15108"/>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1" name="Freeform 2107"/>
              <p:cNvSpPr>
                <a:spLocks/>
              </p:cNvSpPr>
              <p:nvPr/>
            </p:nvSpPr>
            <p:spPr bwMode="gray">
              <a:xfrm>
                <a:off x="6218947" y="5439425"/>
                <a:ext cx="40082" cy="12297"/>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2" name="Freeform 2108"/>
              <p:cNvSpPr>
                <a:spLocks/>
              </p:cNvSpPr>
              <p:nvPr/>
            </p:nvSpPr>
            <p:spPr bwMode="gray">
              <a:xfrm>
                <a:off x="6261490" y="5414479"/>
                <a:ext cx="45707" cy="12297"/>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23" name="Freeform 2109"/>
              <p:cNvSpPr>
                <a:spLocks/>
              </p:cNvSpPr>
              <p:nvPr/>
            </p:nvSpPr>
            <p:spPr bwMode="gray">
              <a:xfrm>
                <a:off x="6309659" y="5389533"/>
                <a:ext cx="45356" cy="14757"/>
              </a:xfrm>
              <a:custGeom>
                <a:avLst/>
                <a:gdLst/>
                <a:ahLst/>
                <a:cxnLst>
                  <a:cxn ang="0">
                    <a:pos x="2" y="0"/>
                  </a:cxn>
                  <a:cxn ang="0">
                    <a:pos x="19" y="1"/>
                  </a:cxn>
                  <a:cxn ang="0">
                    <a:pos x="15" y="7"/>
                  </a:cxn>
                  <a:cxn ang="0">
                    <a:pos x="0" y="6"/>
                  </a:cxn>
                  <a:cxn ang="0">
                    <a:pos x="2" y="1"/>
                  </a:cxn>
                  <a:cxn ang="0">
                    <a:pos x="2" y="0"/>
                  </a:cxn>
                </a:cxnLst>
                <a:rect l="0" t="0" r="r" b="b"/>
                <a:pathLst>
                  <a:path w="19" h="7">
                    <a:moveTo>
                      <a:pt x="2" y="0"/>
                    </a:moveTo>
                    <a:lnTo>
                      <a:pt x="19" y="1"/>
                    </a:lnTo>
                    <a:lnTo>
                      <a:pt x="15"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4" name="Freeform 2110"/>
              <p:cNvSpPr>
                <a:spLocks/>
              </p:cNvSpPr>
              <p:nvPr/>
            </p:nvSpPr>
            <p:spPr bwMode="gray">
              <a:xfrm>
                <a:off x="6281883" y="5359316"/>
                <a:ext cx="45356" cy="15108"/>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5" name="Freeform 2111"/>
              <p:cNvSpPr>
                <a:spLocks/>
              </p:cNvSpPr>
              <p:nvPr/>
            </p:nvSpPr>
            <p:spPr bwMode="gray">
              <a:xfrm>
                <a:off x="6160934" y="5432046"/>
                <a:ext cx="40082" cy="14757"/>
              </a:xfrm>
              <a:custGeom>
                <a:avLst/>
                <a:gdLst/>
                <a:ahLst/>
                <a:cxnLst>
                  <a:cxn ang="0">
                    <a:pos x="2" y="0"/>
                  </a:cxn>
                  <a:cxn ang="0">
                    <a:pos x="17" y="1"/>
                  </a:cxn>
                  <a:cxn ang="0">
                    <a:pos x="14" y="6"/>
                  </a:cxn>
                  <a:cxn ang="0">
                    <a:pos x="0" y="6"/>
                  </a:cxn>
                  <a:cxn ang="0">
                    <a:pos x="1" y="1"/>
                  </a:cxn>
                  <a:cxn ang="0">
                    <a:pos x="2" y="0"/>
                  </a:cxn>
                </a:cxnLst>
                <a:rect l="0" t="0" r="r" b="b"/>
                <a:pathLst>
                  <a:path w="17" h="6">
                    <a:moveTo>
                      <a:pt x="2" y="0"/>
                    </a:moveTo>
                    <a:lnTo>
                      <a:pt x="17" y="1"/>
                    </a:lnTo>
                    <a:lnTo>
                      <a:pt x="14"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6" name="Freeform 2112"/>
              <p:cNvSpPr>
                <a:spLocks/>
              </p:cNvSpPr>
              <p:nvPr/>
            </p:nvSpPr>
            <p:spPr bwMode="gray">
              <a:xfrm>
                <a:off x="6203477" y="5409208"/>
                <a:ext cx="42895" cy="15108"/>
              </a:xfrm>
              <a:custGeom>
                <a:avLst/>
                <a:gdLst/>
                <a:ahLst/>
                <a:cxnLst>
                  <a:cxn ang="0">
                    <a:pos x="2" y="0"/>
                  </a:cxn>
                  <a:cxn ang="0">
                    <a:pos x="18" y="0"/>
                  </a:cxn>
                  <a:cxn ang="0">
                    <a:pos x="15" y="5"/>
                  </a:cxn>
                  <a:cxn ang="0">
                    <a:pos x="0" y="5"/>
                  </a:cxn>
                  <a:cxn ang="0">
                    <a:pos x="1" y="1"/>
                  </a:cxn>
                  <a:cxn ang="0">
                    <a:pos x="2" y="0"/>
                  </a:cxn>
                </a:cxnLst>
                <a:rect l="0" t="0" r="r" b="b"/>
                <a:pathLst>
                  <a:path w="18" h="5">
                    <a:moveTo>
                      <a:pt x="2" y="0"/>
                    </a:moveTo>
                    <a:lnTo>
                      <a:pt x="18" y="0"/>
                    </a:lnTo>
                    <a:lnTo>
                      <a:pt x="15" y="5"/>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7" name="Freeform 2113"/>
              <p:cNvSpPr>
                <a:spLocks/>
              </p:cNvSpPr>
              <p:nvPr/>
            </p:nvSpPr>
            <p:spPr bwMode="gray">
              <a:xfrm>
                <a:off x="6254107" y="5384262"/>
                <a:ext cx="40433" cy="17568"/>
              </a:xfrm>
              <a:custGeom>
                <a:avLst/>
                <a:gdLst/>
                <a:ahLst/>
                <a:cxnLst>
                  <a:cxn ang="0">
                    <a:pos x="2" y="0"/>
                  </a:cxn>
                  <a:cxn ang="0">
                    <a:pos x="17" y="0"/>
                  </a:cxn>
                  <a:cxn ang="0">
                    <a:pos x="14" y="7"/>
                  </a:cxn>
                  <a:cxn ang="0">
                    <a:pos x="0" y="6"/>
                  </a:cxn>
                  <a:cxn ang="0">
                    <a:pos x="1" y="1"/>
                  </a:cxn>
                  <a:cxn ang="0">
                    <a:pos x="2" y="0"/>
                  </a:cxn>
                </a:cxnLst>
                <a:rect l="0" t="0" r="r" b="b"/>
                <a:pathLst>
                  <a:path w="17" h="7">
                    <a:moveTo>
                      <a:pt x="2" y="0"/>
                    </a:moveTo>
                    <a:lnTo>
                      <a:pt x="17" y="0"/>
                    </a:lnTo>
                    <a:lnTo>
                      <a:pt x="14"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28" name="Freeform 2114"/>
              <p:cNvSpPr>
                <a:spLocks/>
              </p:cNvSpPr>
              <p:nvPr/>
            </p:nvSpPr>
            <p:spPr bwMode="gray">
              <a:xfrm>
                <a:off x="6221408" y="5354398"/>
                <a:ext cx="42895" cy="15108"/>
              </a:xfrm>
              <a:custGeom>
                <a:avLst/>
                <a:gdLst/>
                <a:ahLst/>
                <a:cxnLst>
                  <a:cxn ang="0">
                    <a:pos x="3" y="0"/>
                  </a:cxn>
                  <a:cxn ang="0">
                    <a:pos x="19" y="1"/>
                  </a:cxn>
                  <a:cxn ang="0">
                    <a:pos x="16" y="6"/>
                  </a:cxn>
                  <a:cxn ang="0">
                    <a:pos x="0" y="6"/>
                  </a:cxn>
                  <a:cxn ang="0">
                    <a:pos x="2" y="1"/>
                  </a:cxn>
                  <a:cxn ang="0">
                    <a:pos x="3" y="0"/>
                  </a:cxn>
                </a:cxnLst>
                <a:rect l="0" t="0" r="r" b="b"/>
                <a:pathLst>
                  <a:path w="19" h="6">
                    <a:moveTo>
                      <a:pt x="3" y="0"/>
                    </a:moveTo>
                    <a:lnTo>
                      <a:pt x="19" y="1"/>
                    </a:lnTo>
                    <a:lnTo>
                      <a:pt x="16" y="6"/>
                    </a:lnTo>
                    <a:lnTo>
                      <a:pt x="0" y="6"/>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29" name="Freeform 2115"/>
              <p:cNvSpPr>
                <a:spLocks/>
              </p:cNvSpPr>
              <p:nvPr/>
            </p:nvSpPr>
            <p:spPr bwMode="gray">
              <a:xfrm>
                <a:off x="6460844" y="5344208"/>
                <a:ext cx="40433" cy="12649"/>
              </a:xfrm>
              <a:custGeom>
                <a:avLst/>
                <a:gdLst/>
                <a:ahLst/>
                <a:cxnLst>
                  <a:cxn ang="0">
                    <a:pos x="1" y="0"/>
                  </a:cxn>
                  <a:cxn ang="0">
                    <a:pos x="17" y="1"/>
                  </a:cxn>
                  <a:cxn ang="0">
                    <a:pos x="16" y="6"/>
                  </a:cxn>
                  <a:cxn ang="0">
                    <a:pos x="0" y="5"/>
                  </a:cxn>
                  <a:cxn ang="0">
                    <a:pos x="1" y="1"/>
                  </a:cxn>
                  <a:cxn ang="0">
                    <a:pos x="1" y="0"/>
                  </a:cxn>
                </a:cxnLst>
                <a:rect l="0" t="0" r="r" b="b"/>
                <a:pathLst>
                  <a:path w="17" h="6">
                    <a:moveTo>
                      <a:pt x="1" y="0"/>
                    </a:moveTo>
                    <a:lnTo>
                      <a:pt x="17" y="1"/>
                    </a:lnTo>
                    <a:lnTo>
                      <a:pt x="16"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30" name="Freeform 2116"/>
              <p:cNvSpPr>
                <a:spLocks/>
              </p:cNvSpPr>
              <p:nvPr/>
            </p:nvSpPr>
            <p:spPr bwMode="gray">
              <a:xfrm>
                <a:off x="6712938" y="5351938"/>
                <a:ext cx="42895" cy="14757"/>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31" name="Freeform 2117"/>
              <p:cNvSpPr>
                <a:spLocks/>
              </p:cNvSpPr>
              <p:nvPr/>
            </p:nvSpPr>
            <p:spPr bwMode="gray">
              <a:xfrm>
                <a:off x="6201016" y="5329452"/>
                <a:ext cx="45356" cy="14757"/>
              </a:xfrm>
              <a:custGeom>
                <a:avLst/>
                <a:gdLst/>
                <a:ahLst/>
                <a:cxnLst>
                  <a:cxn ang="0">
                    <a:pos x="2" y="0"/>
                  </a:cxn>
                  <a:cxn ang="0">
                    <a:pos x="19" y="1"/>
                  </a:cxn>
                  <a:cxn ang="0">
                    <a:pos x="16" y="6"/>
                  </a:cxn>
                  <a:cxn ang="0">
                    <a:pos x="0" y="5"/>
                  </a:cxn>
                  <a:cxn ang="0">
                    <a:pos x="2" y="1"/>
                  </a:cxn>
                  <a:cxn ang="0">
                    <a:pos x="2" y="0"/>
                  </a:cxn>
                </a:cxnLst>
                <a:rect l="0" t="0" r="r" b="b"/>
                <a:pathLst>
                  <a:path w="19" h="6">
                    <a:moveTo>
                      <a:pt x="2" y="0"/>
                    </a:moveTo>
                    <a:lnTo>
                      <a:pt x="19" y="1"/>
                    </a:lnTo>
                    <a:lnTo>
                      <a:pt x="16"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32" name="Freeform 2118"/>
              <p:cNvSpPr>
                <a:spLocks/>
              </p:cNvSpPr>
              <p:nvPr/>
            </p:nvSpPr>
            <p:spPr bwMode="gray">
              <a:xfrm>
                <a:off x="6095186" y="5426776"/>
                <a:ext cx="42895" cy="15108"/>
              </a:xfrm>
              <a:custGeom>
                <a:avLst/>
                <a:gdLst/>
                <a:ahLst/>
                <a:cxnLst>
                  <a:cxn ang="0">
                    <a:pos x="3" y="0"/>
                  </a:cxn>
                  <a:cxn ang="0">
                    <a:pos x="19" y="1"/>
                  </a:cxn>
                  <a:cxn ang="0">
                    <a:pos x="16" y="6"/>
                  </a:cxn>
                  <a:cxn ang="0">
                    <a:pos x="0" y="5"/>
                  </a:cxn>
                  <a:cxn ang="0">
                    <a:pos x="2" y="1"/>
                  </a:cxn>
                  <a:cxn ang="0">
                    <a:pos x="3" y="0"/>
                  </a:cxn>
                </a:cxnLst>
                <a:rect l="0" t="0" r="r" b="b"/>
                <a:pathLst>
                  <a:path w="19" h="6">
                    <a:moveTo>
                      <a:pt x="3" y="0"/>
                    </a:moveTo>
                    <a:lnTo>
                      <a:pt x="19" y="1"/>
                    </a:lnTo>
                    <a:lnTo>
                      <a:pt x="16"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33" name="Freeform 2119"/>
              <p:cNvSpPr>
                <a:spLocks/>
              </p:cNvSpPr>
              <p:nvPr/>
            </p:nvSpPr>
            <p:spPr bwMode="gray">
              <a:xfrm>
                <a:off x="6138080" y="5406749"/>
                <a:ext cx="42895" cy="15108"/>
              </a:xfrm>
              <a:custGeom>
                <a:avLst/>
                <a:gdLst/>
                <a:ahLst/>
                <a:cxnLst>
                  <a:cxn ang="0">
                    <a:pos x="3" y="0"/>
                  </a:cxn>
                  <a:cxn ang="0">
                    <a:pos x="18" y="0"/>
                  </a:cxn>
                  <a:cxn ang="0">
                    <a:pos x="15" y="6"/>
                  </a:cxn>
                  <a:cxn ang="0">
                    <a:pos x="0" y="5"/>
                  </a:cxn>
                  <a:cxn ang="0">
                    <a:pos x="2" y="0"/>
                  </a:cxn>
                  <a:cxn ang="0">
                    <a:pos x="3" y="0"/>
                  </a:cxn>
                </a:cxnLst>
                <a:rect l="0" t="0" r="r" b="b"/>
                <a:pathLst>
                  <a:path w="18" h="6">
                    <a:moveTo>
                      <a:pt x="3" y="0"/>
                    </a:moveTo>
                    <a:lnTo>
                      <a:pt x="18" y="0"/>
                    </a:lnTo>
                    <a:lnTo>
                      <a:pt x="15" y="6"/>
                    </a:lnTo>
                    <a:lnTo>
                      <a:pt x="0" y="5"/>
                    </a:lnTo>
                    <a:lnTo>
                      <a:pt x="2" y="0"/>
                    </a:lnTo>
                    <a:lnTo>
                      <a:pt x="3" y="0"/>
                    </a:lnTo>
                    <a:close/>
                  </a:path>
                </a:pathLst>
              </a:custGeom>
              <a:noFill/>
              <a:ln w="3175" cap="rnd" cmpd="sng">
                <a:solidFill>
                  <a:schemeClr val="bg2"/>
                </a:solidFill>
                <a:prstDash val="sysDot"/>
                <a:round/>
                <a:headEnd/>
                <a:tailEnd/>
              </a:ln>
            </p:spPr>
            <p:txBody>
              <a:bodyPr/>
              <a:lstStyle/>
              <a:p>
                <a:endParaRPr lang="en-US"/>
              </a:p>
            </p:txBody>
          </p:sp>
          <p:sp>
            <p:nvSpPr>
              <p:cNvPr id="634" name="Freeform 2120"/>
              <p:cNvSpPr>
                <a:spLocks/>
              </p:cNvSpPr>
              <p:nvPr/>
            </p:nvSpPr>
            <p:spPr bwMode="gray">
              <a:xfrm>
                <a:off x="6185897" y="5381803"/>
                <a:ext cx="45356" cy="15108"/>
              </a:xfrm>
              <a:custGeom>
                <a:avLst/>
                <a:gdLst/>
                <a:ahLst/>
                <a:cxnLst>
                  <a:cxn ang="0">
                    <a:pos x="3" y="0"/>
                  </a:cxn>
                  <a:cxn ang="0">
                    <a:pos x="19" y="0"/>
                  </a:cxn>
                  <a:cxn ang="0">
                    <a:pos x="15" y="6"/>
                  </a:cxn>
                  <a:cxn ang="0">
                    <a:pos x="0" y="5"/>
                  </a:cxn>
                  <a:cxn ang="0">
                    <a:pos x="2" y="1"/>
                  </a:cxn>
                  <a:cxn ang="0">
                    <a:pos x="3" y="0"/>
                  </a:cxn>
                </a:cxnLst>
                <a:rect l="0" t="0" r="r" b="b"/>
                <a:pathLst>
                  <a:path w="19" h="6">
                    <a:moveTo>
                      <a:pt x="3" y="0"/>
                    </a:moveTo>
                    <a:lnTo>
                      <a:pt x="19" y="0"/>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35" name="Freeform 2121"/>
              <p:cNvSpPr>
                <a:spLocks/>
              </p:cNvSpPr>
              <p:nvPr/>
            </p:nvSpPr>
            <p:spPr bwMode="gray">
              <a:xfrm>
                <a:off x="6160934" y="5349479"/>
                <a:ext cx="42543" cy="17216"/>
              </a:xfrm>
              <a:custGeom>
                <a:avLst/>
                <a:gdLst/>
                <a:ahLst/>
                <a:cxnLst>
                  <a:cxn ang="0">
                    <a:pos x="3" y="0"/>
                  </a:cxn>
                  <a:cxn ang="0">
                    <a:pos x="18" y="1"/>
                  </a:cxn>
                  <a:cxn ang="0">
                    <a:pos x="15" y="7"/>
                  </a:cxn>
                  <a:cxn ang="0">
                    <a:pos x="0" y="7"/>
                  </a:cxn>
                  <a:cxn ang="0">
                    <a:pos x="2" y="2"/>
                  </a:cxn>
                  <a:cxn ang="0">
                    <a:pos x="3" y="0"/>
                  </a:cxn>
                </a:cxnLst>
                <a:rect l="0" t="0" r="r" b="b"/>
                <a:pathLst>
                  <a:path w="18" h="7">
                    <a:moveTo>
                      <a:pt x="3" y="0"/>
                    </a:moveTo>
                    <a:lnTo>
                      <a:pt x="18" y="1"/>
                    </a:lnTo>
                    <a:lnTo>
                      <a:pt x="15" y="7"/>
                    </a:lnTo>
                    <a:lnTo>
                      <a:pt x="0" y="7"/>
                    </a:lnTo>
                    <a:lnTo>
                      <a:pt x="2" y="2"/>
                    </a:lnTo>
                    <a:lnTo>
                      <a:pt x="3" y="0"/>
                    </a:lnTo>
                    <a:close/>
                  </a:path>
                </a:pathLst>
              </a:custGeom>
              <a:noFill/>
              <a:ln w="3175" cap="rnd" cmpd="sng">
                <a:solidFill>
                  <a:schemeClr val="bg2"/>
                </a:solidFill>
                <a:prstDash val="sysDot"/>
                <a:round/>
                <a:headEnd/>
                <a:tailEnd/>
              </a:ln>
            </p:spPr>
            <p:txBody>
              <a:bodyPr/>
              <a:lstStyle/>
              <a:p>
                <a:endParaRPr lang="en-US"/>
              </a:p>
            </p:txBody>
          </p:sp>
          <p:sp>
            <p:nvSpPr>
              <p:cNvPr id="636" name="Freeform 2122"/>
              <p:cNvSpPr>
                <a:spLocks/>
              </p:cNvSpPr>
              <p:nvPr/>
            </p:nvSpPr>
            <p:spPr bwMode="gray">
              <a:xfrm>
                <a:off x="6400370" y="5339289"/>
                <a:ext cx="35159" cy="12649"/>
              </a:xfrm>
              <a:custGeom>
                <a:avLst/>
                <a:gdLst/>
                <a:ahLst/>
                <a:cxnLst>
                  <a:cxn ang="0">
                    <a:pos x="1" y="0"/>
                  </a:cxn>
                  <a:cxn ang="0">
                    <a:pos x="16" y="1"/>
                  </a:cxn>
                  <a:cxn ang="0">
                    <a:pos x="14" y="6"/>
                  </a:cxn>
                  <a:cxn ang="0">
                    <a:pos x="0" y="5"/>
                  </a:cxn>
                  <a:cxn ang="0">
                    <a:pos x="1" y="1"/>
                  </a:cxn>
                  <a:cxn ang="0">
                    <a:pos x="1" y="0"/>
                  </a:cxn>
                </a:cxnLst>
                <a:rect l="0" t="0" r="r" b="b"/>
                <a:pathLst>
                  <a:path w="16" h="6">
                    <a:moveTo>
                      <a:pt x="1" y="0"/>
                    </a:moveTo>
                    <a:lnTo>
                      <a:pt x="16" y="1"/>
                    </a:lnTo>
                    <a:lnTo>
                      <a:pt x="14"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37" name="Freeform 2123"/>
              <p:cNvSpPr>
                <a:spLocks/>
              </p:cNvSpPr>
              <p:nvPr/>
            </p:nvSpPr>
            <p:spPr bwMode="gray">
              <a:xfrm>
                <a:off x="6650002" y="5349479"/>
                <a:ext cx="40433" cy="17216"/>
              </a:xfrm>
              <a:custGeom>
                <a:avLst/>
                <a:gdLst/>
                <a:ahLst/>
                <a:cxnLst>
                  <a:cxn ang="0">
                    <a:pos x="2" y="0"/>
                  </a:cxn>
                  <a:cxn ang="0">
                    <a:pos x="18" y="1"/>
                  </a:cxn>
                  <a:cxn ang="0">
                    <a:pos x="16" y="6"/>
                  </a:cxn>
                  <a:cxn ang="0">
                    <a:pos x="0" y="5"/>
                  </a:cxn>
                  <a:cxn ang="0">
                    <a:pos x="2" y="1"/>
                  </a:cxn>
                  <a:cxn ang="0">
                    <a:pos x="2" y="0"/>
                  </a:cxn>
                </a:cxnLst>
                <a:rect l="0" t="0" r="r" b="b"/>
                <a:pathLst>
                  <a:path w="18" h="6">
                    <a:moveTo>
                      <a:pt x="2" y="0"/>
                    </a:moveTo>
                    <a:lnTo>
                      <a:pt x="18" y="1"/>
                    </a:lnTo>
                    <a:lnTo>
                      <a:pt x="16"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38" name="Freeform 2124"/>
              <p:cNvSpPr>
                <a:spLocks/>
              </p:cNvSpPr>
              <p:nvPr/>
            </p:nvSpPr>
            <p:spPr bwMode="gray">
              <a:xfrm>
                <a:off x="6138080" y="5324181"/>
                <a:ext cx="40433" cy="15108"/>
              </a:xfrm>
              <a:custGeom>
                <a:avLst/>
                <a:gdLst/>
                <a:ahLst/>
                <a:cxnLst>
                  <a:cxn ang="0">
                    <a:pos x="2" y="0"/>
                  </a:cxn>
                  <a:cxn ang="0">
                    <a:pos x="17" y="1"/>
                  </a:cxn>
                  <a:cxn ang="0">
                    <a:pos x="14" y="6"/>
                  </a:cxn>
                  <a:cxn ang="0">
                    <a:pos x="0" y="5"/>
                  </a:cxn>
                  <a:cxn ang="0">
                    <a:pos x="1" y="1"/>
                  </a:cxn>
                  <a:cxn ang="0">
                    <a:pos x="2" y="0"/>
                  </a:cxn>
                </a:cxnLst>
                <a:rect l="0" t="0" r="r" b="b"/>
                <a:pathLst>
                  <a:path w="17" h="6">
                    <a:moveTo>
                      <a:pt x="2" y="0"/>
                    </a:moveTo>
                    <a:lnTo>
                      <a:pt x="17" y="1"/>
                    </a:lnTo>
                    <a:lnTo>
                      <a:pt x="14"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39" name="Freeform 2125"/>
              <p:cNvSpPr>
                <a:spLocks/>
              </p:cNvSpPr>
              <p:nvPr/>
            </p:nvSpPr>
            <p:spPr bwMode="gray">
              <a:xfrm>
                <a:off x="6034711" y="5426776"/>
                <a:ext cx="42895" cy="12649"/>
              </a:xfrm>
              <a:custGeom>
                <a:avLst/>
                <a:gdLst/>
                <a:ahLst/>
                <a:cxnLst>
                  <a:cxn ang="0">
                    <a:pos x="2" y="0"/>
                  </a:cxn>
                  <a:cxn ang="0">
                    <a:pos x="18" y="1"/>
                  </a:cxn>
                  <a:cxn ang="0">
                    <a:pos x="15" y="6"/>
                  </a:cxn>
                  <a:cxn ang="0">
                    <a:pos x="0" y="5"/>
                  </a:cxn>
                  <a:cxn ang="0">
                    <a:pos x="1" y="1"/>
                  </a:cxn>
                  <a:cxn ang="0">
                    <a:pos x="2" y="0"/>
                  </a:cxn>
                </a:cxnLst>
                <a:rect l="0" t="0" r="r" b="b"/>
                <a:pathLst>
                  <a:path w="18" h="6">
                    <a:moveTo>
                      <a:pt x="2" y="0"/>
                    </a:moveTo>
                    <a:lnTo>
                      <a:pt x="18" y="1"/>
                    </a:lnTo>
                    <a:lnTo>
                      <a:pt x="15" y="6"/>
                    </a:lnTo>
                    <a:lnTo>
                      <a:pt x="0" y="5"/>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40" name="Freeform 2126"/>
              <p:cNvSpPr>
                <a:spLocks/>
              </p:cNvSpPr>
              <p:nvPr/>
            </p:nvSpPr>
            <p:spPr bwMode="gray">
              <a:xfrm>
                <a:off x="6080067" y="5404289"/>
                <a:ext cx="45356" cy="15108"/>
              </a:xfrm>
              <a:custGeom>
                <a:avLst/>
                <a:gdLst/>
                <a:ahLst/>
                <a:cxnLst>
                  <a:cxn ang="0">
                    <a:pos x="2" y="0"/>
                  </a:cxn>
                  <a:cxn ang="0">
                    <a:pos x="19" y="1"/>
                  </a:cxn>
                  <a:cxn ang="0">
                    <a:pos x="15" y="6"/>
                  </a:cxn>
                  <a:cxn ang="0">
                    <a:pos x="0" y="5"/>
                  </a:cxn>
                  <a:cxn ang="0">
                    <a:pos x="2" y="1"/>
                  </a:cxn>
                  <a:cxn ang="0">
                    <a:pos x="2" y="0"/>
                  </a:cxn>
                </a:cxnLst>
                <a:rect l="0" t="0" r="r" b="b"/>
                <a:pathLst>
                  <a:path w="19" h="6">
                    <a:moveTo>
                      <a:pt x="2" y="0"/>
                    </a:moveTo>
                    <a:lnTo>
                      <a:pt x="19" y="1"/>
                    </a:lnTo>
                    <a:lnTo>
                      <a:pt x="15"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41" name="Freeform 2127"/>
              <p:cNvSpPr>
                <a:spLocks/>
              </p:cNvSpPr>
              <p:nvPr/>
            </p:nvSpPr>
            <p:spPr bwMode="gray">
              <a:xfrm>
                <a:off x="6127884" y="5379343"/>
                <a:ext cx="45356" cy="15108"/>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42" name="Freeform 2128"/>
              <p:cNvSpPr>
                <a:spLocks/>
              </p:cNvSpPr>
              <p:nvPr/>
            </p:nvSpPr>
            <p:spPr bwMode="gray">
              <a:xfrm>
                <a:off x="6102921" y="5349479"/>
                <a:ext cx="37621" cy="17216"/>
              </a:xfrm>
              <a:custGeom>
                <a:avLst/>
                <a:gdLst/>
                <a:ahLst/>
                <a:cxnLst>
                  <a:cxn ang="0">
                    <a:pos x="2" y="0"/>
                  </a:cxn>
                  <a:cxn ang="0">
                    <a:pos x="17" y="1"/>
                  </a:cxn>
                  <a:cxn ang="0">
                    <a:pos x="14" y="6"/>
                  </a:cxn>
                  <a:cxn ang="0">
                    <a:pos x="0" y="5"/>
                  </a:cxn>
                  <a:cxn ang="0">
                    <a:pos x="2" y="1"/>
                  </a:cxn>
                  <a:cxn ang="0">
                    <a:pos x="2" y="0"/>
                  </a:cxn>
                </a:cxnLst>
                <a:rect l="0" t="0" r="r" b="b"/>
                <a:pathLst>
                  <a:path w="17" h="6">
                    <a:moveTo>
                      <a:pt x="2" y="0"/>
                    </a:moveTo>
                    <a:lnTo>
                      <a:pt x="17" y="1"/>
                    </a:lnTo>
                    <a:lnTo>
                      <a:pt x="14"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43" name="Freeform 2129"/>
              <p:cNvSpPr>
                <a:spLocks/>
              </p:cNvSpPr>
              <p:nvPr/>
            </p:nvSpPr>
            <p:spPr bwMode="gray">
              <a:xfrm>
                <a:off x="6337435" y="5334371"/>
                <a:ext cx="42895" cy="15108"/>
              </a:xfrm>
              <a:custGeom>
                <a:avLst/>
                <a:gdLst/>
                <a:ahLst/>
                <a:cxnLst>
                  <a:cxn ang="0">
                    <a:pos x="1" y="0"/>
                  </a:cxn>
                  <a:cxn ang="0">
                    <a:pos x="18" y="1"/>
                  </a:cxn>
                  <a:cxn ang="0">
                    <a:pos x="16" y="6"/>
                  </a:cxn>
                  <a:cxn ang="0">
                    <a:pos x="0" y="5"/>
                  </a:cxn>
                  <a:cxn ang="0">
                    <a:pos x="1" y="1"/>
                  </a:cxn>
                  <a:cxn ang="0">
                    <a:pos x="1" y="0"/>
                  </a:cxn>
                </a:cxnLst>
                <a:rect l="0" t="0" r="r" b="b"/>
                <a:pathLst>
                  <a:path w="18" h="6">
                    <a:moveTo>
                      <a:pt x="1" y="0"/>
                    </a:moveTo>
                    <a:lnTo>
                      <a:pt x="18" y="1"/>
                    </a:lnTo>
                    <a:lnTo>
                      <a:pt x="16" y="6"/>
                    </a:lnTo>
                    <a:lnTo>
                      <a:pt x="0" y="5"/>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44" name="Freeform 2130"/>
              <p:cNvSpPr>
                <a:spLocks/>
              </p:cNvSpPr>
              <p:nvPr/>
            </p:nvSpPr>
            <p:spPr bwMode="gray">
              <a:xfrm>
                <a:off x="6589528" y="5346668"/>
                <a:ext cx="42895" cy="12649"/>
              </a:xfrm>
              <a:custGeom>
                <a:avLst/>
                <a:gdLst/>
                <a:ahLst/>
                <a:cxnLst>
                  <a:cxn ang="0">
                    <a:pos x="2" y="0"/>
                  </a:cxn>
                  <a:cxn ang="0">
                    <a:pos x="18" y="1"/>
                  </a:cxn>
                  <a:cxn ang="0">
                    <a:pos x="15" y="6"/>
                  </a:cxn>
                  <a:cxn ang="0">
                    <a:pos x="0" y="6"/>
                  </a:cxn>
                  <a:cxn ang="0">
                    <a:pos x="1" y="1"/>
                  </a:cxn>
                  <a:cxn ang="0">
                    <a:pos x="2" y="0"/>
                  </a:cxn>
                </a:cxnLst>
                <a:rect l="0" t="0" r="r" b="b"/>
                <a:pathLst>
                  <a:path w="18" h="6">
                    <a:moveTo>
                      <a:pt x="2" y="0"/>
                    </a:moveTo>
                    <a:lnTo>
                      <a:pt x="18" y="1"/>
                    </a:lnTo>
                    <a:lnTo>
                      <a:pt x="15" y="6"/>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45" name="Freeform 2131"/>
              <p:cNvSpPr>
                <a:spLocks/>
              </p:cNvSpPr>
              <p:nvPr/>
            </p:nvSpPr>
            <p:spPr bwMode="gray">
              <a:xfrm>
                <a:off x="6077606" y="5321722"/>
                <a:ext cx="45356" cy="10189"/>
              </a:xfrm>
              <a:custGeom>
                <a:avLst/>
                <a:gdLst/>
                <a:ahLst/>
                <a:cxnLst>
                  <a:cxn ang="0">
                    <a:pos x="3" y="0"/>
                  </a:cxn>
                  <a:cxn ang="0">
                    <a:pos x="19" y="1"/>
                  </a:cxn>
                  <a:cxn ang="0">
                    <a:pos x="15" y="6"/>
                  </a:cxn>
                  <a:cxn ang="0">
                    <a:pos x="0" y="6"/>
                  </a:cxn>
                  <a:cxn ang="0">
                    <a:pos x="2" y="1"/>
                  </a:cxn>
                  <a:cxn ang="0">
                    <a:pos x="3" y="0"/>
                  </a:cxn>
                </a:cxnLst>
                <a:rect l="0" t="0" r="r" b="b"/>
                <a:pathLst>
                  <a:path w="19" h="6">
                    <a:moveTo>
                      <a:pt x="3" y="0"/>
                    </a:moveTo>
                    <a:lnTo>
                      <a:pt x="19" y="1"/>
                    </a:lnTo>
                    <a:lnTo>
                      <a:pt x="15" y="6"/>
                    </a:lnTo>
                    <a:lnTo>
                      <a:pt x="0" y="6"/>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46" name="Freeform 2132"/>
              <p:cNvSpPr>
                <a:spLocks/>
              </p:cNvSpPr>
              <p:nvPr/>
            </p:nvSpPr>
            <p:spPr bwMode="gray">
              <a:xfrm>
                <a:off x="5979159" y="5424316"/>
                <a:ext cx="40433" cy="15108"/>
              </a:xfrm>
              <a:custGeom>
                <a:avLst/>
                <a:gdLst/>
                <a:ahLst/>
                <a:cxnLst>
                  <a:cxn ang="0">
                    <a:pos x="2" y="0"/>
                  </a:cxn>
                  <a:cxn ang="0">
                    <a:pos x="17" y="1"/>
                  </a:cxn>
                  <a:cxn ang="0">
                    <a:pos x="14" y="7"/>
                  </a:cxn>
                  <a:cxn ang="0">
                    <a:pos x="0" y="6"/>
                  </a:cxn>
                  <a:cxn ang="0">
                    <a:pos x="2" y="1"/>
                  </a:cxn>
                  <a:cxn ang="0">
                    <a:pos x="2" y="0"/>
                  </a:cxn>
                </a:cxnLst>
                <a:rect l="0" t="0" r="r" b="b"/>
                <a:pathLst>
                  <a:path w="17" h="7">
                    <a:moveTo>
                      <a:pt x="2" y="0"/>
                    </a:moveTo>
                    <a:lnTo>
                      <a:pt x="17" y="1"/>
                    </a:lnTo>
                    <a:lnTo>
                      <a:pt x="14"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47" name="Freeform 2133"/>
              <p:cNvSpPr>
                <a:spLocks/>
              </p:cNvSpPr>
              <p:nvPr/>
            </p:nvSpPr>
            <p:spPr bwMode="gray">
              <a:xfrm>
                <a:off x="6022054" y="5401830"/>
                <a:ext cx="42895" cy="15108"/>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48" name="Freeform 2134"/>
              <p:cNvSpPr>
                <a:spLocks/>
              </p:cNvSpPr>
              <p:nvPr/>
            </p:nvSpPr>
            <p:spPr bwMode="gray">
              <a:xfrm>
                <a:off x="6069871" y="5374425"/>
                <a:ext cx="42895" cy="17568"/>
              </a:xfrm>
              <a:custGeom>
                <a:avLst/>
                <a:gdLst/>
                <a:ahLst/>
                <a:cxnLst>
                  <a:cxn ang="0">
                    <a:pos x="2" y="0"/>
                  </a:cxn>
                  <a:cxn ang="0">
                    <a:pos x="19" y="1"/>
                  </a:cxn>
                  <a:cxn ang="0">
                    <a:pos x="15" y="7"/>
                  </a:cxn>
                  <a:cxn ang="0">
                    <a:pos x="0" y="6"/>
                  </a:cxn>
                  <a:cxn ang="0">
                    <a:pos x="1" y="1"/>
                  </a:cxn>
                  <a:cxn ang="0">
                    <a:pos x="2" y="0"/>
                  </a:cxn>
                </a:cxnLst>
                <a:rect l="0" t="0" r="r" b="b"/>
                <a:pathLst>
                  <a:path w="19" h="7">
                    <a:moveTo>
                      <a:pt x="2" y="0"/>
                    </a:moveTo>
                    <a:lnTo>
                      <a:pt x="19" y="1"/>
                    </a:lnTo>
                    <a:lnTo>
                      <a:pt x="15" y="7"/>
                    </a:lnTo>
                    <a:lnTo>
                      <a:pt x="0" y="6"/>
                    </a:lnTo>
                    <a:lnTo>
                      <a:pt x="1" y="1"/>
                    </a:lnTo>
                    <a:lnTo>
                      <a:pt x="2" y="0"/>
                    </a:lnTo>
                    <a:close/>
                  </a:path>
                </a:pathLst>
              </a:custGeom>
              <a:noFill/>
              <a:ln w="3175" cap="rnd" cmpd="sng">
                <a:solidFill>
                  <a:schemeClr val="bg2"/>
                </a:solidFill>
                <a:prstDash val="sysDot"/>
                <a:round/>
                <a:headEnd/>
                <a:tailEnd/>
              </a:ln>
            </p:spPr>
            <p:txBody>
              <a:bodyPr/>
              <a:lstStyle/>
              <a:p>
                <a:endParaRPr lang="en-US"/>
              </a:p>
            </p:txBody>
          </p:sp>
          <p:sp>
            <p:nvSpPr>
              <p:cNvPr id="649" name="Freeform 2135"/>
              <p:cNvSpPr>
                <a:spLocks/>
              </p:cNvSpPr>
              <p:nvPr/>
            </p:nvSpPr>
            <p:spPr bwMode="gray">
              <a:xfrm>
                <a:off x="6039634" y="5349479"/>
                <a:ext cx="45356" cy="14757"/>
              </a:xfrm>
              <a:custGeom>
                <a:avLst/>
                <a:gdLst/>
                <a:ahLst/>
                <a:cxnLst>
                  <a:cxn ang="0">
                    <a:pos x="3" y="0"/>
                  </a:cxn>
                  <a:cxn ang="0">
                    <a:pos x="19" y="1"/>
                  </a:cxn>
                  <a:cxn ang="0">
                    <a:pos x="16" y="6"/>
                  </a:cxn>
                  <a:cxn ang="0">
                    <a:pos x="0" y="5"/>
                  </a:cxn>
                  <a:cxn ang="0">
                    <a:pos x="3" y="1"/>
                  </a:cxn>
                  <a:cxn ang="0">
                    <a:pos x="3" y="0"/>
                  </a:cxn>
                </a:cxnLst>
                <a:rect l="0" t="0" r="r" b="b"/>
                <a:pathLst>
                  <a:path w="19" h="6">
                    <a:moveTo>
                      <a:pt x="3" y="0"/>
                    </a:moveTo>
                    <a:lnTo>
                      <a:pt x="19" y="1"/>
                    </a:lnTo>
                    <a:lnTo>
                      <a:pt x="16" y="6"/>
                    </a:lnTo>
                    <a:lnTo>
                      <a:pt x="0" y="5"/>
                    </a:lnTo>
                    <a:lnTo>
                      <a:pt x="3" y="1"/>
                    </a:lnTo>
                    <a:lnTo>
                      <a:pt x="3" y="0"/>
                    </a:lnTo>
                    <a:close/>
                  </a:path>
                </a:pathLst>
              </a:custGeom>
              <a:noFill/>
              <a:ln w="3175" cap="rnd" cmpd="sng">
                <a:solidFill>
                  <a:schemeClr val="bg2"/>
                </a:solidFill>
                <a:prstDash val="sysDot"/>
                <a:round/>
                <a:headEnd/>
                <a:tailEnd/>
              </a:ln>
            </p:spPr>
            <p:txBody>
              <a:bodyPr/>
              <a:lstStyle/>
              <a:p>
                <a:endParaRPr lang="en-US"/>
              </a:p>
            </p:txBody>
          </p:sp>
          <p:sp>
            <p:nvSpPr>
              <p:cNvPr id="650" name="Freeform 2136"/>
              <p:cNvSpPr>
                <a:spLocks/>
              </p:cNvSpPr>
              <p:nvPr/>
            </p:nvSpPr>
            <p:spPr bwMode="gray">
              <a:xfrm>
                <a:off x="5858211" y="5394452"/>
                <a:ext cx="80515" cy="14757"/>
              </a:xfrm>
              <a:custGeom>
                <a:avLst/>
                <a:gdLst/>
                <a:ahLst/>
                <a:cxnLst>
                  <a:cxn ang="0">
                    <a:pos x="3" y="0"/>
                  </a:cxn>
                  <a:cxn ang="0">
                    <a:pos x="34" y="1"/>
                  </a:cxn>
                  <a:cxn ang="0">
                    <a:pos x="32" y="7"/>
                  </a:cxn>
                  <a:cxn ang="0">
                    <a:pos x="0" y="5"/>
                  </a:cxn>
                  <a:cxn ang="0">
                    <a:pos x="2" y="1"/>
                  </a:cxn>
                  <a:cxn ang="0">
                    <a:pos x="3" y="0"/>
                  </a:cxn>
                </a:cxnLst>
                <a:rect l="0" t="0" r="r" b="b"/>
                <a:pathLst>
                  <a:path w="34" h="7">
                    <a:moveTo>
                      <a:pt x="3" y="0"/>
                    </a:moveTo>
                    <a:lnTo>
                      <a:pt x="34" y="1"/>
                    </a:lnTo>
                    <a:lnTo>
                      <a:pt x="32" y="7"/>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51" name="Freeform 2137"/>
              <p:cNvSpPr>
                <a:spLocks/>
              </p:cNvSpPr>
              <p:nvPr/>
            </p:nvSpPr>
            <p:spPr bwMode="gray">
              <a:xfrm>
                <a:off x="5845553" y="5419398"/>
                <a:ext cx="111104" cy="12649"/>
              </a:xfrm>
              <a:custGeom>
                <a:avLst/>
                <a:gdLst/>
                <a:ahLst/>
                <a:cxnLst>
                  <a:cxn ang="0">
                    <a:pos x="3" y="0"/>
                  </a:cxn>
                  <a:cxn ang="0">
                    <a:pos x="47" y="1"/>
                  </a:cxn>
                  <a:cxn ang="0">
                    <a:pos x="45" y="6"/>
                  </a:cxn>
                  <a:cxn ang="0">
                    <a:pos x="0" y="4"/>
                  </a:cxn>
                  <a:cxn ang="0">
                    <a:pos x="2" y="1"/>
                  </a:cxn>
                  <a:cxn ang="0">
                    <a:pos x="3" y="0"/>
                  </a:cxn>
                </a:cxnLst>
                <a:rect l="0" t="0" r="r" b="b"/>
                <a:pathLst>
                  <a:path w="47" h="6">
                    <a:moveTo>
                      <a:pt x="3" y="0"/>
                    </a:moveTo>
                    <a:lnTo>
                      <a:pt x="47" y="1"/>
                    </a:lnTo>
                    <a:lnTo>
                      <a:pt x="45" y="6"/>
                    </a:lnTo>
                    <a:lnTo>
                      <a:pt x="0" y="4"/>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52" name="Freeform 2138"/>
              <p:cNvSpPr>
                <a:spLocks/>
              </p:cNvSpPr>
              <p:nvPr/>
            </p:nvSpPr>
            <p:spPr bwMode="gray">
              <a:xfrm>
                <a:off x="5873329" y="5371965"/>
                <a:ext cx="75593" cy="12297"/>
              </a:xfrm>
              <a:custGeom>
                <a:avLst/>
                <a:gdLst/>
                <a:ahLst/>
                <a:cxnLst>
                  <a:cxn ang="0">
                    <a:pos x="3" y="0"/>
                  </a:cxn>
                  <a:cxn ang="0">
                    <a:pos x="31" y="1"/>
                  </a:cxn>
                  <a:cxn ang="0">
                    <a:pos x="29" y="6"/>
                  </a:cxn>
                  <a:cxn ang="0">
                    <a:pos x="0" y="5"/>
                  </a:cxn>
                  <a:cxn ang="0">
                    <a:pos x="2" y="1"/>
                  </a:cxn>
                  <a:cxn ang="0">
                    <a:pos x="3" y="0"/>
                  </a:cxn>
                </a:cxnLst>
                <a:rect l="0" t="0" r="r" b="b"/>
                <a:pathLst>
                  <a:path w="31" h="6">
                    <a:moveTo>
                      <a:pt x="3" y="0"/>
                    </a:moveTo>
                    <a:lnTo>
                      <a:pt x="31" y="1"/>
                    </a:lnTo>
                    <a:lnTo>
                      <a:pt x="29"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53" name="Freeform 2139"/>
              <p:cNvSpPr>
                <a:spLocks/>
              </p:cNvSpPr>
              <p:nvPr/>
            </p:nvSpPr>
            <p:spPr bwMode="gray">
              <a:xfrm>
                <a:off x="6281883" y="5331911"/>
                <a:ext cx="40433" cy="17568"/>
              </a:xfrm>
              <a:custGeom>
                <a:avLst/>
                <a:gdLst/>
                <a:ahLst/>
                <a:cxnLst>
                  <a:cxn ang="0">
                    <a:pos x="1" y="0"/>
                  </a:cxn>
                  <a:cxn ang="0">
                    <a:pos x="17" y="0"/>
                  </a:cxn>
                  <a:cxn ang="0">
                    <a:pos x="15" y="7"/>
                  </a:cxn>
                  <a:cxn ang="0">
                    <a:pos x="0" y="6"/>
                  </a:cxn>
                  <a:cxn ang="0">
                    <a:pos x="1" y="1"/>
                  </a:cxn>
                  <a:cxn ang="0">
                    <a:pos x="1" y="0"/>
                  </a:cxn>
                </a:cxnLst>
                <a:rect l="0" t="0" r="r" b="b"/>
                <a:pathLst>
                  <a:path w="17" h="7">
                    <a:moveTo>
                      <a:pt x="1" y="0"/>
                    </a:moveTo>
                    <a:lnTo>
                      <a:pt x="17" y="0"/>
                    </a:lnTo>
                    <a:lnTo>
                      <a:pt x="15" y="7"/>
                    </a:lnTo>
                    <a:lnTo>
                      <a:pt x="0" y="6"/>
                    </a:lnTo>
                    <a:lnTo>
                      <a:pt x="1" y="1"/>
                    </a:lnTo>
                    <a:lnTo>
                      <a:pt x="1" y="0"/>
                    </a:lnTo>
                    <a:close/>
                  </a:path>
                </a:pathLst>
              </a:custGeom>
              <a:noFill/>
              <a:ln w="3175" cap="rnd" cmpd="sng">
                <a:solidFill>
                  <a:schemeClr val="bg2"/>
                </a:solidFill>
                <a:prstDash val="sysDot"/>
                <a:round/>
                <a:headEnd/>
                <a:tailEnd/>
              </a:ln>
            </p:spPr>
            <p:txBody>
              <a:bodyPr/>
              <a:lstStyle/>
              <a:p>
                <a:endParaRPr lang="en-US"/>
              </a:p>
            </p:txBody>
          </p:sp>
          <p:sp>
            <p:nvSpPr>
              <p:cNvPr id="654" name="Freeform 2140"/>
              <p:cNvSpPr>
                <a:spLocks/>
              </p:cNvSpPr>
              <p:nvPr/>
            </p:nvSpPr>
            <p:spPr bwMode="gray">
              <a:xfrm>
                <a:off x="6529054" y="5344208"/>
                <a:ext cx="42895" cy="12649"/>
              </a:xfrm>
              <a:custGeom>
                <a:avLst/>
                <a:gdLst/>
                <a:ahLst/>
                <a:cxnLst>
                  <a:cxn ang="0">
                    <a:pos x="3" y="0"/>
                  </a:cxn>
                  <a:cxn ang="0">
                    <a:pos x="18" y="1"/>
                  </a:cxn>
                  <a:cxn ang="0">
                    <a:pos x="16" y="6"/>
                  </a:cxn>
                  <a:cxn ang="0">
                    <a:pos x="0" y="5"/>
                  </a:cxn>
                  <a:cxn ang="0">
                    <a:pos x="2" y="1"/>
                  </a:cxn>
                  <a:cxn ang="0">
                    <a:pos x="3" y="0"/>
                  </a:cxn>
                </a:cxnLst>
                <a:rect l="0" t="0" r="r" b="b"/>
                <a:pathLst>
                  <a:path w="18" h="6">
                    <a:moveTo>
                      <a:pt x="3" y="0"/>
                    </a:moveTo>
                    <a:lnTo>
                      <a:pt x="18" y="1"/>
                    </a:lnTo>
                    <a:lnTo>
                      <a:pt x="16"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55" name="Freeform 2141"/>
              <p:cNvSpPr>
                <a:spLocks/>
              </p:cNvSpPr>
              <p:nvPr/>
            </p:nvSpPr>
            <p:spPr bwMode="gray">
              <a:xfrm>
                <a:off x="6019593" y="5319262"/>
                <a:ext cx="42895" cy="12649"/>
              </a:xfrm>
              <a:custGeom>
                <a:avLst/>
                <a:gdLst/>
                <a:ahLst/>
                <a:cxnLst>
                  <a:cxn ang="0">
                    <a:pos x="2" y="0"/>
                  </a:cxn>
                  <a:cxn ang="0">
                    <a:pos x="19" y="1"/>
                  </a:cxn>
                  <a:cxn ang="0">
                    <a:pos x="15" y="6"/>
                  </a:cxn>
                  <a:cxn ang="0">
                    <a:pos x="0" y="5"/>
                  </a:cxn>
                  <a:cxn ang="0">
                    <a:pos x="2" y="1"/>
                  </a:cxn>
                  <a:cxn ang="0">
                    <a:pos x="2" y="0"/>
                  </a:cxn>
                </a:cxnLst>
                <a:rect l="0" t="0" r="r" b="b"/>
                <a:pathLst>
                  <a:path w="19" h="6">
                    <a:moveTo>
                      <a:pt x="2" y="0"/>
                    </a:moveTo>
                    <a:lnTo>
                      <a:pt x="19" y="1"/>
                    </a:lnTo>
                    <a:lnTo>
                      <a:pt x="15"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56" name="Freeform 2142"/>
              <p:cNvSpPr>
                <a:spLocks/>
              </p:cNvSpPr>
              <p:nvPr/>
            </p:nvSpPr>
            <p:spPr bwMode="gray">
              <a:xfrm>
                <a:off x="5964041" y="5396911"/>
                <a:ext cx="45356" cy="12297"/>
              </a:xfrm>
              <a:custGeom>
                <a:avLst/>
                <a:gdLst/>
                <a:ahLst/>
                <a:cxnLst>
                  <a:cxn ang="0">
                    <a:pos x="2" y="0"/>
                  </a:cxn>
                  <a:cxn ang="0">
                    <a:pos x="18" y="0"/>
                  </a:cxn>
                  <a:cxn ang="0">
                    <a:pos x="15" y="6"/>
                  </a:cxn>
                  <a:cxn ang="0">
                    <a:pos x="0" y="4"/>
                  </a:cxn>
                  <a:cxn ang="0">
                    <a:pos x="2" y="1"/>
                  </a:cxn>
                  <a:cxn ang="0">
                    <a:pos x="2" y="0"/>
                  </a:cxn>
                </a:cxnLst>
                <a:rect l="0" t="0" r="r" b="b"/>
                <a:pathLst>
                  <a:path w="18" h="6">
                    <a:moveTo>
                      <a:pt x="2" y="0"/>
                    </a:moveTo>
                    <a:lnTo>
                      <a:pt x="18" y="0"/>
                    </a:lnTo>
                    <a:lnTo>
                      <a:pt x="15" y="6"/>
                    </a:lnTo>
                    <a:lnTo>
                      <a:pt x="0" y="4"/>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57" name="Freeform 2143"/>
              <p:cNvSpPr>
                <a:spLocks/>
              </p:cNvSpPr>
              <p:nvPr/>
            </p:nvSpPr>
            <p:spPr bwMode="gray">
              <a:xfrm>
                <a:off x="5964041" y="5369506"/>
                <a:ext cx="45356" cy="14757"/>
              </a:xfrm>
              <a:custGeom>
                <a:avLst/>
                <a:gdLst/>
                <a:ahLst/>
                <a:cxnLst>
                  <a:cxn ang="0">
                    <a:pos x="3" y="0"/>
                  </a:cxn>
                  <a:cxn ang="0">
                    <a:pos x="19" y="1"/>
                  </a:cxn>
                  <a:cxn ang="0">
                    <a:pos x="15" y="7"/>
                  </a:cxn>
                  <a:cxn ang="0">
                    <a:pos x="0" y="5"/>
                  </a:cxn>
                  <a:cxn ang="0">
                    <a:pos x="2" y="1"/>
                  </a:cxn>
                  <a:cxn ang="0">
                    <a:pos x="3" y="0"/>
                  </a:cxn>
                </a:cxnLst>
                <a:rect l="0" t="0" r="r" b="b"/>
                <a:pathLst>
                  <a:path w="19" h="7">
                    <a:moveTo>
                      <a:pt x="3" y="0"/>
                    </a:moveTo>
                    <a:lnTo>
                      <a:pt x="19" y="1"/>
                    </a:lnTo>
                    <a:lnTo>
                      <a:pt x="15" y="7"/>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58" name="Freeform 2144"/>
              <p:cNvSpPr>
                <a:spLocks/>
              </p:cNvSpPr>
              <p:nvPr/>
            </p:nvSpPr>
            <p:spPr bwMode="gray">
              <a:xfrm>
                <a:off x="6024515" y="5371965"/>
                <a:ext cx="40433" cy="17568"/>
              </a:xfrm>
              <a:custGeom>
                <a:avLst/>
                <a:gdLst/>
                <a:ahLst/>
                <a:cxnLst>
                  <a:cxn ang="0">
                    <a:pos x="2" y="0"/>
                  </a:cxn>
                  <a:cxn ang="0">
                    <a:pos x="18" y="1"/>
                  </a:cxn>
                  <a:cxn ang="0">
                    <a:pos x="15" y="7"/>
                  </a:cxn>
                  <a:cxn ang="0">
                    <a:pos x="0" y="6"/>
                  </a:cxn>
                  <a:cxn ang="0">
                    <a:pos x="2" y="1"/>
                  </a:cxn>
                  <a:cxn ang="0">
                    <a:pos x="2" y="0"/>
                  </a:cxn>
                </a:cxnLst>
                <a:rect l="0" t="0" r="r" b="b"/>
                <a:pathLst>
                  <a:path w="18" h="7">
                    <a:moveTo>
                      <a:pt x="2" y="0"/>
                    </a:moveTo>
                    <a:lnTo>
                      <a:pt x="18" y="1"/>
                    </a:lnTo>
                    <a:lnTo>
                      <a:pt x="15" y="7"/>
                    </a:lnTo>
                    <a:lnTo>
                      <a:pt x="0" y="6"/>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59" name="Freeform 2145"/>
              <p:cNvSpPr>
                <a:spLocks/>
              </p:cNvSpPr>
              <p:nvPr/>
            </p:nvSpPr>
            <p:spPr bwMode="gray">
              <a:xfrm>
                <a:off x="5994278" y="5349479"/>
                <a:ext cx="37972" cy="17216"/>
              </a:xfrm>
              <a:custGeom>
                <a:avLst/>
                <a:gdLst/>
                <a:ahLst/>
                <a:cxnLst>
                  <a:cxn ang="0">
                    <a:pos x="2" y="0"/>
                  </a:cxn>
                  <a:cxn ang="0">
                    <a:pos x="17" y="0"/>
                  </a:cxn>
                  <a:cxn ang="0">
                    <a:pos x="14" y="6"/>
                  </a:cxn>
                  <a:cxn ang="0">
                    <a:pos x="0" y="5"/>
                  </a:cxn>
                  <a:cxn ang="0">
                    <a:pos x="2" y="1"/>
                  </a:cxn>
                  <a:cxn ang="0">
                    <a:pos x="2" y="0"/>
                  </a:cxn>
                </a:cxnLst>
                <a:rect l="0" t="0" r="r" b="b"/>
                <a:pathLst>
                  <a:path w="17" h="6">
                    <a:moveTo>
                      <a:pt x="2" y="0"/>
                    </a:moveTo>
                    <a:lnTo>
                      <a:pt x="17" y="0"/>
                    </a:lnTo>
                    <a:lnTo>
                      <a:pt x="14" y="6"/>
                    </a:lnTo>
                    <a:lnTo>
                      <a:pt x="0" y="5"/>
                    </a:lnTo>
                    <a:lnTo>
                      <a:pt x="2" y="1"/>
                    </a:lnTo>
                    <a:lnTo>
                      <a:pt x="2" y="0"/>
                    </a:lnTo>
                    <a:close/>
                  </a:path>
                </a:pathLst>
              </a:custGeom>
              <a:noFill/>
              <a:ln w="3175" cap="rnd" cmpd="sng">
                <a:solidFill>
                  <a:schemeClr val="bg2"/>
                </a:solidFill>
                <a:prstDash val="sysDot"/>
                <a:round/>
                <a:headEnd/>
                <a:tailEnd/>
              </a:ln>
            </p:spPr>
            <p:txBody>
              <a:bodyPr/>
              <a:lstStyle/>
              <a:p>
                <a:endParaRPr lang="en-US"/>
              </a:p>
            </p:txBody>
          </p:sp>
          <p:sp>
            <p:nvSpPr>
              <p:cNvPr id="660" name="Freeform 2146"/>
              <p:cNvSpPr>
                <a:spLocks/>
              </p:cNvSpPr>
              <p:nvPr/>
            </p:nvSpPr>
            <p:spPr bwMode="gray">
              <a:xfrm>
                <a:off x="5948922" y="5344208"/>
                <a:ext cx="45356" cy="12649"/>
              </a:xfrm>
              <a:custGeom>
                <a:avLst/>
                <a:gdLst/>
                <a:ahLst/>
                <a:cxnLst>
                  <a:cxn ang="0">
                    <a:pos x="3" y="0"/>
                  </a:cxn>
                  <a:cxn ang="0">
                    <a:pos x="19" y="1"/>
                  </a:cxn>
                  <a:cxn ang="0">
                    <a:pos x="15" y="6"/>
                  </a:cxn>
                  <a:cxn ang="0">
                    <a:pos x="0" y="5"/>
                  </a:cxn>
                  <a:cxn ang="0">
                    <a:pos x="2" y="1"/>
                  </a:cxn>
                  <a:cxn ang="0">
                    <a:pos x="3" y="0"/>
                  </a:cxn>
                </a:cxnLst>
                <a:rect l="0" t="0" r="r" b="b"/>
                <a:pathLst>
                  <a:path w="19" h="6">
                    <a:moveTo>
                      <a:pt x="3" y="0"/>
                    </a:moveTo>
                    <a:lnTo>
                      <a:pt x="19" y="1"/>
                    </a:lnTo>
                    <a:lnTo>
                      <a:pt x="15"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61" name="Freeform 2147"/>
              <p:cNvSpPr>
                <a:spLocks/>
              </p:cNvSpPr>
              <p:nvPr/>
            </p:nvSpPr>
            <p:spPr bwMode="gray">
              <a:xfrm>
                <a:off x="5898644" y="5344208"/>
                <a:ext cx="40082" cy="12649"/>
              </a:xfrm>
              <a:custGeom>
                <a:avLst/>
                <a:gdLst/>
                <a:ahLst/>
                <a:cxnLst>
                  <a:cxn ang="0">
                    <a:pos x="3" y="0"/>
                  </a:cxn>
                  <a:cxn ang="0">
                    <a:pos x="18" y="1"/>
                  </a:cxn>
                  <a:cxn ang="0">
                    <a:pos x="14" y="6"/>
                  </a:cxn>
                  <a:cxn ang="0">
                    <a:pos x="0" y="5"/>
                  </a:cxn>
                  <a:cxn ang="0">
                    <a:pos x="2" y="1"/>
                  </a:cxn>
                  <a:cxn ang="0">
                    <a:pos x="3" y="0"/>
                  </a:cxn>
                </a:cxnLst>
                <a:rect l="0" t="0" r="r" b="b"/>
                <a:pathLst>
                  <a:path w="18" h="6">
                    <a:moveTo>
                      <a:pt x="3" y="0"/>
                    </a:moveTo>
                    <a:lnTo>
                      <a:pt x="18" y="1"/>
                    </a:lnTo>
                    <a:lnTo>
                      <a:pt x="14" y="6"/>
                    </a:lnTo>
                    <a:lnTo>
                      <a:pt x="0" y="5"/>
                    </a:lnTo>
                    <a:lnTo>
                      <a:pt x="2" y="1"/>
                    </a:lnTo>
                    <a:lnTo>
                      <a:pt x="3" y="0"/>
                    </a:lnTo>
                    <a:close/>
                  </a:path>
                </a:pathLst>
              </a:custGeom>
              <a:noFill/>
              <a:ln w="3175" cap="rnd" cmpd="sng">
                <a:solidFill>
                  <a:schemeClr val="bg2"/>
                </a:solidFill>
                <a:prstDash val="sysDot"/>
                <a:round/>
                <a:headEnd/>
                <a:tailEnd/>
              </a:ln>
            </p:spPr>
            <p:txBody>
              <a:bodyPr/>
              <a:lstStyle/>
              <a:p>
                <a:endParaRPr lang="en-US"/>
              </a:p>
            </p:txBody>
          </p:sp>
          <p:sp>
            <p:nvSpPr>
              <p:cNvPr id="662" name="Freeform 2148"/>
              <p:cNvSpPr>
                <a:spLocks/>
              </p:cNvSpPr>
              <p:nvPr/>
            </p:nvSpPr>
            <p:spPr bwMode="gray">
              <a:xfrm>
                <a:off x="6544172" y="5451722"/>
                <a:ext cx="12657" cy="20027"/>
              </a:xfrm>
              <a:custGeom>
                <a:avLst/>
                <a:gdLst/>
                <a:ahLst/>
                <a:cxnLst>
                  <a:cxn ang="0">
                    <a:pos x="3" y="0"/>
                  </a:cxn>
                  <a:cxn ang="0">
                    <a:pos x="0" y="6"/>
                  </a:cxn>
                  <a:cxn ang="0">
                    <a:pos x="3" y="9"/>
                  </a:cxn>
                  <a:cxn ang="0">
                    <a:pos x="5" y="2"/>
                  </a:cxn>
                  <a:cxn ang="0">
                    <a:pos x="3" y="0"/>
                  </a:cxn>
                </a:cxnLst>
                <a:rect l="0" t="0" r="r" b="b"/>
                <a:pathLst>
                  <a:path w="5" h="9">
                    <a:moveTo>
                      <a:pt x="3" y="0"/>
                    </a:moveTo>
                    <a:lnTo>
                      <a:pt x="0" y="6"/>
                    </a:lnTo>
                    <a:lnTo>
                      <a:pt x="3"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663" name="Freeform 2149"/>
              <p:cNvSpPr>
                <a:spLocks/>
              </p:cNvSpPr>
              <p:nvPr/>
            </p:nvSpPr>
            <p:spPr bwMode="gray">
              <a:xfrm>
                <a:off x="6594450" y="5426776"/>
                <a:ext cx="7735"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64" name="Freeform 2150"/>
              <p:cNvSpPr>
                <a:spLocks/>
              </p:cNvSpPr>
              <p:nvPr/>
            </p:nvSpPr>
            <p:spPr bwMode="gray">
              <a:xfrm>
                <a:off x="6639806" y="5404289"/>
                <a:ext cx="7735" cy="20027"/>
              </a:xfrm>
              <a:custGeom>
                <a:avLst/>
                <a:gdLst/>
                <a:ahLst/>
                <a:cxnLst>
                  <a:cxn ang="0">
                    <a:pos x="1" y="0"/>
                  </a:cxn>
                  <a:cxn ang="0">
                    <a:pos x="0" y="5"/>
                  </a:cxn>
                  <a:cxn ang="0">
                    <a:pos x="1" y="8"/>
                  </a:cxn>
                  <a:cxn ang="0">
                    <a:pos x="3" y="1"/>
                  </a:cxn>
                  <a:cxn ang="0">
                    <a:pos x="1" y="0"/>
                  </a:cxn>
                </a:cxnLst>
                <a:rect l="0" t="0" r="r" b="b"/>
                <a:pathLst>
                  <a:path w="3" h="8">
                    <a:moveTo>
                      <a:pt x="1" y="0"/>
                    </a:moveTo>
                    <a:lnTo>
                      <a:pt x="0" y="5"/>
                    </a:lnTo>
                    <a:lnTo>
                      <a:pt x="1" y="8"/>
                    </a:lnTo>
                    <a:lnTo>
                      <a:pt x="3" y="1"/>
                    </a:lnTo>
                    <a:lnTo>
                      <a:pt x="1" y="0"/>
                    </a:lnTo>
                    <a:close/>
                  </a:path>
                </a:pathLst>
              </a:custGeom>
              <a:noFill/>
              <a:ln w="3175" cap="rnd" cmpd="sng">
                <a:solidFill>
                  <a:schemeClr val="bg2"/>
                </a:solidFill>
                <a:prstDash val="sysDot"/>
                <a:round/>
                <a:headEnd/>
                <a:tailEnd/>
              </a:ln>
            </p:spPr>
            <p:txBody>
              <a:bodyPr/>
              <a:lstStyle/>
              <a:p>
                <a:endParaRPr lang="en-US"/>
              </a:p>
            </p:txBody>
          </p:sp>
          <p:sp>
            <p:nvSpPr>
              <p:cNvPr id="665" name="Freeform 2151"/>
              <p:cNvSpPr>
                <a:spLocks/>
              </p:cNvSpPr>
              <p:nvPr/>
            </p:nvSpPr>
            <p:spPr bwMode="gray">
              <a:xfrm>
                <a:off x="6612030" y="5374425"/>
                <a:ext cx="7735" cy="22486"/>
              </a:xfrm>
              <a:custGeom>
                <a:avLst/>
                <a:gdLst/>
                <a:ahLst/>
                <a:cxnLst>
                  <a:cxn ang="0">
                    <a:pos x="1" y="0"/>
                  </a:cxn>
                  <a:cxn ang="0">
                    <a:pos x="0" y="6"/>
                  </a:cxn>
                  <a:cxn ang="0">
                    <a:pos x="1" y="10"/>
                  </a:cxn>
                  <a:cxn ang="0">
                    <a:pos x="3" y="3"/>
                  </a:cxn>
                  <a:cxn ang="0">
                    <a:pos x="1" y="0"/>
                  </a:cxn>
                </a:cxnLst>
                <a:rect l="0" t="0" r="r" b="b"/>
                <a:pathLst>
                  <a:path w="3" h="10">
                    <a:moveTo>
                      <a:pt x="1" y="0"/>
                    </a:moveTo>
                    <a:lnTo>
                      <a:pt x="0" y="6"/>
                    </a:lnTo>
                    <a:lnTo>
                      <a:pt x="1" y="10"/>
                    </a:lnTo>
                    <a:lnTo>
                      <a:pt x="3" y="3"/>
                    </a:lnTo>
                    <a:lnTo>
                      <a:pt x="1" y="0"/>
                    </a:lnTo>
                    <a:close/>
                  </a:path>
                </a:pathLst>
              </a:custGeom>
              <a:noFill/>
              <a:ln w="3175" cap="rnd" cmpd="sng">
                <a:solidFill>
                  <a:schemeClr val="bg2"/>
                </a:solidFill>
                <a:prstDash val="sysDot"/>
                <a:round/>
                <a:headEnd/>
                <a:tailEnd/>
              </a:ln>
            </p:spPr>
            <p:txBody>
              <a:bodyPr/>
              <a:lstStyle/>
              <a:p>
                <a:endParaRPr lang="en-US"/>
              </a:p>
            </p:txBody>
          </p:sp>
          <p:sp>
            <p:nvSpPr>
              <p:cNvPr id="666" name="Freeform 2152"/>
              <p:cNvSpPr>
                <a:spLocks/>
              </p:cNvSpPr>
              <p:nvPr/>
            </p:nvSpPr>
            <p:spPr bwMode="gray">
              <a:xfrm>
                <a:off x="6735792" y="5381803"/>
                <a:ext cx="15119" cy="20027"/>
              </a:xfrm>
              <a:custGeom>
                <a:avLst/>
                <a:gdLst/>
                <a:ahLst/>
                <a:cxnLst>
                  <a:cxn ang="0">
                    <a:pos x="1" y="0"/>
                  </a:cxn>
                  <a:cxn ang="0">
                    <a:pos x="0" y="5"/>
                  </a:cxn>
                  <a:cxn ang="0">
                    <a:pos x="4" y="9"/>
                  </a:cxn>
                  <a:cxn ang="0">
                    <a:pos x="6" y="2"/>
                  </a:cxn>
                  <a:cxn ang="0">
                    <a:pos x="1" y="0"/>
                  </a:cxn>
                </a:cxnLst>
                <a:rect l="0" t="0" r="r" b="b"/>
                <a:pathLst>
                  <a:path w="6" h="9">
                    <a:moveTo>
                      <a:pt x="1" y="0"/>
                    </a:moveTo>
                    <a:lnTo>
                      <a:pt x="0" y="5"/>
                    </a:lnTo>
                    <a:lnTo>
                      <a:pt x="4" y="9"/>
                    </a:lnTo>
                    <a:lnTo>
                      <a:pt x="6" y="2"/>
                    </a:lnTo>
                    <a:lnTo>
                      <a:pt x="1" y="0"/>
                    </a:lnTo>
                    <a:close/>
                  </a:path>
                </a:pathLst>
              </a:custGeom>
              <a:noFill/>
              <a:ln w="3175" cap="rnd" cmpd="sng">
                <a:solidFill>
                  <a:schemeClr val="bg2"/>
                </a:solidFill>
                <a:prstDash val="sysDot"/>
                <a:round/>
                <a:headEnd/>
                <a:tailEnd/>
              </a:ln>
            </p:spPr>
            <p:txBody>
              <a:bodyPr/>
              <a:lstStyle/>
              <a:p>
                <a:endParaRPr lang="en-US"/>
              </a:p>
            </p:txBody>
          </p:sp>
          <p:sp>
            <p:nvSpPr>
              <p:cNvPr id="667" name="Freeform 2153"/>
              <p:cNvSpPr>
                <a:spLocks/>
              </p:cNvSpPr>
              <p:nvPr/>
            </p:nvSpPr>
            <p:spPr bwMode="gray">
              <a:xfrm>
                <a:off x="6491082" y="5449262"/>
                <a:ext cx="7735" cy="22486"/>
              </a:xfrm>
              <a:custGeom>
                <a:avLst/>
                <a:gdLst/>
                <a:ahLst/>
                <a:cxnLst>
                  <a:cxn ang="0">
                    <a:pos x="1" y="0"/>
                  </a:cxn>
                  <a:cxn ang="0">
                    <a:pos x="0" y="6"/>
                  </a:cxn>
                  <a:cxn ang="0">
                    <a:pos x="1" y="9"/>
                  </a:cxn>
                  <a:cxn ang="0">
                    <a:pos x="3" y="1"/>
                  </a:cxn>
                  <a:cxn ang="0">
                    <a:pos x="1" y="0"/>
                  </a:cxn>
                </a:cxnLst>
                <a:rect l="0" t="0" r="r" b="b"/>
                <a:pathLst>
                  <a:path w="3" h="9">
                    <a:moveTo>
                      <a:pt x="1" y="0"/>
                    </a:moveTo>
                    <a:lnTo>
                      <a:pt x="0" y="6"/>
                    </a:lnTo>
                    <a:lnTo>
                      <a:pt x="1" y="9"/>
                    </a:lnTo>
                    <a:lnTo>
                      <a:pt x="3" y="1"/>
                    </a:lnTo>
                    <a:lnTo>
                      <a:pt x="1" y="0"/>
                    </a:lnTo>
                    <a:close/>
                  </a:path>
                </a:pathLst>
              </a:custGeom>
              <a:noFill/>
              <a:ln w="3175" cap="rnd" cmpd="sng">
                <a:solidFill>
                  <a:schemeClr val="bg2"/>
                </a:solidFill>
                <a:prstDash val="sysDot"/>
                <a:round/>
                <a:headEnd/>
                <a:tailEnd/>
              </a:ln>
            </p:spPr>
            <p:txBody>
              <a:bodyPr/>
              <a:lstStyle/>
              <a:p>
                <a:endParaRPr lang="en-US"/>
              </a:p>
            </p:txBody>
          </p:sp>
          <p:sp>
            <p:nvSpPr>
              <p:cNvPr id="668" name="Freeform 2154"/>
              <p:cNvSpPr>
                <a:spLocks/>
              </p:cNvSpPr>
              <p:nvPr/>
            </p:nvSpPr>
            <p:spPr bwMode="gray">
              <a:xfrm>
                <a:off x="6536437" y="5426776"/>
                <a:ext cx="7735" cy="20027"/>
              </a:xfrm>
              <a:custGeom>
                <a:avLst/>
                <a:gdLst/>
                <a:ahLst/>
                <a:cxnLst>
                  <a:cxn ang="0">
                    <a:pos x="2" y="0"/>
                  </a:cxn>
                  <a:cxn ang="0">
                    <a:pos x="0" y="5"/>
                  </a:cxn>
                  <a:cxn ang="0">
                    <a:pos x="2" y="9"/>
                  </a:cxn>
                  <a:cxn ang="0">
                    <a:pos x="3" y="2"/>
                  </a:cxn>
                  <a:cxn ang="0">
                    <a:pos x="2" y="0"/>
                  </a:cxn>
                </a:cxnLst>
                <a:rect l="0" t="0" r="r" b="b"/>
                <a:pathLst>
                  <a:path w="3" h="9">
                    <a:moveTo>
                      <a:pt x="2" y="0"/>
                    </a:moveTo>
                    <a:lnTo>
                      <a:pt x="0" y="5"/>
                    </a:lnTo>
                    <a:lnTo>
                      <a:pt x="2"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69" name="Freeform 2155"/>
              <p:cNvSpPr>
                <a:spLocks/>
              </p:cNvSpPr>
              <p:nvPr/>
            </p:nvSpPr>
            <p:spPr bwMode="gray">
              <a:xfrm>
                <a:off x="6584606" y="5401830"/>
                <a:ext cx="9845" cy="20027"/>
              </a:xfrm>
              <a:custGeom>
                <a:avLst/>
                <a:gdLst/>
                <a:ahLst/>
                <a:cxnLst>
                  <a:cxn ang="0">
                    <a:pos x="1" y="0"/>
                  </a:cxn>
                  <a:cxn ang="0">
                    <a:pos x="0" y="5"/>
                  </a:cxn>
                  <a:cxn ang="0">
                    <a:pos x="1" y="8"/>
                  </a:cxn>
                  <a:cxn ang="0">
                    <a:pos x="4" y="2"/>
                  </a:cxn>
                  <a:cxn ang="0">
                    <a:pos x="1" y="0"/>
                  </a:cxn>
                </a:cxnLst>
                <a:rect l="0" t="0" r="r" b="b"/>
                <a:pathLst>
                  <a:path w="4" h="8">
                    <a:moveTo>
                      <a:pt x="1" y="0"/>
                    </a:moveTo>
                    <a:lnTo>
                      <a:pt x="0" y="5"/>
                    </a:lnTo>
                    <a:lnTo>
                      <a:pt x="1" y="8"/>
                    </a:lnTo>
                    <a:lnTo>
                      <a:pt x="4" y="2"/>
                    </a:lnTo>
                    <a:lnTo>
                      <a:pt x="1" y="0"/>
                    </a:lnTo>
                    <a:close/>
                  </a:path>
                </a:pathLst>
              </a:custGeom>
              <a:noFill/>
              <a:ln w="3175" cap="rnd" cmpd="sng">
                <a:solidFill>
                  <a:schemeClr val="bg2"/>
                </a:solidFill>
                <a:prstDash val="sysDot"/>
                <a:round/>
                <a:headEnd/>
                <a:tailEnd/>
              </a:ln>
            </p:spPr>
            <p:txBody>
              <a:bodyPr/>
              <a:lstStyle/>
              <a:p>
                <a:endParaRPr lang="en-US"/>
              </a:p>
            </p:txBody>
          </p:sp>
          <p:sp>
            <p:nvSpPr>
              <p:cNvPr id="670" name="Freeform 2156"/>
              <p:cNvSpPr>
                <a:spLocks/>
              </p:cNvSpPr>
              <p:nvPr/>
            </p:nvSpPr>
            <p:spPr bwMode="gray">
              <a:xfrm>
                <a:off x="6556830" y="5371965"/>
                <a:ext cx="4922" cy="22486"/>
              </a:xfrm>
              <a:custGeom>
                <a:avLst/>
                <a:gdLst/>
                <a:ahLst/>
                <a:cxnLst>
                  <a:cxn ang="0">
                    <a:pos x="1" y="0"/>
                  </a:cxn>
                  <a:cxn ang="0">
                    <a:pos x="0" y="6"/>
                  </a:cxn>
                  <a:cxn ang="0">
                    <a:pos x="0" y="9"/>
                  </a:cxn>
                  <a:cxn ang="0">
                    <a:pos x="2" y="1"/>
                  </a:cxn>
                  <a:cxn ang="0">
                    <a:pos x="1" y="0"/>
                  </a:cxn>
                </a:cxnLst>
                <a:rect l="0" t="0" r="r" b="b"/>
                <a:pathLst>
                  <a:path w="2" h="9">
                    <a:moveTo>
                      <a:pt x="1" y="0"/>
                    </a:moveTo>
                    <a:lnTo>
                      <a:pt x="0" y="6"/>
                    </a:lnTo>
                    <a:lnTo>
                      <a:pt x="0" y="9"/>
                    </a:lnTo>
                    <a:lnTo>
                      <a:pt x="2" y="1"/>
                    </a:lnTo>
                    <a:lnTo>
                      <a:pt x="1" y="0"/>
                    </a:lnTo>
                    <a:close/>
                  </a:path>
                </a:pathLst>
              </a:custGeom>
              <a:noFill/>
              <a:ln w="3175" cap="rnd" cmpd="sng">
                <a:solidFill>
                  <a:schemeClr val="bg2"/>
                </a:solidFill>
                <a:prstDash val="sysDot"/>
                <a:round/>
                <a:headEnd/>
                <a:tailEnd/>
              </a:ln>
            </p:spPr>
            <p:txBody>
              <a:bodyPr/>
              <a:lstStyle/>
              <a:p>
                <a:endParaRPr lang="en-US"/>
              </a:p>
            </p:txBody>
          </p:sp>
          <p:sp>
            <p:nvSpPr>
              <p:cNvPr id="671" name="Freeform 2157"/>
              <p:cNvSpPr>
                <a:spLocks/>
              </p:cNvSpPr>
              <p:nvPr/>
            </p:nvSpPr>
            <p:spPr bwMode="gray">
              <a:xfrm>
                <a:off x="6728057" y="5409208"/>
                <a:ext cx="7735" cy="20027"/>
              </a:xfrm>
              <a:custGeom>
                <a:avLst/>
                <a:gdLst/>
                <a:ahLst/>
                <a:cxnLst>
                  <a:cxn ang="0">
                    <a:pos x="1" y="0"/>
                  </a:cxn>
                  <a:cxn ang="0">
                    <a:pos x="0" y="5"/>
                  </a:cxn>
                  <a:cxn ang="0">
                    <a:pos x="2" y="9"/>
                  </a:cxn>
                  <a:cxn ang="0">
                    <a:pos x="3" y="2"/>
                  </a:cxn>
                  <a:cxn ang="0">
                    <a:pos x="1" y="0"/>
                  </a:cxn>
                </a:cxnLst>
                <a:rect l="0" t="0" r="r" b="b"/>
                <a:pathLst>
                  <a:path w="3" h="9">
                    <a:moveTo>
                      <a:pt x="1" y="0"/>
                    </a:moveTo>
                    <a:lnTo>
                      <a:pt x="0" y="5"/>
                    </a:lnTo>
                    <a:lnTo>
                      <a:pt x="2"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72" name="Freeform 2158"/>
              <p:cNvSpPr>
                <a:spLocks/>
              </p:cNvSpPr>
              <p:nvPr/>
            </p:nvSpPr>
            <p:spPr bwMode="gray">
              <a:xfrm>
                <a:off x="5959118" y="5316803"/>
                <a:ext cx="9845" cy="17568"/>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673" name="Freeform 2159"/>
              <p:cNvSpPr>
                <a:spLocks/>
              </p:cNvSpPr>
              <p:nvPr/>
            </p:nvSpPr>
            <p:spPr bwMode="gray">
              <a:xfrm>
                <a:off x="6428146" y="5446803"/>
                <a:ext cx="4922" cy="20027"/>
              </a:xfrm>
              <a:custGeom>
                <a:avLst/>
                <a:gdLst/>
                <a:ahLst/>
                <a:cxnLst>
                  <a:cxn ang="0">
                    <a:pos x="2" y="0"/>
                  </a:cxn>
                  <a:cxn ang="0">
                    <a:pos x="0" y="5"/>
                  </a:cxn>
                  <a:cxn ang="0">
                    <a:pos x="1" y="8"/>
                  </a:cxn>
                  <a:cxn ang="0">
                    <a:pos x="3" y="2"/>
                  </a:cxn>
                  <a:cxn ang="0">
                    <a:pos x="2" y="0"/>
                  </a:cxn>
                </a:cxnLst>
                <a:rect l="0" t="0" r="r" b="b"/>
                <a:pathLst>
                  <a:path w="3" h="8">
                    <a:moveTo>
                      <a:pt x="2" y="0"/>
                    </a:moveTo>
                    <a:lnTo>
                      <a:pt x="0" y="5"/>
                    </a:lnTo>
                    <a:lnTo>
                      <a:pt x="1" y="8"/>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74" name="Freeform 2160"/>
              <p:cNvSpPr>
                <a:spLocks/>
              </p:cNvSpPr>
              <p:nvPr/>
            </p:nvSpPr>
            <p:spPr bwMode="gray">
              <a:xfrm>
                <a:off x="6473502" y="5421857"/>
                <a:ext cx="4922" cy="20027"/>
              </a:xfrm>
              <a:custGeom>
                <a:avLst/>
                <a:gdLst/>
                <a:ahLst/>
                <a:cxnLst>
                  <a:cxn ang="0">
                    <a:pos x="1" y="0"/>
                  </a:cxn>
                  <a:cxn ang="0">
                    <a:pos x="0" y="6"/>
                  </a:cxn>
                  <a:cxn ang="0">
                    <a:pos x="0" y="9"/>
                  </a:cxn>
                  <a:cxn ang="0">
                    <a:pos x="3" y="2"/>
                  </a:cxn>
                  <a:cxn ang="0">
                    <a:pos x="1" y="0"/>
                  </a:cxn>
                </a:cxnLst>
                <a:rect l="0" t="0" r="r" b="b"/>
                <a:pathLst>
                  <a:path w="3" h="9">
                    <a:moveTo>
                      <a:pt x="1" y="0"/>
                    </a:moveTo>
                    <a:lnTo>
                      <a:pt x="0" y="6"/>
                    </a:lnTo>
                    <a:lnTo>
                      <a:pt x="0"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75" name="Freeform 2161"/>
              <p:cNvSpPr>
                <a:spLocks/>
              </p:cNvSpPr>
              <p:nvPr/>
            </p:nvSpPr>
            <p:spPr bwMode="gray">
              <a:xfrm>
                <a:off x="6521319" y="5396911"/>
                <a:ext cx="5274" cy="22486"/>
              </a:xfrm>
              <a:custGeom>
                <a:avLst/>
                <a:gdLst/>
                <a:ahLst/>
                <a:cxnLst>
                  <a:cxn ang="0">
                    <a:pos x="1" y="0"/>
                  </a:cxn>
                  <a:cxn ang="0">
                    <a:pos x="0" y="6"/>
                  </a:cxn>
                  <a:cxn ang="0">
                    <a:pos x="1" y="9"/>
                  </a:cxn>
                  <a:cxn ang="0">
                    <a:pos x="3" y="2"/>
                  </a:cxn>
                  <a:cxn ang="0">
                    <a:pos x="1" y="0"/>
                  </a:cxn>
                </a:cxnLst>
                <a:rect l="0" t="0" r="r" b="b"/>
                <a:pathLst>
                  <a:path w="3" h="9">
                    <a:moveTo>
                      <a:pt x="1" y="0"/>
                    </a:moveTo>
                    <a:lnTo>
                      <a:pt x="0" y="6"/>
                    </a:lnTo>
                    <a:lnTo>
                      <a:pt x="1"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76" name="Freeform 2162"/>
              <p:cNvSpPr>
                <a:spLocks/>
              </p:cNvSpPr>
              <p:nvPr/>
            </p:nvSpPr>
            <p:spPr bwMode="gray">
              <a:xfrm>
                <a:off x="6491082" y="5369506"/>
                <a:ext cx="7735" cy="20027"/>
              </a:xfrm>
              <a:custGeom>
                <a:avLst/>
                <a:gdLst/>
                <a:ahLst/>
                <a:cxnLst>
                  <a:cxn ang="0">
                    <a:pos x="1" y="0"/>
                  </a:cxn>
                  <a:cxn ang="0">
                    <a:pos x="0" y="5"/>
                  </a:cxn>
                  <a:cxn ang="0">
                    <a:pos x="1" y="8"/>
                  </a:cxn>
                  <a:cxn ang="0">
                    <a:pos x="3" y="2"/>
                  </a:cxn>
                  <a:cxn ang="0">
                    <a:pos x="1" y="0"/>
                  </a:cxn>
                </a:cxnLst>
                <a:rect l="0" t="0" r="r" b="b"/>
                <a:pathLst>
                  <a:path w="3" h="8">
                    <a:moveTo>
                      <a:pt x="1" y="0"/>
                    </a:moveTo>
                    <a:lnTo>
                      <a:pt x="0" y="5"/>
                    </a:lnTo>
                    <a:lnTo>
                      <a:pt x="1" y="8"/>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77" name="Freeform 2163"/>
              <p:cNvSpPr>
                <a:spLocks/>
              </p:cNvSpPr>
              <p:nvPr/>
            </p:nvSpPr>
            <p:spPr bwMode="gray">
              <a:xfrm>
                <a:off x="6370133" y="5441884"/>
                <a:ext cx="4922"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78" name="Freeform 2164"/>
              <p:cNvSpPr>
                <a:spLocks/>
              </p:cNvSpPr>
              <p:nvPr/>
            </p:nvSpPr>
            <p:spPr bwMode="gray">
              <a:xfrm>
                <a:off x="6413028" y="5421857"/>
                <a:ext cx="7383" cy="17568"/>
              </a:xfrm>
              <a:custGeom>
                <a:avLst/>
                <a:gdLst/>
                <a:ahLst/>
                <a:cxnLst>
                  <a:cxn ang="0">
                    <a:pos x="2" y="0"/>
                  </a:cxn>
                  <a:cxn ang="0">
                    <a:pos x="0" y="6"/>
                  </a:cxn>
                  <a:cxn ang="0">
                    <a:pos x="0" y="8"/>
                  </a:cxn>
                  <a:cxn ang="0">
                    <a:pos x="3" y="1"/>
                  </a:cxn>
                  <a:cxn ang="0">
                    <a:pos x="2" y="0"/>
                  </a:cxn>
                </a:cxnLst>
                <a:rect l="0" t="0" r="r" b="b"/>
                <a:pathLst>
                  <a:path w="3" h="8">
                    <a:moveTo>
                      <a:pt x="2" y="0"/>
                    </a:moveTo>
                    <a:lnTo>
                      <a:pt x="0" y="6"/>
                    </a:lnTo>
                    <a:lnTo>
                      <a:pt x="0" y="8"/>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679" name="Freeform 2165"/>
              <p:cNvSpPr>
                <a:spLocks/>
              </p:cNvSpPr>
              <p:nvPr/>
            </p:nvSpPr>
            <p:spPr bwMode="gray">
              <a:xfrm>
                <a:off x="6460844" y="5394452"/>
                <a:ext cx="10196" cy="22486"/>
              </a:xfrm>
              <a:custGeom>
                <a:avLst/>
                <a:gdLst/>
                <a:ahLst/>
                <a:cxnLst>
                  <a:cxn ang="0">
                    <a:pos x="2" y="0"/>
                  </a:cxn>
                  <a:cxn ang="0">
                    <a:pos x="0" y="5"/>
                  </a:cxn>
                  <a:cxn ang="0">
                    <a:pos x="0" y="9"/>
                  </a:cxn>
                  <a:cxn ang="0">
                    <a:pos x="4" y="2"/>
                  </a:cxn>
                  <a:cxn ang="0">
                    <a:pos x="2" y="0"/>
                  </a:cxn>
                </a:cxnLst>
                <a:rect l="0" t="0" r="r" b="b"/>
                <a:pathLst>
                  <a:path w="4" h="9">
                    <a:moveTo>
                      <a:pt x="2" y="0"/>
                    </a:moveTo>
                    <a:lnTo>
                      <a:pt x="0" y="5"/>
                    </a:lnTo>
                    <a:lnTo>
                      <a:pt x="0" y="9"/>
                    </a:lnTo>
                    <a:lnTo>
                      <a:pt x="4" y="2"/>
                    </a:lnTo>
                    <a:lnTo>
                      <a:pt x="2" y="0"/>
                    </a:lnTo>
                    <a:close/>
                  </a:path>
                </a:pathLst>
              </a:custGeom>
              <a:noFill/>
              <a:ln w="3175" cap="rnd" cmpd="sng">
                <a:solidFill>
                  <a:schemeClr val="bg2"/>
                </a:solidFill>
                <a:prstDash val="sysDot"/>
                <a:round/>
                <a:headEnd/>
                <a:tailEnd/>
              </a:ln>
            </p:spPr>
            <p:txBody>
              <a:bodyPr/>
              <a:lstStyle/>
              <a:p>
                <a:endParaRPr lang="en-US"/>
              </a:p>
            </p:txBody>
          </p:sp>
          <p:sp>
            <p:nvSpPr>
              <p:cNvPr id="680" name="Freeform 2166"/>
              <p:cNvSpPr>
                <a:spLocks/>
              </p:cNvSpPr>
              <p:nvPr/>
            </p:nvSpPr>
            <p:spPr bwMode="gray">
              <a:xfrm>
                <a:off x="6433068" y="5366695"/>
                <a:ext cx="5274" cy="17568"/>
              </a:xfrm>
              <a:custGeom>
                <a:avLst/>
                <a:gdLst/>
                <a:ahLst/>
                <a:cxnLst>
                  <a:cxn ang="0">
                    <a:pos x="1" y="0"/>
                  </a:cxn>
                  <a:cxn ang="0">
                    <a:pos x="0" y="5"/>
                  </a:cxn>
                  <a:cxn ang="0">
                    <a:pos x="0" y="8"/>
                  </a:cxn>
                  <a:cxn ang="0">
                    <a:pos x="2" y="2"/>
                  </a:cxn>
                  <a:cxn ang="0">
                    <a:pos x="1" y="0"/>
                  </a:cxn>
                </a:cxnLst>
                <a:rect l="0" t="0" r="r" b="b"/>
                <a:pathLst>
                  <a:path w="2" h="8">
                    <a:moveTo>
                      <a:pt x="1" y="0"/>
                    </a:moveTo>
                    <a:lnTo>
                      <a:pt x="0" y="5"/>
                    </a:lnTo>
                    <a:lnTo>
                      <a:pt x="0" y="8"/>
                    </a:lnTo>
                    <a:lnTo>
                      <a:pt x="2" y="2"/>
                    </a:lnTo>
                    <a:lnTo>
                      <a:pt x="1" y="0"/>
                    </a:lnTo>
                    <a:close/>
                  </a:path>
                </a:pathLst>
              </a:custGeom>
              <a:noFill/>
              <a:ln w="3175" cap="rnd" cmpd="sng">
                <a:solidFill>
                  <a:schemeClr val="bg2"/>
                </a:solidFill>
                <a:prstDash val="sysDot"/>
                <a:round/>
                <a:headEnd/>
                <a:tailEnd/>
              </a:ln>
            </p:spPr>
            <p:txBody>
              <a:bodyPr/>
              <a:lstStyle/>
              <a:p>
                <a:endParaRPr lang="en-US"/>
              </a:p>
            </p:txBody>
          </p:sp>
          <p:sp>
            <p:nvSpPr>
              <p:cNvPr id="681" name="Freeform 2167"/>
              <p:cNvSpPr>
                <a:spLocks/>
              </p:cNvSpPr>
              <p:nvPr/>
            </p:nvSpPr>
            <p:spPr bwMode="gray">
              <a:xfrm>
                <a:off x="7053633" y="5474560"/>
                <a:ext cx="4922" cy="22486"/>
              </a:xfrm>
              <a:custGeom>
                <a:avLst/>
                <a:gdLst/>
                <a:ahLst/>
                <a:cxnLst>
                  <a:cxn ang="0">
                    <a:pos x="2" y="0"/>
                  </a:cxn>
                  <a:cxn ang="0">
                    <a:pos x="0" y="5"/>
                  </a:cxn>
                  <a:cxn ang="0">
                    <a:pos x="0" y="9"/>
                  </a:cxn>
                  <a:cxn ang="0">
                    <a:pos x="3" y="2"/>
                  </a:cxn>
                  <a:cxn ang="0">
                    <a:pos x="2" y="0"/>
                  </a:cxn>
                </a:cxnLst>
                <a:rect l="0" t="0" r="r" b="b"/>
                <a:pathLst>
                  <a:path w="3" h="9">
                    <a:moveTo>
                      <a:pt x="2" y="0"/>
                    </a:moveTo>
                    <a:lnTo>
                      <a:pt x="0" y="5"/>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82" name="Freeform 2168"/>
              <p:cNvSpPr>
                <a:spLocks/>
              </p:cNvSpPr>
              <p:nvPr/>
            </p:nvSpPr>
            <p:spPr bwMode="gray">
              <a:xfrm>
                <a:off x="7061017" y="5446803"/>
                <a:ext cx="10196" cy="24946"/>
              </a:xfrm>
              <a:custGeom>
                <a:avLst/>
                <a:gdLst/>
                <a:ahLst/>
                <a:cxnLst>
                  <a:cxn ang="0">
                    <a:pos x="2" y="0"/>
                  </a:cxn>
                  <a:cxn ang="0">
                    <a:pos x="0" y="6"/>
                  </a:cxn>
                  <a:cxn ang="0">
                    <a:pos x="0" y="10"/>
                  </a:cxn>
                  <a:cxn ang="0">
                    <a:pos x="3" y="2"/>
                  </a:cxn>
                  <a:cxn ang="0">
                    <a:pos x="2" y="0"/>
                  </a:cxn>
                </a:cxnLst>
                <a:rect l="0" t="0" r="r" b="b"/>
                <a:pathLst>
                  <a:path w="3" h="10">
                    <a:moveTo>
                      <a:pt x="2" y="0"/>
                    </a:moveTo>
                    <a:lnTo>
                      <a:pt x="0" y="6"/>
                    </a:lnTo>
                    <a:lnTo>
                      <a:pt x="0" y="10"/>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83" name="Freeform 2169"/>
              <p:cNvSpPr>
                <a:spLocks/>
              </p:cNvSpPr>
              <p:nvPr/>
            </p:nvSpPr>
            <p:spPr bwMode="gray">
              <a:xfrm>
                <a:off x="6869398" y="5414479"/>
                <a:ext cx="4922" cy="22486"/>
              </a:xfrm>
              <a:custGeom>
                <a:avLst/>
                <a:gdLst/>
                <a:ahLst/>
                <a:cxnLst>
                  <a:cxn ang="0">
                    <a:pos x="1" y="0"/>
                  </a:cxn>
                  <a:cxn ang="0">
                    <a:pos x="0" y="6"/>
                  </a:cxn>
                  <a:cxn ang="0">
                    <a:pos x="1" y="9"/>
                  </a:cxn>
                  <a:cxn ang="0">
                    <a:pos x="3" y="2"/>
                  </a:cxn>
                  <a:cxn ang="0">
                    <a:pos x="1" y="0"/>
                  </a:cxn>
                </a:cxnLst>
                <a:rect l="0" t="0" r="r" b="b"/>
                <a:pathLst>
                  <a:path w="3" h="9">
                    <a:moveTo>
                      <a:pt x="1" y="0"/>
                    </a:moveTo>
                    <a:lnTo>
                      <a:pt x="0" y="6"/>
                    </a:lnTo>
                    <a:lnTo>
                      <a:pt x="1"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84" name="Freeform 2170"/>
              <p:cNvSpPr>
                <a:spLocks/>
              </p:cNvSpPr>
              <p:nvPr/>
            </p:nvSpPr>
            <p:spPr bwMode="gray">
              <a:xfrm>
                <a:off x="6826503" y="5497046"/>
                <a:ext cx="7735" cy="22486"/>
              </a:xfrm>
              <a:custGeom>
                <a:avLst/>
                <a:gdLst/>
                <a:ahLst/>
                <a:cxnLst>
                  <a:cxn ang="0">
                    <a:pos x="3" y="0"/>
                  </a:cxn>
                  <a:cxn ang="0">
                    <a:pos x="0" y="6"/>
                  </a:cxn>
                  <a:cxn ang="0">
                    <a:pos x="0" y="9"/>
                  </a:cxn>
                  <a:cxn ang="0">
                    <a:pos x="3" y="1"/>
                  </a:cxn>
                  <a:cxn ang="0">
                    <a:pos x="3" y="0"/>
                  </a:cxn>
                </a:cxnLst>
                <a:rect l="0" t="0" r="r" b="b"/>
                <a:pathLst>
                  <a:path w="3" h="9">
                    <a:moveTo>
                      <a:pt x="3" y="0"/>
                    </a:moveTo>
                    <a:lnTo>
                      <a:pt x="0" y="6"/>
                    </a:lnTo>
                    <a:lnTo>
                      <a:pt x="0" y="9"/>
                    </a:lnTo>
                    <a:lnTo>
                      <a:pt x="3" y="1"/>
                    </a:lnTo>
                    <a:lnTo>
                      <a:pt x="3" y="0"/>
                    </a:lnTo>
                    <a:close/>
                  </a:path>
                </a:pathLst>
              </a:custGeom>
              <a:noFill/>
              <a:ln w="3175" cap="rnd" cmpd="sng">
                <a:solidFill>
                  <a:schemeClr val="bg2"/>
                </a:solidFill>
                <a:prstDash val="sysDot"/>
                <a:round/>
                <a:headEnd/>
                <a:tailEnd/>
              </a:ln>
            </p:spPr>
            <p:txBody>
              <a:bodyPr/>
              <a:lstStyle/>
              <a:p>
                <a:endParaRPr lang="en-US"/>
              </a:p>
            </p:txBody>
          </p:sp>
          <p:sp>
            <p:nvSpPr>
              <p:cNvPr id="685" name="Freeform 2171"/>
              <p:cNvSpPr>
                <a:spLocks/>
              </p:cNvSpPr>
              <p:nvPr/>
            </p:nvSpPr>
            <p:spPr bwMode="gray">
              <a:xfrm>
                <a:off x="7071213" y="5421857"/>
                <a:ext cx="4922" cy="20027"/>
              </a:xfrm>
              <a:custGeom>
                <a:avLst/>
                <a:gdLst/>
                <a:ahLst/>
                <a:cxnLst>
                  <a:cxn ang="0">
                    <a:pos x="2" y="0"/>
                  </a:cxn>
                  <a:cxn ang="0">
                    <a:pos x="0" y="5"/>
                  </a:cxn>
                  <a:cxn ang="0">
                    <a:pos x="0" y="9"/>
                  </a:cxn>
                  <a:cxn ang="0">
                    <a:pos x="3" y="1"/>
                  </a:cxn>
                  <a:cxn ang="0">
                    <a:pos x="2" y="0"/>
                  </a:cxn>
                </a:cxnLst>
                <a:rect l="0" t="0" r="r" b="b"/>
                <a:pathLst>
                  <a:path w="3" h="9">
                    <a:moveTo>
                      <a:pt x="2" y="0"/>
                    </a:moveTo>
                    <a:lnTo>
                      <a:pt x="0" y="5"/>
                    </a:lnTo>
                    <a:lnTo>
                      <a:pt x="0" y="9"/>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686" name="Freeform 2172"/>
              <p:cNvSpPr>
                <a:spLocks/>
              </p:cNvSpPr>
              <p:nvPr/>
            </p:nvSpPr>
            <p:spPr bwMode="gray">
              <a:xfrm>
                <a:off x="6877133" y="5384262"/>
                <a:ext cx="7383"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87" name="Freeform 2173"/>
              <p:cNvSpPr>
                <a:spLocks/>
              </p:cNvSpPr>
              <p:nvPr/>
            </p:nvSpPr>
            <p:spPr bwMode="gray">
              <a:xfrm>
                <a:off x="6839161" y="5471749"/>
                <a:ext cx="7735" cy="22486"/>
              </a:xfrm>
              <a:custGeom>
                <a:avLst/>
                <a:gdLst/>
                <a:ahLst/>
                <a:cxnLst>
                  <a:cxn ang="0">
                    <a:pos x="1" y="0"/>
                  </a:cxn>
                  <a:cxn ang="0">
                    <a:pos x="0" y="6"/>
                  </a:cxn>
                  <a:cxn ang="0">
                    <a:pos x="1" y="9"/>
                  </a:cxn>
                  <a:cxn ang="0">
                    <a:pos x="3" y="2"/>
                  </a:cxn>
                  <a:cxn ang="0">
                    <a:pos x="1" y="0"/>
                  </a:cxn>
                </a:cxnLst>
                <a:rect l="0" t="0" r="r" b="b"/>
                <a:pathLst>
                  <a:path w="3" h="9">
                    <a:moveTo>
                      <a:pt x="1" y="0"/>
                    </a:moveTo>
                    <a:lnTo>
                      <a:pt x="0" y="6"/>
                    </a:lnTo>
                    <a:lnTo>
                      <a:pt x="1"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88" name="Freeform 2174"/>
              <p:cNvSpPr>
                <a:spLocks/>
              </p:cNvSpPr>
              <p:nvPr/>
            </p:nvSpPr>
            <p:spPr bwMode="gray">
              <a:xfrm>
                <a:off x="7081409" y="5394452"/>
                <a:ext cx="4922" cy="22486"/>
              </a:xfrm>
              <a:custGeom>
                <a:avLst/>
                <a:gdLst/>
                <a:ahLst/>
                <a:cxnLst>
                  <a:cxn ang="0">
                    <a:pos x="1" y="0"/>
                  </a:cxn>
                  <a:cxn ang="0">
                    <a:pos x="0" y="6"/>
                  </a:cxn>
                  <a:cxn ang="0">
                    <a:pos x="1" y="10"/>
                  </a:cxn>
                  <a:cxn ang="0">
                    <a:pos x="3" y="2"/>
                  </a:cxn>
                  <a:cxn ang="0">
                    <a:pos x="1" y="0"/>
                  </a:cxn>
                </a:cxnLst>
                <a:rect l="0" t="0" r="r" b="b"/>
                <a:pathLst>
                  <a:path w="3" h="10">
                    <a:moveTo>
                      <a:pt x="1" y="0"/>
                    </a:moveTo>
                    <a:lnTo>
                      <a:pt x="0" y="6"/>
                    </a:lnTo>
                    <a:lnTo>
                      <a:pt x="1" y="10"/>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89" name="Freeform 2175"/>
              <p:cNvSpPr>
                <a:spLocks/>
              </p:cNvSpPr>
              <p:nvPr/>
            </p:nvSpPr>
            <p:spPr bwMode="gray">
              <a:xfrm>
                <a:off x="6884516" y="5366695"/>
                <a:ext cx="4922" cy="17568"/>
              </a:xfrm>
              <a:custGeom>
                <a:avLst/>
                <a:gdLst/>
                <a:ahLst/>
                <a:cxnLst>
                  <a:cxn ang="0">
                    <a:pos x="3" y="0"/>
                  </a:cxn>
                  <a:cxn ang="0">
                    <a:pos x="0" y="5"/>
                  </a:cxn>
                  <a:cxn ang="0">
                    <a:pos x="1" y="9"/>
                  </a:cxn>
                  <a:cxn ang="0">
                    <a:pos x="3" y="2"/>
                  </a:cxn>
                  <a:cxn ang="0">
                    <a:pos x="3" y="0"/>
                  </a:cxn>
                </a:cxnLst>
                <a:rect l="0" t="0" r="r" b="b"/>
                <a:pathLst>
                  <a:path w="3" h="9">
                    <a:moveTo>
                      <a:pt x="3" y="0"/>
                    </a:moveTo>
                    <a:lnTo>
                      <a:pt x="0" y="5"/>
                    </a:lnTo>
                    <a:lnTo>
                      <a:pt x="1"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690" name="Freeform 2176"/>
              <p:cNvSpPr>
                <a:spLocks/>
              </p:cNvSpPr>
              <p:nvPr/>
            </p:nvSpPr>
            <p:spPr bwMode="gray">
              <a:xfrm>
                <a:off x="6312120" y="5439425"/>
                <a:ext cx="10196" cy="17568"/>
              </a:xfrm>
              <a:custGeom>
                <a:avLst/>
                <a:gdLst/>
                <a:ahLst/>
                <a:cxnLst>
                  <a:cxn ang="0">
                    <a:pos x="3" y="0"/>
                  </a:cxn>
                  <a:cxn ang="0">
                    <a:pos x="0" y="5"/>
                  </a:cxn>
                  <a:cxn ang="0">
                    <a:pos x="1" y="8"/>
                  </a:cxn>
                  <a:cxn ang="0">
                    <a:pos x="4" y="3"/>
                  </a:cxn>
                  <a:cxn ang="0">
                    <a:pos x="3" y="0"/>
                  </a:cxn>
                </a:cxnLst>
                <a:rect l="0" t="0" r="r" b="b"/>
                <a:pathLst>
                  <a:path w="4" h="8">
                    <a:moveTo>
                      <a:pt x="3" y="0"/>
                    </a:moveTo>
                    <a:lnTo>
                      <a:pt x="0" y="5"/>
                    </a:lnTo>
                    <a:lnTo>
                      <a:pt x="1" y="8"/>
                    </a:lnTo>
                    <a:lnTo>
                      <a:pt x="4" y="3"/>
                    </a:lnTo>
                    <a:lnTo>
                      <a:pt x="3" y="0"/>
                    </a:lnTo>
                    <a:close/>
                  </a:path>
                </a:pathLst>
              </a:custGeom>
              <a:noFill/>
              <a:ln w="3175" cap="rnd" cmpd="sng">
                <a:solidFill>
                  <a:schemeClr val="bg2"/>
                </a:solidFill>
                <a:prstDash val="sysDot"/>
                <a:round/>
                <a:headEnd/>
                <a:tailEnd/>
              </a:ln>
            </p:spPr>
            <p:txBody>
              <a:bodyPr/>
              <a:lstStyle/>
              <a:p>
                <a:endParaRPr lang="en-US"/>
              </a:p>
            </p:txBody>
          </p:sp>
          <p:sp>
            <p:nvSpPr>
              <p:cNvPr id="691" name="Freeform 2177"/>
              <p:cNvSpPr>
                <a:spLocks/>
              </p:cNvSpPr>
              <p:nvPr/>
            </p:nvSpPr>
            <p:spPr bwMode="gray">
              <a:xfrm>
                <a:off x="6359937" y="5419398"/>
                <a:ext cx="5274" cy="20027"/>
              </a:xfrm>
              <a:custGeom>
                <a:avLst/>
                <a:gdLst/>
                <a:ahLst/>
                <a:cxnLst>
                  <a:cxn ang="0">
                    <a:pos x="2" y="0"/>
                  </a:cxn>
                  <a:cxn ang="0">
                    <a:pos x="0" y="5"/>
                  </a:cxn>
                  <a:cxn ang="0">
                    <a:pos x="0" y="9"/>
                  </a:cxn>
                  <a:cxn ang="0">
                    <a:pos x="3" y="2"/>
                  </a:cxn>
                  <a:cxn ang="0">
                    <a:pos x="2" y="0"/>
                  </a:cxn>
                </a:cxnLst>
                <a:rect l="0" t="0" r="r" b="b"/>
                <a:pathLst>
                  <a:path w="3" h="9">
                    <a:moveTo>
                      <a:pt x="2" y="0"/>
                    </a:moveTo>
                    <a:lnTo>
                      <a:pt x="0" y="5"/>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92" name="Freeform 2178"/>
              <p:cNvSpPr>
                <a:spLocks/>
              </p:cNvSpPr>
              <p:nvPr/>
            </p:nvSpPr>
            <p:spPr bwMode="gray">
              <a:xfrm>
                <a:off x="6405292" y="5394452"/>
                <a:ext cx="10196" cy="20027"/>
              </a:xfrm>
              <a:custGeom>
                <a:avLst/>
                <a:gdLst/>
                <a:ahLst/>
                <a:cxnLst>
                  <a:cxn ang="0">
                    <a:pos x="2" y="0"/>
                  </a:cxn>
                  <a:cxn ang="0">
                    <a:pos x="0" y="5"/>
                  </a:cxn>
                  <a:cxn ang="0">
                    <a:pos x="1" y="9"/>
                  </a:cxn>
                  <a:cxn ang="0">
                    <a:pos x="4" y="1"/>
                  </a:cxn>
                  <a:cxn ang="0">
                    <a:pos x="2" y="0"/>
                  </a:cxn>
                </a:cxnLst>
                <a:rect l="0" t="0" r="r" b="b"/>
                <a:pathLst>
                  <a:path w="4" h="9">
                    <a:moveTo>
                      <a:pt x="2" y="0"/>
                    </a:moveTo>
                    <a:lnTo>
                      <a:pt x="0" y="5"/>
                    </a:lnTo>
                    <a:lnTo>
                      <a:pt x="1" y="9"/>
                    </a:lnTo>
                    <a:lnTo>
                      <a:pt x="4" y="1"/>
                    </a:lnTo>
                    <a:lnTo>
                      <a:pt x="2" y="0"/>
                    </a:lnTo>
                    <a:close/>
                  </a:path>
                </a:pathLst>
              </a:custGeom>
              <a:noFill/>
              <a:ln w="3175" cap="rnd" cmpd="sng">
                <a:solidFill>
                  <a:schemeClr val="bg2"/>
                </a:solidFill>
                <a:prstDash val="sysDot"/>
                <a:round/>
                <a:headEnd/>
                <a:tailEnd/>
              </a:ln>
            </p:spPr>
            <p:txBody>
              <a:bodyPr/>
              <a:lstStyle/>
              <a:p>
                <a:endParaRPr lang="en-US"/>
              </a:p>
            </p:txBody>
          </p:sp>
          <p:sp>
            <p:nvSpPr>
              <p:cNvPr id="693" name="Freeform 2179"/>
              <p:cNvSpPr>
                <a:spLocks/>
              </p:cNvSpPr>
              <p:nvPr/>
            </p:nvSpPr>
            <p:spPr bwMode="gray">
              <a:xfrm>
                <a:off x="6380329" y="5366695"/>
                <a:ext cx="7383" cy="17568"/>
              </a:xfrm>
              <a:custGeom>
                <a:avLst/>
                <a:gdLst/>
                <a:ahLst/>
                <a:cxnLst>
                  <a:cxn ang="0">
                    <a:pos x="1" y="0"/>
                  </a:cxn>
                  <a:cxn ang="0">
                    <a:pos x="0" y="5"/>
                  </a:cxn>
                  <a:cxn ang="0">
                    <a:pos x="0" y="9"/>
                  </a:cxn>
                  <a:cxn ang="0">
                    <a:pos x="3" y="2"/>
                  </a:cxn>
                  <a:cxn ang="0">
                    <a:pos x="1" y="0"/>
                  </a:cxn>
                </a:cxnLst>
                <a:rect l="0" t="0" r="r" b="b"/>
                <a:pathLst>
                  <a:path w="3" h="9">
                    <a:moveTo>
                      <a:pt x="1" y="0"/>
                    </a:moveTo>
                    <a:lnTo>
                      <a:pt x="0" y="5"/>
                    </a:lnTo>
                    <a:lnTo>
                      <a:pt x="0"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694" name="Freeform 2180"/>
              <p:cNvSpPr>
                <a:spLocks/>
              </p:cNvSpPr>
              <p:nvPr/>
            </p:nvSpPr>
            <p:spPr bwMode="gray">
              <a:xfrm>
                <a:off x="6998081" y="5471749"/>
                <a:ext cx="7383" cy="22486"/>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695" name="Freeform 2181"/>
              <p:cNvSpPr>
                <a:spLocks/>
              </p:cNvSpPr>
              <p:nvPr/>
            </p:nvSpPr>
            <p:spPr bwMode="gray">
              <a:xfrm>
                <a:off x="7005465" y="5444343"/>
                <a:ext cx="10196" cy="24946"/>
              </a:xfrm>
              <a:custGeom>
                <a:avLst/>
                <a:gdLst/>
                <a:ahLst/>
                <a:cxnLst>
                  <a:cxn ang="0">
                    <a:pos x="3" y="0"/>
                  </a:cxn>
                  <a:cxn ang="0">
                    <a:pos x="0" y="6"/>
                  </a:cxn>
                  <a:cxn ang="0">
                    <a:pos x="2" y="10"/>
                  </a:cxn>
                  <a:cxn ang="0">
                    <a:pos x="5" y="3"/>
                  </a:cxn>
                  <a:cxn ang="0">
                    <a:pos x="3" y="0"/>
                  </a:cxn>
                </a:cxnLst>
                <a:rect l="0" t="0" r="r" b="b"/>
                <a:pathLst>
                  <a:path w="5" h="10">
                    <a:moveTo>
                      <a:pt x="3" y="0"/>
                    </a:moveTo>
                    <a:lnTo>
                      <a:pt x="0" y="6"/>
                    </a:lnTo>
                    <a:lnTo>
                      <a:pt x="2" y="10"/>
                    </a:lnTo>
                    <a:lnTo>
                      <a:pt x="5" y="3"/>
                    </a:lnTo>
                    <a:lnTo>
                      <a:pt x="3" y="0"/>
                    </a:lnTo>
                    <a:close/>
                  </a:path>
                </a:pathLst>
              </a:custGeom>
              <a:noFill/>
              <a:ln w="3175" cap="rnd" cmpd="sng">
                <a:solidFill>
                  <a:schemeClr val="bg2"/>
                </a:solidFill>
                <a:prstDash val="sysDot"/>
                <a:round/>
                <a:headEnd/>
                <a:tailEnd/>
              </a:ln>
            </p:spPr>
            <p:txBody>
              <a:bodyPr/>
              <a:lstStyle/>
              <a:p>
                <a:endParaRPr lang="en-US"/>
              </a:p>
            </p:txBody>
          </p:sp>
          <p:sp>
            <p:nvSpPr>
              <p:cNvPr id="696" name="Freeform 2182"/>
              <p:cNvSpPr>
                <a:spLocks/>
              </p:cNvSpPr>
              <p:nvPr/>
            </p:nvSpPr>
            <p:spPr bwMode="gray">
              <a:xfrm>
                <a:off x="6811385" y="5409208"/>
                <a:ext cx="10196" cy="22838"/>
              </a:xfrm>
              <a:custGeom>
                <a:avLst/>
                <a:gdLst/>
                <a:ahLst/>
                <a:cxnLst>
                  <a:cxn ang="0">
                    <a:pos x="1" y="0"/>
                  </a:cxn>
                  <a:cxn ang="0">
                    <a:pos x="0" y="5"/>
                  </a:cxn>
                  <a:cxn ang="0">
                    <a:pos x="1" y="9"/>
                  </a:cxn>
                  <a:cxn ang="0">
                    <a:pos x="4" y="2"/>
                  </a:cxn>
                  <a:cxn ang="0">
                    <a:pos x="1" y="0"/>
                  </a:cxn>
                </a:cxnLst>
                <a:rect l="0" t="0" r="r" b="b"/>
                <a:pathLst>
                  <a:path w="4" h="9">
                    <a:moveTo>
                      <a:pt x="1" y="0"/>
                    </a:moveTo>
                    <a:lnTo>
                      <a:pt x="0" y="5"/>
                    </a:lnTo>
                    <a:lnTo>
                      <a:pt x="1" y="9"/>
                    </a:lnTo>
                    <a:lnTo>
                      <a:pt x="4" y="2"/>
                    </a:lnTo>
                    <a:lnTo>
                      <a:pt x="1" y="0"/>
                    </a:lnTo>
                    <a:close/>
                  </a:path>
                </a:pathLst>
              </a:custGeom>
              <a:noFill/>
              <a:ln w="3175" cap="rnd" cmpd="sng">
                <a:solidFill>
                  <a:schemeClr val="bg2"/>
                </a:solidFill>
                <a:prstDash val="sysDot"/>
                <a:round/>
                <a:headEnd/>
                <a:tailEnd/>
              </a:ln>
            </p:spPr>
            <p:txBody>
              <a:bodyPr/>
              <a:lstStyle/>
              <a:p>
                <a:endParaRPr lang="en-US"/>
              </a:p>
            </p:txBody>
          </p:sp>
          <p:sp>
            <p:nvSpPr>
              <p:cNvPr id="697" name="Freeform 2183"/>
              <p:cNvSpPr>
                <a:spLocks/>
              </p:cNvSpPr>
              <p:nvPr/>
            </p:nvSpPr>
            <p:spPr bwMode="gray">
              <a:xfrm>
                <a:off x="6770951" y="5494235"/>
                <a:ext cx="7735" cy="20027"/>
              </a:xfrm>
              <a:custGeom>
                <a:avLst/>
                <a:gdLst/>
                <a:ahLst/>
                <a:cxnLst>
                  <a:cxn ang="0">
                    <a:pos x="3" y="0"/>
                  </a:cxn>
                  <a:cxn ang="0">
                    <a:pos x="0" y="6"/>
                  </a:cxn>
                  <a:cxn ang="0">
                    <a:pos x="0" y="9"/>
                  </a:cxn>
                  <a:cxn ang="0">
                    <a:pos x="3" y="2"/>
                  </a:cxn>
                  <a:cxn ang="0">
                    <a:pos x="3" y="0"/>
                  </a:cxn>
                </a:cxnLst>
                <a:rect l="0" t="0" r="r" b="b"/>
                <a:pathLst>
                  <a:path w="3" h="9">
                    <a:moveTo>
                      <a:pt x="3" y="0"/>
                    </a:moveTo>
                    <a:lnTo>
                      <a:pt x="0" y="6"/>
                    </a:lnTo>
                    <a:lnTo>
                      <a:pt x="0"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698" name="Freeform 2184"/>
              <p:cNvSpPr>
                <a:spLocks/>
              </p:cNvSpPr>
              <p:nvPr/>
            </p:nvSpPr>
            <p:spPr bwMode="gray">
              <a:xfrm>
                <a:off x="7010739" y="5419398"/>
                <a:ext cx="9845" cy="20027"/>
              </a:xfrm>
              <a:custGeom>
                <a:avLst/>
                <a:gdLst/>
                <a:ahLst/>
                <a:cxnLst>
                  <a:cxn ang="0">
                    <a:pos x="3" y="0"/>
                  </a:cxn>
                  <a:cxn ang="0">
                    <a:pos x="0" y="6"/>
                  </a:cxn>
                  <a:cxn ang="0">
                    <a:pos x="1" y="9"/>
                  </a:cxn>
                  <a:cxn ang="0">
                    <a:pos x="3" y="2"/>
                  </a:cxn>
                  <a:cxn ang="0">
                    <a:pos x="3" y="0"/>
                  </a:cxn>
                </a:cxnLst>
                <a:rect l="0" t="0" r="r" b="b"/>
                <a:pathLst>
                  <a:path w="3" h="9">
                    <a:moveTo>
                      <a:pt x="3" y="0"/>
                    </a:moveTo>
                    <a:lnTo>
                      <a:pt x="0" y="6"/>
                    </a:lnTo>
                    <a:lnTo>
                      <a:pt x="1"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699" name="Freeform 2185"/>
              <p:cNvSpPr>
                <a:spLocks/>
              </p:cNvSpPr>
              <p:nvPr/>
            </p:nvSpPr>
            <p:spPr bwMode="gray">
              <a:xfrm>
                <a:off x="6821581" y="5384262"/>
                <a:ext cx="4922" cy="22486"/>
              </a:xfrm>
              <a:custGeom>
                <a:avLst/>
                <a:gdLst/>
                <a:ahLst/>
                <a:cxnLst>
                  <a:cxn ang="0">
                    <a:pos x="3" y="0"/>
                  </a:cxn>
                  <a:cxn ang="0">
                    <a:pos x="0" y="5"/>
                  </a:cxn>
                  <a:cxn ang="0">
                    <a:pos x="2" y="9"/>
                  </a:cxn>
                  <a:cxn ang="0">
                    <a:pos x="3" y="2"/>
                  </a:cxn>
                  <a:cxn ang="0">
                    <a:pos x="3" y="0"/>
                  </a:cxn>
                </a:cxnLst>
                <a:rect l="0" t="0" r="r" b="b"/>
                <a:pathLst>
                  <a:path w="3" h="9">
                    <a:moveTo>
                      <a:pt x="3" y="0"/>
                    </a:moveTo>
                    <a:lnTo>
                      <a:pt x="0" y="5"/>
                    </a:lnTo>
                    <a:lnTo>
                      <a:pt x="2"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0" name="Freeform 2186"/>
              <p:cNvSpPr>
                <a:spLocks/>
              </p:cNvSpPr>
              <p:nvPr/>
            </p:nvSpPr>
            <p:spPr bwMode="gray">
              <a:xfrm>
                <a:off x="7025857" y="5391992"/>
                <a:ext cx="7383" cy="22486"/>
              </a:xfrm>
              <a:custGeom>
                <a:avLst/>
                <a:gdLst/>
                <a:ahLst/>
                <a:cxnLst>
                  <a:cxn ang="0">
                    <a:pos x="3" y="0"/>
                  </a:cxn>
                  <a:cxn ang="0">
                    <a:pos x="0" y="6"/>
                  </a:cxn>
                  <a:cxn ang="0">
                    <a:pos x="1" y="10"/>
                  </a:cxn>
                  <a:cxn ang="0">
                    <a:pos x="4" y="2"/>
                  </a:cxn>
                  <a:cxn ang="0">
                    <a:pos x="3" y="0"/>
                  </a:cxn>
                </a:cxnLst>
                <a:rect l="0" t="0" r="r" b="b"/>
                <a:pathLst>
                  <a:path w="4" h="10">
                    <a:moveTo>
                      <a:pt x="3" y="0"/>
                    </a:moveTo>
                    <a:lnTo>
                      <a:pt x="0" y="6"/>
                    </a:lnTo>
                    <a:lnTo>
                      <a:pt x="1" y="10"/>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1" name="Freeform 2187"/>
              <p:cNvSpPr>
                <a:spLocks/>
              </p:cNvSpPr>
              <p:nvPr/>
            </p:nvSpPr>
            <p:spPr bwMode="gray">
              <a:xfrm>
                <a:off x="6826503" y="5364235"/>
                <a:ext cx="12657" cy="17568"/>
              </a:xfrm>
              <a:custGeom>
                <a:avLst/>
                <a:gdLst/>
                <a:ahLst/>
                <a:cxnLst>
                  <a:cxn ang="0">
                    <a:pos x="3" y="0"/>
                  </a:cxn>
                  <a:cxn ang="0">
                    <a:pos x="0" y="5"/>
                  </a:cxn>
                  <a:cxn ang="0">
                    <a:pos x="3" y="9"/>
                  </a:cxn>
                  <a:cxn ang="0">
                    <a:pos x="5" y="2"/>
                  </a:cxn>
                  <a:cxn ang="0">
                    <a:pos x="3" y="0"/>
                  </a:cxn>
                </a:cxnLst>
                <a:rect l="0" t="0" r="r" b="b"/>
                <a:pathLst>
                  <a:path w="5" h="9">
                    <a:moveTo>
                      <a:pt x="3" y="0"/>
                    </a:moveTo>
                    <a:lnTo>
                      <a:pt x="0" y="5"/>
                    </a:lnTo>
                    <a:lnTo>
                      <a:pt x="3"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2" name="Freeform 2188"/>
              <p:cNvSpPr>
                <a:spLocks/>
              </p:cNvSpPr>
              <p:nvPr/>
            </p:nvSpPr>
            <p:spPr bwMode="gray">
              <a:xfrm>
                <a:off x="6254107" y="5439425"/>
                <a:ext cx="7383" cy="15108"/>
              </a:xfrm>
              <a:custGeom>
                <a:avLst/>
                <a:gdLst/>
                <a:ahLst/>
                <a:cxnLst>
                  <a:cxn ang="0">
                    <a:pos x="3" y="0"/>
                  </a:cxn>
                  <a:cxn ang="0">
                    <a:pos x="0" y="4"/>
                  </a:cxn>
                  <a:cxn ang="0">
                    <a:pos x="0" y="7"/>
                  </a:cxn>
                  <a:cxn ang="0">
                    <a:pos x="4" y="1"/>
                  </a:cxn>
                  <a:cxn ang="0">
                    <a:pos x="3" y="0"/>
                  </a:cxn>
                </a:cxnLst>
                <a:rect l="0" t="0" r="r" b="b"/>
                <a:pathLst>
                  <a:path w="4" h="7">
                    <a:moveTo>
                      <a:pt x="3" y="0"/>
                    </a:moveTo>
                    <a:lnTo>
                      <a:pt x="0" y="4"/>
                    </a:lnTo>
                    <a:lnTo>
                      <a:pt x="0" y="7"/>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703" name="Freeform 2189"/>
              <p:cNvSpPr>
                <a:spLocks/>
              </p:cNvSpPr>
              <p:nvPr/>
            </p:nvSpPr>
            <p:spPr bwMode="gray">
              <a:xfrm>
                <a:off x="6299462" y="5416938"/>
                <a:ext cx="7735"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4" name="Freeform 2190"/>
              <p:cNvSpPr>
                <a:spLocks/>
              </p:cNvSpPr>
              <p:nvPr/>
            </p:nvSpPr>
            <p:spPr bwMode="gray">
              <a:xfrm>
                <a:off x="6344818" y="5391992"/>
                <a:ext cx="10196" cy="17216"/>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5" name="Freeform 2191"/>
              <p:cNvSpPr>
                <a:spLocks/>
              </p:cNvSpPr>
              <p:nvPr/>
            </p:nvSpPr>
            <p:spPr bwMode="gray">
              <a:xfrm>
                <a:off x="6314581" y="5364235"/>
                <a:ext cx="12657" cy="17568"/>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6" name="Freeform 2192"/>
              <p:cNvSpPr>
                <a:spLocks/>
              </p:cNvSpPr>
              <p:nvPr/>
            </p:nvSpPr>
            <p:spPr bwMode="gray">
              <a:xfrm>
                <a:off x="6254107" y="5439425"/>
                <a:ext cx="7383" cy="15108"/>
              </a:xfrm>
              <a:custGeom>
                <a:avLst/>
                <a:gdLst/>
                <a:ahLst/>
                <a:cxnLst>
                  <a:cxn ang="0">
                    <a:pos x="3" y="0"/>
                  </a:cxn>
                  <a:cxn ang="0">
                    <a:pos x="0" y="4"/>
                  </a:cxn>
                  <a:cxn ang="0">
                    <a:pos x="0" y="7"/>
                  </a:cxn>
                  <a:cxn ang="0">
                    <a:pos x="4" y="1"/>
                  </a:cxn>
                  <a:cxn ang="0">
                    <a:pos x="3" y="0"/>
                  </a:cxn>
                </a:cxnLst>
                <a:rect l="0" t="0" r="r" b="b"/>
                <a:pathLst>
                  <a:path w="4" h="7">
                    <a:moveTo>
                      <a:pt x="3" y="0"/>
                    </a:moveTo>
                    <a:lnTo>
                      <a:pt x="0" y="4"/>
                    </a:lnTo>
                    <a:lnTo>
                      <a:pt x="0" y="7"/>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707" name="Freeform 2193"/>
              <p:cNvSpPr>
                <a:spLocks/>
              </p:cNvSpPr>
              <p:nvPr/>
            </p:nvSpPr>
            <p:spPr bwMode="gray">
              <a:xfrm>
                <a:off x="6299462" y="5416938"/>
                <a:ext cx="7735"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8" name="Freeform 2194"/>
              <p:cNvSpPr>
                <a:spLocks/>
              </p:cNvSpPr>
              <p:nvPr/>
            </p:nvSpPr>
            <p:spPr bwMode="gray">
              <a:xfrm>
                <a:off x="6344818" y="5391992"/>
                <a:ext cx="10196" cy="17216"/>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09" name="Freeform 2195"/>
              <p:cNvSpPr>
                <a:spLocks/>
              </p:cNvSpPr>
              <p:nvPr/>
            </p:nvSpPr>
            <p:spPr bwMode="gray">
              <a:xfrm>
                <a:off x="6314581" y="5364235"/>
                <a:ext cx="12657" cy="17568"/>
              </a:xfrm>
              <a:custGeom>
                <a:avLst/>
                <a:gdLst/>
                <a:ahLst/>
                <a:cxnLst>
                  <a:cxn ang="0">
                    <a:pos x="3" y="0"/>
                  </a:cxn>
                  <a:cxn ang="0">
                    <a:pos x="0" y="5"/>
                  </a:cxn>
                  <a:cxn ang="0">
                    <a:pos x="0" y="9"/>
                  </a:cxn>
                  <a:cxn ang="0">
                    <a:pos x="4" y="2"/>
                  </a:cxn>
                  <a:cxn ang="0">
                    <a:pos x="3" y="0"/>
                  </a:cxn>
                </a:cxnLst>
                <a:rect l="0" t="0" r="r" b="b"/>
                <a:pathLst>
                  <a:path w="4" h="9">
                    <a:moveTo>
                      <a:pt x="3" y="0"/>
                    </a:moveTo>
                    <a:lnTo>
                      <a:pt x="0" y="5"/>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10" name="Freeform 2196"/>
              <p:cNvSpPr>
                <a:spLocks/>
              </p:cNvSpPr>
              <p:nvPr/>
            </p:nvSpPr>
            <p:spPr bwMode="gray">
              <a:xfrm>
                <a:off x="7109185" y="5477019"/>
                <a:ext cx="7383" cy="20027"/>
              </a:xfrm>
              <a:custGeom>
                <a:avLst/>
                <a:gdLst/>
                <a:ahLst/>
                <a:cxnLst>
                  <a:cxn ang="0">
                    <a:pos x="2" y="0"/>
                  </a:cxn>
                  <a:cxn ang="0">
                    <a:pos x="0" y="6"/>
                  </a:cxn>
                  <a:cxn ang="0">
                    <a:pos x="0" y="9"/>
                  </a:cxn>
                  <a:cxn ang="0">
                    <a:pos x="4" y="2"/>
                  </a:cxn>
                  <a:cxn ang="0">
                    <a:pos x="2" y="0"/>
                  </a:cxn>
                </a:cxnLst>
                <a:rect l="0" t="0" r="r" b="b"/>
                <a:pathLst>
                  <a:path w="4" h="9">
                    <a:moveTo>
                      <a:pt x="2" y="0"/>
                    </a:moveTo>
                    <a:lnTo>
                      <a:pt x="0" y="6"/>
                    </a:lnTo>
                    <a:lnTo>
                      <a:pt x="0" y="9"/>
                    </a:lnTo>
                    <a:lnTo>
                      <a:pt x="4" y="2"/>
                    </a:lnTo>
                    <a:lnTo>
                      <a:pt x="2" y="0"/>
                    </a:lnTo>
                    <a:close/>
                  </a:path>
                </a:pathLst>
              </a:custGeom>
              <a:noFill/>
              <a:ln w="3175" cap="rnd" cmpd="sng">
                <a:solidFill>
                  <a:schemeClr val="bg2"/>
                </a:solidFill>
                <a:prstDash val="sysDot"/>
                <a:round/>
                <a:headEnd/>
                <a:tailEnd/>
              </a:ln>
            </p:spPr>
            <p:txBody>
              <a:bodyPr/>
              <a:lstStyle/>
              <a:p>
                <a:endParaRPr lang="en-US"/>
              </a:p>
            </p:txBody>
          </p:sp>
          <p:sp>
            <p:nvSpPr>
              <p:cNvPr id="711" name="Freeform 2197"/>
              <p:cNvSpPr>
                <a:spLocks/>
              </p:cNvSpPr>
              <p:nvPr/>
            </p:nvSpPr>
            <p:spPr bwMode="gray">
              <a:xfrm>
                <a:off x="7154541" y="5511803"/>
                <a:ext cx="15119" cy="30216"/>
              </a:xfrm>
              <a:custGeom>
                <a:avLst/>
                <a:gdLst/>
                <a:ahLst/>
                <a:cxnLst>
                  <a:cxn ang="0">
                    <a:pos x="5" y="0"/>
                  </a:cxn>
                  <a:cxn ang="0">
                    <a:pos x="0" y="8"/>
                  </a:cxn>
                  <a:cxn ang="0">
                    <a:pos x="2" y="13"/>
                  </a:cxn>
                  <a:cxn ang="0">
                    <a:pos x="6" y="3"/>
                  </a:cxn>
                  <a:cxn ang="0">
                    <a:pos x="5" y="0"/>
                  </a:cxn>
                </a:cxnLst>
                <a:rect l="0" t="0" r="r" b="b"/>
                <a:pathLst>
                  <a:path w="6" h="13">
                    <a:moveTo>
                      <a:pt x="5" y="0"/>
                    </a:moveTo>
                    <a:lnTo>
                      <a:pt x="0" y="8"/>
                    </a:lnTo>
                    <a:lnTo>
                      <a:pt x="2" y="13"/>
                    </a:lnTo>
                    <a:lnTo>
                      <a:pt x="6" y="3"/>
                    </a:lnTo>
                    <a:lnTo>
                      <a:pt x="5" y="0"/>
                    </a:lnTo>
                    <a:close/>
                  </a:path>
                </a:pathLst>
              </a:custGeom>
              <a:noFill/>
              <a:ln w="3175" cap="rnd" cmpd="sng">
                <a:solidFill>
                  <a:schemeClr val="bg2"/>
                </a:solidFill>
                <a:prstDash val="sysDot"/>
                <a:round/>
                <a:headEnd/>
                <a:tailEnd/>
              </a:ln>
            </p:spPr>
            <p:txBody>
              <a:bodyPr/>
              <a:lstStyle/>
              <a:p>
                <a:endParaRPr lang="en-US"/>
              </a:p>
            </p:txBody>
          </p:sp>
          <p:sp>
            <p:nvSpPr>
              <p:cNvPr id="712" name="Freeform 2198"/>
              <p:cNvSpPr>
                <a:spLocks/>
              </p:cNvSpPr>
              <p:nvPr/>
            </p:nvSpPr>
            <p:spPr bwMode="gray">
              <a:xfrm>
                <a:off x="7116569" y="5451722"/>
                <a:ext cx="10196" cy="22838"/>
              </a:xfrm>
              <a:custGeom>
                <a:avLst/>
                <a:gdLst/>
                <a:ahLst/>
                <a:cxnLst>
                  <a:cxn ang="0">
                    <a:pos x="3" y="0"/>
                  </a:cxn>
                  <a:cxn ang="0">
                    <a:pos x="0" y="6"/>
                  </a:cxn>
                  <a:cxn ang="0">
                    <a:pos x="0" y="10"/>
                  </a:cxn>
                  <a:cxn ang="0">
                    <a:pos x="3" y="3"/>
                  </a:cxn>
                  <a:cxn ang="0">
                    <a:pos x="3" y="0"/>
                  </a:cxn>
                </a:cxnLst>
                <a:rect l="0" t="0" r="r" b="b"/>
                <a:pathLst>
                  <a:path w="3" h="10">
                    <a:moveTo>
                      <a:pt x="3" y="0"/>
                    </a:moveTo>
                    <a:lnTo>
                      <a:pt x="0" y="6"/>
                    </a:lnTo>
                    <a:lnTo>
                      <a:pt x="0" y="10"/>
                    </a:lnTo>
                    <a:lnTo>
                      <a:pt x="3" y="3"/>
                    </a:lnTo>
                    <a:lnTo>
                      <a:pt x="3" y="0"/>
                    </a:lnTo>
                    <a:close/>
                  </a:path>
                </a:pathLst>
              </a:custGeom>
              <a:noFill/>
              <a:ln w="3175" cap="rnd" cmpd="sng">
                <a:solidFill>
                  <a:schemeClr val="bg2"/>
                </a:solidFill>
                <a:prstDash val="sysDot"/>
                <a:round/>
                <a:headEnd/>
                <a:tailEnd/>
              </a:ln>
            </p:spPr>
            <p:txBody>
              <a:bodyPr/>
              <a:lstStyle/>
              <a:p>
                <a:endParaRPr lang="en-US"/>
              </a:p>
            </p:txBody>
          </p:sp>
          <p:sp>
            <p:nvSpPr>
              <p:cNvPr id="713" name="Freeform 2199"/>
              <p:cNvSpPr>
                <a:spLocks/>
              </p:cNvSpPr>
              <p:nvPr/>
            </p:nvSpPr>
            <p:spPr bwMode="gray">
              <a:xfrm>
                <a:off x="7169660" y="5471749"/>
                <a:ext cx="9845" cy="30216"/>
              </a:xfrm>
              <a:custGeom>
                <a:avLst/>
                <a:gdLst/>
                <a:ahLst/>
                <a:cxnLst>
                  <a:cxn ang="0">
                    <a:pos x="3" y="0"/>
                  </a:cxn>
                  <a:cxn ang="0">
                    <a:pos x="0" y="8"/>
                  </a:cxn>
                  <a:cxn ang="0">
                    <a:pos x="0" y="13"/>
                  </a:cxn>
                  <a:cxn ang="0">
                    <a:pos x="5" y="3"/>
                  </a:cxn>
                  <a:cxn ang="0">
                    <a:pos x="3" y="0"/>
                  </a:cxn>
                </a:cxnLst>
                <a:rect l="0" t="0" r="r" b="b"/>
                <a:pathLst>
                  <a:path w="5" h="13">
                    <a:moveTo>
                      <a:pt x="3" y="0"/>
                    </a:moveTo>
                    <a:lnTo>
                      <a:pt x="0" y="8"/>
                    </a:lnTo>
                    <a:lnTo>
                      <a:pt x="0" y="13"/>
                    </a:lnTo>
                    <a:lnTo>
                      <a:pt x="5" y="3"/>
                    </a:lnTo>
                    <a:lnTo>
                      <a:pt x="3" y="0"/>
                    </a:lnTo>
                    <a:close/>
                  </a:path>
                </a:pathLst>
              </a:custGeom>
              <a:noFill/>
              <a:ln w="3175" cap="rnd" cmpd="sng">
                <a:solidFill>
                  <a:schemeClr val="bg2"/>
                </a:solidFill>
                <a:prstDash val="sysDot"/>
                <a:round/>
                <a:headEnd/>
                <a:tailEnd/>
              </a:ln>
            </p:spPr>
            <p:txBody>
              <a:bodyPr/>
              <a:lstStyle/>
              <a:p>
                <a:endParaRPr lang="en-US"/>
              </a:p>
            </p:txBody>
          </p:sp>
          <p:sp>
            <p:nvSpPr>
              <p:cNvPr id="714" name="Freeform 2200"/>
              <p:cNvSpPr>
                <a:spLocks/>
              </p:cNvSpPr>
              <p:nvPr/>
            </p:nvSpPr>
            <p:spPr bwMode="gray">
              <a:xfrm>
                <a:off x="6924950" y="5419398"/>
                <a:ext cx="7383" cy="20027"/>
              </a:xfrm>
              <a:custGeom>
                <a:avLst/>
                <a:gdLst/>
                <a:ahLst/>
                <a:cxnLst>
                  <a:cxn ang="0">
                    <a:pos x="1" y="0"/>
                  </a:cxn>
                  <a:cxn ang="0">
                    <a:pos x="0" y="6"/>
                  </a:cxn>
                  <a:cxn ang="0">
                    <a:pos x="0" y="9"/>
                  </a:cxn>
                  <a:cxn ang="0">
                    <a:pos x="3" y="2"/>
                  </a:cxn>
                  <a:cxn ang="0">
                    <a:pos x="1" y="0"/>
                  </a:cxn>
                </a:cxnLst>
                <a:rect l="0" t="0" r="r" b="b"/>
                <a:pathLst>
                  <a:path w="3" h="9">
                    <a:moveTo>
                      <a:pt x="1" y="0"/>
                    </a:moveTo>
                    <a:lnTo>
                      <a:pt x="0" y="6"/>
                    </a:lnTo>
                    <a:lnTo>
                      <a:pt x="0" y="9"/>
                    </a:lnTo>
                    <a:lnTo>
                      <a:pt x="3" y="2"/>
                    </a:lnTo>
                    <a:lnTo>
                      <a:pt x="1" y="0"/>
                    </a:lnTo>
                    <a:close/>
                  </a:path>
                </a:pathLst>
              </a:custGeom>
              <a:noFill/>
              <a:ln w="3175" cap="rnd" cmpd="sng">
                <a:solidFill>
                  <a:schemeClr val="bg2"/>
                </a:solidFill>
                <a:prstDash val="sysDot"/>
                <a:round/>
                <a:headEnd/>
                <a:tailEnd/>
              </a:ln>
            </p:spPr>
            <p:txBody>
              <a:bodyPr/>
              <a:lstStyle/>
              <a:p>
                <a:endParaRPr lang="en-US"/>
              </a:p>
            </p:txBody>
          </p:sp>
          <p:sp>
            <p:nvSpPr>
              <p:cNvPr id="715" name="Freeform 2201"/>
              <p:cNvSpPr>
                <a:spLocks/>
              </p:cNvSpPr>
              <p:nvPr/>
            </p:nvSpPr>
            <p:spPr bwMode="gray">
              <a:xfrm>
                <a:off x="6884516" y="5499506"/>
                <a:ext cx="4922" cy="22486"/>
              </a:xfrm>
              <a:custGeom>
                <a:avLst/>
                <a:gdLst/>
                <a:ahLst/>
                <a:cxnLst>
                  <a:cxn ang="0">
                    <a:pos x="3" y="0"/>
                  </a:cxn>
                  <a:cxn ang="0">
                    <a:pos x="0" y="6"/>
                  </a:cxn>
                  <a:cxn ang="0">
                    <a:pos x="0" y="9"/>
                  </a:cxn>
                  <a:cxn ang="0">
                    <a:pos x="3" y="2"/>
                  </a:cxn>
                  <a:cxn ang="0">
                    <a:pos x="3" y="0"/>
                  </a:cxn>
                </a:cxnLst>
                <a:rect l="0" t="0" r="r" b="b"/>
                <a:pathLst>
                  <a:path w="3" h="9">
                    <a:moveTo>
                      <a:pt x="3" y="0"/>
                    </a:moveTo>
                    <a:lnTo>
                      <a:pt x="0" y="6"/>
                    </a:lnTo>
                    <a:lnTo>
                      <a:pt x="0"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716" name="Freeform 2202"/>
              <p:cNvSpPr>
                <a:spLocks/>
              </p:cNvSpPr>
              <p:nvPr/>
            </p:nvSpPr>
            <p:spPr bwMode="gray">
              <a:xfrm>
                <a:off x="7126765" y="5424316"/>
                <a:ext cx="4922" cy="22486"/>
              </a:xfrm>
              <a:custGeom>
                <a:avLst/>
                <a:gdLst/>
                <a:ahLst/>
                <a:cxnLst>
                  <a:cxn ang="0">
                    <a:pos x="2" y="0"/>
                  </a:cxn>
                  <a:cxn ang="0">
                    <a:pos x="0" y="6"/>
                  </a:cxn>
                  <a:cxn ang="0">
                    <a:pos x="1" y="10"/>
                  </a:cxn>
                  <a:cxn ang="0">
                    <a:pos x="3" y="3"/>
                  </a:cxn>
                  <a:cxn ang="0">
                    <a:pos x="2" y="0"/>
                  </a:cxn>
                </a:cxnLst>
                <a:rect l="0" t="0" r="r" b="b"/>
                <a:pathLst>
                  <a:path w="3" h="10">
                    <a:moveTo>
                      <a:pt x="2" y="0"/>
                    </a:moveTo>
                    <a:lnTo>
                      <a:pt x="0" y="6"/>
                    </a:lnTo>
                    <a:lnTo>
                      <a:pt x="1" y="10"/>
                    </a:lnTo>
                    <a:lnTo>
                      <a:pt x="3" y="3"/>
                    </a:lnTo>
                    <a:lnTo>
                      <a:pt x="2" y="0"/>
                    </a:lnTo>
                    <a:close/>
                  </a:path>
                </a:pathLst>
              </a:custGeom>
              <a:noFill/>
              <a:ln w="3175" cap="rnd" cmpd="sng">
                <a:solidFill>
                  <a:schemeClr val="bg2"/>
                </a:solidFill>
                <a:prstDash val="sysDot"/>
                <a:round/>
                <a:headEnd/>
                <a:tailEnd/>
              </a:ln>
            </p:spPr>
            <p:txBody>
              <a:bodyPr/>
              <a:lstStyle/>
              <a:p>
                <a:endParaRPr lang="en-US"/>
              </a:p>
            </p:txBody>
          </p:sp>
          <p:sp>
            <p:nvSpPr>
              <p:cNvPr id="717" name="Freeform 2203"/>
              <p:cNvSpPr>
                <a:spLocks/>
              </p:cNvSpPr>
              <p:nvPr/>
            </p:nvSpPr>
            <p:spPr bwMode="gray">
              <a:xfrm>
                <a:off x="7182317" y="5436965"/>
                <a:ext cx="12306" cy="27405"/>
              </a:xfrm>
              <a:custGeom>
                <a:avLst/>
                <a:gdLst/>
                <a:ahLst/>
                <a:cxnLst>
                  <a:cxn ang="0">
                    <a:pos x="4" y="0"/>
                  </a:cxn>
                  <a:cxn ang="0">
                    <a:pos x="0" y="7"/>
                  </a:cxn>
                  <a:cxn ang="0">
                    <a:pos x="1" y="12"/>
                  </a:cxn>
                  <a:cxn ang="0">
                    <a:pos x="5" y="2"/>
                  </a:cxn>
                  <a:cxn ang="0">
                    <a:pos x="4" y="0"/>
                  </a:cxn>
                </a:cxnLst>
                <a:rect l="0" t="0" r="r" b="b"/>
                <a:pathLst>
                  <a:path w="5" h="12">
                    <a:moveTo>
                      <a:pt x="4" y="0"/>
                    </a:moveTo>
                    <a:lnTo>
                      <a:pt x="0" y="7"/>
                    </a:lnTo>
                    <a:lnTo>
                      <a:pt x="1" y="12"/>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718" name="Freeform 2204"/>
              <p:cNvSpPr>
                <a:spLocks/>
              </p:cNvSpPr>
              <p:nvPr/>
            </p:nvSpPr>
            <p:spPr bwMode="gray">
              <a:xfrm>
                <a:off x="6932333" y="5391992"/>
                <a:ext cx="7735" cy="17216"/>
              </a:xfrm>
              <a:custGeom>
                <a:avLst/>
                <a:gdLst/>
                <a:ahLst/>
                <a:cxnLst>
                  <a:cxn ang="0">
                    <a:pos x="3" y="0"/>
                  </a:cxn>
                  <a:cxn ang="0">
                    <a:pos x="0" y="6"/>
                  </a:cxn>
                  <a:cxn ang="0">
                    <a:pos x="2" y="9"/>
                  </a:cxn>
                  <a:cxn ang="0">
                    <a:pos x="3" y="2"/>
                  </a:cxn>
                  <a:cxn ang="0">
                    <a:pos x="3" y="0"/>
                  </a:cxn>
                </a:cxnLst>
                <a:rect l="0" t="0" r="r" b="b"/>
                <a:pathLst>
                  <a:path w="3" h="9">
                    <a:moveTo>
                      <a:pt x="3" y="0"/>
                    </a:moveTo>
                    <a:lnTo>
                      <a:pt x="0" y="6"/>
                    </a:lnTo>
                    <a:lnTo>
                      <a:pt x="2"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719" name="Freeform 2205"/>
              <p:cNvSpPr>
                <a:spLocks/>
              </p:cNvSpPr>
              <p:nvPr/>
            </p:nvSpPr>
            <p:spPr bwMode="gray">
              <a:xfrm>
                <a:off x="7136610" y="5396911"/>
                <a:ext cx="10196" cy="24946"/>
              </a:xfrm>
              <a:custGeom>
                <a:avLst/>
                <a:gdLst/>
                <a:ahLst/>
                <a:cxnLst>
                  <a:cxn ang="0">
                    <a:pos x="3" y="0"/>
                  </a:cxn>
                  <a:cxn ang="0">
                    <a:pos x="0" y="6"/>
                  </a:cxn>
                  <a:cxn ang="0">
                    <a:pos x="1" y="10"/>
                  </a:cxn>
                  <a:cxn ang="0">
                    <a:pos x="4" y="2"/>
                  </a:cxn>
                  <a:cxn ang="0">
                    <a:pos x="3" y="0"/>
                  </a:cxn>
                </a:cxnLst>
                <a:rect l="0" t="0" r="r" b="b"/>
                <a:pathLst>
                  <a:path w="4" h="10">
                    <a:moveTo>
                      <a:pt x="3" y="0"/>
                    </a:moveTo>
                    <a:lnTo>
                      <a:pt x="0" y="6"/>
                    </a:lnTo>
                    <a:lnTo>
                      <a:pt x="1" y="10"/>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20" name="Freeform 2206"/>
              <p:cNvSpPr>
                <a:spLocks/>
              </p:cNvSpPr>
              <p:nvPr/>
            </p:nvSpPr>
            <p:spPr bwMode="gray">
              <a:xfrm>
                <a:off x="7038515" y="5501965"/>
                <a:ext cx="9845" cy="27405"/>
              </a:xfrm>
              <a:custGeom>
                <a:avLst/>
                <a:gdLst/>
                <a:ahLst/>
                <a:cxnLst>
                  <a:cxn ang="0">
                    <a:pos x="3" y="0"/>
                  </a:cxn>
                  <a:cxn ang="0">
                    <a:pos x="0" y="7"/>
                  </a:cxn>
                  <a:cxn ang="0">
                    <a:pos x="0" y="11"/>
                  </a:cxn>
                  <a:cxn ang="0">
                    <a:pos x="3" y="1"/>
                  </a:cxn>
                  <a:cxn ang="0">
                    <a:pos x="3" y="0"/>
                  </a:cxn>
                </a:cxnLst>
                <a:rect l="0" t="0" r="r" b="b"/>
                <a:pathLst>
                  <a:path w="3" h="11">
                    <a:moveTo>
                      <a:pt x="3" y="0"/>
                    </a:moveTo>
                    <a:lnTo>
                      <a:pt x="0" y="7"/>
                    </a:lnTo>
                    <a:lnTo>
                      <a:pt x="0" y="11"/>
                    </a:lnTo>
                    <a:lnTo>
                      <a:pt x="3" y="1"/>
                    </a:lnTo>
                    <a:lnTo>
                      <a:pt x="3" y="0"/>
                    </a:lnTo>
                    <a:close/>
                  </a:path>
                </a:pathLst>
              </a:custGeom>
              <a:noFill/>
              <a:ln w="3175" cap="rnd" cmpd="sng">
                <a:solidFill>
                  <a:schemeClr val="bg2"/>
                </a:solidFill>
                <a:prstDash val="sysDot"/>
                <a:round/>
                <a:headEnd/>
                <a:tailEnd/>
              </a:ln>
            </p:spPr>
            <p:txBody>
              <a:bodyPr/>
              <a:lstStyle/>
              <a:p>
                <a:endParaRPr lang="en-US"/>
              </a:p>
            </p:txBody>
          </p:sp>
          <p:sp>
            <p:nvSpPr>
              <p:cNvPr id="721" name="Freeform 2207"/>
              <p:cNvSpPr>
                <a:spLocks/>
              </p:cNvSpPr>
              <p:nvPr/>
            </p:nvSpPr>
            <p:spPr bwMode="gray">
              <a:xfrm>
                <a:off x="7194623" y="5394452"/>
                <a:ext cx="10196" cy="32324"/>
              </a:xfrm>
              <a:custGeom>
                <a:avLst/>
                <a:gdLst/>
                <a:ahLst/>
                <a:cxnLst>
                  <a:cxn ang="0">
                    <a:pos x="3" y="0"/>
                  </a:cxn>
                  <a:cxn ang="0">
                    <a:pos x="0" y="8"/>
                  </a:cxn>
                  <a:cxn ang="0">
                    <a:pos x="0" y="13"/>
                  </a:cxn>
                  <a:cxn ang="0">
                    <a:pos x="4" y="3"/>
                  </a:cxn>
                  <a:cxn ang="0">
                    <a:pos x="3" y="0"/>
                  </a:cxn>
                </a:cxnLst>
                <a:rect l="0" t="0" r="r" b="b"/>
                <a:pathLst>
                  <a:path w="4" h="13">
                    <a:moveTo>
                      <a:pt x="3" y="0"/>
                    </a:moveTo>
                    <a:lnTo>
                      <a:pt x="0" y="8"/>
                    </a:lnTo>
                    <a:lnTo>
                      <a:pt x="0" y="13"/>
                    </a:lnTo>
                    <a:lnTo>
                      <a:pt x="4" y="3"/>
                    </a:lnTo>
                    <a:lnTo>
                      <a:pt x="3" y="0"/>
                    </a:lnTo>
                    <a:close/>
                  </a:path>
                </a:pathLst>
              </a:custGeom>
              <a:noFill/>
              <a:ln w="3175" cap="rnd" cmpd="sng">
                <a:solidFill>
                  <a:schemeClr val="bg2"/>
                </a:solidFill>
                <a:prstDash val="sysDot"/>
                <a:round/>
                <a:headEnd/>
                <a:tailEnd/>
              </a:ln>
            </p:spPr>
            <p:txBody>
              <a:bodyPr/>
              <a:lstStyle/>
              <a:p>
                <a:endParaRPr lang="en-US"/>
              </a:p>
            </p:txBody>
          </p:sp>
          <p:sp>
            <p:nvSpPr>
              <p:cNvPr id="722" name="Freeform 2208"/>
              <p:cNvSpPr>
                <a:spLocks/>
              </p:cNvSpPr>
              <p:nvPr/>
            </p:nvSpPr>
            <p:spPr bwMode="gray">
              <a:xfrm>
                <a:off x="7098989" y="5504425"/>
                <a:ext cx="4922" cy="32324"/>
              </a:xfrm>
              <a:custGeom>
                <a:avLst/>
                <a:gdLst/>
                <a:ahLst/>
                <a:cxnLst>
                  <a:cxn ang="0">
                    <a:pos x="3" y="0"/>
                  </a:cxn>
                  <a:cxn ang="0">
                    <a:pos x="0" y="8"/>
                  </a:cxn>
                  <a:cxn ang="0">
                    <a:pos x="0" y="13"/>
                  </a:cxn>
                  <a:cxn ang="0">
                    <a:pos x="3" y="3"/>
                  </a:cxn>
                  <a:cxn ang="0">
                    <a:pos x="3" y="0"/>
                  </a:cxn>
                </a:cxnLst>
                <a:rect l="0" t="0" r="r" b="b"/>
                <a:pathLst>
                  <a:path w="3" h="13">
                    <a:moveTo>
                      <a:pt x="3" y="0"/>
                    </a:moveTo>
                    <a:lnTo>
                      <a:pt x="0" y="8"/>
                    </a:lnTo>
                    <a:lnTo>
                      <a:pt x="0" y="13"/>
                    </a:lnTo>
                    <a:lnTo>
                      <a:pt x="3" y="3"/>
                    </a:lnTo>
                    <a:lnTo>
                      <a:pt x="3" y="0"/>
                    </a:lnTo>
                    <a:close/>
                  </a:path>
                </a:pathLst>
              </a:custGeom>
              <a:noFill/>
              <a:ln w="3175" cap="rnd" cmpd="sng">
                <a:solidFill>
                  <a:schemeClr val="bg2"/>
                </a:solidFill>
                <a:prstDash val="sysDot"/>
                <a:round/>
                <a:headEnd/>
                <a:tailEnd/>
              </a:ln>
            </p:spPr>
            <p:txBody>
              <a:bodyPr/>
              <a:lstStyle/>
              <a:p>
                <a:endParaRPr lang="en-US"/>
              </a:p>
            </p:txBody>
          </p:sp>
          <p:sp>
            <p:nvSpPr>
              <p:cNvPr id="723" name="Freeform 2209"/>
              <p:cNvSpPr>
                <a:spLocks/>
              </p:cNvSpPr>
              <p:nvPr/>
            </p:nvSpPr>
            <p:spPr bwMode="gray">
              <a:xfrm>
                <a:off x="6940068" y="5366695"/>
                <a:ext cx="10196" cy="22838"/>
              </a:xfrm>
              <a:custGeom>
                <a:avLst/>
                <a:gdLst/>
                <a:ahLst/>
                <a:cxnLst>
                  <a:cxn ang="0">
                    <a:pos x="3" y="0"/>
                  </a:cxn>
                  <a:cxn ang="0">
                    <a:pos x="0" y="6"/>
                  </a:cxn>
                  <a:cxn ang="0">
                    <a:pos x="2" y="9"/>
                  </a:cxn>
                  <a:cxn ang="0">
                    <a:pos x="3" y="2"/>
                  </a:cxn>
                  <a:cxn ang="0">
                    <a:pos x="3" y="0"/>
                  </a:cxn>
                </a:cxnLst>
                <a:rect l="0" t="0" r="r" b="b"/>
                <a:pathLst>
                  <a:path w="3" h="9">
                    <a:moveTo>
                      <a:pt x="3" y="0"/>
                    </a:moveTo>
                    <a:lnTo>
                      <a:pt x="0" y="6"/>
                    </a:lnTo>
                    <a:lnTo>
                      <a:pt x="2"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724" name="Freeform 2210"/>
              <p:cNvSpPr>
                <a:spLocks/>
              </p:cNvSpPr>
              <p:nvPr/>
            </p:nvSpPr>
            <p:spPr bwMode="gray">
              <a:xfrm>
                <a:off x="6191171" y="5436965"/>
                <a:ext cx="12306" cy="17568"/>
              </a:xfrm>
              <a:custGeom>
                <a:avLst/>
                <a:gdLst/>
                <a:ahLst/>
                <a:cxnLst>
                  <a:cxn ang="0">
                    <a:pos x="3" y="0"/>
                  </a:cxn>
                  <a:cxn ang="0">
                    <a:pos x="0" y="6"/>
                  </a:cxn>
                  <a:cxn ang="0">
                    <a:pos x="0" y="9"/>
                  </a:cxn>
                  <a:cxn ang="0">
                    <a:pos x="4" y="1"/>
                  </a:cxn>
                  <a:cxn ang="0">
                    <a:pos x="3" y="0"/>
                  </a:cxn>
                </a:cxnLst>
                <a:rect l="0" t="0" r="r" b="b"/>
                <a:pathLst>
                  <a:path w="4" h="9">
                    <a:moveTo>
                      <a:pt x="3" y="0"/>
                    </a:moveTo>
                    <a:lnTo>
                      <a:pt x="0" y="6"/>
                    </a:lnTo>
                    <a:lnTo>
                      <a:pt x="0" y="9"/>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725" name="Freeform 2211"/>
              <p:cNvSpPr>
                <a:spLocks/>
              </p:cNvSpPr>
              <p:nvPr/>
            </p:nvSpPr>
            <p:spPr bwMode="gray">
              <a:xfrm>
                <a:off x="6236527" y="5409208"/>
                <a:ext cx="12657" cy="22838"/>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26" name="Freeform 2212"/>
              <p:cNvSpPr>
                <a:spLocks/>
              </p:cNvSpPr>
              <p:nvPr/>
            </p:nvSpPr>
            <p:spPr bwMode="gray">
              <a:xfrm>
                <a:off x="6284344" y="5384262"/>
                <a:ext cx="12657" cy="22486"/>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27" name="Freeform 2213"/>
              <p:cNvSpPr>
                <a:spLocks/>
              </p:cNvSpPr>
              <p:nvPr/>
            </p:nvSpPr>
            <p:spPr bwMode="gray">
              <a:xfrm>
                <a:off x="6259029" y="5356857"/>
                <a:ext cx="10196" cy="22486"/>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28" name="Freeform 2214"/>
              <p:cNvSpPr>
                <a:spLocks/>
              </p:cNvSpPr>
              <p:nvPr/>
            </p:nvSpPr>
            <p:spPr bwMode="gray">
              <a:xfrm>
                <a:off x="6496356" y="5346668"/>
                <a:ext cx="9845" cy="20027"/>
              </a:xfrm>
              <a:custGeom>
                <a:avLst/>
                <a:gdLst/>
                <a:ahLst/>
                <a:cxnLst>
                  <a:cxn ang="0">
                    <a:pos x="3" y="0"/>
                  </a:cxn>
                  <a:cxn ang="0">
                    <a:pos x="0" y="5"/>
                  </a:cxn>
                  <a:cxn ang="0">
                    <a:pos x="2" y="9"/>
                  </a:cxn>
                  <a:cxn ang="0">
                    <a:pos x="5" y="2"/>
                  </a:cxn>
                  <a:cxn ang="0">
                    <a:pos x="3" y="0"/>
                  </a:cxn>
                </a:cxnLst>
                <a:rect l="0" t="0" r="r" b="b"/>
                <a:pathLst>
                  <a:path w="5" h="9">
                    <a:moveTo>
                      <a:pt x="3" y="0"/>
                    </a:moveTo>
                    <a:lnTo>
                      <a:pt x="0" y="5"/>
                    </a:lnTo>
                    <a:lnTo>
                      <a:pt x="2"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729" name="Freeform 2215"/>
              <p:cNvSpPr>
                <a:spLocks/>
              </p:cNvSpPr>
              <p:nvPr/>
            </p:nvSpPr>
            <p:spPr bwMode="gray">
              <a:xfrm>
                <a:off x="6750910" y="5354398"/>
                <a:ext cx="4922" cy="20027"/>
              </a:xfrm>
              <a:custGeom>
                <a:avLst/>
                <a:gdLst/>
                <a:ahLst/>
                <a:cxnLst>
                  <a:cxn ang="0">
                    <a:pos x="2" y="0"/>
                  </a:cxn>
                  <a:cxn ang="0">
                    <a:pos x="0" y="5"/>
                  </a:cxn>
                  <a:cxn ang="0">
                    <a:pos x="0" y="8"/>
                  </a:cxn>
                  <a:cxn ang="0">
                    <a:pos x="3" y="1"/>
                  </a:cxn>
                  <a:cxn ang="0">
                    <a:pos x="2" y="0"/>
                  </a:cxn>
                </a:cxnLst>
                <a:rect l="0" t="0" r="r" b="b"/>
                <a:pathLst>
                  <a:path w="3" h="8">
                    <a:moveTo>
                      <a:pt x="2" y="0"/>
                    </a:moveTo>
                    <a:lnTo>
                      <a:pt x="0" y="5"/>
                    </a:lnTo>
                    <a:lnTo>
                      <a:pt x="0" y="8"/>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730" name="Freeform 2216"/>
              <p:cNvSpPr>
                <a:spLocks/>
              </p:cNvSpPr>
              <p:nvPr/>
            </p:nvSpPr>
            <p:spPr bwMode="gray">
              <a:xfrm>
                <a:off x="6236527" y="5331911"/>
                <a:ext cx="9845" cy="17568"/>
              </a:xfrm>
              <a:custGeom>
                <a:avLst/>
                <a:gdLst/>
                <a:ahLst/>
                <a:cxnLst>
                  <a:cxn ang="0">
                    <a:pos x="3" y="0"/>
                  </a:cxn>
                  <a:cxn ang="0">
                    <a:pos x="0" y="5"/>
                  </a:cxn>
                  <a:cxn ang="0">
                    <a:pos x="1" y="8"/>
                  </a:cxn>
                  <a:cxn ang="0">
                    <a:pos x="4" y="2"/>
                  </a:cxn>
                  <a:cxn ang="0">
                    <a:pos x="3" y="0"/>
                  </a:cxn>
                </a:cxnLst>
                <a:rect l="0" t="0" r="r" b="b"/>
                <a:pathLst>
                  <a:path w="4" h="8">
                    <a:moveTo>
                      <a:pt x="3" y="0"/>
                    </a:moveTo>
                    <a:lnTo>
                      <a:pt x="0" y="5"/>
                    </a:lnTo>
                    <a:lnTo>
                      <a:pt x="1"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31" name="Freeform 2217"/>
              <p:cNvSpPr>
                <a:spLocks/>
              </p:cNvSpPr>
              <p:nvPr/>
            </p:nvSpPr>
            <p:spPr bwMode="gray">
              <a:xfrm>
                <a:off x="6130345" y="5429235"/>
                <a:ext cx="7735" cy="22486"/>
              </a:xfrm>
              <a:custGeom>
                <a:avLst/>
                <a:gdLst/>
                <a:ahLst/>
                <a:cxnLst>
                  <a:cxn ang="0">
                    <a:pos x="4" y="0"/>
                  </a:cxn>
                  <a:cxn ang="0">
                    <a:pos x="0" y="6"/>
                  </a:cxn>
                  <a:cxn ang="0">
                    <a:pos x="1" y="9"/>
                  </a:cxn>
                  <a:cxn ang="0">
                    <a:pos x="4" y="2"/>
                  </a:cxn>
                  <a:cxn ang="0">
                    <a:pos x="4" y="0"/>
                  </a:cxn>
                </a:cxnLst>
                <a:rect l="0" t="0" r="r" b="b"/>
                <a:pathLst>
                  <a:path w="4" h="9">
                    <a:moveTo>
                      <a:pt x="4" y="0"/>
                    </a:moveTo>
                    <a:lnTo>
                      <a:pt x="0" y="6"/>
                    </a:lnTo>
                    <a:lnTo>
                      <a:pt x="1" y="9"/>
                    </a:lnTo>
                    <a:lnTo>
                      <a:pt x="4" y="2"/>
                    </a:lnTo>
                    <a:lnTo>
                      <a:pt x="4" y="0"/>
                    </a:lnTo>
                    <a:close/>
                  </a:path>
                </a:pathLst>
              </a:custGeom>
              <a:noFill/>
              <a:ln w="3175" cap="rnd" cmpd="sng">
                <a:solidFill>
                  <a:schemeClr val="bg2"/>
                </a:solidFill>
                <a:prstDash val="sysDot"/>
                <a:round/>
                <a:headEnd/>
                <a:tailEnd/>
              </a:ln>
            </p:spPr>
            <p:txBody>
              <a:bodyPr/>
              <a:lstStyle/>
              <a:p>
                <a:endParaRPr lang="en-US"/>
              </a:p>
            </p:txBody>
          </p:sp>
          <p:sp>
            <p:nvSpPr>
              <p:cNvPr id="732" name="Freeform 2218"/>
              <p:cNvSpPr>
                <a:spLocks/>
              </p:cNvSpPr>
              <p:nvPr/>
            </p:nvSpPr>
            <p:spPr bwMode="gray">
              <a:xfrm>
                <a:off x="6176053" y="5406749"/>
                <a:ext cx="7383" cy="20027"/>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33" name="Freeform 2219"/>
              <p:cNvSpPr>
                <a:spLocks/>
              </p:cNvSpPr>
              <p:nvPr/>
            </p:nvSpPr>
            <p:spPr bwMode="gray">
              <a:xfrm>
                <a:off x="6221408" y="5381803"/>
                <a:ext cx="12657" cy="22486"/>
              </a:xfrm>
              <a:custGeom>
                <a:avLst/>
                <a:gdLst/>
                <a:ahLst/>
                <a:cxnLst>
                  <a:cxn ang="0">
                    <a:pos x="4" y="0"/>
                  </a:cxn>
                  <a:cxn ang="0">
                    <a:pos x="0" y="6"/>
                  </a:cxn>
                  <a:cxn ang="0">
                    <a:pos x="1" y="9"/>
                  </a:cxn>
                  <a:cxn ang="0">
                    <a:pos x="5" y="2"/>
                  </a:cxn>
                  <a:cxn ang="0">
                    <a:pos x="4" y="0"/>
                  </a:cxn>
                </a:cxnLst>
                <a:rect l="0" t="0" r="r" b="b"/>
                <a:pathLst>
                  <a:path w="5" h="9">
                    <a:moveTo>
                      <a:pt x="4" y="0"/>
                    </a:moveTo>
                    <a:lnTo>
                      <a:pt x="0" y="6"/>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734" name="Freeform 2220"/>
              <p:cNvSpPr>
                <a:spLocks/>
              </p:cNvSpPr>
              <p:nvPr/>
            </p:nvSpPr>
            <p:spPr bwMode="gray">
              <a:xfrm>
                <a:off x="6196093" y="5351938"/>
                <a:ext cx="7383" cy="22486"/>
              </a:xfrm>
              <a:custGeom>
                <a:avLst/>
                <a:gdLst/>
                <a:ahLst/>
                <a:cxnLst>
                  <a:cxn ang="0">
                    <a:pos x="3" y="0"/>
                  </a:cxn>
                  <a:cxn ang="0">
                    <a:pos x="0" y="6"/>
                  </a:cxn>
                  <a:cxn ang="0">
                    <a:pos x="0" y="9"/>
                  </a:cxn>
                  <a:cxn ang="0">
                    <a:pos x="3" y="2"/>
                  </a:cxn>
                  <a:cxn ang="0">
                    <a:pos x="3" y="0"/>
                  </a:cxn>
                </a:cxnLst>
                <a:rect l="0" t="0" r="r" b="b"/>
                <a:pathLst>
                  <a:path w="3" h="9">
                    <a:moveTo>
                      <a:pt x="3" y="0"/>
                    </a:moveTo>
                    <a:lnTo>
                      <a:pt x="0" y="6"/>
                    </a:lnTo>
                    <a:lnTo>
                      <a:pt x="0" y="9"/>
                    </a:lnTo>
                    <a:lnTo>
                      <a:pt x="3" y="2"/>
                    </a:lnTo>
                    <a:lnTo>
                      <a:pt x="3" y="0"/>
                    </a:lnTo>
                    <a:close/>
                  </a:path>
                </a:pathLst>
              </a:custGeom>
              <a:noFill/>
              <a:ln w="3175" cap="rnd" cmpd="sng">
                <a:solidFill>
                  <a:schemeClr val="bg2"/>
                </a:solidFill>
                <a:prstDash val="sysDot"/>
                <a:round/>
                <a:headEnd/>
                <a:tailEnd/>
              </a:ln>
            </p:spPr>
            <p:txBody>
              <a:bodyPr/>
              <a:lstStyle/>
              <a:p>
                <a:endParaRPr lang="en-US"/>
              </a:p>
            </p:txBody>
          </p:sp>
          <p:sp>
            <p:nvSpPr>
              <p:cNvPr id="735" name="Freeform 2221"/>
              <p:cNvSpPr>
                <a:spLocks/>
              </p:cNvSpPr>
              <p:nvPr/>
            </p:nvSpPr>
            <p:spPr bwMode="gray">
              <a:xfrm>
                <a:off x="6433068" y="5339289"/>
                <a:ext cx="5274" cy="24946"/>
              </a:xfrm>
              <a:custGeom>
                <a:avLst/>
                <a:gdLst/>
                <a:ahLst/>
                <a:cxnLst>
                  <a:cxn ang="0">
                    <a:pos x="1" y="0"/>
                  </a:cxn>
                  <a:cxn ang="0">
                    <a:pos x="0" y="6"/>
                  </a:cxn>
                  <a:cxn ang="0">
                    <a:pos x="0" y="10"/>
                  </a:cxn>
                  <a:cxn ang="0">
                    <a:pos x="2" y="2"/>
                  </a:cxn>
                  <a:cxn ang="0">
                    <a:pos x="1" y="0"/>
                  </a:cxn>
                </a:cxnLst>
                <a:rect l="0" t="0" r="r" b="b"/>
                <a:pathLst>
                  <a:path w="2" h="10">
                    <a:moveTo>
                      <a:pt x="1" y="0"/>
                    </a:moveTo>
                    <a:lnTo>
                      <a:pt x="0" y="6"/>
                    </a:lnTo>
                    <a:lnTo>
                      <a:pt x="0" y="10"/>
                    </a:lnTo>
                    <a:lnTo>
                      <a:pt x="2" y="2"/>
                    </a:lnTo>
                    <a:lnTo>
                      <a:pt x="1" y="0"/>
                    </a:lnTo>
                    <a:close/>
                  </a:path>
                </a:pathLst>
              </a:custGeom>
              <a:noFill/>
              <a:ln w="3175" cap="rnd" cmpd="sng">
                <a:solidFill>
                  <a:schemeClr val="bg2"/>
                </a:solidFill>
                <a:prstDash val="sysDot"/>
                <a:round/>
                <a:headEnd/>
                <a:tailEnd/>
              </a:ln>
            </p:spPr>
            <p:txBody>
              <a:bodyPr/>
              <a:lstStyle/>
              <a:p>
                <a:endParaRPr lang="en-US"/>
              </a:p>
            </p:txBody>
          </p:sp>
          <p:sp>
            <p:nvSpPr>
              <p:cNvPr id="736" name="Freeform 2222"/>
              <p:cNvSpPr>
                <a:spLocks/>
              </p:cNvSpPr>
              <p:nvPr/>
            </p:nvSpPr>
            <p:spPr bwMode="gray">
              <a:xfrm>
                <a:off x="6685162" y="5349479"/>
                <a:ext cx="5274" cy="20027"/>
              </a:xfrm>
              <a:custGeom>
                <a:avLst/>
                <a:gdLst/>
                <a:ahLst/>
                <a:cxnLst>
                  <a:cxn ang="0">
                    <a:pos x="2" y="0"/>
                  </a:cxn>
                  <a:cxn ang="0">
                    <a:pos x="0" y="5"/>
                  </a:cxn>
                  <a:cxn ang="0">
                    <a:pos x="1" y="8"/>
                  </a:cxn>
                  <a:cxn ang="0">
                    <a:pos x="3" y="1"/>
                  </a:cxn>
                  <a:cxn ang="0">
                    <a:pos x="2" y="0"/>
                  </a:cxn>
                </a:cxnLst>
                <a:rect l="0" t="0" r="r" b="b"/>
                <a:pathLst>
                  <a:path w="3" h="8">
                    <a:moveTo>
                      <a:pt x="2" y="0"/>
                    </a:moveTo>
                    <a:lnTo>
                      <a:pt x="0" y="5"/>
                    </a:lnTo>
                    <a:lnTo>
                      <a:pt x="1" y="8"/>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737" name="Freeform 2223"/>
              <p:cNvSpPr>
                <a:spLocks/>
              </p:cNvSpPr>
              <p:nvPr/>
            </p:nvSpPr>
            <p:spPr bwMode="gray">
              <a:xfrm>
                <a:off x="6173240" y="5326992"/>
                <a:ext cx="7735" cy="19676"/>
              </a:xfrm>
              <a:custGeom>
                <a:avLst/>
                <a:gdLst/>
                <a:ahLst/>
                <a:cxnLst>
                  <a:cxn ang="0">
                    <a:pos x="3" y="0"/>
                  </a:cxn>
                  <a:cxn ang="0">
                    <a:pos x="0" y="5"/>
                  </a:cxn>
                  <a:cxn ang="0">
                    <a:pos x="0" y="8"/>
                  </a:cxn>
                  <a:cxn ang="0">
                    <a:pos x="4" y="1"/>
                  </a:cxn>
                  <a:cxn ang="0">
                    <a:pos x="3" y="0"/>
                  </a:cxn>
                </a:cxnLst>
                <a:rect l="0" t="0" r="r" b="b"/>
                <a:pathLst>
                  <a:path w="4" h="8">
                    <a:moveTo>
                      <a:pt x="3" y="0"/>
                    </a:moveTo>
                    <a:lnTo>
                      <a:pt x="0" y="5"/>
                    </a:lnTo>
                    <a:lnTo>
                      <a:pt x="0" y="8"/>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738" name="Freeform 2224"/>
              <p:cNvSpPr>
                <a:spLocks/>
              </p:cNvSpPr>
              <p:nvPr/>
            </p:nvSpPr>
            <p:spPr bwMode="gray">
              <a:xfrm>
                <a:off x="6069871" y="5426776"/>
                <a:ext cx="10196" cy="22486"/>
              </a:xfrm>
              <a:custGeom>
                <a:avLst/>
                <a:gdLst/>
                <a:ahLst/>
                <a:cxnLst>
                  <a:cxn ang="0">
                    <a:pos x="4" y="0"/>
                  </a:cxn>
                  <a:cxn ang="0">
                    <a:pos x="0" y="5"/>
                  </a:cxn>
                  <a:cxn ang="0">
                    <a:pos x="1" y="9"/>
                  </a:cxn>
                  <a:cxn ang="0">
                    <a:pos x="5" y="1"/>
                  </a:cxn>
                  <a:cxn ang="0">
                    <a:pos x="4" y="0"/>
                  </a:cxn>
                </a:cxnLst>
                <a:rect l="0" t="0" r="r" b="b"/>
                <a:pathLst>
                  <a:path w="5" h="9">
                    <a:moveTo>
                      <a:pt x="4" y="0"/>
                    </a:moveTo>
                    <a:lnTo>
                      <a:pt x="0" y="5"/>
                    </a:lnTo>
                    <a:lnTo>
                      <a:pt x="1" y="9"/>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739" name="Freeform 2225"/>
              <p:cNvSpPr>
                <a:spLocks/>
              </p:cNvSpPr>
              <p:nvPr/>
            </p:nvSpPr>
            <p:spPr bwMode="gray">
              <a:xfrm>
                <a:off x="6112765" y="5404289"/>
                <a:ext cx="12657"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40" name="Freeform 2226"/>
              <p:cNvSpPr>
                <a:spLocks/>
              </p:cNvSpPr>
              <p:nvPr/>
            </p:nvSpPr>
            <p:spPr bwMode="gray">
              <a:xfrm>
                <a:off x="6160934" y="5381803"/>
                <a:ext cx="12306" cy="20027"/>
              </a:xfrm>
              <a:custGeom>
                <a:avLst/>
                <a:gdLst/>
                <a:ahLst/>
                <a:cxnLst>
                  <a:cxn ang="0">
                    <a:pos x="4" y="0"/>
                  </a:cxn>
                  <a:cxn ang="0">
                    <a:pos x="0" y="5"/>
                  </a:cxn>
                  <a:cxn ang="0">
                    <a:pos x="1" y="9"/>
                  </a:cxn>
                  <a:cxn ang="0">
                    <a:pos x="5" y="2"/>
                  </a:cxn>
                  <a:cxn ang="0">
                    <a:pos x="4" y="0"/>
                  </a:cxn>
                </a:cxnLst>
                <a:rect l="0" t="0" r="r" b="b"/>
                <a:pathLst>
                  <a:path w="5" h="9">
                    <a:moveTo>
                      <a:pt x="4" y="0"/>
                    </a:moveTo>
                    <a:lnTo>
                      <a:pt x="0" y="5"/>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741" name="Freeform 2227"/>
              <p:cNvSpPr>
                <a:spLocks/>
              </p:cNvSpPr>
              <p:nvPr/>
            </p:nvSpPr>
            <p:spPr bwMode="gray">
              <a:xfrm>
                <a:off x="6135619" y="5349479"/>
                <a:ext cx="10196" cy="22486"/>
              </a:xfrm>
              <a:custGeom>
                <a:avLst/>
                <a:gdLst/>
                <a:ahLst/>
                <a:cxnLst>
                  <a:cxn ang="0">
                    <a:pos x="2" y="0"/>
                  </a:cxn>
                  <a:cxn ang="0">
                    <a:pos x="0" y="5"/>
                  </a:cxn>
                  <a:cxn ang="0">
                    <a:pos x="0" y="9"/>
                  </a:cxn>
                  <a:cxn ang="0">
                    <a:pos x="3" y="1"/>
                  </a:cxn>
                  <a:cxn ang="0">
                    <a:pos x="2" y="0"/>
                  </a:cxn>
                </a:cxnLst>
                <a:rect l="0" t="0" r="r" b="b"/>
                <a:pathLst>
                  <a:path w="3" h="9">
                    <a:moveTo>
                      <a:pt x="2" y="0"/>
                    </a:moveTo>
                    <a:lnTo>
                      <a:pt x="0" y="5"/>
                    </a:lnTo>
                    <a:lnTo>
                      <a:pt x="0" y="9"/>
                    </a:lnTo>
                    <a:lnTo>
                      <a:pt x="3" y="1"/>
                    </a:lnTo>
                    <a:lnTo>
                      <a:pt x="2" y="0"/>
                    </a:lnTo>
                    <a:close/>
                  </a:path>
                </a:pathLst>
              </a:custGeom>
              <a:noFill/>
              <a:ln w="3175" cap="rnd" cmpd="sng">
                <a:solidFill>
                  <a:schemeClr val="bg2"/>
                </a:solidFill>
                <a:prstDash val="sysDot"/>
                <a:round/>
                <a:headEnd/>
                <a:tailEnd/>
              </a:ln>
            </p:spPr>
            <p:txBody>
              <a:bodyPr/>
              <a:lstStyle/>
              <a:p>
                <a:endParaRPr lang="en-US"/>
              </a:p>
            </p:txBody>
          </p:sp>
          <p:sp>
            <p:nvSpPr>
              <p:cNvPr id="742" name="Freeform 2228"/>
              <p:cNvSpPr>
                <a:spLocks/>
              </p:cNvSpPr>
              <p:nvPr/>
            </p:nvSpPr>
            <p:spPr bwMode="gray">
              <a:xfrm>
                <a:off x="6372594" y="5339289"/>
                <a:ext cx="7735" cy="17568"/>
              </a:xfrm>
              <a:custGeom>
                <a:avLst/>
                <a:gdLst/>
                <a:ahLst/>
                <a:cxnLst>
                  <a:cxn ang="0">
                    <a:pos x="2" y="0"/>
                  </a:cxn>
                  <a:cxn ang="0">
                    <a:pos x="0" y="5"/>
                  </a:cxn>
                  <a:cxn ang="0">
                    <a:pos x="0" y="8"/>
                  </a:cxn>
                  <a:cxn ang="0">
                    <a:pos x="3" y="2"/>
                  </a:cxn>
                  <a:cxn ang="0">
                    <a:pos x="2" y="0"/>
                  </a:cxn>
                </a:cxnLst>
                <a:rect l="0" t="0" r="r" b="b"/>
                <a:pathLst>
                  <a:path w="3" h="8">
                    <a:moveTo>
                      <a:pt x="2" y="0"/>
                    </a:moveTo>
                    <a:lnTo>
                      <a:pt x="0" y="5"/>
                    </a:lnTo>
                    <a:lnTo>
                      <a:pt x="0" y="8"/>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743" name="Freeform 2229"/>
              <p:cNvSpPr>
                <a:spLocks/>
              </p:cNvSpPr>
              <p:nvPr/>
            </p:nvSpPr>
            <p:spPr bwMode="gray">
              <a:xfrm>
                <a:off x="6627500" y="5349479"/>
                <a:ext cx="7383" cy="17216"/>
              </a:xfrm>
              <a:custGeom>
                <a:avLst/>
                <a:gdLst/>
                <a:ahLst/>
                <a:cxnLst>
                  <a:cxn ang="0">
                    <a:pos x="3" y="0"/>
                  </a:cxn>
                  <a:cxn ang="0">
                    <a:pos x="0" y="5"/>
                  </a:cxn>
                  <a:cxn ang="0">
                    <a:pos x="1" y="8"/>
                  </a:cxn>
                  <a:cxn ang="0">
                    <a:pos x="4" y="2"/>
                  </a:cxn>
                  <a:cxn ang="0">
                    <a:pos x="3" y="0"/>
                  </a:cxn>
                </a:cxnLst>
                <a:rect l="0" t="0" r="r" b="b"/>
                <a:pathLst>
                  <a:path w="4" h="8">
                    <a:moveTo>
                      <a:pt x="3" y="0"/>
                    </a:moveTo>
                    <a:lnTo>
                      <a:pt x="0" y="5"/>
                    </a:lnTo>
                    <a:lnTo>
                      <a:pt x="1"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44" name="Freeform 2230"/>
              <p:cNvSpPr>
                <a:spLocks/>
              </p:cNvSpPr>
              <p:nvPr/>
            </p:nvSpPr>
            <p:spPr bwMode="gray">
              <a:xfrm>
                <a:off x="6112765" y="5321722"/>
                <a:ext cx="10196" cy="22486"/>
              </a:xfrm>
              <a:custGeom>
                <a:avLst/>
                <a:gdLst/>
                <a:ahLst/>
                <a:cxnLst>
                  <a:cxn ang="0">
                    <a:pos x="4" y="0"/>
                  </a:cxn>
                  <a:cxn ang="0">
                    <a:pos x="0" y="6"/>
                  </a:cxn>
                  <a:cxn ang="0">
                    <a:pos x="0" y="9"/>
                  </a:cxn>
                  <a:cxn ang="0">
                    <a:pos x="4" y="2"/>
                  </a:cxn>
                  <a:cxn ang="0">
                    <a:pos x="4" y="0"/>
                  </a:cxn>
                </a:cxnLst>
                <a:rect l="0" t="0" r="r" b="b"/>
                <a:pathLst>
                  <a:path w="4" h="9">
                    <a:moveTo>
                      <a:pt x="4" y="0"/>
                    </a:moveTo>
                    <a:lnTo>
                      <a:pt x="0" y="6"/>
                    </a:lnTo>
                    <a:lnTo>
                      <a:pt x="0" y="9"/>
                    </a:lnTo>
                    <a:lnTo>
                      <a:pt x="4" y="2"/>
                    </a:lnTo>
                    <a:lnTo>
                      <a:pt x="4" y="0"/>
                    </a:lnTo>
                    <a:close/>
                  </a:path>
                </a:pathLst>
              </a:custGeom>
              <a:noFill/>
              <a:ln w="3175" cap="rnd" cmpd="sng">
                <a:solidFill>
                  <a:schemeClr val="bg2"/>
                </a:solidFill>
                <a:prstDash val="sysDot"/>
                <a:round/>
                <a:headEnd/>
                <a:tailEnd/>
              </a:ln>
            </p:spPr>
            <p:txBody>
              <a:bodyPr/>
              <a:lstStyle/>
              <a:p>
                <a:endParaRPr lang="en-US"/>
              </a:p>
            </p:txBody>
          </p:sp>
          <p:sp>
            <p:nvSpPr>
              <p:cNvPr id="745" name="Freeform 2231"/>
              <p:cNvSpPr>
                <a:spLocks/>
              </p:cNvSpPr>
              <p:nvPr/>
            </p:nvSpPr>
            <p:spPr bwMode="gray">
              <a:xfrm>
                <a:off x="6011858" y="5426776"/>
                <a:ext cx="10196" cy="20027"/>
              </a:xfrm>
              <a:custGeom>
                <a:avLst/>
                <a:gdLst/>
                <a:ahLst/>
                <a:cxnLst>
                  <a:cxn ang="0">
                    <a:pos x="2" y="0"/>
                  </a:cxn>
                  <a:cxn ang="0">
                    <a:pos x="0" y="5"/>
                  </a:cxn>
                  <a:cxn ang="0">
                    <a:pos x="0" y="9"/>
                  </a:cxn>
                  <a:cxn ang="0">
                    <a:pos x="3" y="2"/>
                  </a:cxn>
                  <a:cxn ang="0">
                    <a:pos x="2" y="0"/>
                  </a:cxn>
                </a:cxnLst>
                <a:rect l="0" t="0" r="r" b="b"/>
                <a:pathLst>
                  <a:path w="3" h="9">
                    <a:moveTo>
                      <a:pt x="2" y="0"/>
                    </a:moveTo>
                    <a:lnTo>
                      <a:pt x="0" y="5"/>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746" name="Freeform 2232"/>
              <p:cNvSpPr>
                <a:spLocks/>
              </p:cNvSpPr>
              <p:nvPr/>
            </p:nvSpPr>
            <p:spPr bwMode="gray">
              <a:xfrm>
                <a:off x="6054752" y="5404289"/>
                <a:ext cx="10196" cy="20027"/>
              </a:xfrm>
              <a:custGeom>
                <a:avLst/>
                <a:gdLst/>
                <a:ahLst/>
                <a:cxnLst>
                  <a:cxn ang="0">
                    <a:pos x="4" y="0"/>
                  </a:cxn>
                  <a:cxn ang="0">
                    <a:pos x="0" y="5"/>
                  </a:cxn>
                  <a:cxn ang="0">
                    <a:pos x="1" y="8"/>
                  </a:cxn>
                  <a:cxn ang="0">
                    <a:pos x="5" y="1"/>
                  </a:cxn>
                  <a:cxn ang="0">
                    <a:pos x="4" y="0"/>
                  </a:cxn>
                </a:cxnLst>
                <a:rect l="0" t="0" r="r" b="b"/>
                <a:pathLst>
                  <a:path w="5" h="8">
                    <a:moveTo>
                      <a:pt x="4" y="0"/>
                    </a:moveTo>
                    <a:lnTo>
                      <a:pt x="0" y="5"/>
                    </a:lnTo>
                    <a:lnTo>
                      <a:pt x="1" y="8"/>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747" name="Freeform 2233"/>
              <p:cNvSpPr>
                <a:spLocks/>
              </p:cNvSpPr>
              <p:nvPr/>
            </p:nvSpPr>
            <p:spPr bwMode="gray">
              <a:xfrm>
                <a:off x="6102921" y="5376884"/>
                <a:ext cx="9845" cy="20027"/>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48" name="Freeform 2234"/>
              <p:cNvSpPr>
                <a:spLocks/>
              </p:cNvSpPr>
              <p:nvPr/>
            </p:nvSpPr>
            <p:spPr bwMode="gray">
              <a:xfrm>
                <a:off x="6075145" y="5349479"/>
                <a:ext cx="9845" cy="20027"/>
              </a:xfrm>
              <a:custGeom>
                <a:avLst/>
                <a:gdLst/>
                <a:ahLst/>
                <a:cxnLst>
                  <a:cxn ang="0">
                    <a:pos x="4" y="0"/>
                  </a:cxn>
                  <a:cxn ang="0">
                    <a:pos x="0" y="4"/>
                  </a:cxn>
                  <a:cxn ang="0">
                    <a:pos x="0" y="8"/>
                  </a:cxn>
                  <a:cxn ang="0">
                    <a:pos x="5" y="1"/>
                  </a:cxn>
                  <a:cxn ang="0">
                    <a:pos x="4" y="0"/>
                  </a:cxn>
                </a:cxnLst>
                <a:rect l="0" t="0" r="r" b="b"/>
                <a:pathLst>
                  <a:path w="5" h="8">
                    <a:moveTo>
                      <a:pt x="4" y="0"/>
                    </a:moveTo>
                    <a:lnTo>
                      <a:pt x="0" y="4"/>
                    </a:lnTo>
                    <a:lnTo>
                      <a:pt x="0" y="8"/>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749" name="Freeform 2235"/>
              <p:cNvSpPr>
                <a:spLocks/>
              </p:cNvSpPr>
              <p:nvPr/>
            </p:nvSpPr>
            <p:spPr bwMode="gray">
              <a:xfrm>
                <a:off x="5933804" y="5399371"/>
                <a:ext cx="12657" cy="22486"/>
              </a:xfrm>
              <a:custGeom>
                <a:avLst/>
                <a:gdLst/>
                <a:ahLst/>
                <a:cxnLst>
                  <a:cxn ang="0">
                    <a:pos x="1" y="0"/>
                  </a:cxn>
                  <a:cxn ang="0">
                    <a:pos x="0" y="5"/>
                  </a:cxn>
                  <a:cxn ang="0">
                    <a:pos x="1" y="9"/>
                  </a:cxn>
                  <a:cxn ang="0">
                    <a:pos x="5" y="1"/>
                  </a:cxn>
                  <a:cxn ang="0">
                    <a:pos x="1" y="0"/>
                  </a:cxn>
                </a:cxnLst>
                <a:rect l="0" t="0" r="r" b="b"/>
                <a:pathLst>
                  <a:path w="5" h="9">
                    <a:moveTo>
                      <a:pt x="1" y="0"/>
                    </a:moveTo>
                    <a:lnTo>
                      <a:pt x="0" y="5"/>
                    </a:lnTo>
                    <a:lnTo>
                      <a:pt x="1" y="9"/>
                    </a:lnTo>
                    <a:lnTo>
                      <a:pt x="5" y="1"/>
                    </a:lnTo>
                    <a:lnTo>
                      <a:pt x="1" y="0"/>
                    </a:lnTo>
                    <a:close/>
                  </a:path>
                </a:pathLst>
              </a:custGeom>
              <a:noFill/>
              <a:ln w="3175" cap="rnd" cmpd="sng">
                <a:solidFill>
                  <a:schemeClr val="bg2"/>
                </a:solidFill>
                <a:prstDash val="sysDot"/>
                <a:round/>
                <a:headEnd/>
                <a:tailEnd/>
              </a:ln>
            </p:spPr>
            <p:txBody>
              <a:bodyPr/>
              <a:lstStyle/>
              <a:p>
                <a:endParaRPr lang="en-US"/>
              </a:p>
            </p:txBody>
          </p:sp>
          <p:sp>
            <p:nvSpPr>
              <p:cNvPr id="750" name="Freeform 2236"/>
              <p:cNvSpPr>
                <a:spLocks/>
              </p:cNvSpPr>
              <p:nvPr/>
            </p:nvSpPr>
            <p:spPr bwMode="gray">
              <a:xfrm>
                <a:off x="5951383" y="5421857"/>
                <a:ext cx="12657" cy="17568"/>
              </a:xfrm>
              <a:custGeom>
                <a:avLst/>
                <a:gdLst/>
                <a:ahLst/>
                <a:cxnLst>
                  <a:cxn ang="0">
                    <a:pos x="2" y="0"/>
                  </a:cxn>
                  <a:cxn ang="0">
                    <a:pos x="0" y="5"/>
                  </a:cxn>
                  <a:cxn ang="0">
                    <a:pos x="3" y="8"/>
                  </a:cxn>
                  <a:cxn ang="0">
                    <a:pos x="7" y="3"/>
                  </a:cxn>
                  <a:cxn ang="0">
                    <a:pos x="2" y="0"/>
                  </a:cxn>
                </a:cxnLst>
                <a:rect l="0" t="0" r="r" b="b"/>
                <a:pathLst>
                  <a:path w="7" h="8">
                    <a:moveTo>
                      <a:pt x="2" y="0"/>
                    </a:moveTo>
                    <a:lnTo>
                      <a:pt x="0" y="5"/>
                    </a:lnTo>
                    <a:lnTo>
                      <a:pt x="3" y="8"/>
                    </a:lnTo>
                    <a:lnTo>
                      <a:pt x="7" y="3"/>
                    </a:lnTo>
                    <a:lnTo>
                      <a:pt x="2" y="0"/>
                    </a:lnTo>
                    <a:close/>
                  </a:path>
                </a:pathLst>
              </a:custGeom>
              <a:noFill/>
              <a:ln w="3175" cap="rnd" cmpd="sng">
                <a:solidFill>
                  <a:schemeClr val="bg2"/>
                </a:solidFill>
                <a:prstDash val="sysDot"/>
                <a:round/>
                <a:headEnd/>
                <a:tailEnd/>
              </a:ln>
            </p:spPr>
            <p:txBody>
              <a:bodyPr/>
              <a:lstStyle/>
              <a:p>
                <a:endParaRPr lang="en-US"/>
              </a:p>
            </p:txBody>
          </p:sp>
          <p:sp>
            <p:nvSpPr>
              <p:cNvPr id="751" name="Freeform 2237"/>
              <p:cNvSpPr>
                <a:spLocks/>
              </p:cNvSpPr>
              <p:nvPr/>
            </p:nvSpPr>
            <p:spPr bwMode="gray">
              <a:xfrm>
                <a:off x="5938726" y="5376884"/>
                <a:ext cx="15119" cy="17568"/>
              </a:xfrm>
              <a:custGeom>
                <a:avLst/>
                <a:gdLst/>
                <a:ahLst/>
                <a:cxnLst>
                  <a:cxn ang="0">
                    <a:pos x="2" y="0"/>
                  </a:cxn>
                  <a:cxn ang="0">
                    <a:pos x="0" y="5"/>
                  </a:cxn>
                  <a:cxn ang="0">
                    <a:pos x="3" y="7"/>
                  </a:cxn>
                  <a:cxn ang="0">
                    <a:pos x="6" y="2"/>
                  </a:cxn>
                  <a:cxn ang="0">
                    <a:pos x="2" y="0"/>
                  </a:cxn>
                </a:cxnLst>
                <a:rect l="0" t="0" r="r" b="b"/>
                <a:pathLst>
                  <a:path w="6" h="7">
                    <a:moveTo>
                      <a:pt x="2" y="0"/>
                    </a:moveTo>
                    <a:lnTo>
                      <a:pt x="0" y="5"/>
                    </a:lnTo>
                    <a:lnTo>
                      <a:pt x="3" y="7"/>
                    </a:lnTo>
                    <a:lnTo>
                      <a:pt x="6" y="2"/>
                    </a:lnTo>
                    <a:lnTo>
                      <a:pt x="2" y="0"/>
                    </a:lnTo>
                    <a:close/>
                  </a:path>
                </a:pathLst>
              </a:custGeom>
              <a:noFill/>
              <a:ln w="3175" cap="rnd" cmpd="sng">
                <a:solidFill>
                  <a:schemeClr val="bg2"/>
                </a:solidFill>
                <a:prstDash val="sysDot"/>
                <a:round/>
                <a:headEnd/>
                <a:tailEnd/>
              </a:ln>
            </p:spPr>
            <p:txBody>
              <a:bodyPr/>
              <a:lstStyle/>
              <a:p>
                <a:endParaRPr lang="en-US"/>
              </a:p>
            </p:txBody>
          </p:sp>
          <p:sp>
            <p:nvSpPr>
              <p:cNvPr id="752" name="Freeform 2238"/>
              <p:cNvSpPr>
                <a:spLocks/>
              </p:cNvSpPr>
              <p:nvPr/>
            </p:nvSpPr>
            <p:spPr bwMode="gray">
              <a:xfrm>
                <a:off x="6314581" y="5331911"/>
                <a:ext cx="10196" cy="22486"/>
              </a:xfrm>
              <a:custGeom>
                <a:avLst/>
                <a:gdLst/>
                <a:ahLst/>
                <a:cxnLst>
                  <a:cxn ang="0">
                    <a:pos x="3" y="0"/>
                  </a:cxn>
                  <a:cxn ang="0">
                    <a:pos x="0" y="6"/>
                  </a:cxn>
                  <a:cxn ang="0">
                    <a:pos x="1" y="9"/>
                  </a:cxn>
                  <a:cxn ang="0">
                    <a:pos x="4" y="1"/>
                  </a:cxn>
                  <a:cxn ang="0">
                    <a:pos x="3" y="0"/>
                  </a:cxn>
                </a:cxnLst>
                <a:rect l="0" t="0" r="r" b="b"/>
                <a:pathLst>
                  <a:path w="4" h="9">
                    <a:moveTo>
                      <a:pt x="3" y="0"/>
                    </a:moveTo>
                    <a:lnTo>
                      <a:pt x="0" y="6"/>
                    </a:lnTo>
                    <a:lnTo>
                      <a:pt x="1" y="9"/>
                    </a:lnTo>
                    <a:lnTo>
                      <a:pt x="4" y="1"/>
                    </a:lnTo>
                    <a:lnTo>
                      <a:pt x="3" y="0"/>
                    </a:lnTo>
                    <a:close/>
                  </a:path>
                </a:pathLst>
              </a:custGeom>
              <a:noFill/>
              <a:ln w="3175" cap="rnd" cmpd="sng">
                <a:solidFill>
                  <a:schemeClr val="bg2"/>
                </a:solidFill>
                <a:prstDash val="sysDot"/>
                <a:round/>
                <a:headEnd/>
                <a:tailEnd/>
              </a:ln>
            </p:spPr>
            <p:txBody>
              <a:bodyPr/>
              <a:lstStyle/>
              <a:p>
                <a:endParaRPr lang="en-US"/>
              </a:p>
            </p:txBody>
          </p:sp>
          <p:sp>
            <p:nvSpPr>
              <p:cNvPr id="753" name="Freeform 2239"/>
              <p:cNvSpPr>
                <a:spLocks/>
              </p:cNvSpPr>
              <p:nvPr/>
            </p:nvSpPr>
            <p:spPr bwMode="gray">
              <a:xfrm>
                <a:off x="6564213" y="5346668"/>
                <a:ext cx="12657" cy="20027"/>
              </a:xfrm>
              <a:custGeom>
                <a:avLst/>
                <a:gdLst/>
                <a:ahLst/>
                <a:cxnLst>
                  <a:cxn ang="0">
                    <a:pos x="3" y="0"/>
                  </a:cxn>
                  <a:cxn ang="0">
                    <a:pos x="0" y="6"/>
                  </a:cxn>
                  <a:cxn ang="0">
                    <a:pos x="2" y="9"/>
                  </a:cxn>
                  <a:cxn ang="0">
                    <a:pos x="5" y="2"/>
                  </a:cxn>
                  <a:cxn ang="0">
                    <a:pos x="3" y="0"/>
                  </a:cxn>
                </a:cxnLst>
                <a:rect l="0" t="0" r="r" b="b"/>
                <a:pathLst>
                  <a:path w="5" h="9">
                    <a:moveTo>
                      <a:pt x="3" y="0"/>
                    </a:moveTo>
                    <a:lnTo>
                      <a:pt x="0" y="6"/>
                    </a:lnTo>
                    <a:lnTo>
                      <a:pt x="2" y="9"/>
                    </a:lnTo>
                    <a:lnTo>
                      <a:pt x="5" y="2"/>
                    </a:lnTo>
                    <a:lnTo>
                      <a:pt x="3" y="0"/>
                    </a:lnTo>
                    <a:close/>
                  </a:path>
                </a:pathLst>
              </a:custGeom>
              <a:noFill/>
              <a:ln w="3175" cap="rnd" cmpd="sng">
                <a:solidFill>
                  <a:schemeClr val="bg2"/>
                </a:solidFill>
                <a:prstDash val="sysDot"/>
                <a:round/>
                <a:headEnd/>
                <a:tailEnd/>
              </a:ln>
            </p:spPr>
            <p:txBody>
              <a:bodyPr/>
              <a:lstStyle/>
              <a:p>
                <a:endParaRPr lang="en-US"/>
              </a:p>
            </p:txBody>
          </p:sp>
          <p:sp>
            <p:nvSpPr>
              <p:cNvPr id="754" name="Freeform 2240"/>
              <p:cNvSpPr>
                <a:spLocks/>
              </p:cNvSpPr>
              <p:nvPr/>
            </p:nvSpPr>
            <p:spPr bwMode="gray">
              <a:xfrm>
                <a:off x="6054752" y="5321722"/>
                <a:ext cx="7735" cy="20027"/>
              </a:xfrm>
              <a:custGeom>
                <a:avLst/>
                <a:gdLst/>
                <a:ahLst/>
                <a:cxnLst>
                  <a:cxn ang="0">
                    <a:pos x="3" y="0"/>
                  </a:cxn>
                  <a:cxn ang="0">
                    <a:pos x="0" y="6"/>
                  </a:cxn>
                  <a:cxn ang="0">
                    <a:pos x="0" y="9"/>
                  </a:cxn>
                  <a:cxn ang="0">
                    <a:pos x="4" y="2"/>
                  </a:cxn>
                  <a:cxn ang="0">
                    <a:pos x="3" y="0"/>
                  </a:cxn>
                </a:cxnLst>
                <a:rect l="0" t="0" r="r" b="b"/>
                <a:pathLst>
                  <a:path w="4" h="9">
                    <a:moveTo>
                      <a:pt x="3" y="0"/>
                    </a:moveTo>
                    <a:lnTo>
                      <a:pt x="0" y="6"/>
                    </a:lnTo>
                    <a:lnTo>
                      <a:pt x="0" y="9"/>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55" name="Freeform 2241"/>
              <p:cNvSpPr>
                <a:spLocks/>
              </p:cNvSpPr>
              <p:nvPr/>
            </p:nvSpPr>
            <p:spPr bwMode="gray">
              <a:xfrm>
                <a:off x="5999200" y="5396911"/>
                <a:ext cx="10196" cy="22486"/>
              </a:xfrm>
              <a:custGeom>
                <a:avLst/>
                <a:gdLst/>
                <a:ahLst/>
                <a:cxnLst>
                  <a:cxn ang="0">
                    <a:pos x="4" y="0"/>
                  </a:cxn>
                  <a:cxn ang="0">
                    <a:pos x="0" y="6"/>
                  </a:cxn>
                  <a:cxn ang="0">
                    <a:pos x="1" y="9"/>
                  </a:cxn>
                  <a:cxn ang="0">
                    <a:pos x="5" y="2"/>
                  </a:cxn>
                  <a:cxn ang="0">
                    <a:pos x="4" y="0"/>
                  </a:cxn>
                </a:cxnLst>
                <a:rect l="0" t="0" r="r" b="b"/>
                <a:pathLst>
                  <a:path w="5" h="9">
                    <a:moveTo>
                      <a:pt x="4" y="0"/>
                    </a:moveTo>
                    <a:lnTo>
                      <a:pt x="0" y="6"/>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756" name="Freeform 2242"/>
              <p:cNvSpPr>
                <a:spLocks/>
              </p:cNvSpPr>
              <p:nvPr/>
            </p:nvSpPr>
            <p:spPr bwMode="gray">
              <a:xfrm>
                <a:off x="6002013" y="5371965"/>
                <a:ext cx="9845" cy="22486"/>
              </a:xfrm>
              <a:custGeom>
                <a:avLst/>
                <a:gdLst/>
                <a:ahLst/>
                <a:cxnLst>
                  <a:cxn ang="0">
                    <a:pos x="3" y="0"/>
                  </a:cxn>
                  <a:cxn ang="0">
                    <a:pos x="0" y="6"/>
                  </a:cxn>
                  <a:cxn ang="0">
                    <a:pos x="0" y="9"/>
                  </a:cxn>
                  <a:cxn ang="0">
                    <a:pos x="5" y="1"/>
                  </a:cxn>
                  <a:cxn ang="0">
                    <a:pos x="3" y="0"/>
                  </a:cxn>
                </a:cxnLst>
                <a:rect l="0" t="0" r="r" b="b"/>
                <a:pathLst>
                  <a:path w="5" h="9">
                    <a:moveTo>
                      <a:pt x="3" y="0"/>
                    </a:moveTo>
                    <a:lnTo>
                      <a:pt x="0" y="6"/>
                    </a:lnTo>
                    <a:lnTo>
                      <a:pt x="0" y="9"/>
                    </a:lnTo>
                    <a:lnTo>
                      <a:pt x="5" y="1"/>
                    </a:lnTo>
                    <a:lnTo>
                      <a:pt x="3" y="0"/>
                    </a:lnTo>
                    <a:close/>
                  </a:path>
                </a:pathLst>
              </a:custGeom>
              <a:noFill/>
              <a:ln w="3175" cap="rnd" cmpd="sng">
                <a:solidFill>
                  <a:schemeClr val="bg2"/>
                </a:solidFill>
                <a:prstDash val="sysDot"/>
                <a:round/>
                <a:headEnd/>
                <a:tailEnd/>
              </a:ln>
            </p:spPr>
            <p:txBody>
              <a:bodyPr/>
              <a:lstStyle/>
              <a:p>
                <a:endParaRPr lang="en-US"/>
              </a:p>
            </p:txBody>
          </p:sp>
          <p:sp>
            <p:nvSpPr>
              <p:cNvPr id="757" name="Freeform 2243"/>
              <p:cNvSpPr>
                <a:spLocks/>
              </p:cNvSpPr>
              <p:nvPr/>
            </p:nvSpPr>
            <p:spPr bwMode="gray">
              <a:xfrm>
                <a:off x="6057213" y="5374425"/>
                <a:ext cx="12657" cy="20027"/>
              </a:xfrm>
              <a:custGeom>
                <a:avLst/>
                <a:gdLst/>
                <a:ahLst/>
                <a:cxnLst>
                  <a:cxn ang="0">
                    <a:pos x="4" y="0"/>
                  </a:cxn>
                  <a:cxn ang="0">
                    <a:pos x="0" y="6"/>
                  </a:cxn>
                  <a:cxn ang="0">
                    <a:pos x="1" y="9"/>
                  </a:cxn>
                  <a:cxn ang="0">
                    <a:pos x="5" y="2"/>
                  </a:cxn>
                  <a:cxn ang="0">
                    <a:pos x="4" y="0"/>
                  </a:cxn>
                </a:cxnLst>
                <a:rect l="0" t="0" r="r" b="b"/>
                <a:pathLst>
                  <a:path w="5" h="9">
                    <a:moveTo>
                      <a:pt x="4" y="0"/>
                    </a:moveTo>
                    <a:lnTo>
                      <a:pt x="0" y="6"/>
                    </a:lnTo>
                    <a:lnTo>
                      <a:pt x="1" y="9"/>
                    </a:lnTo>
                    <a:lnTo>
                      <a:pt x="5" y="2"/>
                    </a:lnTo>
                    <a:lnTo>
                      <a:pt x="4" y="0"/>
                    </a:lnTo>
                    <a:close/>
                  </a:path>
                </a:pathLst>
              </a:custGeom>
              <a:noFill/>
              <a:ln w="3175" cap="rnd" cmpd="sng">
                <a:solidFill>
                  <a:schemeClr val="bg2"/>
                </a:solidFill>
                <a:prstDash val="sysDot"/>
                <a:round/>
                <a:headEnd/>
                <a:tailEnd/>
              </a:ln>
            </p:spPr>
            <p:txBody>
              <a:bodyPr/>
              <a:lstStyle/>
              <a:p>
                <a:endParaRPr lang="en-US"/>
              </a:p>
            </p:txBody>
          </p:sp>
          <p:sp>
            <p:nvSpPr>
              <p:cNvPr id="758" name="Freeform 2244"/>
              <p:cNvSpPr>
                <a:spLocks/>
              </p:cNvSpPr>
              <p:nvPr/>
            </p:nvSpPr>
            <p:spPr bwMode="gray">
              <a:xfrm>
                <a:off x="6024515" y="5349479"/>
                <a:ext cx="10196" cy="20027"/>
              </a:xfrm>
              <a:custGeom>
                <a:avLst/>
                <a:gdLst/>
                <a:ahLst/>
                <a:cxnLst>
                  <a:cxn ang="0">
                    <a:pos x="3" y="0"/>
                  </a:cxn>
                  <a:cxn ang="0">
                    <a:pos x="0" y="5"/>
                  </a:cxn>
                  <a:cxn ang="0">
                    <a:pos x="0" y="8"/>
                  </a:cxn>
                  <a:cxn ang="0">
                    <a:pos x="4" y="2"/>
                  </a:cxn>
                  <a:cxn ang="0">
                    <a:pos x="3" y="0"/>
                  </a:cxn>
                </a:cxnLst>
                <a:rect l="0" t="0" r="r" b="b"/>
                <a:pathLst>
                  <a:path w="4" h="8">
                    <a:moveTo>
                      <a:pt x="3" y="0"/>
                    </a:moveTo>
                    <a:lnTo>
                      <a:pt x="0" y="5"/>
                    </a:lnTo>
                    <a:lnTo>
                      <a:pt x="0" y="8"/>
                    </a:lnTo>
                    <a:lnTo>
                      <a:pt x="4" y="2"/>
                    </a:lnTo>
                    <a:lnTo>
                      <a:pt x="3" y="0"/>
                    </a:lnTo>
                    <a:close/>
                  </a:path>
                </a:pathLst>
              </a:custGeom>
              <a:noFill/>
              <a:ln w="3175" cap="rnd" cmpd="sng">
                <a:solidFill>
                  <a:schemeClr val="bg2"/>
                </a:solidFill>
                <a:prstDash val="sysDot"/>
                <a:round/>
                <a:headEnd/>
                <a:tailEnd/>
              </a:ln>
            </p:spPr>
            <p:txBody>
              <a:bodyPr/>
              <a:lstStyle/>
              <a:p>
                <a:endParaRPr lang="en-US"/>
              </a:p>
            </p:txBody>
          </p:sp>
          <p:sp>
            <p:nvSpPr>
              <p:cNvPr id="759" name="Freeform 2245"/>
              <p:cNvSpPr>
                <a:spLocks/>
              </p:cNvSpPr>
              <p:nvPr/>
            </p:nvSpPr>
            <p:spPr bwMode="gray">
              <a:xfrm>
                <a:off x="5981621" y="5346668"/>
                <a:ext cx="15119" cy="20027"/>
              </a:xfrm>
              <a:custGeom>
                <a:avLst/>
                <a:gdLst/>
                <a:ahLst/>
                <a:cxnLst>
                  <a:cxn ang="0">
                    <a:pos x="4" y="0"/>
                  </a:cxn>
                  <a:cxn ang="0">
                    <a:pos x="0" y="5"/>
                  </a:cxn>
                  <a:cxn ang="0">
                    <a:pos x="0" y="8"/>
                  </a:cxn>
                  <a:cxn ang="0">
                    <a:pos x="5" y="1"/>
                  </a:cxn>
                  <a:cxn ang="0">
                    <a:pos x="4" y="0"/>
                  </a:cxn>
                </a:cxnLst>
                <a:rect l="0" t="0" r="r" b="b"/>
                <a:pathLst>
                  <a:path w="5" h="8">
                    <a:moveTo>
                      <a:pt x="4" y="0"/>
                    </a:moveTo>
                    <a:lnTo>
                      <a:pt x="0" y="5"/>
                    </a:lnTo>
                    <a:lnTo>
                      <a:pt x="0" y="8"/>
                    </a:lnTo>
                    <a:lnTo>
                      <a:pt x="5" y="1"/>
                    </a:lnTo>
                    <a:lnTo>
                      <a:pt x="4" y="0"/>
                    </a:lnTo>
                    <a:close/>
                  </a:path>
                </a:pathLst>
              </a:custGeom>
              <a:noFill/>
              <a:ln w="3175" cap="rnd" cmpd="sng">
                <a:solidFill>
                  <a:schemeClr val="bg2"/>
                </a:solidFill>
                <a:prstDash val="sysDot"/>
                <a:round/>
                <a:headEnd/>
                <a:tailEnd/>
              </a:ln>
            </p:spPr>
            <p:txBody>
              <a:bodyPr/>
              <a:lstStyle/>
              <a:p>
                <a:endParaRPr lang="en-US"/>
              </a:p>
            </p:txBody>
          </p:sp>
          <p:sp>
            <p:nvSpPr>
              <p:cNvPr id="760" name="Freeform 2246"/>
              <p:cNvSpPr>
                <a:spLocks/>
              </p:cNvSpPr>
              <p:nvPr/>
            </p:nvSpPr>
            <p:spPr bwMode="gray">
              <a:xfrm>
                <a:off x="5933804" y="5346668"/>
                <a:ext cx="4922" cy="20027"/>
              </a:xfrm>
              <a:custGeom>
                <a:avLst/>
                <a:gdLst/>
                <a:ahLst/>
                <a:cxnLst>
                  <a:cxn ang="0">
                    <a:pos x="2" y="0"/>
                  </a:cxn>
                  <a:cxn ang="0">
                    <a:pos x="0" y="6"/>
                  </a:cxn>
                  <a:cxn ang="0">
                    <a:pos x="0" y="9"/>
                  </a:cxn>
                  <a:cxn ang="0">
                    <a:pos x="3" y="2"/>
                  </a:cxn>
                  <a:cxn ang="0">
                    <a:pos x="2" y="0"/>
                  </a:cxn>
                </a:cxnLst>
                <a:rect l="0" t="0" r="r" b="b"/>
                <a:pathLst>
                  <a:path w="3" h="9">
                    <a:moveTo>
                      <a:pt x="2" y="0"/>
                    </a:moveTo>
                    <a:lnTo>
                      <a:pt x="0" y="6"/>
                    </a:lnTo>
                    <a:lnTo>
                      <a:pt x="0" y="9"/>
                    </a:lnTo>
                    <a:lnTo>
                      <a:pt x="3" y="2"/>
                    </a:lnTo>
                    <a:lnTo>
                      <a:pt x="2" y="0"/>
                    </a:lnTo>
                    <a:close/>
                  </a:path>
                </a:pathLst>
              </a:custGeom>
              <a:noFill/>
              <a:ln w="3175" cap="rnd" cmpd="sng">
                <a:solidFill>
                  <a:schemeClr val="bg2"/>
                </a:solidFill>
                <a:prstDash val="sysDot"/>
                <a:round/>
                <a:headEnd/>
                <a:tailEnd/>
              </a:ln>
            </p:spPr>
            <p:txBody>
              <a:bodyPr/>
              <a:lstStyle/>
              <a:p>
                <a:endParaRPr lang="en-US"/>
              </a:p>
            </p:txBody>
          </p:sp>
          <p:sp>
            <p:nvSpPr>
              <p:cNvPr id="761" name="Freeform 2247"/>
              <p:cNvSpPr>
                <a:spLocks/>
              </p:cNvSpPr>
              <p:nvPr/>
            </p:nvSpPr>
            <p:spPr bwMode="gray">
              <a:xfrm>
                <a:off x="6039634" y="5469289"/>
                <a:ext cx="363198" cy="27757"/>
              </a:xfrm>
              <a:custGeom>
                <a:avLst/>
                <a:gdLst/>
                <a:ahLst/>
                <a:cxnLst>
                  <a:cxn ang="0">
                    <a:pos x="2" y="0"/>
                  </a:cxn>
                  <a:cxn ang="0">
                    <a:pos x="151" y="7"/>
                  </a:cxn>
                  <a:cxn ang="0">
                    <a:pos x="152" y="12"/>
                  </a:cxn>
                  <a:cxn ang="0">
                    <a:pos x="0" y="5"/>
                  </a:cxn>
                  <a:cxn ang="0">
                    <a:pos x="2" y="0"/>
                  </a:cxn>
                </a:cxnLst>
                <a:rect l="0" t="0" r="r" b="b"/>
                <a:pathLst>
                  <a:path w="152" h="12">
                    <a:moveTo>
                      <a:pt x="2" y="0"/>
                    </a:moveTo>
                    <a:lnTo>
                      <a:pt x="151" y="7"/>
                    </a:lnTo>
                    <a:lnTo>
                      <a:pt x="152" y="12"/>
                    </a:lnTo>
                    <a:lnTo>
                      <a:pt x="0" y="5"/>
                    </a:lnTo>
                    <a:lnTo>
                      <a:pt x="2" y="0"/>
                    </a:lnTo>
                    <a:close/>
                  </a:path>
                </a:pathLst>
              </a:custGeom>
              <a:noFill/>
              <a:ln w="3175" cap="rnd" cmpd="sng">
                <a:solidFill>
                  <a:schemeClr val="bg2"/>
                </a:solidFill>
                <a:prstDash val="sysDot"/>
                <a:round/>
                <a:headEnd/>
                <a:tailEnd/>
              </a:ln>
            </p:spPr>
            <p:txBody>
              <a:bodyPr/>
              <a:lstStyle/>
              <a:p>
                <a:endParaRPr lang="en-US"/>
              </a:p>
            </p:txBody>
          </p:sp>
          <p:sp>
            <p:nvSpPr>
              <p:cNvPr id="762" name="Freeform 2248"/>
              <p:cNvSpPr>
                <a:spLocks/>
              </p:cNvSpPr>
              <p:nvPr/>
            </p:nvSpPr>
            <p:spPr bwMode="gray">
              <a:xfrm>
                <a:off x="6049830" y="5454533"/>
                <a:ext cx="355462" cy="32324"/>
              </a:xfrm>
              <a:custGeom>
                <a:avLst/>
                <a:gdLst/>
                <a:ahLst/>
                <a:cxnLst>
                  <a:cxn ang="0">
                    <a:pos x="0" y="5"/>
                  </a:cxn>
                  <a:cxn ang="0">
                    <a:pos x="5" y="0"/>
                  </a:cxn>
                  <a:cxn ang="0">
                    <a:pos x="150" y="7"/>
                  </a:cxn>
                  <a:cxn ang="0">
                    <a:pos x="148" y="12"/>
                  </a:cxn>
                  <a:cxn ang="0">
                    <a:pos x="0" y="5"/>
                  </a:cxn>
                </a:cxnLst>
                <a:rect l="0" t="0" r="r" b="b"/>
                <a:pathLst>
                  <a:path w="150" h="12">
                    <a:moveTo>
                      <a:pt x="0" y="5"/>
                    </a:moveTo>
                    <a:lnTo>
                      <a:pt x="5" y="0"/>
                    </a:lnTo>
                    <a:lnTo>
                      <a:pt x="150" y="7"/>
                    </a:lnTo>
                    <a:lnTo>
                      <a:pt x="148" y="12"/>
                    </a:lnTo>
                    <a:lnTo>
                      <a:pt x="0" y="5"/>
                    </a:lnTo>
                    <a:close/>
                  </a:path>
                </a:pathLst>
              </a:custGeom>
              <a:noFill/>
              <a:ln w="3175" cap="rnd" cmpd="sng">
                <a:solidFill>
                  <a:schemeClr val="bg2"/>
                </a:solidFill>
                <a:prstDash val="sysDot"/>
                <a:round/>
                <a:headEnd/>
                <a:tailEnd/>
              </a:ln>
            </p:spPr>
            <p:txBody>
              <a:bodyPr/>
              <a:lstStyle/>
              <a:p>
                <a:endParaRPr lang="en-US"/>
              </a:p>
            </p:txBody>
          </p:sp>
          <p:sp>
            <p:nvSpPr>
              <p:cNvPr id="763" name="Freeform 2249"/>
              <p:cNvSpPr>
                <a:spLocks/>
              </p:cNvSpPr>
              <p:nvPr/>
            </p:nvSpPr>
            <p:spPr bwMode="gray">
              <a:xfrm>
                <a:off x="6400370" y="5471749"/>
                <a:ext cx="10196" cy="25297"/>
              </a:xfrm>
              <a:custGeom>
                <a:avLst/>
                <a:gdLst/>
                <a:ahLst/>
                <a:cxnLst>
                  <a:cxn ang="0">
                    <a:pos x="2" y="0"/>
                  </a:cxn>
                  <a:cxn ang="0">
                    <a:pos x="0" y="7"/>
                  </a:cxn>
                  <a:cxn ang="0">
                    <a:pos x="1" y="12"/>
                  </a:cxn>
                  <a:cxn ang="0">
                    <a:pos x="5" y="4"/>
                  </a:cxn>
                  <a:cxn ang="0">
                    <a:pos x="2" y="0"/>
                  </a:cxn>
                </a:cxnLst>
                <a:rect l="0" t="0" r="r" b="b"/>
                <a:pathLst>
                  <a:path w="5" h="12">
                    <a:moveTo>
                      <a:pt x="2" y="0"/>
                    </a:moveTo>
                    <a:lnTo>
                      <a:pt x="0" y="7"/>
                    </a:lnTo>
                    <a:lnTo>
                      <a:pt x="1" y="12"/>
                    </a:lnTo>
                    <a:lnTo>
                      <a:pt x="5" y="4"/>
                    </a:lnTo>
                    <a:lnTo>
                      <a:pt x="2" y="0"/>
                    </a:lnTo>
                    <a:close/>
                  </a:path>
                </a:pathLst>
              </a:custGeom>
              <a:noFill/>
              <a:ln w="3175" cap="rnd" cmpd="sng">
                <a:solidFill>
                  <a:schemeClr val="bg2"/>
                </a:solidFill>
                <a:prstDash val="sysDot"/>
                <a:round/>
                <a:headEnd/>
                <a:tailEnd/>
              </a:ln>
            </p:spPr>
            <p:txBody>
              <a:bodyPr/>
              <a:lstStyle/>
              <a:p>
                <a:endParaRPr lang="en-US"/>
              </a:p>
            </p:txBody>
          </p:sp>
          <p:sp>
            <p:nvSpPr>
              <p:cNvPr id="764" name="Freeform 2250"/>
              <p:cNvSpPr>
                <a:spLocks/>
              </p:cNvSpPr>
              <p:nvPr/>
            </p:nvSpPr>
            <p:spPr bwMode="gray">
              <a:xfrm>
                <a:off x="6990346" y="5366695"/>
                <a:ext cx="219395" cy="27757"/>
              </a:xfrm>
              <a:custGeom>
                <a:avLst/>
                <a:gdLst/>
                <a:ahLst/>
                <a:cxnLst>
                  <a:cxn ang="0">
                    <a:pos x="4" y="0"/>
                  </a:cxn>
                  <a:cxn ang="0">
                    <a:pos x="93" y="3"/>
                  </a:cxn>
                  <a:cxn ang="0">
                    <a:pos x="91" y="12"/>
                  </a:cxn>
                  <a:cxn ang="0">
                    <a:pos x="0" y="6"/>
                  </a:cxn>
                  <a:cxn ang="0">
                    <a:pos x="4" y="0"/>
                  </a:cxn>
                </a:cxnLst>
                <a:rect l="0" t="0" r="r" b="b"/>
                <a:pathLst>
                  <a:path w="93" h="12">
                    <a:moveTo>
                      <a:pt x="4" y="0"/>
                    </a:moveTo>
                    <a:lnTo>
                      <a:pt x="93" y="3"/>
                    </a:lnTo>
                    <a:lnTo>
                      <a:pt x="91" y="12"/>
                    </a:lnTo>
                    <a:lnTo>
                      <a:pt x="0" y="6"/>
                    </a:lnTo>
                    <a:lnTo>
                      <a:pt x="4" y="0"/>
                    </a:lnTo>
                    <a:close/>
                  </a:path>
                </a:pathLst>
              </a:custGeom>
              <a:noFill/>
              <a:ln w="3175" cap="rnd" cmpd="sng">
                <a:solidFill>
                  <a:schemeClr val="bg2"/>
                </a:solidFill>
                <a:prstDash val="sysDot"/>
                <a:round/>
                <a:headEnd/>
                <a:tailEnd/>
              </a:ln>
            </p:spPr>
            <p:txBody>
              <a:bodyPr/>
              <a:lstStyle/>
              <a:p>
                <a:endParaRPr lang="en-US"/>
              </a:p>
            </p:txBody>
          </p:sp>
          <p:sp>
            <p:nvSpPr>
              <p:cNvPr id="765" name="Freeform 2251"/>
              <p:cNvSpPr>
                <a:spLocks/>
              </p:cNvSpPr>
              <p:nvPr/>
            </p:nvSpPr>
            <p:spPr bwMode="gray">
              <a:xfrm>
                <a:off x="7010739" y="5371965"/>
                <a:ext cx="9845" cy="4919"/>
              </a:xfrm>
              <a:custGeom>
                <a:avLst/>
                <a:gdLst/>
                <a:ahLst/>
                <a:cxnLst>
                  <a:cxn ang="0">
                    <a:pos x="2" y="0"/>
                  </a:cxn>
                  <a:cxn ang="0">
                    <a:pos x="4" y="1"/>
                  </a:cxn>
                  <a:cxn ang="0">
                    <a:pos x="4" y="1"/>
                  </a:cxn>
                  <a:cxn ang="0">
                    <a:pos x="4" y="2"/>
                  </a:cxn>
                  <a:cxn ang="0">
                    <a:pos x="4" y="2"/>
                  </a:cxn>
                  <a:cxn ang="0">
                    <a:pos x="3" y="2"/>
                  </a:cxn>
                  <a:cxn ang="0">
                    <a:pos x="2" y="2"/>
                  </a:cxn>
                  <a:cxn ang="0">
                    <a:pos x="0" y="2"/>
                  </a:cxn>
                  <a:cxn ang="0">
                    <a:pos x="0" y="2"/>
                  </a:cxn>
                  <a:cxn ang="0">
                    <a:pos x="0" y="1"/>
                  </a:cxn>
                  <a:cxn ang="0">
                    <a:pos x="0" y="1"/>
                  </a:cxn>
                  <a:cxn ang="0">
                    <a:pos x="1" y="0"/>
                  </a:cxn>
                  <a:cxn ang="0">
                    <a:pos x="2" y="0"/>
                  </a:cxn>
                </a:cxnLst>
                <a:rect l="0" t="0" r="r" b="b"/>
                <a:pathLst>
                  <a:path w="4" h="2">
                    <a:moveTo>
                      <a:pt x="2" y="0"/>
                    </a:moveTo>
                    <a:lnTo>
                      <a:pt x="4" y="1"/>
                    </a:lnTo>
                    <a:lnTo>
                      <a:pt x="4" y="1"/>
                    </a:lnTo>
                    <a:lnTo>
                      <a:pt x="4" y="2"/>
                    </a:lnTo>
                    <a:lnTo>
                      <a:pt x="4" y="2"/>
                    </a:lnTo>
                    <a:lnTo>
                      <a:pt x="3" y="2"/>
                    </a:lnTo>
                    <a:lnTo>
                      <a:pt x="2" y="2"/>
                    </a:lnTo>
                    <a:lnTo>
                      <a:pt x="0" y="2"/>
                    </a:lnTo>
                    <a:lnTo>
                      <a:pt x="0" y="2"/>
                    </a:lnTo>
                    <a:lnTo>
                      <a:pt x="0" y="1"/>
                    </a:lnTo>
                    <a:lnTo>
                      <a:pt x="0" y="1"/>
                    </a:lnTo>
                    <a:lnTo>
                      <a:pt x="1" y="0"/>
                    </a:lnTo>
                    <a:lnTo>
                      <a:pt x="2" y="0"/>
                    </a:lnTo>
                    <a:close/>
                  </a:path>
                </a:pathLst>
              </a:custGeom>
              <a:noFill/>
              <a:ln w="3175" cap="rnd" cmpd="sng">
                <a:solidFill>
                  <a:schemeClr val="bg2"/>
                </a:solidFill>
                <a:prstDash val="sysDot"/>
                <a:round/>
                <a:headEnd/>
                <a:tailEnd/>
              </a:ln>
            </p:spPr>
            <p:txBody>
              <a:bodyPr/>
              <a:lstStyle/>
              <a:p>
                <a:endParaRPr lang="en-US"/>
              </a:p>
            </p:txBody>
          </p:sp>
          <p:sp>
            <p:nvSpPr>
              <p:cNvPr id="766" name="Freeform 2252"/>
              <p:cNvSpPr>
                <a:spLocks/>
              </p:cNvSpPr>
              <p:nvPr/>
            </p:nvSpPr>
            <p:spPr bwMode="gray">
              <a:xfrm>
                <a:off x="7096528" y="5374425"/>
                <a:ext cx="15119" cy="7378"/>
              </a:xfrm>
              <a:custGeom>
                <a:avLst/>
                <a:gdLst/>
                <a:ahLst/>
                <a:cxnLst>
                  <a:cxn ang="0">
                    <a:pos x="3" y="0"/>
                  </a:cxn>
                  <a:cxn ang="0">
                    <a:pos x="5" y="0"/>
                  </a:cxn>
                  <a:cxn ang="0">
                    <a:pos x="6" y="1"/>
                  </a:cxn>
                  <a:cxn ang="0">
                    <a:pos x="7" y="1"/>
                  </a:cxn>
                  <a:cxn ang="0">
                    <a:pos x="7" y="2"/>
                  </a:cxn>
                  <a:cxn ang="0">
                    <a:pos x="6" y="3"/>
                  </a:cxn>
                  <a:cxn ang="0">
                    <a:pos x="5" y="4"/>
                  </a:cxn>
                  <a:cxn ang="0">
                    <a:pos x="4" y="4"/>
                  </a:cxn>
                  <a:cxn ang="0">
                    <a:pos x="2" y="4"/>
                  </a:cxn>
                  <a:cxn ang="0">
                    <a:pos x="1" y="4"/>
                  </a:cxn>
                  <a:cxn ang="0">
                    <a:pos x="0" y="3"/>
                  </a:cxn>
                  <a:cxn ang="0">
                    <a:pos x="0" y="2"/>
                  </a:cxn>
                  <a:cxn ang="0">
                    <a:pos x="0" y="1"/>
                  </a:cxn>
                  <a:cxn ang="0">
                    <a:pos x="0" y="1"/>
                  </a:cxn>
                  <a:cxn ang="0">
                    <a:pos x="2" y="0"/>
                  </a:cxn>
                  <a:cxn ang="0">
                    <a:pos x="3" y="0"/>
                  </a:cxn>
                </a:cxnLst>
                <a:rect l="0" t="0" r="r" b="b"/>
                <a:pathLst>
                  <a:path w="7" h="4">
                    <a:moveTo>
                      <a:pt x="3" y="0"/>
                    </a:moveTo>
                    <a:lnTo>
                      <a:pt x="5" y="0"/>
                    </a:lnTo>
                    <a:lnTo>
                      <a:pt x="6" y="1"/>
                    </a:lnTo>
                    <a:lnTo>
                      <a:pt x="7" y="1"/>
                    </a:lnTo>
                    <a:lnTo>
                      <a:pt x="7" y="2"/>
                    </a:lnTo>
                    <a:lnTo>
                      <a:pt x="6" y="3"/>
                    </a:lnTo>
                    <a:lnTo>
                      <a:pt x="5" y="4"/>
                    </a:lnTo>
                    <a:lnTo>
                      <a:pt x="4" y="4"/>
                    </a:lnTo>
                    <a:lnTo>
                      <a:pt x="2" y="4"/>
                    </a:lnTo>
                    <a:lnTo>
                      <a:pt x="1" y="4"/>
                    </a:lnTo>
                    <a:lnTo>
                      <a:pt x="0" y="3"/>
                    </a:lnTo>
                    <a:lnTo>
                      <a:pt x="0" y="2"/>
                    </a:lnTo>
                    <a:lnTo>
                      <a:pt x="0" y="1"/>
                    </a:lnTo>
                    <a:lnTo>
                      <a:pt x="0" y="1"/>
                    </a:lnTo>
                    <a:lnTo>
                      <a:pt x="2" y="0"/>
                    </a:lnTo>
                    <a:lnTo>
                      <a:pt x="3" y="0"/>
                    </a:lnTo>
                    <a:close/>
                  </a:path>
                </a:pathLst>
              </a:custGeom>
              <a:noFill/>
              <a:ln w="3175" cap="rnd" cmpd="sng">
                <a:solidFill>
                  <a:schemeClr val="bg2"/>
                </a:solidFill>
                <a:prstDash val="sysDot"/>
                <a:round/>
                <a:headEnd/>
                <a:tailEnd/>
              </a:ln>
            </p:spPr>
            <p:txBody>
              <a:bodyPr/>
              <a:lstStyle/>
              <a:p>
                <a:endParaRPr lang="en-US"/>
              </a:p>
            </p:txBody>
          </p:sp>
          <p:sp>
            <p:nvSpPr>
              <p:cNvPr id="767" name="Freeform 2253"/>
              <p:cNvSpPr>
                <a:spLocks/>
              </p:cNvSpPr>
              <p:nvPr/>
            </p:nvSpPr>
            <p:spPr bwMode="gray">
              <a:xfrm>
                <a:off x="7177043" y="5381803"/>
                <a:ext cx="12657" cy="2459"/>
              </a:xfrm>
              <a:custGeom>
                <a:avLst/>
                <a:gdLst/>
                <a:ahLst/>
                <a:cxnLst>
                  <a:cxn ang="0">
                    <a:pos x="4" y="0"/>
                  </a:cxn>
                  <a:cxn ang="0">
                    <a:pos x="5" y="0"/>
                  </a:cxn>
                  <a:cxn ang="0">
                    <a:pos x="6" y="0"/>
                  </a:cxn>
                  <a:cxn ang="0">
                    <a:pos x="6" y="0"/>
                  </a:cxn>
                  <a:cxn ang="0">
                    <a:pos x="6" y="1"/>
                  </a:cxn>
                  <a:cxn ang="0">
                    <a:pos x="6" y="2"/>
                  </a:cxn>
                  <a:cxn ang="0">
                    <a:pos x="4" y="2"/>
                  </a:cxn>
                  <a:cxn ang="0">
                    <a:pos x="3" y="2"/>
                  </a:cxn>
                  <a:cxn ang="0">
                    <a:pos x="1" y="2"/>
                  </a:cxn>
                  <a:cxn ang="0">
                    <a:pos x="0" y="2"/>
                  </a:cxn>
                  <a:cxn ang="0">
                    <a:pos x="0" y="1"/>
                  </a:cxn>
                  <a:cxn ang="0">
                    <a:pos x="0" y="0"/>
                  </a:cxn>
                  <a:cxn ang="0">
                    <a:pos x="0" y="0"/>
                  </a:cxn>
                  <a:cxn ang="0">
                    <a:pos x="1" y="0"/>
                  </a:cxn>
                  <a:cxn ang="0">
                    <a:pos x="2" y="0"/>
                  </a:cxn>
                  <a:cxn ang="0">
                    <a:pos x="4" y="0"/>
                  </a:cxn>
                </a:cxnLst>
                <a:rect l="0" t="0" r="r" b="b"/>
                <a:pathLst>
                  <a:path w="6" h="2">
                    <a:moveTo>
                      <a:pt x="4" y="0"/>
                    </a:moveTo>
                    <a:lnTo>
                      <a:pt x="5" y="0"/>
                    </a:lnTo>
                    <a:lnTo>
                      <a:pt x="6" y="0"/>
                    </a:lnTo>
                    <a:lnTo>
                      <a:pt x="6" y="0"/>
                    </a:lnTo>
                    <a:lnTo>
                      <a:pt x="6" y="1"/>
                    </a:lnTo>
                    <a:lnTo>
                      <a:pt x="6" y="2"/>
                    </a:lnTo>
                    <a:lnTo>
                      <a:pt x="4" y="2"/>
                    </a:lnTo>
                    <a:lnTo>
                      <a:pt x="3" y="2"/>
                    </a:lnTo>
                    <a:lnTo>
                      <a:pt x="1" y="2"/>
                    </a:lnTo>
                    <a:lnTo>
                      <a:pt x="0" y="2"/>
                    </a:lnTo>
                    <a:lnTo>
                      <a:pt x="0" y="1"/>
                    </a:lnTo>
                    <a:lnTo>
                      <a:pt x="0" y="0"/>
                    </a:lnTo>
                    <a:lnTo>
                      <a:pt x="0" y="0"/>
                    </a:lnTo>
                    <a:lnTo>
                      <a:pt x="1" y="0"/>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768" name="Freeform 2254"/>
              <p:cNvSpPr>
                <a:spLocks/>
              </p:cNvSpPr>
              <p:nvPr/>
            </p:nvSpPr>
            <p:spPr bwMode="gray">
              <a:xfrm>
                <a:off x="6359937" y="5276749"/>
                <a:ext cx="73132" cy="32676"/>
              </a:xfrm>
              <a:custGeom>
                <a:avLst/>
                <a:gdLst/>
                <a:ahLst/>
                <a:cxnLst>
                  <a:cxn ang="0">
                    <a:pos x="13" y="0"/>
                  </a:cxn>
                  <a:cxn ang="0">
                    <a:pos x="16" y="0"/>
                  </a:cxn>
                  <a:cxn ang="0">
                    <a:pos x="20" y="0"/>
                  </a:cxn>
                  <a:cxn ang="0">
                    <a:pos x="22" y="1"/>
                  </a:cxn>
                  <a:cxn ang="0">
                    <a:pos x="24" y="1"/>
                  </a:cxn>
                  <a:cxn ang="0">
                    <a:pos x="26" y="2"/>
                  </a:cxn>
                  <a:cxn ang="0">
                    <a:pos x="28" y="3"/>
                  </a:cxn>
                  <a:cxn ang="0">
                    <a:pos x="29" y="4"/>
                  </a:cxn>
                  <a:cxn ang="0">
                    <a:pos x="30" y="6"/>
                  </a:cxn>
                  <a:cxn ang="0">
                    <a:pos x="30" y="7"/>
                  </a:cxn>
                  <a:cxn ang="0">
                    <a:pos x="29" y="8"/>
                  </a:cxn>
                  <a:cxn ang="0">
                    <a:pos x="27" y="10"/>
                  </a:cxn>
                  <a:cxn ang="0">
                    <a:pos x="26" y="11"/>
                  </a:cxn>
                  <a:cxn ang="0">
                    <a:pos x="23" y="12"/>
                  </a:cxn>
                  <a:cxn ang="0">
                    <a:pos x="21" y="13"/>
                  </a:cxn>
                  <a:cxn ang="0">
                    <a:pos x="18" y="14"/>
                  </a:cxn>
                  <a:cxn ang="0">
                    <a:pos x="15" y="14"/>
                  </a:cxn>
                  <a:cxn ang="0">
                    <a:pos x="12" y="14"/>
                  </a:cxn>
                  <a:cxn ang="0">
                    <a:pos x="10" y="14"/>
                  </a:cxn>
                  <a:cxn ang="0">
                    <a:pos x="7" y="14"/>
                  </a:cxn>
                  <a:cxn ang="0">
                    <a:pos x="4" y="12"/>
                  </a:cxn>
                  <a:cxn ang="0">
                    <a:pos x="2" y="12"/>
                  </a:cxn>
                  <a:cxn ang="0">
                    <a:pos x="0" y="11"/>
                  </a:cxn>
                  <a:cxn ang="0">
                    <a:pos x="0" y="9"/>
                  </a:cxn>
                  <a:cxn ang="0">
                    <a:pos x="0" y="8"/>
                  </a:cxn>
                  <a:cxn ang="0">
                    <a:pos x="0" y="7"/>
                  </a:cxn>
                  <a:cxn ang="0">
                    <a:pos x="0" y="5"/>
                  </a:cxn>
                  <a:cxn ang="0">
                    <a:pos x="1" y="3"/>
                  </a:cxn>
                  <a:cxn ang="0">
                    <a:pos x="3" y="2"/>
                  </a:cxn>
                  <a:cxn ang="0">
                    <a:pos x="5" y="1"/>
                  </a:cxn>
                  <a:cxn ang="0">
                    <a:pos x="8" y="1"/>
                  </a:cxn>
                  <a:cxn ang="0">
                    <a:pos x="10" y="1"/>
                  </a:cxn>
                  <a:cxn ang="0">
                    <a:pos x="13" y="0"/>
                  </a:cxn>
                </a:cxnLst>
                <a:rect l="0" t="0" r="r" b="b"/>
                <a:pathLst>
                  <a:path w="30" h="14">
                    <a:moveTo>
                      <a:pt x="13" y="0"/>
                    </a:moveTo>
                    <a:lnTo>
                      <a:pt x="16" y="0"/>
                    </a:lnTo>
                    <a:lnTo>
                      <a:pt x="20" y="0"/>
                    </a:lnTo>
                    <a:lnTo>
                      <a:pt x="22" y="1"/>
                    </a:lnTo>
                    <a:lnTo>
                      <a:pt x="24" y="1"/>
                    </a:lnTo>
                    <a:lnTo>
                      <a:pt x="26" y="2"/>
                    </a:lnTo>
                    <a:lnTo>
                      <a:pt x="28" y="3"/>
                    </a:lnTo>
                    <a:lnTo>
                      <a:pt x="29" y="4"/>
                    </a:lnTo>
                    <a:lnTo>
                      <a:pt x="30" y="6"/>
                    </a:lnTo>
                    <a:lnTo>
                      <a:pt x="30" y="7"/>
                    </a:lnTo>
                    <a:lnTo>
                      <a:pt x="29" y="8"/>
                    </a:lnTo>
                    <a:lnTo>
                      <a:pt x="27" y="10"/>
                    </a:lnTo>
                    <a:lnTo>
                      <a:pt x="26" y="11"/>
                    </a:lnTo>
                    <a:lnTo>
                      <a:pt x="23" y="12"/>
                    </a:lnTo>
                    <a:lnTo>
                      <a:pt x="21" y="13"/>
                    </a:lnTo>
                    <a:lnTo>
                      <a:pt x="18" y="14"/>
                    </a:lnTo>
                    <a:lnTo>
                      <a:pt x="15" y="14"/>
                    </a:lnTo>
                    <a:lnTo>
                      <a:pt x="12" y="14"/>
                    </a:lnTo>
                    <a:lnTo>
                      <a:pt x="10" y="14"/>
                    </a:lnTo>
                    <a:lnTo>
                      <a:pt x="7" y="14"/>
                    </a:lnTo>
                    <a:lnTo>
                      <a:pt x="4" y="12"/>
                    </a:lnTo>
                    <a:lnTo>
                      <a:pt x="2" y="12"/>
                    </a:lnTo>
                    <a:lnTo>
                      <a:pt x="0" y="11"/>
                    </a:lnTo>
                    <a:lnTo>
                      <a:pt x="0" y="9"/>
                    </a:lnTo>
                    <a:lnTo>
                      <a:pt x="0" y="8"/>
                    </a:lnTo>
                    <a:lnTo>
                      <a:pt x="0" y="7"/>
                    </a:lnTo>
                    <a:lnTo>
                      <a:pt x="0" y="5"/>
                    </a:lnTo>
                    <a:lnTo>
                      <a:pt x="1" y="3"/>
                    </a:lnTo>
                    <a:lnTo>
                      <a:pt x="3" y="2"/>
                    </a:lnTo>
                    <a:lnTo>
                      <a:pt x="5" y="1"/>
                    </a:lnTo>
                    <a:lnTo>
                      <a:pt x="8" y="1"/>
                    </a:lnTo>
                    <a:lnTo>
                      <a:pt x="10" y="1"/>
                    </a:lnTo>
                    <a:lnTo>
                      <a:pt x="13" y="0"/>
                    </a:lnTo>
                    <a:close/>
                  </a:path>
                </a:pathLst>
              </a:custGeom>
              <a:noFill/>
              <a:ln w="3175" cap="rnd" cmpd="sng">
                <a:solidFill>
                  <a:schemeClr val="bg2"/>
                </a:solidFill>
                <a:prstDash val="sysDot"/>
                <a:round/>
                <a:headEnd/>
                <a:tailEnd/>
              </a:ln>
            </p:spPr>
            <p:txBody>
              <a:bodyPr/>
              <a:lstStyle/>
              <a:p>
                <a:endParaRPr lang="en-US"/>
              </a:p>
            </p:txBody>
          </p:sp>
          <p:sp>
            <p:nvSpPr>
              <p:cNvPr id="769" name="Freeform 2255"/>
              <p:cNvSpPr>
                <a:spLocks/>
              </p:cNvSpPr>
              <p:nvPr/>
            </p:nvSpPr>
            <p:spPr bwMode="gray">
              <a:xfrm>
                <a:off x="6438342" y="5294316"/>
                <a:ext cx="47817" cy="22486"/>
              </a:xfrm>
              <a:custGeom>
                <a:avLst/>
                <a:gdLst/>
                <a:ahLst/>
                <a:cxnLst>
                  <a:cxn ang="0">
                    <a:pos x="9" y="0"/>
                  </a:cxn>
                  <a:cxn ang="0">
                    <a:pos x="10" y="0"/>
                  </a:cxn>
                  <a:cxn ang="0">
                    <a:pos x="12" y="0"/>
                  </a:cxn>
                  <a:cxn ang="0">
                    <a:pos x="14" y="0"/>
                  </a:cxn>
                  <a:cxn ang="0">
                    <a:pos x="16" y="0"/>
                  </a:cxn>
                  <a:cxn ang="0">
                    <a:pos x="18" y="1"/>
                  </a:cxn>
                  <a:cxn ang="0">
                    <a:pos x="19" y="2"/>
                  </a:cxn>
                  <a:cxn ang="0">
                    <a:pos x="20" y="3"/>
                  </a:cxn>
                  <a:cxn ang="0">
                    <a:pos x="20" y="4"/>
                  </a:cxn>
                  <a:cxn ang="0">
                    <a:pos x="19" y="5"/>
                  </a:cxn>
                  <a:cxn ang="0">
                    <a:pos x="17" y="7"/>
                  </a:cxn>
                  <a:cxn ang="0">
                    <a:pos x="13" y="8"/>
                  </a:cxn>
                  <a:cxn ang="0">
                    <a:pos x="10" y="9"/>
                  </a:cxn>
                  <a:cxn ang="0">
                    <a:pos x="8" y="9"/>
                  </a:cxn>
                  <a:cxn ang="0">
                    <a:pos x="6" y="9"/>
                  </a:cxn>
                  <a:cxn ang="0">
                    <a:pos x="4" y="9"/>
                  </a:cxn>
                  <a:cxn ang="0">
                    <a:pos x="2" y="8"/>
                  </a:cxn>
                  <a:cxn ang="0">
                    <a:pos x="1" y="7"/>
                  </a:cxn>
                  <a:cxn ang="0">
                    <a:pos x="0" y="6"/>
                  </a:cxn>
                  <a:cxn ang="0">
                    <a:pos x="0" y="5"/>
                  </a:cxn>
                  <a:cxn ang="0">
                    <a:pos x="0" y="5"/>
                  </a:cxn>
                  <a:cxn ang="0">
                    <a:pos x="0" y="3"/>
                  </a:cxn>
                  <a:cxn ang="0">
                    <a:pos x="2" y="1"/>
                  </a:cxn>
                  <a:cxn ang="0">
                    <a:pos x="5" y="0"/>
                  </a:cxn>
                  <a:cxn ang="0">
                    <a:pos x="9" y="0"/>
                  </a:cxn>
                </a:cxnLst>
                <a:rect l="0" t="0" r="r" b="b"/>
                <a:pathLst>
                  <a:path w="20" h="9">
                    <a:moveTo>
                      <a:pt x="9" y="0"/>
                    </a:moveTo>
                    <a:lnTo>
                      <a:pt x="10" y="0"/>
                    </a:lnTo>
                    <a:lnTo>
                      <a:pt x="12" y="0"/>
                    </a:lnTo>
                    <a:lnTo>
                      <a:pt x="14" y="0"/>
                    </a:lnTo>
                    <a:lnTo>
                      <a:pt x="16" y="0"/>
                    </a:lnTo>
                    <a:lnTo>
                      <a:pt x="18" y="1"/>
                    </a:lnTo>
                    <a:lnTo>
                      <a:pt x="19" y="2"/>
                    </a:lnTo>
                    <a:lnTo>
                      <a:pt x="20" y="3"/>
                    </a:lnTo>
                    <a:lnTo>
                      <a:pt x="20" y="4"/>
                    </a:lnTo>
                    <a:lnTo>
                      <a:pt x="19" y="5"/>
                    </a:lnTo>
                    <a:lnTo>
                      <a:pt x="17" y="7"/>
                    </a:lnTo>
                    <a:lnTo>
                      <a:pt x="13" y="8"/>
                    </a:lnTo>
                    <a:lnTo>
                      <a:pt x="10" y="9"/>
                    </a:lnTo>
                    <a:lnTo>
                      <a:pt x="8" y="9"/>
                    </a:lnTo>
                    <a:lnTo>
                      <a:pt x="6" y="9"/>
                    </a:lnTo>
                    <a:lnTo>
                      <a:pt x="4" y="9"/>
                    </a:lnTo>
                    <a:lnTo>
                      <a:pt x="2" y="8"/>
                    </a:lnTo>
                    <a:lnTo>
                      <a:pt x="1" y="7"/>
                    </a:lnTo>
                    <a:lnTo>
                      <a:pt x="0" y="6"/>
                    </a:lnTo>
                    <a:lnTo>
                      <a:pt x="0" y="5"/>
                    </a:lnTo>
                    <a:lnTo>
                      <a:pt x="0" y="5"/>
                    </a:lnTo>
                    <a:lnTo>
                      <a:pt x="0" y="3"/>
                    </a:lnTo>
                    <a:lnTo>
                      <a:pt x="2" y="1"/>
                    </a:lnTo>
                    <a:lnTo>
                      <a:pt x="5" y="0"/>
                    </a:lnTo>
                    <a:lnTo>
                      <a:pt x="9" y="0"/>
                    </a:lnTo>
                    <a:close/>
                  </a:path>
                </a:pathLst>
              </a:custGeom>
              <a:noFill/>
              <a:ln w="3175" cap="rnd" cmpd="sng">
                <a:solidFill>
                  <a:schemeClr val="bg2"/>
                </a:solidFill>
                <a:prstDash val="sysDot"/>
                <a:round/>
                <a:headEnd/>
                <a:tailEnd/>
              </a:ln>
            </p:spPr>
            <p:txBody>
              <a:bodyPr/>
              <a:lstStyle/>
              <a:p>
                <a:endParaRPr lang="en-US"/>
              </a:p>
            </p:txBody>
          </p:sp>
          <p:sp>
            <p:nvSpPr>
              <p:cNvPr id="770" name="Freeform 2256"/>
              <p:cNvSpPr>
                <a:spLocks/>
              </p:cNvSpPr>
              <p:nvPr/>
            </p:nvSpPr>
            <p:spPr bwMode="gray">
              <a:xfrm>
                <a:off x="6299462" y="5286938"/>
                <a:ext cx="45356" cy="22486"/>
              </a:xfrm>
              <a:custGeom>
                <a:avLst/>
                <a:gdLst/>
                <a:ahLst/>
                <a:cxnLst>
                  <a:cxn ang="0">
                    <a:pos x="9" y="0"/>
                  </a:cxn>
                  <a:cxn ang="0">
                    <a:pos x="11" y="0"/>
                  </a:cxn>
                  <a:cxn ang="0">
                    <a:pos x="13" y="0"/>
                  </a:cxn>
                  <a:cxn ang="0">
                    <a:pos x="14" y="0"/>
                  </a:cxn>
                  <a:cxn ang="0">
                    <a:pos x="16" y="0"/>
                  </a:cxn>
                  <a:cxn ang="0">
                    <a:pos x="17" y="1"/>
                  </a:cxn>
                  <a:cxn ang="0">
                    <a:pos x="18" y="2"/>
                  </a:cxn>
                  <a:cxn ang="0">
                    <a:pos x="19" y="2"/>
                  </a:cxn>
                  <a:cxn ang="0">
                    <a:pos x="20" y="3"/>
                  </a:cxn>
                  <a:cxn ang="0">
                    <a:pos x="19" y="5"/>
                  </a:cxn>
                  <a:cxn ang="0">
                    <a:pos x="17" y="7"/>
                  </a:cxn>
                  <a:cxn ang="0">
                    <a:pos x="13" y="9"/>
                  </a:cxn>
                  <a:cxn ang="0">
                    <a:pos x="10" y="9"/>
                  </a:cxn>
                  <a:cxn ang="0">
                    <a:pos x="8" y="9"/>
                  </a:cxn>
                  <a:cxn ang="0">
                    <a:pos x="6" y="9"/>
                  </a:cxn>
                  <a:cxn ang="0">
                    <a:pos x="5" y="9"/>
                  </a:cxn>
                  <a:cxn ang="0">
                    <a:pos x="3" y="8"/>
                  </a:cxn>
                  <a:cxn ang="0">
                    <a:pos x="2" y="8"/>
                  </a:cxn>
                  <a:cxn ang="0">
                    <a:pos x="1" y="7"/>
                  </a:cxn>
                  <a:cxn ang="0">
                    <a:pos x="0" y="6"/>
                  </a:cxn>
                  <a:cxn ang="0">
                    <a:pos x="0" y="5"/>
                  </a:cxn>
                  <a:cxn ang="0">
                    <a:pos x="0" y="2"/>
                  </a:cxn>
                  <a:cxn ang="0">
                    <a:pos x="2" y="2"/>
                  </a:cxn>
                  <a:cxn ang="0">
                    <a:pos x="6" y="0"/>
                  </a:cxn>
                  <a:cxn ang="0">
                    <a:pos x="9" y="0"/>
                  </a:cxn>
                </a:cxnLst>
                <a:rect l="0" t="0" r="r" b="b"/>
                <a:pathLst>
                  <a:path w="20" h="9">
                    <a:moveTo>
                      <a:pt x="9" y="0"/>
                    </a:moveTo>
                    <a:lnTo>
                      <a:pt x="11" y="0"/>
                    </a:lnTo>
                    <a:lnTo>
                      <a:pt x="13" y="0"/>
                    </a:lnTo>
                    <a:lnTo>
                      <a:pt x="14" y="0"/>
                    </a:lnTo>
                    <a:lnTo>
                      <a:pt x="16" y="0"/>
                    </a:lnTo>
                    <a:lnTo>
                      <a:pt x="17" y="1"/>
                    </a:lnTo>
                    <a:lnTo>
                      <a:pt x="18" y="2"/>
                    </a:lnTo>
                    <a:lnTo>
                      <a:pt x="19" y="2"/>
                    </a:lnTo>
                    <a:lnTo>
                      <a:pt x="20" y="3"/>
                    </a:lnTo>
                    <a:lnTo>
                      <a:pt x="19" y="5"/>
                    </a:lnTo>
                    <a:lnTo>
                      <a:pt x="17" y="7"/>
                    </a:lnTo>
                    <a:lnTo>
                      <a:pt x="13" y="9"/>
                    </a:lnTo>
                    <a:lnTo>
                      <a:pt x="10" y="9"/>
                    </a:lnTo>
                    <a:lnTo>
                      <a:pt x="8" y="9"/>
                    </a:lnTo>
                    <a:lnTo>
                      <a:pt x="6" y="9"/>
                    </a:lnTo>
                    <a:lnTo>
                      <a:pt x="5" y="9"/>
                    </a:lnTo>
                    <a:lnTo>
                      <a:pt x="3" y="8"/>
                    </a:lnTo>
                    <a:lnTo>
                      <a:pt x="2" y="8"/>
                    </a:lnTo>
                    <a:lnTo>
                      <a:pt x="1" y="7"/>
                    </a:lnTo>
                    <a:lnTo>
                      <a:pt x="0" y="6"/>
                    </a:lnTo>
                    <a:lnTo>
                      <a:pt x="0" y="5"/>
                    </a:lnTo>
                    <a:lnTo>
                      <a:pt x="0" y="2"/>
                    </a:lnTo>
                    <a:lnTo>
                      <a:pt x="2" y="2"/>
                    </a:lnTo>
                    <a:lnTo>
                      <a:pt x="6" y="0"/>
                    </a:lnTo>
                    <a:lnTo>
                      <a:pt x="9" y="0"/>
                    </a:lnTo>
                    <a:close/>
                  </a:path>
                </a:pathLst>
              </a:custGeom>
              <a:noFill/>
              <a:ln w="3175" cap="rnd" cmpd="sng">
                <a:solidFill>
                  <a:schemeClr val="bg2"/>
                </a:solidFill>
                <a:prstDash val="sysDot"/>
                <a:round/>
                <a:headEnd/>
                <a:tailEnd/>
              </a:ln>
            </p:spPr>
            <p:txBody>
              <a:bodyPr/>
              <a:lstStyle/>
              <a:p>
                <a:endParaRPr lang="en-US"/>
              </a:p>
            </p:txBody>
          </p:sp>
          <p:sp>
            <p:nvSpPr>
              <p:cNvPr id="771" name="Freeform 2257"/>
              <p:cNvSpPr>
                <a:spLocks/>
              </p:cNvSpPr>
              <p:nvPr/>
            </p:nvSpPr>
            <p:spPr bwMode="gray">
              <a:xfrm>
                <a:off x="6576871" y="5299235"/>
                <a:ext cx="37972" cy="20027"/>
              </a:xfrm>
              <a:custGeom>
                <a:avLst/>
                <a:gdLst/>
                <a:ahLst/>
                <a:cxnLst>
                  <a:cxn ang="0">
                    <a:pos x="8" y="0"/>
                  </a:cxn>
                  <a:cxn ang="0">
                    <a:pos x="11" y="0"/>
                  </a:cxn>
                  <a:cxn ang="0">
                    <a:pos x="14" y="1"/>
                  </a:cxn>
                  <a:cxn ang="0">
                    <a:pos x="16" y="1"/>
                  </a:cxn>
                  <a:cxn ang="0">
                    <a:pos x="16" y="3"/>
                  </a:cxn>
                  <a:cxn ang="0">
                    <a:pos x="16" y="5"/>
                  </a:cxn>
                  <a:cxn ang="0">
                    <a:pos x="14" y="6"/>
                  </a:cxn>
                  <a:cxn ang="0">
                    <a:pos x="11" y="8"/>
                  </a:cxn>
                  <a:cxn ang="0">
                    <a:pos x="8" y="8"/>
                  </a:cxn>
                  <a:cxn ang="0">
                    <a:pos x="5" y="8"/>
                  </a:cxn>
                  <a:cxn ang="0">
                    <a:pos x="2" y="8"/>
                  </a:cxn>
                  <a:cxn ang="0">
                    <a:pos x="0" y="6"/>
                  </a:cxn>
                  <a:cxn ang="0">
                    <a:pos x="0" y="4"/>
                  </a:cxn>
                  <a:cxn ang="0">
                    <a:pos x="0" y="3"/>
                  </a:cxn>
                  <a:cxn ang="0">
                    <a:pos x="2" y="1"/>
                  </a:cxn>
                  <a:cxn ang="0">
                    <a:pos x="5" y="1"/>
                  </a:cxn>
                  <a:cxn ang="0">
                    <a:pos x="8" y="0"/>
                  </a:cxn>
                </a:cxnLst>
                <a:rect l="0" t="0" r="r" b="b"/>
                <a:pathLst>
                  <a:path w="16" h="8">
                    <a:moveTo>
                      <a:pt x="8" y="0"/>
                    </a:moveTo>
                    <a:lnTo>
                      <a:pt x="11" y="0"/>
                    </a:lnTo>
                    <a:lnTo>
                      <a:pt x="14" y="1"/>
                    </a:lnTo>
                    <a:lnTo>
                      <a:pt x="16" y="1"/>
                    </a:lnTo>
                    <a:lnTo>
                      <a:pt x="16" y="3"/>
                    </a:lnTo>
                    <a:lnTo>
                      <a:pt x="16" y="5"/>
                    </a:lnTo>
                    <a:lnTo>
                      <a:pt x="14" y="6"/>
                    </a:lnTo>
                    <a:lnTo>
                      <a:pt x="11" y="8"/>
                    </a:lnTo>
                    <a:lnTo>
                      <a:pt x="8" y="8"/>
                    </a:lnTo>
                    <a:lnTo>
                      <a:pt x="5" y="8"/>
                    </a:lnTo>
                    <a:lnTo>
                      <a:pt x="2" y="8"/>
                    </a:lnTo>
                    <a:lnTo>
                      <a:pt x="0" y="6"/>
                    </a:lnTo>
                    <a:lnTo>
                      <a:pt x="0" y="4"/>
                    </a:lnTo>
                    <a:lnTo>
                      <a:pt x="0" y="3"/>
                    </a:lnTo>
                    <a:lnTo>
                      <a:pt x="2" y="1"/>
                    </a:lnTo>
                    <a:lnTo>
                      <a:pt x="5" y="1"/>
                    </a:lnTo>
                    <a:lnTo>
                      <a:pt x="8" y="0"/>
                    </a:lnTo>
                    <a:close/>
                  </a:path>
                </a:pathLst>
              </a:custGeom>
              <a:noFill/>
              <a:ln w="3175" cap="rnd" cmpd="sng">
                <a:solidFill>
                  <a:schemeClr val="bg2"/>
                </a:solidFill>
                <a:prstDash val="sysDot"/>
                <a:round/>
                <a:headEnd/>
                <a:tailEnd/>
              </a:ln>
            </p:spPr>
            <p:txBody>
              <a:bodyPr/>
              <a:lstStyle/>
              <a:p>
                <a:endParaRPr lang="en-US"/>
              </a:p>
            </p:txBody>
          </p:sp>
          <p:sp>
            <p:nvSpPr>
              <p:cNvPr id="772" name="Freeform 2258"/>
              <p:cNvSpPr>
                <a:spLocks/>
              </p:cNvSpPr>
              <p:nvPr/>
            </p:nvSpPr>
            <p:spPr bwMode="gray">
              <a:xfrm>
                <a:off x="6647541" y="5304154"/>
                <a:ext cx="37621" cy="22838"/>
              </a:xfrm>
              <a:custGeom>
                <a:avLst/>
                <a:gdLst/>
                <a:ahLst/>
                <a:cxnLst>
                  <a:cxn ang="0">
                    <a:pos x="7" y="0"/>
                  </a:cxn>
                  <a:cxn ang="0">
                    <a:pos x="10" y="0"/>
                  </a:cxn>
                  <a:cxn ang="0">
                    <a:pos x="13" y="1"/>
                  </a:cxn>
                  <a:cxn ang="0">
                    <a:pos x="15" y="2"/>
                  </a:cxn>
                  <a:cxn ang="0">
                    <a:pos x="16" y="3"/>
                  </a:cxn>
                  <a:cxn ang="0">
                    <a:pos x="15" y="5"/>
                  </a:cxn>
                  <a:cxn ang="0">
                    <a:pos x="13" y="7"/>
                  </a:cxn>
                  <a:cxn ang="0">
                    <a:pos x="10" y="8"/>
                  </a:cxn>
                  <a:cxn ang="0">
                    <a:pos x="7" y="9"/>
                  </a:cxn>
                  <a:cxn ang="0">
                    <a:pos x="5" y="8"/>
                  </a:cxn>
                  <a:cxn ang="0">
                    <a:pos x="1" y="8"/>
                  </a:cxn>
                  <a:cxn ang="0">
                    <a:pos x="0" y="6"/>
                  </a:cxn>
                  <a:cxn ang="0">
                    <a:pos x="0" y="5"/>
                  </a:cxn>
                  <a:cxn ang="0">
                    <a:pos x="0" y="3"/>
                  </a:cxn>
                  <a:cxn ang="0">
                    <a:pos x="1" y="1"/>
                  </a:cxn>
                  <a:cxn ang="0">
                    <a:pos x="4" y="1"/>
                  </a:cxn>
                  <a:cxn ang="0">
                    <a:pos x="7" y="0"/>
                  </a:cxn>
                </a:cxnLst>
                <a:rect l="0" t="0" r="r" b="b"/>
                <a:pathLst>
                  <a:path w="16" h="9">
                    <a:moveTo>
                      <a:pt x="7" y="0"/>
                    </a:moveTo>
                    <a:lnTo>
                      <a:pt x="10" y="0"/>
                    </a:lnTo>
                    <a:lnTo>
                      <a:pt x="13" y="1"/>
                    </a:lnTo>
                    <a:lnTo>
                      <a:pt x="15" y="2"/>
                    </a:lnTo>
                    <a:lnTo>
                      <a:pt x="16" y="3"/>
                    </a:lnTo>
                    <a:lnTo>
                      <a:pt x="15" y="5"/>
                    </a:lnTo>
                    <a:lnTo>
                      <a:pt x="13" y="7"/>
                    </a:lnTo>
                    <a:lnTo>
                      <a:pt x="10" y="8"/>
                    </a:lnTo>
                    <a:lnTo>
                      <a:pt x="7" y="9"/>
                    </a:lnTo>
                    <a:lnTo>
                      <a:pt x="5" y="8"/>
                    </a:lnTo>
                    <a:lnTo>
                      <a:pt x="1" y="8"/>
                    </a:lnTo>
                    <a:lnTo>
                      <a:pt x="0" y="6"/>
                    </a:lnTo>
                    <a:lnTo>
                      <a:pt x="0" y="5"/>
                    </a:lnTo>
                    <a:lnTo>
                      <a:pt x="0" y="3"/>
                    </a:lnTo>
                    <a:lnTo>
                      <a:pt x="1" y="1"/>
                    </a:lnTo>
                    <a:lnTo>
                      <a:pt x="4" y="1"/>
                    </a:lnTo>
                    <a:lnTo>
                      <a:pt x="7" y="0"/>
                    </a:lnTo>
                    <a:close/>
                  </a:path>
                </a:pathLst>
              </a:custGeom>
              <a:noFill/>
              <a:ln w="3175" cap="rnd" cmpd="sng">
                <a:solidFill>
                  <a:schemeClr val="bg2"/>
                </a:solidFill>
                <a:prstDash val="sysDot"/>
                <a:round/>
                <a:headEnd/>
                <a:tailEnd/>
              </a:ln>
            </p:spPr>
            <p:txBody>
              <a:bodyPr/>
              <a:lstStyle/>
              <a:p>
                <a:endParaRPr lang="en-US"/>
              </a:p>
            </p:txBody>
          </p:sp>
          <p:sp>
            <p:nvSpPr>
              <p:cNvPr id="773" name="Freeform 2259"/>
              <p:cNvSpPr>
                <a:spLocks/>
              </p:cNvSpPr>
              <p:nvPr/>
            </p:nvSpPr>
            <p:spPr bwMode="gray">
              <a:xfrm>
                <a:off x="6748449" y="5316803"/>
                <a:ext cx="32698" cy="15108"/>
              </a:xfrm>
              <a:custGeom>
                <a:avLst/>
                <a:gdLst/>
                <a:ahLst/>
                <a:cxnLst>
                  <a:cxn ang="0">
                    <a:pos x="7" y="0"/>
                  </a:cxn>
                  <a:cxn ang="0">
                    <a:pos x="10" y="0"/>
                  </a:cxn>
                  <a:cxn ang="0">
                    <a:pos x="12" y="0"/>
                  </a:cxn>
                  <a:cxn ang="0">
                    <a:pos x="15" y="1"/>
                  </a:cxn>
                  <a:cxn ang="0">
                    <a:pos x="15" y="3"/>
                  </a:cxn>
                  <a:cxn ang="0">
                    <a:pos x="15" y="4"/>
                  </a:cxn>
                  <a:cxn ang="0">
                    <a:pos x="13" y="5"/>
                  </a:cxn>
                  <a:cxn ang="0">
                    <a:pos x="10" y="6"/>
                  </a:cxn>
                  <a:cxn ang="0">
                    <a:pos x="8" y="7"/>
                  </a:cxn>
                  <a:cxn ang="0">
                    <a:pos x="4" y="7"/>
                  </a:cxn>
                  <a:cxn ang="0">
                    <a:pos x="2" y="6"/>
                  </a:cxn>
                  <a:cxn ang="0">
                    <a:pos x="0" y="5"/>
                  </a:cxn>
                  <a:cxn ang="0">
                    <a:pos x="0" y="4"/>
                  </a:cxn>
                  <a:cxn ang="0">
                    <a:pos x="0" y="2"/>
                  </a:cxn>
                  <a:cxn ang="0">
                    <a:pos x="2" y="1"/>
                  </a:cxn>
                  <a:cxn ang="0">
                    <a:pos x="4" y="0"/>
                  </a:cxn>
                  <a:cxn ang="0">
                    <a:pos x="7" y="0"/>
                  </a:cxn>
                </a:cxnLst>
                <a:rect l="0" t="0" r="r" b="b"/>
                <a:pathLst>
                  <a:path w="15" h="7">
                    <a:moveTo>
                      <a:pt x="7" y="0"/>
                    </a:moveTo>
                    <a:lnTo>
                      <a:pt x="10" y="0"/>
                    </a:lnTo>
                    <a:lnTo>
                      <a:pt x="12" y="0"/>
                    </a:lnTo>
                    <a:lnTo>
                      <a:pt x="15" y="1"/>
                    </a:lnTo>
                    <a:lnTo>
                      <a:pt x="15" y="3"/>
                    </a:lnTo>
                    <a:lnTo>
                      <a:pt x="15" y="4"/>
                    </a:lnTo>
                    <a:lnTo>
                      <a:pt x="13" y="5"/>
                    </a:lnTo>
                    <a:lnTo>
                      <a:pt x="10" y="6"/>
                    </a:lnTo>
                    <a:lnTo>
                      <a:pt x="8" y="7"/>
                    </a:lnTo>
                    <a:lnTo>
                      <a:pt x="4" y="7"/>
                    </a:lnTo>
                    <a:lnTo>
                      <a:pt x="2" y="6"/>
                    </a:lnTo>
                    <a:lnTo>
                      <a:pt x="0" y="5"/>
                    </a:lnTo>
                    <a:lnTo>
                      <a:pt x="0" y="4"/>
                    </a:lnTo>
                    <a:lnTo>
                      <a:pt x="0" y="2"/>
                    </a:lnTo>
                    <a:lnTo>
                      <a:pt x="2" y="1"/>
                    </a:lnTo>
                    <a:lnTo>
                      <a:pt x="4" y="0"/>
                    </a:lnTo>
                    <a:lnTo>
                      <a:pt x="7" y="0"/>
                    </a:lnTo>
                    <a:close/>
                  </a:path>
                </a:pathLst>
              </a:custGeom>
              <a:noFill/>
              <a:ln w="3175" cap="rnd" cmpd="sng">
                <a:solidFill>
                  <a:schemeClr val="bg2"/>
                </a:solidFill>
                <a:prstDash val="sysDot"/>
                <a:round/>
                <a:headEnd/>
                <a:tailEnd/>
              </a:ln>
            </p:spPr>
            <p:txBody>
              <a:bodyPr/>
              <a:lstStyle/>
              <a:p>
                <a:endParaRPr lang="en-US"/>
              </a:p>
            </p:txBody>
          </p:sp>
          <p:sp>
            <p:nvSpPr>
              <p:cNvPr id="774" name="Freeform 2260"/>
              <p:cNvSpPr>
                <a:spLocks/>
              </p:cNvSpPr>
              <p:nvPr/>
            </p:nvSpPr>
            <p:spPr bwMode="gray">
              <a:xfrm>
                <a:off x="6211212" y="5294316"/>
                <a:ext cx="27776" cy="9838"/>
              </a:xfrm>
              <a:custGeom>
                <a:avLst/>
                <a:gdLst/>
                <a:ahLst/>
                <a:cxnLst>
                  <a:cxn ang="0">
                    <a:pos x="5" y="0"/>
                  </a:cxn>
                  <a:cxn ang="0">
                    <a:pos x="7" y="0"/>
                  </a:cxn>
                  <a:cxn ang="0">
                    <a:pos x="10" y="0"/>
                  </a:cxn>
                  <a:cxn ang="0">
                    <a:pos x="11" y="0"/>
                  </a:cxn>
                  <a:cxn ang="0">
                    <a:pos x="12" y="1"/>
                  </a:cxn>
                  <a:cxn ang="0">
                    <a:pos x="12" y="3"/>
                  </a:cxn>
                  <a:cxn ang="0">
                    <a:pos x="11" y="4"/>
                  </a:cxn>
                  <a:cxn ang="0">
                    <a:pos x="8" y="5"/>
                  </a:cxn>
                  <a:cxn ang="0">
                    <a:pos x="6" y="5"/>
                  </a:cxn>
                  <a:cxn ang="0">
                    <a:pos x="4" y="5"/>
                  </a:cxn>
                  <a:cxn ang="0">
                    <a:pos x="2" y="4"/>
                  </a:cxn>
                  <a:cxn ang="0">
                    <a:pos x="0" y="4"/>
                  </a:cxn>
                  <a:cxn ang="0">
                    <a:pos x="0" y="2"/>
                  </a:cxn>
                  <a:cxn ang="0">
                    <a:pos x="0" y="1"/>
                  </a:cxn>
                  <a:cxn ang="0">
                    <a:pos x="1" y="0"/>
                  </a:cxn>
                  <a:cxn ang="0">
                    <a:pos x="3" y="0"/>
                  </a:cxn>
                  <a:cxn ang="0">
                    <a:pos x="5" y="0"/>
                  </a:cxn>
                </a:cxnLst>
                <a:rect l="0" t="0" r="r" b="b"/>
                <a:pathLst>
                  <a:path w="12" h="5">
                    <a:moveTo>
                      <a:pt x="5" y="0"/>
                    </a:moveTo>
                    <a:lnTo>
                      <a:pt x="7" y="0"/>
                    </a:lnTo>
                    <a:lnTo>
                      <a:pt x="10" y="0"/>
                    </a:lnTo>
                    <a:lnTo>
                      <a:pt x="11" y="0"/>
                    </a:lnTo>
                    <a:lnTo>
                      <a:pt x="12" y="1"/>
                    </a:lnTo>
                    <a:lnTo>
                      <a:pt x="12" y="3"/>
                    </a:lnTo>
                    <a:lnTo>
                      <a:pt x="11" y="4"/>
                    </a:lnTo>
                    <a:lnTo>
                      <a:pt x="8" y="5"/>
                    </a:lnTo>
                    <a:lnTo>
                      <a:pt x="6" y="5"/>
                    </a:lnTo>
                    <a:lnTo>
                      <a:pt x="4" y="5"/>
                    </a:lnTo>
                    <a:lnTo>
                      <a:pt x="2" y="4"/>
                    </a:lnTo>
                    <a:lnTo>
                      <a:pt x="0" y="4"/>
                    </a:lnTo>
                    <a:lnTo>
                      <a:pt x="0" y="2"/>
                    </a:lnTo>
                    <a:lnTo>
                      <a:pt x="0" y="1"/>
                    </a:lnTo>
                    <a:lnTo>
                      <a:pt x="1" y="0"/>
                    </a:lnTo>
                    <a:lnTo>
                      <a:pt x="3" y="0"/>
                    </a:lnTo>
                    <a:lnTo>
                      <a:pt x="5" y="0"/>
                    </a:lnTo>
                    <a:close/>
                  </a:path>
                </a:pathLst>
              </a:custGeom>
              <a:noFill/>
              <a:ln w="3175" cap="rnd" cmpd="sng">
                <a:solidFill>
                  <a:schemeClr val="bg2"/>
                </a:solidFill>
                <a:prstDash val="sysDot"/>
                <a:round/>
                <a:headEnd/>
                <a:tailEnd/>
              </a:ln>
            </p:spPr>
            <p:txBody>
              <a:bodyPr/>
              <a:lstStyle/>
              <a:p>
                <a:endParaRPr lang="en-US"/>
              </a:p>
            </p:txBody>
          </p:sp>
          <p:sp>
            <p:nvSpPr>
              <p:cNvPr id="775" name="Freeform 2261"/>
              <p:cNvSpPr>
                <a:spLocks/>
              </p:cNvSpPr>
              <p:nvPr/>
            </p:nvSpPr>
            <p:spPr bwMode="gray">
              <a:xfrm>
                <a:off x="6130345" y="5296776"/>
                <a:ext cx="30589" cy="12649"/>
              </a:xfrm>
              <a:custGeom>
                <a:avLst/>
                <a:gdLst/>
                <a:ahLst/>
                <a:cxnLst>
                  <a:cxn ang="0">
                    <a:pos x="5" y="0"/>
                  </a:cxn>
                  <a:cxn ang="0">
                    <a:pos x="7" y="0"/>
                  </a:cxn>
                  <a:cxn ang="0">
                    <a:pos x="9" y="0"/>
                  </a:cxn>
                  <a:cxn ang="0">
                    <a:pos x="11" y="1"/>
                  </a:cxn>
                  <a:cxn ang="0">
                    <a:pos x="12" y="2"/>
                  </a:cxn>
                  <a:cxn ang="0">
                    <a:pos x="11" y="3"/>
                  </a:cxn>
                  <a:cxn ang="0">
                    <a:pos x="10" y="4"/>
                  </a:cxn>
                  <a:cxn ang="0">
                    <a:pos x="8" y="5"/>
                  </a:cxn>
                  <a:cxn ang="0">
                    <a:pos x="6" y="6"/>
                  </a:cxn>
                  <a:cxn ang="0">
                    <a:pos x="3" y="6"/>
                  </a:cxn>
                  <a:cxn ang="0">
                    <a:pos x="1" y="5"/>
                  </a:cxn>
                  <a:cxn ang="0">
                    <a:pos x="0" y="4"/>
                  </a:cxn>
                  <a:cxn ang="0">
                    <a:pos x="0" y="3"/>
                  </a:cxn>
                  <a:cxn ang="0">
                    <a:pos x="0" y="1"/>
                  </a:cxn>
                  <a:cxn ang="0">
                    <a:pos x="1" y="1"/>
                  </a:cxn>
                  <a:cxn ang="0">
                    <a:pos x="3" y="0"/>
                  </a:cxn>
                  <a:cxn ang="0">
                    <a:pos x="5" y="0"/>
                  </a:cxn>
                </a:cxnLst>
                <a:rect l="0" t="0" r="r" b="b"/>
                <a:pathLst>
                  <a:path w="12" h="6">
                    <a:moveTo>
                      <a:pt x="5" y="0"/>
                    </a:moveTo>
                    <a:lnTo>
                      <a:pt x="7" y="0"/>
                    </a:lnTo>
                    <a:lnTo>
                      <a:pt x="9" y="0"/>
                    </a:lnTo>
                    <a:lnTo>
                      <a:pt x="11" y="1"/>
                    </a:lnTo>
                    <a:lnTo>
                      <a:pt x="12" y="2"/>
                    </a:lnTo>
                    <a:lnTo>
                      <a:pt x="11" y="3"/>
                    </a:lnTo>
                    <a:lnTo>
                      <a:pt x="10" y="4"/>
                    </a:lnTo>
                    <a:lnTo>
                      <a:pt x="8" y="5"/>
                    </a:lnTo>
                    <a:lnTo>
                      <a:pt x="6" y="6"/>
                    </a:lnTo>
                    <a:lnTo>
                      <a:pt x="3" y="6"/>
                    </a:lnTo>
                    <a:lnTo>
                      <a:pt x="1" y="5"/>
                    </a:lnTo>
                    <a:lnTo>
                      <a:pt x="0" y="4"/>
                    </a:lnTo>
                    <a:lnTo>
                      <a:pt x="0" y="3"/>
                    </a:lnTo>
                    <a:lnTo>
                      <a:pt x="0" y="1"/>
                    </a:lnTo>
                    <a:lnTo>
                      <a:pt x="1" y="1"/>
                    </a:lnTo>
                    <a:lnTo>
                      <a:pt x="3" y="0"/>
                    </a:lnTo>
                    <a:lnTo>
                      <a:pt x="5" y="0"/>
                    </a:lnTo>
                    <a:close/>
                  </a:path>
                </a:pathLst>
              </a:custGeom>
              <a:noFill/>
              <a:ln w="3175" cap="rnd" cmpd="sng">
                <a:solidFill>
                  <a:schemeClr val="bg2"/>
                </a:solidFill>
                <a:prstDash val="sysDot"/>
                <a:round/>
                <a:headEnd/>
                <a:tailEnd/>
              </a:ln>
            </p:spPr>
            <p:txBody>
              <a:bodyPr/>
              <a:lstStyle/>
              <a:p>
                <a:endParaRPr lang="en-US"/>
              </a:p>
            </p:txBody>
          </p:sp>
          <p:sp>
            <p:nvSpPr>
              <p:cNvPr id="776" name="Freeform 2262"/>
              <p:cNvSpPr>
                <a:spLocks/>
              </p:cNvSpPr>
              <p:nvPr/>
            </p:nvSpPr>
            <p:spPr bwMode="gray">
              <a:xfrm>
                <a:off x="7066291" y="5349479"/>
                <a:ext cx="30237" cy="14757"/>
              </a:xfrm>
              <a:custGeom>
                <a:avLst/>
                <a:gdLst/>
                <a:ahLst/>
                <a:cxnLst>
                  <a:cxn ang="0">
                    <a:pos x="6" y="0"/>
                  </a:cxn>
                  <a:cxn ang="0">
                    <a:pos x="7" y="0"/>
                  </a:cxn>
                  <a:cxn ang="0">
                    <a:pos x="10" y="0"/>
                  </a:cxn>
                  <a:cxn ang="0">
                    <a:pos x="11" y="0"/>
                  </a:cxn>
                  <a:cxn ang="0">
                    <a:pos x="12" y="1"/>
                  </a:cxn>
                  <a:cxn ang="0">
                    <a:pos x="12" y="3"/>
                  </a:cxn>
                  <a:cxn ang="0">
                    <a:pos x="10" y="4"/>
                  </a:cxn>
                  <a:cxn ang="0">
                    <a:pos x="8" y="5"/>
                  </a:cxn>
                  <a:cxn ang="0">
                    <a:pos x="6" y="5"/>
                  </a:cxn>
                  <a:cxn ang="0">
                    <a:pos x="4" y="5"/>
                  </a:cxn>
                  <a:cxn ang="0">
                    <a:pos x="1" y="5"/>
                  </a:cxn>
                  <a:cxn ang="0">
                    <a:pos x="0" y="4"/>
                  </a:cxn>
                  <a:cxn ang="0">
                    <a:pos x="0" y="2"/>
                  </a:cxn>
                  <a:cxn ang="0">
                    <a:pos x="0" y="1"/>
                  </a:cxn>
                  <a:cxn ang="0">
                    <a:pos x="1" y="0"/>
                  </a:cxn>
                  <a:cxn ang="0">
                    <a:pos x="3" y="0"/>
                  </a:cxn>
                  <a:cxn ang="0">
                    <a:pos x="6" y="0"/>
                  </a:cxn>
                </a:cxnLst>
                <a:rect l="0" t="0" r="r" b="b"/>
                <a:pathLst>
                  <a:path w="12" h="5">
                    <a:moveTo>
                      <a:pt x="6" y="0"/>
                    </a:moveTo>
                    <a:lnTo>
                      <a:pt x="7" y="0"/>
                    </a:lnTo>
                    <a:lnTo>
                      <a:pt x="10" y="0"/>
                    </a:lnTo>
                    <a:lnTo>
                      <a:pt x="11" y="0"/>
                    </a:lnTo>
                    <a:lnTo>
                      <a:pt x="12" y="1"/>
                    </a:lnTo>
                    <a:lnTo>
                      <a:pt x="12" y="3"/>
                    </a:lnTo>
                    <a:lnTo>
                      <a:pt x="10" y="4"/>
                    </a:lnTo>
                    <a:lnTo>
                      <a:pt x="8" y="5"/>
                    </a:lnTo>
                    <a:lnTo>
                      <a:pt x="6" y="5"/>
                    </a:lnTo>
                    <a:lnTo>
                      <a:pt x="4" y="5"/>
                    </a:lnTo>
                    <a:lnTo>
                      <a:pt x="1" y="5"/>
                    </a:lnTo>
                    <a:lnTo>
                      <a:pt x="0" y="4"/>
                    </a:lnTo>
                    <a:lnTo>
                      <a:pt x="0" y="2"/>
                    </a:lnTo>
                    <a:lnTo>
                      <a:pt x="0" y="1"/>
                    </a:lnTo>
                    <a:lnTo>
                      <a:pt x="1" y="0"/>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777" name="Freeform 2263"/>
              <p:cNvSpPr>
                <a:spLocks/>
              </p:cNvSpPr>
              <p:nvPr/>
            </p:nvSpPr>
            <p:spPr bwMode="gray">
              <a:xfrm>
                <a:off x="6365211" y="5276749"/>
                <a:ext cx="60474" cy="30216"/>
              </a:xfrm>
              <a:custGeom>
                <a:avLst/>
                <a:gdLst/>
                <a:ahLst/>
                <a:cxnLst>
                  <a:cxn ang="0">
                    <a:pos x="11" y="0"/>
                  </a:cxn>
                  <a:cxn ang="0">
                    <a:pos x="14" y="0"/>
                  </a:cxn>
                  <a:cxn ang="0">
                    <a:pos x="17" y="0"/>
                  </a:cxn>
                  <a:cxn ang="0">
                    <a:pos x="18" y="1"/>
                  </a:cxn>
                  <a:cxn ang="0">
                    <a:pos x="20" y="2"/>
                  </a:cxn>
                  <a:cxn ang="0">
                    <a:pos x="22" y="2"/>
                  </a:cxn>
                  <a:cxn ang="0">
                    <a:pos x="24" y="2"/>
                  </a:cxn>
                  <a:cxn ang="0">
                    <a:pos x="25" y="4"/>
                  </a:cxn>
                  <a:cxn ang="0">
                    <a:pos x="25" y="5"/>
                  </a:cxn>
                  <a:cxn ang="0">
                    <a:pos x="25" y="7"/>
                  </a:cxn>
                  <a:cxn ang="0">
                    <a:pos x="24" y="8"/>
                  </a:cxn>
                  <a:cxn ang="0">
                    <a:pos x="23" y="9"/>
                  </a:cxn>
                  <a:cxn ang="0">
                    <a:pos x="22" y="10"/>
                  </a:cxn>
                  <a:cxn ang="0">
                    <a:pos x="20" y="11"/>
                  </a:cxn>
                  <a:cxn ang="0">
                    <a:pos x="17" y="12"/>
                  </a:cxn>
                  <a:cxn ang="0">
                    <a:pos x="16" y="12"/>
                  </a:cxn>
                  <a:cxn ang="0">
                    <a:pos x="13" y="13"/>
                  </a:cxn>
                  <a:cxn ang="0">
                    <a:pos x="10" y="13"/>
                  </a:cxn>
                  <a:cxn ang="0">
                    <a:pos x="9" y="13"/>
                  </a:cxn>
                  <a:cxn ang="0">
                    <a:pos x="6" y="12"/>
                  </a:cxn>
                  <a:cxn ang="0">
                    <a:pos x="4" y="12"/>
                  </a:cxn>
                  <a:cxn ang="0">
                    <a:pos x="2" y="11"/>
                  </a:cxn>
                  <a:cxn ang="0">
                    <a:pos x="1" y="10"/>
                  </a:cxn>
                  <a:cxn ang="0">
                    <a:pos x="1" y="9"/>
                  </a:cxn>
                  <a:cxn ang="0">
                    <a:pos x="0" y="7"/>
                  </a:cxn>
                  <a:cxn ang="0">
                    <a:pos x="0" y="6"/>
                  </a:cxn>
                  <a:cxn ang="0">
                    <a:pos x="1" y="4"/>
                  </a:cxn>
                  <a:cxn ang="0">
                    <a:pos x="1" y="3"/>
                  </a:cxn>
                  <a:cxn ang="0">
                    <a:pos x="3" y="2"/>
                  </a:cxn>
                  <a:cxn ang="0">
                    <a:pos x="5" y="2"/>
                  </a:cxn>
                  <a:cxn ang="0">
                    <a:pos x="7" y="1"/>
                  </a:cxn>
                  <a:cxn ang="0">
                    <a:pos x="9" y="0"/>
                  </a:cxn>
                  <a:cxn ang="0">
                    <a:pos x="11" y="0"/>
                  </a:cxn>
                </a:cxnLst>
                <a:rect l="0" t="0" r="r" b="b"/>
                <a:pathLst>
                  <a:path w="25" h="13">
                    <a:moveTo>
                      <a:pt x="11" y="0"/>
                    </a:moveTo>
                    <a:lnTo>
                      <a:pt x="14" y="0"/>
                    </a:lnTo>
                    <a:lnTo>
                      <a:pt x="17" y="0"/>
                    </a:lnTo>
                    <a:lnTo>
                      <a:pt x="18" y="1"/>
                    </a:lnTo>
                    <a:lnTo>
                      <a:pt x="20" y="2"/>
                    </a:lnTo>
                    <a:lnTo>
                      <a:pt x="22" y="2"/>
                    </a:lnTo>
                    <a:lnTo>
                      <a:pt x="24" y="2"/>
                    </a:lnTo>
                    <a:lnTo>
                      <a:pt x="25" y="4"/>
                    </a:lnTo>
                    <a:lnTo>
                      <a:pt x="25" y="5"/>
                    </a:lnTo>
                    <a:lnTo>
                      <a:pt x="25" y="7"/>
                    </a:lnTo>
                    <a:lnTo>
                      <a:pt x="24" y="8"/>
                    </a:lnTo>
                    <a:lnTo>
                      <a:pt x="23" y="9"/>
                    </a:lnTo>
                    <a:lnTo>
                      <a:pt x="22" y="10"/>
                    </a:lnTo>
                    <a:lnTo>
                      <a:pt x="20" y="11"/>
                    </a:lnTo>
                    <a:lnTo>
                      <a:pt x="17" y="12"/>
                    </a:lnTo>
                    <a:lnTo>
                      <a:pt x="16" y="12"/>
                    </a:lnTo>
                    <a:lnTo>
                      <a:pt x="13" y="13"/>
                    </a:lnTo>
                    <a:lnTo>
                      <a:pt x="10" y="13"/>
                    </a:lnTo>
                    <a:lnTo>
                      <a:pt x="9" y="13"/>
                    </a:lnTo>
                    <a:lnTo>
                      <a:pt x="6" y="12"/>
                    </a:lnTo>
                    <a:lnTo>
                      <a:pt x="4" y="12"/>
                    </a:lnTo>
                    <a:lnTo>
                      <a:pt x="2" y="11"/>
                    </a:lnTo>
                    <a:lnTo>
                      <a:pt x="1" y="10"/>
                    </a:lnTo>
                    <a:lnTo>
                      <a:pt x="1" y="9"/>
                    </a:lnTo>
                    <a:lnTo>
                      <a:pt x="0" y="7"/>
                    </a:lnTo>
                    <a:lnTo>
                      <a:pt x="0" y="6"/>
                    </a:lnTo>
                    <a:lnTo>
                      <a:pt x="1" y="4"/>
                    </a:lnTo>
                    <a:lnTo>
                      <a:pt x="1" y="3"/>
                    </a:lnTo>
                    <a:lnTo>
                      <a:pt x="3" y="2"/>
                    </a:lnTo>
                    <a:lnTo>
                      <a:pt x="5" y="2"/>
                    </a:lnTo>
                    <a:lnTo>
                      <a:pt x="7" y="1"/>
                    </a:lnTo>
                    <a:lnTo>
                      <a:pt x="9" y="0"/>
                    </a:lnTo>
                    <a:lnTo>
                      <a:pt x="11" y="0"/>
                    </a:lnTo>
                    <a:close/>
                  </a:path>
                </a:pathLst>
              </a:custGeom>
              <a:noFill/>
              <a:ln w="3175" cap="rnd" cmpd="sng">
                <a:solidFill>
                  <a:schemeClr val="bg2"/>
                </a:solidFill>
                <a:prstDash val="sysDot"/>
                <a:round/>
                <a:headEnd/>
                <a:tailEnd/>
              </a:ln>
            </p:spPr>
            <p:txBody>
              <a:bodyPr/>
              <a:lstStyle/>
              <a:p>
                <a:endParaRPr lang="en-US"/>
              </a:p>
            </p:txBody>
          </p:sp>
          <p:sp>
            <p:nvSpPr>
              <p:cNvPr id="778" name="Freeform 2264"/>
              <p:cNvSpPr>
                <a:spLocks/>
              </p:cNvSpPr>
              <p:nvPr/>
            </p:nvSpPr>
            <p:spPr bwMode="gray">
              <a:xfrm>
                <a:off x="6440804" y="5296776"/>
                <a:ext cx="37621" cy="20027"/>
              </a:xfrm>
              <a:custGeom>
                <a:avLst/>
                <a:gdLst/>
                <a:ahLst/>
                <a:cxnLst>
                  <a:cxn ang="0">
                    <a:pos x="8" y="0"/>
                  </a:cxn>
                  <a:cxn ang="0">
                    <a:pos x="11" y="0"/>
                  </a:cxn>
                  <a:cxn ang="0">
                    <a:pos x="14" y="1"/>
                  </a:cxn>
                  <a:cxn ang="0">
                    <a:pos x="16" y="2"/>
                  </a:cxn>
                  <a:cxn ang="0">
                    <a:pos x="16" y="3"/>
                  </a:cxn>
                  <a:cxn ang="0">
                    <a:pos x="16" y="5"/>
                  </a:cxn>
                  <a:cxn ang="0">
                    <a:pos x="14" y="6"/>
                  </a:cxn>
                  <a:cxn ang="0">
                    <a:pos x="12" y="8"/>
                  </a:cxn>
                  <a:cxn ang="0">
                    <a:pos x="8" y="8"/>
                  </a:cxn>
                  <a:cxn ang="0">
                    <a:pos x="5" y="8"/>
                  </a:cxn>
                  <a:cxn ang="0">
                    <a:pos x="2" y="7"/>
                  </a:cxn>
                  <a:cxn ang="0">
                    <a:pos x="0" y="6"/>
                  </a:cxn>
                  <a:cxn ang="0">
                    <a:pos x="0" y="4"/>
                  </a:cxn>
                  <a:cxn ang="0">
                    <a:pos x="0" y="3"/>
                  </a:cxn>
                  <a:cxn ang="0">
                    <a:pos x="2" y="2"/>
                  </a:cxn>
                  <a:cxn ang="0">
                    <a:pos x="5" y="1"/>
                  </a:cxn>
                  <a:cxn ang="0">
                    <a:pos x="8" y="0"/>
                  </a:cxn>
                </a:cxnLst>
                <a:rect l="0" t="0" r="r" b="b"/>
                <a:pathLst>
                  <a:path w="16" h="8">
                    <a:moveTo>
                      <a:pt x="8" y="0"/>
                    </a:moveTo>
                    <a:lnTo>
                      <a:pt x="11" y="0"/>
                    </a:lnTo>
                    <a:lnTo>
                      <a:pt x="14" y="1"/>
                    </a:lnTo>
                    <a:lnTo>
                      <a:pt x="16" y="2"/>
                    </a:lnTo>
                    <a:lnTo>
                      <a:pt x="16" y="3"/>
                    </a:lnTo>
                    <a:lnTo>
                      <a:pt x="16" y="5"/>
                    </a:lnTo>
                    <a:lnTo>
                      <a:pt x="14" y="6"/>
                    </a:lnTo>
                    <a:lnTo>
                      <a:pt x="12" y="8"/>
                    </a:lnTo>
                    <a:lnTo>
                      <a:pt x="8" y="8"/>
                    </a:lnTo>
                    <a:lnTo>
                      <a:pt x="5" y="8"/>
                    </a:lnTo>
                    <a:lnTo>
                      <a:pt x="2" y="7"/>
                    </a:lnTo>
                    <a:lnTo>
                      <a:pt x="0" y="6"/>
                    </a:lnTo>
                    <a:lnTo>
                      <a:pt x="0" y="4"/>
                    </a:lnTo>
                    <a:lnTo>
                      <a:pt x="0" y="3"/>
                    </a:lnTo>
                    <a:lnTo>
                      <a:pt x="2" y="2"/>
                    </a:lnTo>
                    <a:lnTo>
                      <a:pt x="5" y="1"/>
                    </a:lnTo>
                    <a:lnTo>
                      <a:pt x="8" y="0"/>
                    </a:lnTo>
                    <a:close/>
                  </a:path>
                </a:pathLst>
              </a:custGeom>
              <a:noFill/>
              <a:ln w="3175" cap="rnd" cmpd="sng">
                <a:solidFill>
                  <a:schemeClr val="bg2"/>
                </a:solidFill>
                <a:prstDash val="sysDot"/>
                <a:round/>
                <a:headEnd/>
                <a:tailEnd/>
              </a:ln>
            </p:spPr>
            <p:txBody>
              <a:bodyPr/>
              <a:lstStyle/>
              <a:p>
                <a:endParaRPr lang="en-US"/>
              </a:p>
            </p:txBody>
          </p:sp>
          <p:sp>
            <p:nvSpPr>
              <p:cNvPr id="779" name="Freeform 2265"/>
              <p:cNvSpPr>
                <a:spLocks/>
              </p:cNvSpPr>
              <p:nvPr/>
            </p:nvSpPr>
            <p:spPr bwMode="gray">
              <a:xfrm>
                <a:off x="6301924" y="5286938"/>
                <a:ext cx="42895" cy="22486"/>
              </a:xfrm>
              <a:custGeom>
                <a:avLst/>
                <a:gdLst/>
                <a:ahLst/>
                <a:cxnLst>
                  <a:cxn ang="0">
                    <a:pos x="8" y="0"/>
                  </a:cxn>
                  <a:cxn ang="0">
                    <a:pos x="10" y="0"/>
                  </a:cxn>
                  <a:cxn ang="0">
                    <a:pos x="14" y="1"/>
                  </a:cxn>
                  <a:cxn ang="0">
                    <a:pos x="16" y="2"/>
                  </a:cxn>
                  <a:cxn ang="0">
                    <a:pos x="17" y="3"/>
                  </a:cxn>
                  <a:cxn ang="0">
                    <a:pos x="16" y="5"/>
                  </a:cxn>
                  <a:cxn ang="0">
                    <a:pos x="14" y="6"/>
                  </a:cxn>
                  <a:cxn ang="0">
                    <a:pos x="12" y="8"/>
                  </a:cxn>
                  <a:cxn ang="0">
                    <a:pos x="9" y="9"/>
                  </a:cxn>
                  <a:cxn ang="0">
                    <a:pos x="5" y="9"/>
                  </a:cxn>
                  <a:cxn ang="0">
                    <a:pos x="2" y="7"/>
                  </a:cxn>
                  <a:cxn ang="0">
                    <a:pos x="1" y="6"/>
                  </a:cxn>
                  <a:cxn ang="0">
                    <a:pos x="0" y="4"/>
                  </a:cxn>
                  <a:cxn ang="0">
                    <a:pos x="0" y="3"/>
                  </a:cxn>
                  <a:cxn ang="0">
                    <a:pos x="1" y="2"/>
                  </a:cxn>
                  <a:cxn ang="0">
                    <a:pos x="4" y="1"/>
                  </a:cxn>
                  <a:cxn ang="0">
                    <a:pos x="8" y="0"/>
                  </a:cxn>
                </a:cxnLst>
                <a:rect l="0" t="0" r="r" b="b"/>
                <a:pathLst>
                  <a:path w="17" h="9">
                    <a:moveTo>
                      <a:pt x="8" y="0"/>
                    </a:moveTo>
                    <a:lnTo>
                      <a:pt x="10" y="0"/>
                    </a:lnTo>
                    <a:lnTo>
                      <a:pt x="14" y="1"/>
                    </a:lnTo>
                    <a:lnTo>
                      <a:pt x="16" y="2"/>
                    </a:lnTo>
                    <a:lnTo>
                      <a:pt x="17" y="3"/>
                    </a:lnTo>
                    <a:lnTo>
                      <a:pt x="16" y="5"/>
                    </a:lnTo>
                    <a:lnTo>
                      <a:pt x="14" y="6"/>
                    </a:lnTo>
                    <a:lnTo>
                      <a:pt x="12" y="8"/>
                    </a:lnTo>
                    <a:lnTo>
                      <a:pt x="9" y="9"/>
                    </a:lnTo>
                    <a:lnTo>
                      <a:pt x="5" y="9"/>
                    </a:lnTo>
                    <a:lnTo>
                      <a:pt x="2" y="7"/>
                    </a:lnTo>
                    <a:lnTo>
                      <a:pt x="1" y="6"/>
                    </a:lnTo>
                    <a:lnTo>
                      <a:pt x="0" y="4"/>
                    </a:lnTo>
                    <a:lnTo>
                      <a:pt x="0" y="3"/>
                    </a:lnTo>
                    <a:lnTo>
                      <a:pt x="1" y="2"/>
                    </a:lnTo>
                    <a:lnTo>
                      <a:pt x="4" y="1"/>
                    </a:lnTo>
                    <a:lnTo>
                      <a:pt x="8" y="0"/>
                    </a:lnTo>
                    <a:close/>
                  </a:path>
                </a:pathLst>
              </a:custGeom>
              <a:noFill/>
              <a:ln w="3175" cap="rnd" cmpd="sng">
                <a:solidFill>
                  <a:schemeClr val="bg2"/>
                </a:solidFill>
                <a:prstDash val="sysDot"/>
                <a:round/>
                <a:headEnd/>
                <a:tailEnd/>
              </a:ln>
            </p:spPr>
            <p:txBody>
              <a:bodyPr/>
              <a:lstStyle/>
              <a:p>
                <a:endParaRPr lang="en-US"/>
              </a:p>
            </p:txBody>
          </p:sp>
          <p:sp>
            <p:nvSpPr>
              <p:cNvPr id="780" name="Freeform 2266"/>
              <p:cNvSpPr>
                <a:spLocks/>
              </p:cNvSpPr>
              <p:nvPr/>
            </p:nvSpPr>
            <p:spPr bwMode="gray">
              <a:xfrm>
                <a:off x="6579332" y="5301695"/>
                <a:ext cx="32698" cy="15108"/>
              </a:xfrm>
              <a:custGeom>
                <a:avLst/>
                <a:gdLst/>
                <a:ahLst/>
                <a:cxnLst>
                  <a:cxn ang="0">
                    <a:pos x="6" y="0"/>
                  </a:cxn>
                  <a:cxn ang="0">
                    <a:pos x="9" y="0"/>
                  </a:cxn>
                  <a:cxn ang="0">
                    <a:pos x="12" y="1"/>
                  </a:cxn>
                  <a:cxn ang="0">
                    <a:pos x="14" y="1"/>
                  </a:cxn>
                  <a:cxn ang="0">
                    <a:pos x="14" y="2"/>
                  </a:cxn>
                  <a:cxn ang="0">
                    <a:pos x="14" y="3"/>
                  </a:cxn>
                  <a:cxn ang="0">
                    <a:pos x="13" y="5"/>
                  </a:cxn>
                  <a:cxn ang="0">
                    <a:pos x="10" y="6"/>
                  </a:cxn>
                  <a:cxn ang="0">
                    <a:pos x="7" y="6"/>
                  </a:cxn>
                  <a:cxn ang="0">
                    <a:pos x="5" y="6"/>
                  </a:cxn>
                  <a:cxn ang="0">
                    <a:pos x="2" y="5"/>
                  </a:cxn>
                  <a:cxn ang="0">
                    <a:pos x="0" y="4"/>
                  </a:cxn>
                  <a:cxn ang="0">
                    <a:pos x="0" y="3"/>
                  </a:cxn>
                  <a:cxn ang="0">
                    <a:pos x="0" y="1"/>
                  </a:cxn>
                  <a:cxn ang="0">
                    <a:pos x="2" y="1"/>
                  </a:cxn>
                  <a:cxn ang="0">
                    <a:pos x="4" y="0"/>
                  </a:cxn>
                  <a:cxn ang="0">
                    <a:pos x="6" y="0"/>
                  </a:cxn>
                </a:cxnLst>
                <a:rect l="0" t="0" r="r" b="b"/>
                <a:pathLst>
                  <a:path w="14" h="6">
                    <a:moveTo>
                      <a:pt x="6" y="0"/>
                    </a:moveTo>
                    <a:lnTo>
                      <a:pt x="9" y="0"/>
                    </a:lnTo>
                    <a:lnTo>
                      <a:pt x="12" y="1"/>
                    </a:lnTo>
                    <a:lnTo>
                      <a:pt x="14" y="1"/>
                    </a:lnTo>
                    <a:lnTo>
                      <a:pt x="14" y="2"/>
                    </a:lnTo>
                    <a:lnTo>
                      <a:pt x="14" y="3"/>
                    </a:lnTo>
                    <a:lnTo>
                      <a:pt x="13" y="5"/>
                    </a:lnTo>
                    <a:lnTo>
                      <a:pt x="10" y="6"/>
                    </a:lnTo>
                    <a:lnTo>
                      <a:pt x="7" y="6"/>
                    </a:lnTo>
                    <a:lnTo>
                      <a:pt x="5" y="6"/>
                    </a:lnTo>
                    <a:lnTo>
                      <a:pt x="2" y="5"/>
                    </a:lnTo>
                    <a:lnTo>
                      <a:pt x="0" y="4"/>
                    </a:lnTo>
                    <a:lnTo>
                      <a:pt x="0" y="3"/>
                    </a:lnTo>
                    <a:lnTo>
                      <a:pt x="0" y="1"/>
                    </a:lnTo>
                    <a:lnTo>
                      <a:pt x="2" y="1"/>
                    </a:lnTo>
                    <a:lnTo>
                      <a:pt x="4" y="0"/>
                    </a:lnTo>
                    <a:lnTo>
                      <a:pt x="6" y="0"/>
                    </a:lnTo>
                    <a:close/>
                  </a:path>
                </a:pathLst>
              </a:custGeom>
              <a:noFill/>
              <a:ln w="3175" cap="rnd" cmpd="sng">
                <a:solidFill>
                  <a:schemeClr val="bg2"/>
                </a:solidFill>
                <a:prstDash val="sysDot"/>
                <a:round/>
                <a:headEnd/>
                <a:tailEnd/>
              </a:ln>
            </p:spPr>
            <p:txBody>
              <a:bodyPr/>
              <a:lstStyle/>
              <a:p>
                <a:endParaRPr lang="en-US"/>
              </a:p>
            </p:txBody>
          </p:sp>
          <p:sp>
            <p:nvSpPr>
              <p:cNvPr id="781" name="Freeform 2267"/>
              <p:cNvSpPr>
                <a:spLocks/>
              </p:cNvSpPr>
              <p:nvPr/>
            </p:nvSpPr>
            <p:spPr bwMode="gray">
              <a:xfrm>
                <a:off x="6650002" y="5306965"/>
                <a:ext cx="27776" cy="17216"/>
              </a:xfrm>
              <a:custGeom>
                <a:avLst/>
                <a:gdLst/>
                <a:ahLst/>
                <a:cxnLst>
                  <a:cxn ang="0">
                    <a:pos x="6" y="0"/>
                  </a:cxn>
                  <a:cxn ang="0">
                    <a:pos x="8" y="0"/>
                  </a:cxn>
                  <a:cxn ang="0">
                    <a:pos x="11" y="1"/>
                  </a:cxn>
                  <a:cxn ang="0">
                    <a:pos x="12" y="1"/>
                  </a:cxn>
                  <a:cxn ang="0">
                    <a:pos x="12" y="2"/>
                  </a:cxn>
                  <a:cxn ang="0">
                    <a:pos x="12" y="4"/>
                  </a:cxn>
                  <a:cxn ang="0">
                    <a:pos x="11" y="5"/>
                  </a:cxn>
                  <a:cxn ang="0">
                    <a:pos x="9" y="6"/>
                  </a:cxn>
                  <a:cxn ang="0">
                    <a:pos x="6" y="7"/>
                  </a:cxn>
                  <a:cxn ang="0">
                    <a:pos x="4" y="6"/>
                  </a:cxn>
                  <a:cxn ang="0">
                    <a:pos x="1" y="6"/>
                  </a:cxn>
                  <a:cxn ang="0">
                    <a:pos x="0" y="5"/>
                  </a:cxn>
                  <a:cxn ang="0">
                    <a:pos x="0" y="4"/>
                  </a:cxn>
                  <a:cxn ang="0">
                    <a:pos x="0" y="2"/>
                  </a:cxn>
                  <a:cxn ang="0">
                    <a:pos x="1" y="1"/>
                  </a:cxn>
                  <a:cxn ang="0">
                    <a:pos x="3" y="1"/>
                  </a:cxn>
                  <a:cxn ang="0">
                    <a:pos x="6" y="0"/>
                  </a:cxn>
                </a:cxnLst>
                <a:rect l="0" t="0" r="r" b="b"/>
                <a:pathLst>
                  <a:path w="12" h="7">
                    <a:moveTo>
                      <a:pt x="6" y="0"/>
                    </a:moveTo>
                    <a:lnTo>
                      <a:pt x="8" y="0"/>
                    </a:lnTo>
                    <a:lnTo>
                      <a:pt x="11" y="1"/>
                    </a:lnTo>
                    <a:lnTo>
                      <a:pt x="12" y="1"/>
                    </a:lnTo>
                    <a:lnTo>
                      <a:pt x="12" y="2"/>
                    </a:lnTo>
                    <a:lnTo>
                      <a:pt x="12" y="4"/>
                    </a:lnTo>
                    <a:lnTo>
                      <a:pt x="11" y="5"/>
                    </a:lnTo>
                    <a:lnTo>
                      <a:pt x="9" y="6"/>
                    </a:lnTo>
                    <a:lnTo>
                      <a:pt x="6" y="7"/>
                    </a:lnTo>
                    <a:lnTo>
                      <a:pt x="4" y="6"/>
                    </a:lnTo>
                    <a:lnTo>
                      <a:pt x="1" y="6"/>
                    </a:lnTo>
                    <a:lnTo>
                      <a:pt x="0" y="5"/>
                    </a:lnTo>
                    <a:lnTo>
                      <a:pt x="0" y="4"/>
                    </a:lnTo>
                    <a:lnTo>
                      <a:pt x="0" y="2"/>
                    </a:lnTo>
                    <a:lnTo>
                      <a:pt x="1" y="1"/>
                    </a:lnTo>
                    <a:lnTo>
                      <a:pt x="3" y="1"/>
                    </a:lnTo>
                    <a:lnTo>
                      <a:pt x="6" y="0"/>
                    </a:lnTo>
                    <a:close/>
                  </a:path>
                </a:pathLst>
              </a:custGeom>
              <a:noFill/>
              <a:ln w="3175" cap="rnd" cmpd="sng">
                <a:solidFill>
                  <a:schemeClr val="bg2"/>
                </a:solidFill>
                <a:prstDash val="sysDot"/>
                <a:round/>
                <a:headEnd/>
                <a:tailEnd/>
              </a:ln>
            </p:spPr>
            <p:txBody>
              <a:bodyPr/>
              <a:lstStyle/>
              <a:p>
                <a:endParaRPr lang="en-US"/>
              </a:p>
            </p:txBody>
          </p:sp>
          <p:sp>
            <p:nvSpPr>
              <p:cNvPr id="782" name="Freeform 2268"/>
              <p:cNvSpPr>
                <a:spLocks/>
              </p:cNvSpPr>
              <p:nvPr/>
            </p:nvSpPr>
            <p:spPr bwMode="gray">
              <a:xfrm>
                <a:off x="6748449" y="5314344"/>
                <a:ext cx="30237" cy="12649"/>
              </a:xfrm>
              <a:custGeom>
                <a:avLst/>
                <a:gdLst/>
                <a:ahLst/>
                <a:cxnLst>
                  <a:cxn ang="0">
                    <a:pos x="6" y="0"/>
                  </a:cxn>
                  <a:cxn ang="0">
                    <a:pos x="8" y="0"/>
                  </a:cxn>
                  <a:cxn ang="0">
                    <a:pos x="11" y="1"/>
                  </a:cxn>
                  <a:cxn ang="0">
                    <a:pos x="12" y="1"/>
                  </a:cxn>
                  <a:cxn ang="0">
                    <a:pos x="13" y="2"/>
                  </a:cxn>
                  <a:cxn ang="0">
                    <a:pos x="13" y="3"/>
                  </a:cxn>
                  <a:cxn ang="0">
                    <a:pos x="11" y="5"/>
                  </a:cxn>
                  <a:cxn ang="0">
                    <a:pos x="9" y="6"/>
                  </a:cxn>
                  <a:cxn ang="0">
                    <a:pos x="7" y="6"/>
                  </a:cxn>
                  <a:cxn ang="0">
                    <a:pos x="4" y="6"/>
                  </a:cxn>
                  <a:cxn ang="0">
                    <a:pos x="1" y="5"/>
                  </a:cxn>
                  <a:cxn ang="0">
                    <a:pos x="0" y="4"/>
                  </a:cxn>
                  <a:cxn ang="0">
                    <a:pos x="0" y="3"/>
                  </a:cxn>
                  <a:cxn ang="0">
                    <a:pos x="0" y="2"/>
                  </a:cxn>
                  <a:cxn ang="0">
                    <a:pos x="1" y="1"/>
                  </a:cxn>
                  <a:cxn ang="0">
                    <a:pos x="3" y="0"/>
                  </a:cxn>
                  <a:cxn ang="0">
                    <a:pos x="6" y="0"/>
                  </a:cxn>
                </a:cxnLst>
                <a:rect l="0" t="0" r="r" b="b"/>
                <a:pathLst>
                  <a:path w="13" h="6">
                    <a:moveTo>
                      <a:pt x="6" y="0"/>
                    </a:moveTo>
                    <a:lnTo>
                      <a:pt x="8" y="0"/>
                    </a:lnTo>
                    <a:lnTo>
                      <a:pt x="11" y="1"/>
                    </a:lnTo>
                    <a:lnTo>
                      <a:pt x="12" y="1"/>
                    </a:lnTo>
                    <a:lnTo>
                      <a:pt x="13" y="2"/>
                    </a:lnTo>
                    <a:lnTo>
                      <a:pt x="13" y="3"/>
                    </a:lnTo>
                    <a:lnTo>
                      <a:pt x="11" y="5"/>
                    </a:lnTo>
                    <a:lnTo>
                      <a:pt x="9" y="6"/>
                    </a:lnTo>
                    <a:lnTo>
                      <a:pt x="7" y="6"/>
                    </a:lnTo>
                    <a:lnTo>
                      <a:pt x="4" y="6"/>
                    </a:lnTo>
                    <a:lnTo>
                      <a:pt x="1" y="5"/>
                    </a:lnTo>
                    <a:lnTo>
                      <a:pt x="0" y="4"/>
                    </a:lnTo>
                    <a:lnTo>
                      <a:pt x="0" y="3"/>
                    </a:lnTo>
                    <a:lnTo>
                      <a:pt x="0" y="2"/>
                    </a:lnTo>
                    <a:lnTo>
                      <a:pt x="1" y="1"/>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783" name="Freeform 2269"/>
              <p:cNvSpPr>
                <a:spLocks/>
              </p:cNvSpPr>
              <p:nvPr/>
            </p:nvSpPr>
            <p:spPr bwMode="gray">
              <a:xfrm>
                <a:off x="6213673" y="5294316"/>
                <a:ext cx="22854" cy="9838"/>
              </a:xfrm>
              <a:custGeom>
                <a:avLst/>
                <a:gdLst/>
                <a:ahLst/>
                <a:cxnLst>
                  <a:cxn ang="0">
                    <a:pos x="4" y="0"/>
                  </a:cxn>
                  <a:cxn ang="0">
                    <a:pos x="6" y="0"/>
                  </a:cxn>
                  <a:cxn ang="0">
                    <a:pos x="8" y="0"/>
                  </a:cxn>
                  <a:cxn ang="0">
                    <a:pos x="10" y="0"/>
                  </a:cxn>
                  <a:cxn ang="0">
                    <a:pos x="10" y="1"/>
                  </a:cxn>
                  <a:cxn ang="0">
                    <a:pos x="10" y="2"/>
                  </a:cxn>
                  <a:cxn ang="0">
                    <a:pos x="8" y="3"/>
                  </a:cxn>
                  <a:cxn ang="0">
                    <a:pos x="7" y="4"/>
                  </a:cxn>
                  <a:cxn ang="0">
                    <a:pos x="5" y="4"/>
                  </a:cxn>
                  <a:cxn ang="0">
                    <a:pos x="3" y="4"/>
                  </a:cxn>
                  <a:cxn ang="0">
                    <a:pos x="1" y="4"/>
                  </a:cxn>
                  <a:cxn ang="0">
                    <a:pos x="0" y="3"/>
                  </a:cxn>
                  <a:cxn ang="0">
                    <a:pos x="0" y="2"/>
                  </a:cxn>
                  <a:cxn ang="0">
                    <a:pos x="0" y="1"/>
                  </a:cxn>
                  <a:cxn ang="0">
                    <a:pos x="1" y="0"/>
                  </a:cxn>
                  <a:cxn ang="0">
                    <a:pos x="2" y="0"/>
                  </a:cxn>
                  <a:cxn ang="0">
                    <a:pos x="4" y="0"/>
                  </a:cxn>
                </a:cxnLst>
                <a:rect l="0" t="0" r="r" b="b"/>
                <a:pathLst>
                  <a:path w="10" h="4">
                    <a:moveTo>
                      <a:pt x="4" y="0"/>
                    </a:moveTo>
                    <a:lnTo>
                      <a:pt x="6" y="0"/>
                    </a:lnTo>
                    <a:lnTo>
                      <a:pt x="8" y="0"/>
                    </a:lnTo>
                    <a:lnTo>
                      <a:pt x="10" y="0"/>
                    </a:lnTo>
                    <a:lnTo>
                      <a:pt x="10" y="1"/>
                    </a:lnTo>
                    <a:lnTo>
                      <a:pt x="10" y="2"/>
                    </a:lnTo>
                    <a:lnTo>
                      <a:pt x="8" y="3"/>
                    </a:lnTo>
                    <a:lnTo>
                      <a:pt x="7" y="4"/>
                    </a:lnTo>
                    <a:lnTo>
                      <a:pt x="5" y="4"/>
                    </a:lnTo>
                    <a:lnTo>
                      <a:pt x="3" y="4"/>
                    </a:lnTo>
                    <a:lnTo>
                      <a:pt x="1" y="4"/>
                    </a:lnTo>
                    <a:lnTo>
                      <a:pt x="0" y="3"/>
                    </a:lnTo>
                    <a:lnTo>
                      <a:pt x="0" y="2"/>
                    </a:lnTo>
                    <a:lnTo>
                      <a:pt x="0" y="1"/>
                    </a:lnTo>
                    <a:lnTo>
                      <a:pt x="1" y="0"/>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784" name="Freeform 2270"/>
              <p:cNvSpPr>
                <a:spLocks/>
              </p:cNvSpPr>
              <p:nvPr/>
            </p:nvSpPr>
            <p:spPr bwMode="gray">
              <a:xfrm>
                <a:off x="6133158" y="5296776"/>
                <a:ext cx="24963" cy="10189"/>
              </a:xfrm>
              <a:custGeom>
                <a:avLst/>
                <a:gdLst/>
                <a:ahLst/>
                <a:cxnLst>
                  <a:cxn ang="0">
                    <a:pos x="4" y="0"/>
                  </a:cxn>
                  <a:cxn ang="0">
                    <a:pos x="6" y="0"/>
                  </a:cxn>
                  <a:cxn ang="0">
                    <a:pos x="8" y="0"/>
                  </a:cxn>
                  <a:cxn ang="0">
                    <a:pos x="10" y="1"/>
                  </a:cxn>
                  <a:cxn ang="0">
                    <a:pos x="10" y="1"/>
                  </a:cxn>
                  <a:cxn ang="0">
                    <a:pos x="10" y="3"/>
                  </a:cxn>
                  <a:cxn ang="0">
                    <a:pos x="9" y="3"/>
                  </a:cxn>
                  <a:cxn ang="0">
                    <a:pos x="7" y="4"/>
                  </a:cxn>
                  <a:cxn ang="0">
                    <a:pos x="5" y="5"/>
                  </a:cxn>
                  <a:cxn ang="0">
                    <a:pos x="3" y="5"/>
                  </a:cxn>
                  <a:cxn ang="0">
                    <a:pos x="1" y="4"/>
                  </a:cxn>
                  <a:cxn ang="0">
                    <a:pos x="0" y="4"/>
                  </a:cxn>
                  <a:cxn ang="0">
                    <a:pos x="0" y="3"/>
                  </a:cxn>
                  <a:cxn ang="0">
                    <a:pos x="0" y="1"/>
                  </a:cxn>
                  <a:cxn ang="0">
                    <a:pos x="0" y="1"/>
                  </a:cxn>
                  <a:cxn ang="0">
                    <a:pos x="2" y="0"/>
                  </a:cxn>
                  <a:cxn ang="0">
                    <a:pos x="4" y="0"/>
                  </a:cxn>
                </a:cxnLst>
                <a:rect l="0" t="0" r="r" b="b"/>
                <a:pathLst>
                  <a:path w="10" h="5">
                    <a:moveTo>
                      <a:pt x="4" y="0"/>
                    </a:moveTo>
                    <a:lnTo>
                      <a:pt x="6" y="0"/>
                    </a:lnTo>
                    <a:lnTo>
                      <a:pt x="8" y="0"/>
                    </a:lnTo>
                    <a:lnTo>
                      <a:pt x="10" y="1"/>
                    </a:lnTo>
                    <a:lnTo>
                      <a:pt x="10" y="1"/>
                    </a:lnTo>
                    <a:lnTo>
                      <a:pt x="10" y="3"/>
                    </a:lnTo>
                    <a:lnTo>
                      <a:pt x="9" y="3"/>
                    </a:lnTo>
                    <a:lnTo>
                      <a:pt x="7" y="4"/>
                    </a:lnTo>
                    <a:lnTo>
                      <a:pt x="5" y="5"/>
                    </a:lnTo>
                    <a:lnTo>
                      <a:pt x="3" y="5"/>
                    </a:lnTo>
                    <a:lnTo>
                      <a:pt x="1" y="4"/>
                    </a:lnTo>
                    <a:lnTo>
                      <a:pt x="0" y="4"/>
                    </a:lnTo>
                    <a:lnTo>
                      <a:pt x="0" y="3"/>
                    </a:lnTo>
                    <a:lnTo>
                      <a:pt x="0" y="1"/>
                    </a:lnTo>
                    <a:lnTo>
                      <a:pt x="0" y="1"/>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785" name="Freeform 2271"/>
              <p:cNvSpPr>
                <a:spLocks/>
              </p:cNvSpPr>
              <p:nvPr/>
            </p:nvSpPr>
            <p:spPr bwMode="gray">
              <a:xfrm>
                <a:off x="7071213" y="5349479"/>
                <a:ext cx="25315" cy="9838"/>
              </a:xfrm>
              <a:custGeom>
                <a:avLst/>
                <a:gdLst/>
                <a:ahLst/>
                <a:cxnLst>
                  <a:cxn ang="0">
                    <a:pos x="5" y="0"/>
                  </a:cxn>
                  <a:cxn ang="0">
                    <a:pos x="7" y="0"/>
                  </a:cxn>
                  <a:cxn ang="0">
                    <a:pos x="9" y="0"/>
                  </a:cxn>
                  <a:cxn ang="0">
                    <a:pos x="10" y="0"/>
                  </a:cxn>
                  <a:cxn ang="0">
                    <a:pos x="11" y="1"/>
                  </a:cxn>
                  <a:cxn ang="0">
                    <a:pos x="10" y="2"/>
                  </a:cxn>
                  <a:cxn ang="0">
                    <a:pos x="9" y="3"/>
                  </a:cxn>
                  <a:cxn ang="0">
                    <a:pos x="7" y="4"/>
                  </a:cxn>
                  <a:cxn ang="0">
                    <a:pos x="5" y="4"/>
                  </a:cxn>
                  <a:cxn ang="0">
                    <a:pos x="3" y="4"/>
                  </a:cxn>
                  <a:cxn ang="0">
                    <a:pos x="1" y="4"/>
                  </a:cxn>
                  <a:cxn ang="0">
                    <a:pos x="0" y="3"/>
                  </a:cxn>
                  <a:cxn ang="0">
                    <a:pos x="0" y="2"/>
                  </a:cxn>
                  <a:cxn ang="0">
                    <a:pos x="0" y="1"/>
                  </a:cxn>
                  <a:cxn ang="0">
                    <a:pos x="1" y="0"/>
                  </a:cxn>
                  <a:cxn ang="0">
                    <a:pos x="2" y="0"/>
                  </a:cxn>
                  <a:cxn ang="0">
                    <a:pos x="5" y="0"/>
                  </a:cxn>
                </a:cxnLst>
                <a:rect l="0" t="0" r="r" b="b"/>
                <a:pathLst>
                  <a:path w="11" h="4">
                    <a:moveTo>
                      <a:pt x="5" y="0"/>
                    </a:moveTo>
                    <a:lnTo>
                      <a:pt x="7" y="0"/>
                    </a:lnTo>
                    <a:lnTo>
                      <a:pt x="9" y="0"/>
                    </a:lnTo>
                    <a:lnTo>
                      <a:pt x="10" y="0"/>
                    </a:lnTo>
                    <a:lnTo>
                      <a:pt x="11" y="1"/>
                    </a:lnTo>
                    <a:lnTo>
                      <a:pt x="10" y="2"/>
                    </a:lnTo>
                    <a:lnTo>
                      <a:pt x="9" y="3"/>
                    </a:lnTo>
                    <a:lnTo>
                      <a:pt x="7" y="4"/>
                    </a:lnTo>
                    <a:lnTo>
                      <a:pt x="5" y="4"/>
                    </a:lnTo>
                    <a:lnTo>
                      <a:pt x="3" y="4"/>
                    </a:lnTo>
                    <a:lnTo>
                      <a:pt x="1" y="4"/>
                    </a:lnTo>
                    <a:lnTo>
                      <a:pt x="0" y="3"/>
                    </a:lnTo>
                    <a:lnTo>
                      <a:pt x="0" y="2"/>
                    </a:lnTo>
                    <a:lnTo>
                      <a:pt x="0" y="1"/>
                    </a:lnTo>
                    <a:lnTo>
                      <a:pt x="1" y="0"/>
                    </a:lnTo>
                    <a:lnTo>
                      <a:pt x="2" y="0"/>
                    </a:lnTo>
                    <a:lnTo>
                      <a:pt x="5" y="0"/>
                    </a:lnTo>
                    <a:close/>
                  </a:path>
                </a:pathLst>
              </a:custGeom>
              <a:noFill/>
              <a:ln w="3175" cap="rnd" cmpd="sng">
                <a:solidFill>
                  <a:schemeClr val="bg2"/>
                </a:solidFill>
                <a:prstDash val="sysDot"/>
                <a:round/>
                <a:headEnd/>
                <a:tailEnd/>
              </a:ln>
            </p:spPr>
            <p:txBody>
              <a:bodyPr/>
              <a:lstStyle/>
              <a:p>
                <a:endParaRPr lang="en-US"/>
              </a:p>
            </p:txBody>
          </p:sp>
          <p:sp>
            <p:nvSpPr>
              <p:cNvPr id="786" name="Freeform 2272"/>
              <p:cNvSpPr>
                <a:spLocks/>
              </p:cNvSpPr>
              <p:nvPr/>
            </p:nvSpPr>
            <p:spPr bwMode="gray">
              <a:xfrm>
                <a:off x="6365211" y="5281668"/>
                <a:ext cx="60474" cy="25297"/>
              </a:xfrm>
              <a:custGeom>
                <a:avLst/>
                <a:gdLst/>
                <a:ahLst/>
                <a:cxnLst>
                  <a:cxn ang="0">
                    <a:pos x="12" y="0"/>
                  </a:cxn>
                  <a:cxn ang="0">
                    <a:pos x="14" y="0"/>
                  </a:cxn>
                  <a:cxn ang="0">
                    <a:pos x="17" y="0"/>
                  </a:cxn>
                  <a:cxn ang="0">
                    <a:pos x="19" y="0"/>
                  </a:cxn>
                  <a:cxn ang="0">
                    <a:pos x="21" y="1"/>
                  </a:cxn>
                  <a:cxn ang="0">
                    <a:pos x="23" y="1"/>
                  </a:cxn>
                  <a:cxn ang="0">
                    <a:pos x="24" y="2"/>
                  </a:cxn>
                  <a:cxn ang="0">
                    <a:pos x="25" y="3"/>
                  </a:cxn>
                  <a:cxn ang="0">
                    <a:pos x="25" y="4"/>
                  </a:cxn>
                  <a:cxn ang="0">
                    <a:pos x="25" y="5"/>
                  </a:cxn>
                  <a:cxn ang="0">
                    <a:pos x="24" y="6"/>
                  </a:cxn>
                  <a:cxn ang="0">
                    <a:pos x="23" y="7"/>
                  </a:cxn>
                  <a:cxn ang="0">
                    <a:pos x="22" y="9"/>
                  </a:cxn>
                  <a:cxn ang="0">
                    <a:pos x="20" y="9"/>
                  </a:cxn>
                  <a:cxn ang="0">
                    <a:pos x="17" y="10"/>
                  </a:cxn>
                  <a:cxn ang="0">
                    <a:pos x="16" y="10"/>
                  </a:cxn>
                  <a:cxn ang="0">
                    <a:pos x="13" y="11"/>
                  </a:cxn>
                  <a:cxn ang="0">
                    <a:pos x="10" y="11"/>
                  </a:cxn>
                  <a:cxn ang="0">
                    <a:pos x="9" y="11"/>
                  </a:cxn>
                  <a:cxn ang="0">
                    <a:pos x="6" y="10"/>
                  </a:cxn>
                  <a:cxn ang="0">
                    <a:pos x="4" y="10"/>
                  </a:cxn>
                  <a:cxn ang="0">
                    <a:pos x="2" y="9"/>
                  </a:cxn>
                  <a:cxn ang="0">
                    <a:pos x="1" y="8"/>
                  </a:cxn>
                  <a:cxn ang="0">
                    <a:pos x="1" y="7"/>
                  </a:cxn>
                  <a:cxn ang="0">
                    <a:pos x="0" y="6"/>
                  </a:cxn>
                  <a:cxn ang="0">
                    <a:pos x="0" y="5"/>
                  </a:cxn>
                  <a:cxn ang="0">
                    <a:pos x="1" y="4"/>
                  </a:cxn>
                  <a:cxn ang="0">
                    <a:pos x="1" y="2"/>
                  </a:cxn>
                  <a:cxn ang="0">
                    <a:pos x="3" y="2"/>
                  </a:cxn>
                  <a:cxn ang="0">
                    <a:pos x="5" y="1"/>
                  </a:cxn>
                  <a:cxn ang="0">
                    <a:pos x="7" y="1"/>
                  </a:cxn>
                  <a:cxn ang="0">
                    <a:pos x="9" y="0"/>
                  </a:cxn>
                  <a:cxn ang="0">
                    <a:pos x="12" y="0"/>
                  </a:cxn>
                </a:cxnLst>
                <a:rect l="0" t="0" r="r" b="b"/>
                <a:pathLst>
                  <a:path w="25" h="11">
                    <a:moveTo>
                      <a:pt x="12" y="0"/>
                    </a:moveTo>
                    <a:lnTo>
                      <a:pt x="14" y="0"/>
                    </a:lnTo>
                    <a:lnTo>
                      <a:pt x="17" y="0"/>
                    </a:lnTo>
                    <a:lnTo>
                      <a:pt x="19" y="0"/>
                    </a:lnTo>
                    <a:lnTo>
                      <a:pt x="21" y="1"/>
                    </a:lnTo>
                    <a:lnTo>
                      <a:pt x="23" y="1"/>
                    </a:lnTo>
                    <a:lnTo>
                      <a:pt x="24" y="2"/>
                    </a:lnTo>
                    <a:lnTo>
                      <a:pt x="25" y="3"/>
                    </a:lnTo>
                    <a:lnTo>
                      <a:pt x="25" y="4"/>
                    </a:lnTo>
                    <a:lnTo>
                      <a:pt x="25" y="5"/>
                    </a:lnTo>
                    <a:lnTo>
                      <a:pt x="24" y="6"/>
                    </a:lnTo>
                    <a:lnTo>
                      <a:pt x="23" y="7"/>
                    </a:lnTo>
                    <a:lnTo>
                      <a:pt x="22" y="9"/>
                    </a:lnTo>
                    <a:lnTo>
                      <a:pt x="20" y="9"/>
                    </a:lnTo>
                    <a:lnTo>
                      <a:pt x="17" y="10"/>
                    </a:lnTo>
                    <a:lnTo>
                      <a:pt x="16" y="10"/>
                    </a:lnTo>
                    <a:lnTo>
                      <a:pt x="13" y="11"/>
                    </a:lnTo>
                    <a:lnTo>
                      <a:pt x="10" y="11"/>
                    </a:lnTo>
                    <a:lnTo>
                      <a:pt x="9" y="11"/>
                    </a:lnTo>
                    <a:lnTo>
                      <a:pt x="6" y="10"/>
                    </a:lnTo>
                    <a:lnTo>
                      <a:pt x="4" y="10"/>
                    </a:lnTo>
                    <a:lnTo>
                      <a:pt x="2" y="9"/>
                    </a:lnTo>
                    <a:lnTo>
                      <a:pt x="1" y="8"/>
                    </a:lnTo>
                    <a:lnTo>
                      <a:pt x="1" y="7"/>
                    </a:lnTo>
                    <a:lnTo>
                      <a:pt x="0" y="6"/>
                    </a:lnTo>
                    <a:lnTo>
                      <a:pt x="0" y="5"/>
                    </a:lnTo>
                    <a:lnTo>
                      <a:pt x="1" y="4"/>
                    </a:lnTo>
                    <a:lnTo>
                      <a:pt x="1" y="2"/>
                    </a:lnTo>
                    <a:lnTo>
                      <a:pt x="3" y="2"/>
                    </a:lnTo>
                    <a:lnTo>
                      <a:pt x="5" y="1"/>
                    </a:lnTo>
                    <a:lnTo>
                      <a:pt x="7" y="1"/>
                    </a:lnTo>
                    <a:lnTo>
                      <a:pt x="9" y="0"/>
                    </a:lnTo>
                    <a:lnTo>
                      <a:pt x="12" y="0"/>
                    </a:lnTo>
                    <a:close/>
                  </a:path>
                </a:pathLst>
              </a:custGeom>
              <a:noFill/>
              <a:ln w="3175" cap="rnd" cmpd="sng">
                <a:solidFill>
                  <a:schemeClr val="bg2"/>
                </a:solidFill>
                <a:prstDash val="sysDot"/>
                <a:round/>
                <a:headEnd/>
                <a:tailEnd/>
              </a:ln>
            </p:spPr>
            <p:txBody>
              <a:bodyPr/>
              <a:lstStyle/>
              <a:p>
                <a:endParaRPr lang="en-US"/>
              </a:p>
            </p:txBody>
          </p:sp>
          <p:sp>
            <p:nvSpPr>
              <p:cNvPr id="787" name="Freeform 2273"/>
              <p:cNvSpPr>
                <a:spLocks/>
              </p:cNvSpPr>
              <p:nvPr/>
            </p:nvSpPr>
            <p:spPr bwMode="gray">
              <a:xfrm>
                <a:off x="6440804" y="5296776"/>
                <a:ext cx="37621" cy="20027"/>
              </a:xfrm>
              <a:custGeom>
                <a:avLst/>
                <a:gdLst/>
                <a:ahLst/>
                <a:cxnLst>
                  <a:cxn ang="0">
                    <a:pos x="8" y="0"/>
                  </a:cxn>
                  <a:cxn ang="0">
                    <a:pos x="11" y="0"/>
                  </a:cxn>
                  <a:cxn ang="0">
                    <a:pos x="14" y="1"/>
                  </a:cxn>
                  <a:cxn ang="0">
                    <a:pos x="16" y="2"/>
                  </a:cxn>
                  <a:cxn ang="0">
                    <a:pos x="16" y="3"/>
                  </a:cxn>
                  <a:cxn ang="0">
                    <a:pos x="16" y="5"/>
                  </a:cxn>
                  <a:cxn ang="0">
                    <a:pos x="15" y="6"/>
                  </a:cxn>
                  <a:cxn ang="0">
                    <a:pos x="12" y="8"/>
                  </a:cxn>
                  <a:cxn ang="0">
                    <a:pos x="8" y="8"/>
                  </a:cxn>
                  <a:cxn ang="0">
                    <a:pos x="5" y="8"/>
                  </a:cxn>
                  <a:cxn ang="0">
                    <a:pos x="2" y="8"/>
                  </a:cxn>
                  <a:cxn ang="0">
                    <a:pos x="0" y="6"/>
                  </a:cxn>
                  <a:cxn ang="0">
                    <a:pos x="0" y="5"/>
                  </a:cxn>
                  <a:cxn ang="0">
                    <a:pos x="0" y="3"/>
                  </a:cxn>
                  <a:cxn ang="0">
                    <a:pos x="2" y="2"/>
                  </a:cxn>
                  <a:cxn ang="0">
                    <a:pos x="5" y="1"/>
                  </a:cxn>
                  <a:cxn ang="0">
                    <a:pos x="8" y="0"/>
                  </a:cxn>
                </a:cxnLst>
                <a:rect l="0" t="0" r="r" b="b"/>
                <a:pathLst>
                  <a:path w="16" h="8">
                    <a:moveTo>
                      <a:pt x="8" y="0"/>
                    </a:moveTo>
                    <a:lnTo>
                      <a:pt x="11" y="0"/>
                    </a:lnTo>
                    <a:lnTo>
                      <a:pt x="14" y="1"/>
                    </a:lnTo>
                    <a:lnTo>
                      <a:pt x="16" y="2"/>
                    </a:lnTo>
                    <a:lnTo>
                      <a:pt x="16" y="3"/>
                    </a:lnTo>
                    <a:lnTo>
                      <a:pt x="16" y="5"/>
                    </a:lnTo>
                    <a:lnTo>
                      <a:pt x="15" y="6"/>
                    </a:lnTo>
                    <a:lnTo>
                      <a:pt x="12" y="8"/>
                    </a:lnTo>
                    <a:lnTo>
                      <a:pt x="8" y="8"/>
                    </a:lnTo>
                    <a:lnTo>
                      <a:pt x="5" y="8"/>
                    </a:lnTo>
                    <a:lnTo>
                      <a:pt x="2" y="8"/>
                    </a:lnTo>
                    <a:lnTo>
                      <a:pt x="0" y="6"/>
                    </a:lnTo>
                    <a:lnTo>
                      <a:pt x="0" y="5"/>
                    </a:lnTo>
                    <a:lnTo>
                      <a:pt x="0" y="3"/>
                    </a:lnTo>
                    <a:lnTo>
                      <a:pt x="2" y="2"/>
                    </a:lnTo>
                    <a:lnTo>
                      <a:pt x="5" y="1"/>
                    </a:lnTo>
                    <a:lnTo>
                      <a:pt x="8" y="0"/>
                    </a:lnTo>
                    <a:close/>
                  </a:path>
                </a:pathLst>
              </a:custGeom>
              <a:noFill/>
              <a:ln w="3175" cap="rnd" cmpd="sng">
                <a:solidFill>
                  <a:schemeClr val="bg2"/>
                </a:solidFill>
                <a:prstDash val="sysDot"/>
                <a:round/>
                <a:headEnd/>
                <a:tailEnd/>
              </a:ln>
            </p:spPr>
            <p:txBody>
              <a:bodyPr/>
              <a:lstStyle/>
              <a:p>
                <a:endParaRPr lang="en-US"/>
              </a:p>
            </p:txBody>
          </p:sp>
          <p:sp>
            <p:nvSpPr>
              <p:cNvPr id="788" name="Freeform 2274"/>
              <p:cNvSpPr>
                <a:spLocks/>
              </p:cNvSpPr>
              <p:nvPr/>
            </p:nvSpPr>
            <p:spPr bwMode="gray">
              <a:xfrm>
                <a:off x="6301924" y="5291857"/>
                <a:ext cx="42895" cy="17568"/>
              </a:xfrm>
              <a:custGeom>
                <a:avLst/>
                <a:gdLst/>
                <a:ahLst/>
                <a:cxnLst>
                  <a:cxn ang="0">
                    <a:pos x="8" y="0"/>
                  </a:cxn>
                  <a:cxn ang="0">
                    <a:pos x="11" y="0"/>
                  </a:cxn>
                  <a:cxn ang="0">
                    <a:pos x="14" y="1"/>
                  </a:cxn>
                  <a:cxn ang="0">
                    <a:pos x="16" y="1"/>
                  </a:cxn>
                  <a:cxn ang="0">
                    <a:pos x="17" y="3"/>
                  </a:cxn>
                  <a:cxn ang="0">
                    <a:pos x="16" y="4"/>
                  </a:cxn>
                  <a:cxn ang="0">
                    <a:pos x="14" y="6"/>
                  </a:cxn>
                  <a:cxn ang="0">
                    <a:pos x="12" y="7"/>
                  </a:cxn>
                  <a:cxn ang="0">
                    <a:pos x="9" y="8"/>
                  </a:cxn>
                  <a:cxn ang="0">
                    <a:pos x="5" y="8"/>
                  </a:cxn>
                  <a:cxn ang="0">
                    <a:pos x="2" y="7"/>
                  </a:cxn>
                  <a:cxn ang="0">
                    <a:pos x="1" y="6"/>
                  </a:cxn>
                  <a:cxn ang="0">
                    <a:pos x="0" y="4"/>
                  </a:cxn>
                  <a:cxn ang="0">
                    <a:pos x="0" y="3"/>
                  </a:cxn>
                  <a:cxn ang="0">
                    <a:pos x="1" y="1"/>
                  </a:cxn>
                  <a:cxn ang="0">
                    <a:pos x="4" y="1"/>
                  </a:cxn>
                  <a:cxn ang="0">
                    <a:pos x="8" y="0"/>
                  </a:cxn>
                </a:cxnLst>
                <a:rect l="0" t="0" r="r" b="b"/>
                <a:pathLst>
                  <a:path w="17" h="8">
                    <a:moveTo>
                      <a:pt x="8" y="0"/>
                    </a:moveTo>
                    <a:lnTo>
                      <a:pt x="11" y="0"/>
                    </a:lnTo>
                    <a:lnTo>
                      <a:pt x="14" y="1"/>
                    </a:lnTo>
                    <a:lnTo>
                      <a:pt x="16" y="1"/>
                    </a:lnTo>
                    <a:lnTo>
                      <a:pt x="17" y="3"/>
                    </a:lnTo>
                    <a:lnTo>
                      <a:pt x="16" y="4"/>
                    </a:lnTo>
                    <a:lnTo>
                      <a:pt x="14" y="6"/>
                    </a:lnTo>
                    <a:lnTo>
                      <a:pt x="12" y="7"/>
                    </a:lnTo>
                    <a:lnTo>
                      <a:pt x="9" y="8"/>
                    </a:lnTo>
                    <a:lnTo>
                      <a:pt x="5" y="8"/>
                    </a:lnTo>
                    <a:lnTo>
                      <a:pt x="2" y="7"/>
                    </a:lnTo>
                    <a:lnTo>
                      <a:pt x="1" y="6"/>
                    </a:lnTo>
                    <a:lnTo>
                      <a:pt x="0" y="4"/>
                    </a:lnTo>
                    <a:lnTo>
                      <a:pt x="0" y="3"/>
                    </a:lnTo>
                    <a:lnTo>
                      <a:pt x="1" y="1"/>
                    </a:lnTo>
                    <a:lnTo>
                      <a:pt x="4" y="1"/>
                    </a:lnTo>
                    <a:lnTo>
                      <a:pt x="8" y="0"/>
                    </a:lnTo>
                    <a:close/>
                  </a:path>
                </a:pathLst>
              </a:custGeom>
              <a:noFill/>
              <a:ln w="3175" cap="rnd" cmpd="sng">
                <a:solidFill>
                  <a:schemeClr val="bg2"/>
                </a:solidFill>
                <a:prstDash val="sysDot"/>
                <a:round/>
                <a:headEnd/>
                <a:tailEnd/>
              </a:ln>
            </p:spPr>
            <p:txBody>
              <a:bodyPr/>
              <a:lstStyle/>
              <a:p>
                <a:endParaRPr lang="en-US"/>
              </a:p>
            </p:txBody>
          </p:sp>
          <p:sp>
            <p:nvSpPr>
              <p:cNvPr id="789" name="Freeform 2275"/>
              <p:cNvSpPr>
                <a:spLocks/>
              </p:cNvSpPr>
              <p:nvPr/>
            </p:nvSpPr>
            <p:spPr bwMode="gray">
              <a:xfrm>
                <a:off x="6579332" y="5304154"/>
                <a:ext cx="32698" cy="12649"/>
              </a:xfrm>
              <a:custGeom>
                <a:avLst/>
                <a:gdLst/>
                <a:ahLst/>
                <a:cxnLst>
                  <a:cxn ang="0">
                    <a:pos x="7" y="0"/>
                  </a:cxn>
                  <a:cxn ang="0">
                    <a:pos x="9" y="0"/>
                  </a:cxn>
                  <a:cxn ang="0">
                    <a:pos x="12" y="0"/>
                  </a:cxn>
                  <a:cxn ang="0">
                    <a:pos x="14" y="1"/>
                  </a:cxn>
                  <a:cxn ang="0">
                    <a:pos x="14" y="1"/>
                  </a:cxn>
                  <a:cxn ang="0">
                    <a:pos x="14" y="2"/>
                  </a:cxn>
                  <a:cxn ang="0">
                    <a:pos x="13" y="4"/>
                  </a:cxn>
                  <a:cxn ang="0">
                    <a:pos x="10" y="5"/>
                  </a:cxn>
                  <a:cxn ang="0">
                    <a:pos x="7" y="5"/>
                  </a:cxn>
                  <a:cxn ang="0">
                    <a:pos x="5" y="5"/>
                  </a:cxn>
                  <a:cxn ang="0">
                    <a:pos x="2" y="5"/>
                  </a:cxn>
                  <a:cxn ang="0">
                    <a:pos x="1" y="4"/>
                  </a:cxn>
                  <a:cxn ang="0">
                    <a:pos x="0" y="2"/>
                  </a:cxn>
                  <a:cxn ang="0">
                    <a:pos x="0" y="1"/>
                  </a:cxn>
                  <a:cxn ang="0">
                    <a:pos x="2" y="1"/>
                  </a:cxn>
                  <a:cxn ang="0">
                    <a:pos x="4" y="0"/>
                  </a:cxn>
                  <a:cxn ang="0">
                    <a:pos x="7" y="0"/>
                  </a:cxn>
                </a:cxnLst>
                <a:rect l="0" t="0" r="r" b="b"/>
                <a:pathLst>
                  <a:path w="14" h="5">
                    <a:moveTo>
                      <a:pt x="7" y="0"/>
                    </a:moveTo>
                    <a:lnTo>
                      <a:pt x="9" y="0"/>
                    </a:lnTo>
                    <a:lnTo>
                      <a:pt x="12" y="0"/>
                    </a:lnTo>
                    <a:lnTo>
                      <a:pt x="14" y="1"/>
                    </a:lnTo>
                    <a:lnTo>
                      <a:pt x="14" y="1"/>
                    </a:lnTo>
                    <a:lnTo>
                      <a:pt x="14" y="2"/>
                    </a:lnTo>
                    <a:lnTo>
                      <a:pt x="13" y="4"/>
                    </a:lnTo>
                    <a:lnTo>
                      <a:pt x="10" y="5"/>
                    </a:lnTo>
                    <a:lnTo>
                      <a:pt x="7" y="5"/>
                    </a:lnTo>
                    <a:lnTo>
                      <a:pt x="5" y="5"/>
                    </a:lnTo>
                    <a:lnTo>
                      <a:pt x="2" y="5"/>
                    </a:lnTo>
                    <a:lnTo>
                      <a:pt x="1" y="4"/>
                    </a:lnTo>
                    <a:lnTo>
                      <a:pt x="0" y="2"/>
                    </a:lnTo>
                    <a:lnTo>
                      <a:pt x="0" y="1"/>
                    </a:lnTo>
                    <a:lnTo>
                      <a:pt x="2" y="1"/>
                    </a:lnTo>
                    <a:lnTo>
                      <a:pt x="4" y="0"/>
                    </a:lnTo>
                    <a:lnTo>
                      <a:pt x="7" y="0"/>
                    </a:lnTo>
                    <a:close/>
                  </a:path>
                </a:pathLst>
              </a:custGeom>
              <a:noFill/>
              <a:ln w="3175" cap="rnd" cmpd="sng">
                <a:solidFill>
                  <a:schemeClr val="bg2"/>
                </a:solidFill>
                <a:prstDash val="sysDot"/>
                <a:round/>
                <a:headEnd/>
                <a:tailEnd/>
              </a:ln>
            </p:spPr>
            <p:txBody>
              <a:bodyPr/>
              <a:lstStyle/>
              <a:p>
                <a:endParaRPr lang="en-US"/>
              </a:p>
            </p:txBody>
          </p:sp>
          <p:sp>
            <p:nvSpPr>
              <p:cNvPr id="790" name="Freeform 2276"/>
              <p:cNvSpPr>
                <a:spLocks/>
              </p:cNvSpPr>
              <p:nvPr/>
            </p:nvSpPr>
            <p:spPr bwMode="gray">
              <a:xfrm>
                <a:off x="6650002" y="5309425"/>
                <a:ext cx="27776" cy="14757"/>
              </a:xfrm>
              <a:custGeom>
                <a:avLst/>
                <a:gdLst/>
                <a:ahLst/>
                <a:cxnLst>
                  <a:cxn ang="0">
                    <a:pos x="6" y="0"/>
                  </a:cxn>
                  <a:cxn ang="0">
                    <a:pos x="8" y="0"/>
                  </a:cxn>
                  <a:cxn ang="0">
                    <a:pos x="11" y="0"/>
                  </a:cxn>
                  <a:cxn ang="0">
                    <a:pos x="12" y="1"/>
                  </a:cxn>
                  <a:cxn ang="0">
                    <a:pos x="12" y="2"/>
                  </a:cxn>
                  <a:cxn ang="0">
                    <a:pos x="12" y="3"/>
                  </a:cxn>
                  <a:cxn ang="0">
                    <a:pos x="11" y="4"/>
                  </a:cxn>
                  <a:cxn ang="0">
                    <a:pos x="9" y="5"/>
                  </a:cxn>
                  <a:cxn ang="0">
                    <a:pos x="6" y="6"/>
                  </a:cxn>
                  <a:cxn ang="0">
                    <a:pos x="4" y="5"/>
                  </a:cxn>
                  <a:cxn ang="0">
                    <a:pos x="1" y="5"/>
                  </a:cxn>
                  <a:cxn ang="0">
                    <a:pos x="0" y="4"/>
                  </a:cxn>
                  <a:cxn ang="0">
                    <a:pos x="0" y="3"/>
                  </a:cxn>
                  <a:cxn ang="0">
                    <a:pos x="0" y="1"/>
                  </a:cxn>
                  <a:cxn ang="0">
                    <a:pos x="1" y="1"/>
                  </a:cxn>
                  <a:cxn ang="0">
                    <a:pos x="3" y="0"/>
                  </a:cxn>
                  <a:cxn ang="0">
                    <a:pos x="6" y="0"/>
                  </a:cxn>
                </a:cxnLst>
                <a:rect l="0" t="0" r="r" b="b"/>
                <a:pathLst>
                  <a:path w="12" h="6">
                    <a:moveTo>
                      <a:pt x="6" y="0"/>
                    </a:moveTo>
                    <a:lnTo>
                      <a:pt x="8" y="0"/>
                    </a:lnTo>
                    <a:lnTo>
                      <a:pt x="11" y="0"/>
                    </a:lnTo>
                    <a:lnTo>
                      <a:pt x="12" y="1"/>
                    </a:lnTo>
                    <a:lnTo>
                      <a:pt x="12" y="2"/>
                    </a:lnTo>
                    <a:lnTo>
                      <a:pt x="12" y="3"/>
                    </a:lnTo>
                    <a:lnTo>
                      <a:pt x="11" y="4"/>
                    </a:lnTo>
                    <a:lnTo>
                      <a:pt x="9" y="5"/>
                    </a:lnTo>
                    <a:lnTo>
                      <a:pt x="6" y="6"/>
                    </a:lnTo>
                    <a:lnTo>
                      <a:pt x="4" y="5"/>
                    </a:lnTo>
                    <a:lnTo>
                      <a:pt x="1" y="5"/>
                    </a:lnTo>
                    <a:lnTo>
                      <a:pt x="0" y="4"/>
                    </a:lnTo>
                    <a:lnTo>
                      <a:pt x="0" y="3"/>
                    </a:lnTo>
                    <a:lnTo>
                      <a:pt x="0" y="1"/>
                    </a:lnTo>
                    <a:lnTo>
                      <a:pt x="1" y="1"/>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791" name="Freeform 2277"/>
              <p:cNvSpPr>
                <a:spLocks/>
              </p:cNvSpPr>
              <p:nvPr/>
            </p:nvSpPr>
            <p:spPr bwMode="gray">
              <a:xfrm>
                <a:off x="6748449" y="5316803"/>
                <a:ext cx="30237" cy="10189"/>
              </a:xfrm>
              <a:custGeom>
                <a:avLst/>
                <a:gdLst/>
                <a:ahLst/>
                <a:cxnLst>
                  <a:cxn ang="0">
                    <a:pos x="6" y="0"/>
                  </a:cxn>
                  <a:cxn ang="0">
                    <a:pos x="8" y="0"/>
                  </a:cxn>
                  <a:cxn ang="0">
                    <a:pos x="11" y="0"/>
                  </a:cxn>
                  <a:cxn ang="0">
                    <a:pos x="12" y="0"/>
                  </a:cxn>
                  <a:cxn ang="0">
                    <a:pos x="13" y="1"/>
                  </a:cxn>
                  <a:cxn ang="0">
                    <a:pos x="13" y="2"/>
                  </a:cxn>
                  <a:cxn ang="0">
                    <a:pos x="11" y="4"/>
                  </a:cxn>
                  <a:cxn ang="0">
                    <a:pos x="9" y="5"/>
                  </a:cxn>
                  <a:cxn ang="0">
                    <a:pos x="7" y="5"/>
                  </a:cxn>
                  <a:cxn ang="0">
                    <a:pos x="4" y="5"/>
                  </a:cxn>
                  <a:cxn ang="0">
                    <a:pos x="1" y="4"/>
                  </a:cxn>
                  <a:cxn ang="0">
                    <a:pos x="0" y="4"/>
                  </a:cxn>
                  <a:cxn ang="0">
                    <a:pos x="0" y="2"/>
                  </a:cxn>
                  <a:cxn ang="0">
                    <a:pos x="0" y="1"/>
                  </a:cxn>
                  <a:cxn ang="0">
                    <a:pos x="1" y="0"/>
                  </a:cxn>
                  <a:cxn ang="0">
                    <a:pos x="3" y="0"/>
                  </a:cxn>
                  <a:cxn ang="0">
                    <a:pos x="6" y="0"/>
                  </a:cxn>
                </a:cxnLst>
                <a:rect l="0" t="0" r="r" b="b"/>
                <a:pathLst>
                  <a:path w="13" h="5">
                    <a:moveTo>
                      <a:pt x="6" y="0"/>
                    </a:moveTo>
                    <a:lnTo>
                      <a:pt x="8" y="0"/>
                    </a:lnTo>
                    <a:lnTo>
                      <a:pt x="11" y="0"/>
                    </a:lnTo>
                    <a:lnTo>
                      <a:pt x="12" y="0"/>
                    </a:lnTo>
                    <a:lnTo>
                      <a:pt x="13" y="1"/>
                    </a:lnTo>
                    <a:lnTo>
                      <a:pt x="13" y="2"/>
                    </a:lnTo>
                    <a:lnTo>
                      <a:pt x="11" y="4"/>
                    </a:lnTo>
                    <a:lnTo>
                      <a:pt x="9" y="5"/>
                    </a:lnTo>
                    <a:lnTo>
                      <a:pt x="7" y="5"/>
                    </a:lnTo>
                    <a:lnTo>
                      <a:pt x="4" y="5"/>
                    </a:lnTo>
                    <a:lnTo>
                      <a:pt x="1" y="4"/>
                    </a:lnTo>
                    <a:lnTo>
                      <a:pt x="0" y="4"/>
                    </a:lnTo>
                    <a:lnTo>
                      <a:pt x="0" y="2"/>
                    </a:lnTo>
                    <a:lnTo>
                      <a:pt x="0" y="1"/>
                    </a:lnTo>
                    <a:lnTo>
                      <a:pt x="1" y="0"/>
                    </a:lnTo>
                    <a:lnTo>
                      <a:pt x="3" y="0"/>
                    </a:lnTo>
                    <a:lnTo>
                      <a:pt x="6" y="0"/>
                    </a:lnTo>
                    <a:close/>
                  </a:path>
                </a:pathLst>
              </a:custGeom>
              <a:noFill/>
              <a:ln w="3175" cap="rnd" cmpd="sng">
                <a:solidFill>
                  <a:schemeClr val="bg2"/>
                </a:solidFill>
                <a:prstDash val="sysDot"/>
                <a:round/>
                <a:headEnd/>
                <a:tailEnd/>
              </a:ln>
            </p:spPr>
            <p:txBody>
              <a:bodyPr/>
              <a:lstStyle/>
              <a:p>
                <a:endParaRPr lang="en-US"/>
              </a:p>
            </p:txBody>
          </p:sp>
          <p:sp>
            <p:nvSpPr>
              <p:cNvPr id="792" name="Freeform 2278"/>
              <p:cNvSpPr>
                <a:spLocks/>
              </p:cNvSpPr>
              <p:nvPr/>
            </p:nvSpPr>
            <p:spPr bwMode="gray">
              <a:xfrm>
                <a:off x="6213673" y="5296776"/>
                <a:ext cx="22854" cy="7378"/>
              </a:xfrm>
              <a:custGeom>
                <a:avLst/>
                <a:gdLst/>
                <a:ahLst/>
                <a:cxnLst>
                  <a:cxn ang="0">
                    <a:pos x="5" y="0"/>
                  </a:cxn>
                  <a:cxn ang="0">
                    <a:pos x="6" y="0"/>
                  </a:cxn>
                  <a:cxn ang="0">
                    <a:pos x="8" y="0"/>
                  </a:cxn>
                  <a:cxn ang="0">
                    <a:pos x="10" y="0"/>
                  </a:cxn>
                  <a:cxn ang="0">
                    <a:pos x="10" y="1"/>
                  </a:cxn>
                  <a:cxn ang="0">
                    <a:pos x="8" y="2"/>
                  </a:cxn>
                  <a:cxn ang="0">
                    <a:pos x="7" y="3"/>
                  </a:cxn>
                  <a:cxn ang="0">
                    <a:pos x="5" y="3"/>
                  </a:cxn>
                  <a:cxn ang="0">
                    <a:pos x="3" y="3"/>
                  </a:cxn>
                  <a:cxn ang="0">
                    <a:pos x="1" y="3"/>
                  </a:cxn>
                  <a:cxn ang="0">
                    <a:pos x="0" y="2"/>
                  </a:cxn>
                  <a:cxn ang="0">
                    <a:pos x="0" y="1"/>
                  </a:cxn>
                  <a:cxn ang="0">
                    <a:pos x="1" y="0"/>
                  </a:cxn>
                  <a:cxn ang="0">
                    <a:pos x="3" y="0"/>
                  </a:cxn>
                  <a:cxn ang="0">
                    <a:pos x="5" y="0"/>
                  </a:cxn>
                </a:cxnLst>
                <a:rect l="0" t="0" r="r" b="b"/>
                <a:pathLst>
                  <a:path w="10" h="3">
                    <a:moveTo>
                      <a:pt x="5" y="0"/>
                    </a:moveTo>
                    <a:lnTo>
                      <a:pt x="6" y="0"/>
                    </a:lnTo>
                    <a:lnTo>
                      <a:pt x="8" y="0"/>
                    </a:lnTo>
                    <a:lnTo>
                      <a:pt x="10" y="0"/>
                    </a:lnTo>
                    <a:lnTo>
                      <a:pt x="10" y="1"/>
                    </a:lnTo>
                    <a:lnTo>
                      <a:pt x="8" y="2"/>
                    </a:lnTo>
                    <a:lnTo>
                      <a:pt x="7" y="3"/>
                    </a:lnTo>
                    <a:lnTo>
                      <a:pt x="5" y="3"/>
                    </a:lnTo>
                    <a:lnTo>
                      <a:pt x="3" y="3"/>
                    </a:lnTo>
                    <a:lnTo>
                      <a:pt x="1" y="3"/>
                    </a:lnTo>
                    <a:lnTo>
                      <a:pt x="0" y="2"/>
                    </a:lnTo>
                    <a:lnTo>
                      <a:pt x="0" y="1"/>
                    </a:lnTo>
                    <a:lnTo>
                      <a:pt x="1" y="0"/>
                    </a:lnTo>
                    <a:lnTo>
                      <a:pt x="3" y="0"/>
                    </a:lnTo>
                    <a:lnTo>
                      <a:pt x="5" y="0"/>
                    </a:lnTo>
                    <a:close/>
                  </a:path>
                </a:pathLst>
              </a:custGeom>
              <a:noFill/>
              <a:ln w="3175" cap="rnd" cmpd="sng">
                <a:solidFill>
                  <a:schemeClr val="bg2"/>
                </a:solidFill>
                <a:prstDash val="sysDot"/>
                <a:round/>
                <a:headEnd/>
                <a:tailEnd/>
              </a:ln>
            </p:spPr>
            <p:txBody>
              <a:bodyPr/>
              <a:lstStyle/>
              <a:p>
                <a:endParaRPr lang="en-US"/>
              </a:p>
            </p:txBody>
          </p:sp>
          <p:sp>
            <p:nvSpPr>
              <p:cNvPr id="793" name="Freeform 2279"/>
              <p:cNvSpPr>
                <a:spLocks/>
              </p:cNvSpPr>
              <p:nvPr/>
            </p:nvSpPr>
            <p:spPr bwMode="gray">
              <a:xfrm>
                <a:off x="6133158" y="5296776"/>
                <a:ext cx="24963" cy="10189"/>
              </a:xfrm>
              <a:custGeom>
                <a:avLst/>
                <a:gdLst/>
                <a:ahLst/>
                <a:cxnLst>
                  <a:cxn ang="0">
                    <a:pos x="4" y="0"/>
                  </a:cxn>
                  <a:cxn ang="0">
                    <a:pos x="6" y="0"/>
                  </a:cxn>
                  <a:cxn ang="0">
                    <a:pos x="8" y="0"/>
                  </a:cxn>
                  <a:cxn ang="0">
                    <a:pos x="10" y="1"/>
                  </a:cxn>
                  <a:cxn ang="0">
                    <a:pos x="10" y="2"/>
                  </a:cxn>
                  <a:cxn ang="0">
                    <a:pos x="10" y="3"/>
                  </a:cxn>
                  <a:cxn ang="0">
                    <a:pos x="9" y="4"/>
                  </a:cxn>
                  <a:cxn ang="0">
                    <a:pos x="7" y="4"/>
                  </a:cxn>
                  <a:cxn ang="0">
                    <a:pos x="5" y="5"/>
                  </a:cxn>
                  <a:cxn ang="0">
                    <a:pos x="3" y="5"/>
                  </a:cxn>
                  <a:cxn ang="0">
                    <a:pos x="1" y="4"/>
                  </a:cxn>
                  <a:cxn ang="0">
                    <a:pos x="0" y="4"/>
                  </a:cxn>
                  <a:cxn ang="0">
                    <a:pos x="0" y="3"/>
                  </a:cxn>
                  <a:cxn ang="0">
                    <a:pos x="0" y="2"/>
                  </a:cxn>
                  <a:cxn ang="0">
                    <a:pos x="0" y="1"/>
                  </a:cxn>
                  <a:cxn ang="0">
                    <a:pos x="2" y="0"/>
                  </a:cxn>
                  <a:cxn ang="0">
                    <a:pos x="4" y="0"/>
                  </a:cxn>
                </a:cxnLst>
                <a:rect l="0" t="0" r="r" b="b"/>
                <a:pathLst>
                  <a:path w="10" h="5">
                    <a:moveTo>
                      <a:pt x="4" y="0"/>
                    </a:moveTo>
                    <a:lnTo>
                      <a:pt x="6" y="0"/>
                    </a:lnTo>
                    <a:lnTo>
                      <a:pt x="8" y="0"/>
                    </a:lnTo>
                    <a:lnTo>
                      <a:pt x="10" y="1"/>
                    </a:lnTo>
                    <a:lnTo>
                      <a:pt x="10" y="2"/>
                    </a:lnTo>
                    <a:lnTo>
                      <a:pt x="10" y="3"/>
                    </a:lnTo>
                    <a:lnTo>
                      <a:pt x="9" y="4"/>
                    </a:lnTo>
                    <a:lnTo>
                      <a:pt x="7" y="4"/>
                    </a:lnTo>
                    <a:lnTo>
                      <a:pt x="5" y="5"/>
                    </a:lnTo>
                    <a:lnTo>
                      <a:pt x="3" y="5"/>
                    </a:lnTo>
                    <a:lnTo>
                      <a:pt x="1" y="4"/>
                    </a:lnTo>
                    <a:lnTo>
                      <a:pt x="0" y="4"/>
                    </a:lnTo>
                    <a:lnTo>
                      <a:pt x="0" y="3"/>
                    </a:lnTo>
                    <a:lnTo>
                      <a:pt x="0" y="2"/>
                    </a:lnTo>
                    <a:lnTo>
                      <a:pt x="0" y="1"/>
                    </a:lnTo>
                    <a:lnTo>
                      <a:pt x="2" y="0"/>
                    </a:lnTo>
                    <a:lnTo>
                      <a:pt x="4" y="0"/>
                    </a:lnTo>
                    <a:close/>
                  </a:path>
                </a:pathLst>
              </a:custGeom>
              <a:noFill/>
              <a:ln w="3175" cap="rnd" cmpd="sng">
                <a:solidFill>
                  <a:schemeClr val="bg2"/>
                </a:solidFill>
                <a:prstDash val="sysDot"/>
                <a:round/>
                <a:headEnd/>
                <a:tailEnd/>
              </a:ln>
            </p:spPr>
            <p:txBody>
              <a:bodyPr/>
              <a:lstStyle/>
              <a:p>
                <a:endParaRPr lang="en-US"/>
              </a:p>
            </p:txBody>
          </p:sp>
          <p:sp>
            <p:nvSpPr>
              <p:cNvPr id="794" name="Freeform 2280"/>
              <p:cNvSpPr>
                <a:spLocks/>
              </p:cNvSpPr>
              <p:nvPr/>
            </p:nvSpPr>
            <p:spPr bwMode="gray">
              <a:xfrm>
                <a:off x="7071213" y="5349479"/>
                <a:ext cx="25315" cy="9838"/>
              </a:xfrm>
              <a:custGeom>
                <a:avLst/>
                <a:gdLst/>
                <a:ahLst/>
                <a:cxnLst>
                  <a:cxn ang="0">
                    <a:pos x="5" y="0"/>
                  </a:cxn>
                  <a:cxn ang="0">
                    <a:pos x="7" y="0"/>
                  </a:cxn>
                  <a:cxn ang="0">
                    <a:pos x="9" y="0"/>
                  </a:cxn>
                  <a:cxn ang="0">
                    <a:pos x="10" y="0"/>
                  </a:cxn>
                  <a:cxn ang="0">
                    <a:pos x="11" y="2"/>
                  </a:cxn>
                  <a:cxn ang="0">
                    <a:pos x="10" y="2"/>
                  </a:cxn>
                  <a:cxn ang="0">
                    <a:pos x="9" y="3"/>
                  </a:cxn>
                  <a:cxn ang="0">
                    <a:pos x="7" y="4"/>
                  </a:cxn>
                  <a:cxn ang="0">
                    <a:pos x="5" y="4"/>
                  </a:cxn>
                  <a:cxn ang="0">
                    <a:pos x="3" y="4"/>
                  </a:cxn>
                  <a:cxn ang="0">
                    <a:pos x="1" y="4"/>
                  </a:cxn>
                  <a:cxn ang="0">
                    <a:pos x="0" y="3"/>
                  </a:cxn>
                  <a:cxn ang="0">
                    <a:pos x="0" y="2"/>
                  </a:cxn>
                  <a:cxn ang="0">
                    <a:pos x="0" y="2"/>
                  </a:cxn>
                  <a:cxn ang="0">
                    <a:pos x="1" y="0"/>
                  </a:cxn>
                  <a:cxn ang="0">
                    <a:pos x="2" y="0"/>
                  </a:cxn>
                  <a:cxn ang="0">
                    <a:pos x="5" y="0"/>
                  </a:cxn>
                </a:cxnLst>
                <a:rect l="0" t="0" r="r" b="b"/>
                <a:pathLst>
                  <a:path w="11" h="4">
                    <a:moveTo>
                      <a:pt x="5" y="0"/>
                    </a:moveTo>
                    <a:lnTo>
                      <a:pt x="7" y="0"/>
                    </a:lnTo>
                    <a:lnTo>
                      <a:pt x="9" y="0"/>
                    </a:lnTo>
                    <a:lnTo>
                      <a:pt x="10" y="0"/>
                    </a:lnTo>
                    <a:lnTo>
                      <a:pt x="11" y="2"/>
                    </a:lnTo>
                    <a:lnTo>
                      <a:pt x="10" y="2"/>
                    </a:lnTo>
                    <a:lnTo>
                      <a:pt x="9" y="3"/>
                    </a:lnTo>
                    <a:lnTo>
                      <a:pt x="7" y="4"/>
                    </a:lnTo>
                    <a:lnTo>
                      <a:pt x="5" y="4"/>
                    </a:lnTo>
                    <a:lnTo>
                      <a:pt x="3" y="4"/>
                    </a:lnTo>
                    <a:lnTo>
                      <a:pt x="1" y="4"/>
                    </a:lnTo>
                    <a:lnTo>
                      <a:pt x="0" y="3"/>
                    </a:lnTo>
                    <a:lnTo>
                      <a:pt x="0" y="2"/>
                    </a:lnTo>
                    <a:lnTo>
                      <a:pt x="0" y="2"/>
                    </a:lnTo>
                    <a:lnTo>
                      <a:pt x="1" y="0"/>
                    </a:lnTo>
                    <a:lnTo>
                      <a:pt x="2" y="0"/>
                    </a:lnTo>
                    <a:lnTo>
                      <a:pt x="5" y="0"/>
                    </a:lnTo>
                    <a:close/>
                  </a:path>
                </a:pathLst>
              </a:custGeom>
              <a:noFill/>
              <a:ln w="3175" cap="rnd" cmpd="sng">
                <a:solidFill>
                  <a:schemeClr val="bg2"/>
                </a:solidFill>
                <a:prstDash val="sysDot"/>
                <a:round/>
                <a:headEnd/>
                <a:tailEnd/>
              </a:ln>
            </p:spPr>
            <p:txBody>
              <a:bodyPr/>
              <a:lstStyle/>
              <a:p>
                <a:endParaRPr lang="en-US"/>
              </a:p>
            </p:txBody>
          </p:sp>
        </p:grpSp>
      </p:gr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87ADB54D-C809-4471-B6E3-177E1A1DCB87}"/>
              </a:ext>
            </a:extLst>
          </p:cNvPr>
          <p:cNvSpPr>
            <a:spLocks noGrp="1" noChangeArrowheads="1"/>
          </p:cNvSpPr>
          <p:nvPr>
            <p:ph type="title"/>
          </p:nvPr>
        </p:nvSpPr>
        <p:spPr>
          <a:xfrm>
            <a:off x="1862742" y="469250"/>
            <a:ext cx="7061314" cy="558008"/>
          </a:xfrm>
        </p:spPr>
        <p:txBody>
          <a:bodyPr vert="horz" wrap="square" lIns="91440" tIns="27155" rIns="91440" bIns="45720" numCol="1" anchor="ctr" anchorCtr="0" compatLnSpc="1">
            <a:prstTxWarp prst="textNoShape">
              <a:avLst/>
            </a:prstTxWarp>
            <a:normAutofit fontScale="90000"/>
          </a:bodyPr>
          <a:lstStyle/>
          <a:p>
            <a:pPr marL="156399" eaLnBrk="1" hangingPunct="1">
              <a:tabLst>
                <a:tab pos="0" algn="l"/>
                <a:tab pos="781995" algn="l"/>
                <a:tab pos="1563990" algn="l"/>
                <a:tab pos="2345985" algn="l"/>
                <a:tab pos="3127980" algn="l"/>
                <a:tab pos="3909974" algn="l"/>
                <a:tab pos="4691969" algn="l"/>
                <a:tab pos="5473964" algn="l"/>
                <a:tab pos="6255959" algn="l"/>
                <a:tab pos="7037954" algn="l"/>
                <a:tab pos="7819949" algn="l"/>
                <a:tab pos="8601944" algn="l"/>
              </a:tabLst>
              <a:defRPr/>
            </a:pPr>
            <a:r>
              <a:rPr lang="fr-FR" dirty="0">
                <a:ea typeface="+mj-ea"/>
              </a:rPr>
              <a:t>PostgreSQL</a:t>
            </a:r>
          </a:p>
        </p:txBody>
      </p:sp>
      <p:sp>
        <p:nvSpPr>
          <p:cNvPr id="6146" name="Rectangle 2">
            <a:extLst>
              <a:ext uri="{FF2B5EF4-FFF2-40B4-BE49-F238E27FC236}">
                <a16:creationId xmlns:a16="http://schemas.microsoft.com/office/drawing/2014/main" id="{27118020-53B5-48D5-906E-CDCAC2A8FFE5}"/>
              </a:ext>
            </a:extLst>
          </p:cNvPr>
          <p:cNvSpPr>
            <a:spLocks noGrp="1" noChangeArrowheads="1"/>
          </p:cNvSpPr>
          <p:nvPr>
            <p:ph idx="1"/>
          </p:nvPr>
        </p:nvSpPr>
        <p:spPr>
          <a:xfrm>
            <a:off x="198223" y="1520098"/>
            <a:ext cx="8713614" cy="4927034"/>
          </a:xfrm>
        </p:spPr>
        <p:txBody>
          <a:bodyPr/>
          <a:lstStyle/>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Utilise un modèle Client-Serveur</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Plusieurs programmes coopèrent lors d’une </a:t>
            </a:r>
            <a:r>
              <a:rPr lang="fr-FR" altLang="fr-FR" sz="2400" b="1" dirty="0"/>
              <a:t>session</a:t>
            </a:r>
            <a:r>
              <a:rPr lang="fr-FR" altLang="fr-FR" sz="2400" dirty="0"/>
              <a:t> PG</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Un processus serveur (</a:t>
            </a:r>
            <a:r>
              <a:rPr lang="fr-FR" altLang="fr-FR" sz="2400" dirty="0" err="1"/>
              <a:t>postgres</a:t>
            </a:r>
            <a:r>
              <a:rPr lang="fr-FR" altLang="fr-FR" sz="2400" dirty="0"/>
              <a:t>) gère les fichiers de la base, les demandes de connexions et les opérations sur la base</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Une application cliente (</a:t>
            </a:r>
            <a:r>
              <a:rPr lang="fr-FR" altLang="fr-FR" sz="2400" dirty="0" err="1"/>
              <a:t>psql</a:t>
            </a:r>
            <a:r>
              <a:rPr lang="fr-FR" altLang="fr-FR" sz="2400" dirty="0"/>
              <a:t>, </a:t>
            </a:r>
            <a:r>
              <a:rPr lang="fr-FR" altLang="fr-FR" sz="2400" dirty="0" err="1"/>
              <a:t>PgAdmin</a:t>
            </a:r>
            <a:r>
              <a:rPr lang="fr-FR" altLang="fr-FR" sz="2400" dirty="0"/>
              <a:t>, </a:t>
            </a:r>
            <a:r>
              <a:rPr lang="fr-FR" altLang="fr-FR" sz="2400" dirty="0" err="1"/>
              <a:t>Qgis</a:t>
            </a:r>
            <a:r>
              <a:rPr lang="fr-FR" altLang="fr-FR" sz="2400" dirty="0"/>
              <a:t>, ArcGIS, PHP, etc…) se connecte à la base et réalise des </a:t>
            </a:r>
            <a:r>
              <a:rPr lang="fr-FR" altLang="fr-FR" sz="2400" b="1" dirty="0"/>
              <a:t>opérations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Client et serveur peuvent être sur des machines différentes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TCP-IP entre le client et le serveur</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Le serveur gère plusieurs clients: il crée un processus </a:t>
            </a:r>
            <a:r>
              <a:rPr lang="fr-FR" altLang="fr-FR" sz="2400" dirty="0" err="1"/>
              <a:t>postgres</a:t>
            </a:r>
            <a:r>
              <a:rPr lang="fr-FR" altLang="fr-FR" sz="2400" dirty="0"/>
              <a:t> pour chaque nouveau client </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sz="2400" dirty="0"/>
              <a:t>Un serveur PG gère </a:t>
            </a:r>
            <a:r>
              <a:rPr lang="fr-FR" altLang="fr-FR" sz="2400" b="1" dirty="0"/>
              <a:t>plusieurs base de données</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45EDC965-EFBA-4F96-9B7B-FBE1B4084274}"/>
              </a:ext>
            </a:extLst>
          </p:cNvPr>
          <p:cNvSpPr>
            <a:spLocks noGrp="1" noChangeArrowheads="1"/>
          </p:cNvSpPr>
          <p:nvPr>
            <p:ph type="title"/>
          </p:nvPr>
        </p:nvSpPr>
        <p:spPr>
          <a:xfrm>
            <a:off x="1862742" y="469250"/>
            <a:ext cx="7061314" cy="558008"/>
          </a:xfrm>
        </p:spPr>
        <p:txBody>
          <a:bodyPr vert="horz" wrap="square" lIns="91440" tIns="27155" rIns="91440" bIns="45720" numCol="1" anchor="ctr" anchorCtr="0" compatLnSpc="1">
            <a:prstTxWarp prst="textNoShape">
              <a:avLst/>
            </a:prstTxWarp>
            <a:normAutofit fontScale="90000"/>
          </a:bodyPr>
          <a:lstStyle/>
          <a:p>
            <a:pPr eaLnBrk="1" hangingPunct="1">
              <a:tabLst>
                <a:tab pos="0" algn="l"/>
                <a:tab pos="781995" algn="l"/>
                <a:tab pos="1563990" algn="l"/>
                <a:tab pos="2345985" algn="l"/>
                <a:tab pos="3127980" algn="l"/>
                <a:tab pos="3909974" algn="l"/>
                <a:tab pos="4691969" algn="l"/>
                <a:tab pos="5473964" algn="l"/>
                <a:tab pos="6255959" algn="l"/>
                <a:tab pos="7037954" algn="l"/>
                <a:tab pos="7819949" algn="l"/>
                <a:tab pos="8601944" algn="l"/>
              </a:tabLst>
            </a:pPr>
            <a:r>
              <a:rPr lang="fr-FR" altLang="fr-FR">
                <a:latin typeface="Verdana" panose="020B0604030504040204" pitchFamily="34" charset="0"/>
              </a:rPr>
              <a:t>Les objets d’un SGBD</a:t>
            </a:r>
          </a:p>
        </p:txBody>
      </p:sp>
      <p:sp>
        <p:nvSpPr>
          <p:cNvPr id="6146" name="Rectangle 2">
            <a:extLst>
              <a:ext uri="{FF2B5EF4-FFF2-40B4-BE49-F238E27FC236}">
                <a16:creationId xmlns:a16="http://schemas.microsoft.com/office/drawing/2014/main" id="{5236390F-CFDA-45D9-B530-8249D23EA24B}"/>
              </a:ext>
            </a:extLst>
          </p:cNvPr>
          <p:cNvSpPr>
            <a:spLocks noGrp="1" noChangeArrowheads="1"/>
          </p:cNvSpPr>
          <p:nvPr>
            <p:ph idx="1"/>
          </p:nvPr>
        </p:nvSpPr>
        <p:spPr>
          <a:xfrm>
            <a:off x="198223" y="1520098"/>
            <a:ext cx="8713614" cy="4927034"/>
          </a:xfrm>
        </p:spPr>
        <p:txBody>
          <a:bodyPr/>
          <a:lstStyle/>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La base de données est organisée en </a:t>
            </a:r>
            <a:r>
              <a:rPr lang="fr-FR" altLang="fr-FR" b="1"/>
              <a:t>schémas</a:t>
            </a:r>
            <a:r>
              <a:rPr lang="fr-FR" altLang="fr-FR"/>
              <a:t> (</a:t>
            </a:r>
            <a:r>
              <a:rPr lang="fr-FR" altLang="fr-FR" i="1"/>
              <a:t>public</a:t>
            </a:r>
            <a:r>
              <a:rPr lang="fr-FR" altLang="fr-FR"/>
              <a:t> est le schéma par défaut)</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Schéma = groupe </a:t>
            </a:r>
            <a:r>
              <a:rPr lang="fr-FR" altLang="fr-FR" b="1"/>
              <a:t>logique</a:t>
            </a:r>
            <a:r>
              <a:rPr lang="fr-FR" altLang="fr-FR"/>
              <a:t> de tables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Les données sont stockées dans des </a:t>
            </a:r>
            <a:r>
              <a:rPr lang="fr-FR" altLang="fr-FR" b="1"/>
              <a:t>tables</a:t>
            </a:r>
            <a:r>
              <a:rPr lang="fr-FR" altLang="fr-FR"/>
              <a:t> (lignes = records, colonnes)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Chaque colonne peut stocker un certain type de données (nombre, texte, date, géométrie, image, adresse IP, etc.)</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Des utilisateurs et groupes (rôles) ont certains droits sur les objets d’une base</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F4AE3E33-0D27-4BE0-884E-5F30414DAE43}"/>
              </a:ext>
            </a:extLst>
          </p:cNvPr>
          <p:cNvSpPr>
            <a:spLocks noGrp="1" noChangeArrowheads="1"/>
          </p:cNvSpPr>
          <p:nvPr>
            <p:ph type="title"/>
          </p:nvPr>
        </p:nvSpPr>
        <p:spPr>
          <a:xfrm>
            <a:off x="1862742" y="469250"/>
            <a:ext cx="7061314" cy="558008"/>
          </a:xfrm>
        </p:spPr>
        <p:txBody>
          <a:bodyPr vert="horz" wrap="square" lIns="91440" tIns="27155" rIns="91440" bIns="45720" numCol="1" anchor="ctr" anchorCtr="0" compatLnSpc="1">
            <a:prstTxWarp prst="textNoShape">
              <a:avLst/>
            </a:prstTxWarp>
            <a:normAutofit fontScale="90000"/>
          </a:bodyPr>
          <a:lstStyle/>
          <a:p>
            <a:pPr marL="156399" eaLnBrk="1" hangingPunct="1">
              <a:tabLst>
                <a:tab pos="0" algn="l"/>
                <a:tab pos="781995" algn="l"/>
                <a:tab pos="1563990" algn="l"/>
                <a:tab pos="2345985" algn="l"/>
                <a:tab pos="3127980" algn="l"/>
                <a:tab pos="3909974" algn="l"/>
                <a:tab pos="4691969" algn="l"/>
                <a:tab pos="5473964" algn="l"/>
                <a:tab pos="6255959" algn="l"/>
                <a:tab pos="7037954" algn="l"/>
                <a:tab pos="7819949" algn="l"/>
                <a:tab pos="8601944" algn="l"/>
              </a:tabLst>
              <a:defRPr/>
            </a:pPr>
            <a:r>
              <a:rPr lang="fr-FR" dirty="0">
                <a:ea typeface="+mj-ea"/>
              </a:rPr>
              <a:t>Table</a:t>
            </a:r>
          </a:p>
        </p:txBody>
      </p:sp>
      <p:pic>
        <p:nvPicPr>
          <p:cNvPr id="24578" name="Picture 1" descr="Screen Shot 2014-06-14 at 17.19.34.png">
            <a:extLst>
              <a:ext uri="{FF2B5EF4-FFF2-40B4-BE49-F238E27FC236}">
                <a16:creationId xmlns:a16="http://schemas.microsoft.com/office/drawing/2014/main" id="{62E45846-5F54-4200-9B14-72BFFAC5D2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85259" y="1152165"/>
            <a:ext cx="6793849" cy="5417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B3EA60D9-9134-4A76-B7C1-03A0B326C249}"/>
              </a:ext>
            </a:extLst>
          </p:cNvPr>
          <p:cNvSpPr>
            <a:spLocks noGrp="1" noChangeArrowheads="1"/>
          </p:cNvSpPr>
          <p:nvPr>
            <p:ph type="title"/>
          </p:nvPr>
        </p:nvSpPr>
        <p:spPr>
          <a:xfrm>
            <a:off x="1862742" y="469250"/>
            <a:ext cx="7061314" cy="558008"/>
          </a:xfrm>
        </p:spPr>
        <p:txBody>
          <a:bodyPr vert="horz" wrap="square" lIns="91440" tIns="27155" rIns="91440" bIns="45720" numCol="1" anchor="ctr" anchorCtr="0" compatLnSpc="1">
            <a:prstTxWarp prst="textNoShape">
              <a:avLst/>
            </a:prstTxWarp>
            <a:normAutofit fontScale="90000"/>
          </a:bodyPr>
          <a:lstStyle/>
          <a:p>
            <a:pPr eaLnBrk="1" hangingPunct="1">
              <a:tabLst>
                <a:tab pos="0" algn="l"/>
                <a:tab pos="781995" algn="l"/>
                <a:tab pos="1563990" algn="l"/>
                <a:tab pos="2345985" algn="l"/>
                <a:tab pos="3127980" algn="l"/>
                <a:tab pos="3909974" algn="l"/>
                <a:tab pos="4691969" algn="l"/>
                <a:tab pos="5473964" algn="l"/>
                <a:tab pos="6255959" algn="l"/>
                <a:tab pos="7037954" algn="l"/>
                <a:tab pos="7819949" algn="l"/>
                <a:tab pos="8601944" algn="l"/>
              </a:tabLst>
            </a:pPr>
            <a:r>
              <a:rPr lang="fr-FR" altLang="fr-FR">
                <a:latin typeface="Verdana" panose="020B0604030504040204" pitchFamily="34" charset="0"/>
              </a:rPr>
              <a:t>Les types de données</a:t>
            </a:r>
          </a:p>
        </p:txBody>
      </p:sp>
      <p:sp>
        <p:nvSpPr>
          <p:cNvPr id="6146" name="Rectangle 2">
            <a:extLst>
              <a:ext uri="{FF2B5EF4-FFF2-40B4-BE49-F238E27FC236}">
                <a16:creationId xmlns:a16="http://schemas.microsoft.com/office/drawing/2014/main" id="{491DAFF2-084E-48F1-8C0B-26AA4BF0FEBC}"/>
              </a:ext>
            </a:extLst>
          </p:cNvPr>
          <p:cNvSpPr>
            <a:spLocks noGrp="1" noChangeArrowheads="1"/>
          </p:cNvSpPr>
          <p:nvPr>
            <p:ph idx="1"/>
          </p:nvPr>
        </p:nvSpPr>
        <p:spPr>
          <a:xfrm>
            <a:off x="198223" y="1520098"/>
            <a:ext cx="8713614" cy="4927034"/>
          </a:xfrm>
        </p:spPr>
        <p:txBody>
          <a:bodyPr/>
          <a:lstStyle/>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Dans PG, </a:t>
            </a:r>
            <a:r>
              <a:rPr lang="fr-FR" altLang="fr-FR" b="1"/>
              <a:t>les données sont typées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Importance cruciale du choix des types pour les colonnes d’une table</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PG gère des dizaines de types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PG permet de créer des nouveaux types (ex: </a:t>
            </a:r>
            <a:r>
              <a:rPr lang="fr-FR" altLang="fr-FR" b="1"/>
              <a:t>geometry</a:t>
            </a:r>
            <a:r>
              <a:rPr lang="fr-FR" altLang="fr-FR"/>
              <a:t>)</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PG permet de restreindre certains types (entiers entre 0 et 255 par ex.): </a:t>
            </a:r>
            <a:r>
              <a:rPr lang="fr-FR" altLang="fr-FR" b="1"/>
              <a:t>DOMAIN</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Penser à contrôler les types des données importées: changer de type si nécessaire.</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FA8481DB-C3F6-4D71-B2D2-27A896FB888B}"/>
              </a:ext>
            </a:extLst>
          </p:cNvPr>
          <p:cNvSpPr>
            <a:spLocks noGrp="1" noChangeArrowheads="1"/>
          </p:cNvSpPr>
          <p:nvPr>
            <p:ph type="title"/>
          </p:nvPr>
        </p:nvSpPr>
        <p:spPr>
          <a:xfrm>
            <a:off x="1862742" y="469250"/>
            <a:ext cx="7061314" cy="558008"/>
          </a:xfrm>
        </p:spPr>
        <p:txBody>
          <a:bodyPr vert="horz" wrap="square" lIns="91440" tIns="27155" rIns="91440" bIns="45720" numCol="1" anchor="ctr" anchorCtr="0" compatLnSpc="1">
            <a:prstTxWarp prst="textNoShape">
              <a:avLst/>
            </a:prstTxWarp>
            <a:normAutofit fontScale="90000"/>
          </a:bodyPr>
          <a:lstStyle/>
          <a:p>
            <a:pPr eaLnBrk="1" hangingPunct="1">
              <a:tabLst>
                <a:tab pos="0" algn="l"/>
                <a:tab pos="781995" algn="l"/>
                <a:tab pos="1563990" algn="l"/>
                <a:tab pos="2345985" algn="l"/>
                <a:tab pos="3127980" algn="l"/>
                <a:tab pos="3909974" algn="l"/>
                <a:tab pos="4691969" algn="l"/>
                <a:tab pos="5473964" algn="l"/>
                <a:tab pos="6255959" algn="l"/>
                <a:tab pos="7037954" algn="l"/>
                <a:tab pos="7819949" algn="l"/>
                <a:tab pos="8601944" algn="l"/>
              </a:tabLst>
            </a:pPr>
            <a:r>
              <a:rPr lang="fr-FR" altLang="fr-FR">
                <a:latin typeface="Verdana" panose="020B0604030504040204" pitchFamily="34" charset="0"/>
              </a:rPr>
              <a:t>Les types de données</a:t>
            </a:r>
          </a:p>
        </p:txBody>
      </p:sp>
      <p:sp>
        <p:nvSpPr>
          <p:cNvPr id="6146" name="Rectangle 2">
            <a:extLst>
              <a:ext uri="{FF2B5EF4-FFF2-40B4-BE49-F238E27FC236}">
                <a16:creationId xmlns:a16="http://schemas.microsoft.com/office/drawing/2014/main" id="{59C89C57-3E45-4106-AE16-F7DB71CC423F}"/>
              </a:ext>
            </a:extLst>
          </p:cNvPr>
          <p:cNvSpPr>
            <a:spLocks noGrp="1" noChangeArrowheads="1"/>
          </p:cNvSpPr>
          <p:nvPr>
            <p:ph idx="1"/>
          </p:nvPr>
        </p:nvSpPr>
        <p:spPr>
          <a:xfrm>
            <a:off x="198223" y="1520098"/>
            <a:ext cx="8713614" cy="4927034"/>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numCol="2"/>
          <a:lstStyle/>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numériques</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monétaires</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caractère</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de données binaires</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date/heure</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 booléen</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énumération</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géométriques</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Types adresses réseau</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 chaîne de bits</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Types de recherche plein texte</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 UUID</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 XML</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 JSON</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Tableaux</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Types composites</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Types intervalle de valeurs</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Types identifiant d'objet</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sz="2400" dirty="0">
                <a:ea typeface="+mn-ea"/>
              </a:rPr>
              <a:t> Pseudo-Types</a:t>
            </a: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196B0AFF-AE60-4809-B6DC-81AEA50FDC6E}"/>
              </a:ext>
            </a:extLst>
          </p:cNvPr>
          <p:cNvSpPr>
            <a:spLocks noGrp="1" noChangeArrowheads="1"/>
          </p:cNvSpPr>
          <p:nvPr>
            <p:ph type="title"/>
          </p:nvPr>
        </p:nvSpPr>
        <p:spPr>
          <a:xfrm>
            <a:off x="1862742" y="469250"/>
            <a:ext cx="7061314" cy="558008"/>
          </a:xfrm>
        </p:spPr>
        <p:txBody>
          <a:bodyPr vert="horz" wrap="square" lIns="91440" tIns="27155" rIns="91440" bIns="45720" numCol="1" anchor="ctr" anchorCtr="0" compatLnSpc="1">
            <a:prstTxWarp prst="textNoShape">
              <a:avLst/>
            </a:prstTxWarp>
            <a:normAutofit fontScale="90000"/>
          </a:bodyPr>
          <a:lstStyle/>
          <a:p>
            <a:pPr eaLnBrk="1" hangingPunct="1">
              <a:tabLst>
                <a:tab pos="0" algn="l"/>
                <a:tab pos="781995" algn="l"/>
                <a:tab pos="1563990" algn="l"/>
                <a:tab pos="2345985" algn="l"/>
                <a:tab pos="3127980" algn="l"/>
                <a:tab pos="3909974" algn="l"/>
                <a:tab pos="4691969" algn="l"/>
                <a:tab pos="5473964" algn="l"/>
                <a:tab pos="6255959" algn="l"/>
                <a:tab pos="7037954" algn="l"/>
                <a:tab pos="7819949" algn="l"/>
                <a:tab pos="8601944" algn="l"/>
              </a:tabLst>
            </a:pPr>
            <a:r>
              <a:rPr lang="fr-FR" altLang="fr-FR">
                <a:latin typeface="Verdana" panose="020B0604030504040204" pitchFamily="34" charset="0"/>
              </a:rPr>
              <a:t>Les types de données</a:t>
            </a:r>
          </a:p>
        </p:txBody>
      </p:sp>
      <p:sp>
        <p:nvSpPr>
          <p:cNvPr id="6146" name="Rectangle 2">
            <a:extLst>
              <a:ext uri="{FF2B5EF4-FFF2-40B4-BE49-F238E27FC236}">
                <a16:creationId xmlns:a16="http://schemas.microsoft.com/office/drawing/2014/main" id="{374DF59A-016E-44F5-A7AD-C8D6426DFB0F}"/>
              </a:ext>
            </a:extLst>
          </p:cNvPr>
          <p:cNvSpPr>
            <a:spLocks noGrp="1" noChangeArrowheads="1"/>
          </p:cNvSpPr>
          <p:nvPr>
            <p:ph idx="1"/>
          </p:nvPr>
        </p:nvSpPr>
        <p:spPr>
          <a:xfrm>
            <a:off x="198223" y="1520098"/>
            <a:ext cx="8713614" cy="4927034"/>
          </a:xfrm>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numCol="2"/>
          <a:lstStyle/>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smallint</a:t>
            </a:r>
            <a:r>
              <a:rPr lang="fr-FR" dirty="0">
                <a:ea typeface="+mn-ea"/>
              </a:rPr>
              <a:t>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integer</a:t>
            </a:r>
            <a:r>
              <a:rPr lang="fr-FR" dirty="0">
                <a:ea typeface="+mn-ea"/>
              </a:rPr>
              <a:t>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bigint</a:t>
            </a:r>
            <a:r>
              <a:rPr lang="fr-FR" dirty="0">
                <a:ea typeface="+mn-ea"/>
              </a:rPr>
              <a:t>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decimal</a:t>
            </a:r>
            <a:r>
              <a:rPr lang="fr-FR" dirty="0">
                <a:ea typeface="+mn-ea"/>
              </a:rPr>
              <a:t>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numeric</a:t>
            </a:r>
            <a:r>
              <a:rPr lang="fr-FR" dirty="0">
                <a:ea typeface="+mn-ea"/>
              </a:rPr>
              <a:t>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a:ea typeface="+mn-ea"/>
              </a:rPr>
              <a:t>real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a:ea typeface="+mn-ea"/>
              </a:rPr>
              <a:t>double </a:t>
            </a:r>
            <a:r>
              <a:rPr lang="fr-FR" dirty="0" err="1">
                <a:ea typeface="+mn-ea"/>
              </a:rPr>
              <a:t>precision</a:t>
            </a:r>
            <a:endParaRPr lang="fr-FR" dirty="0">
              <a:ea typeface="+mn-ea"/>
            </a:endParaRP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smallserial</a:t>
            </a:r>
            <a:r>
              <a:rPr lang="fr-FR" dirty="0">
                <a:ea typeface="+mn-ea"/>
              </a:rPr>
              <a:t>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a:ea typeface="+mn-ea"/>
              </a:rPr>
              <a:t>serial          </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Bigserial</a:t>
            </a:r>
            <a:endParaRPr lang="fr-FR" dirty="0">
              <a:ea typeface="+mn-ea"/>
            </a:endParaRP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endParaRPr lang="fr-FR" dirty="0">
              <a:ea typeface="+mn-ea"/>
            </a:endParaRP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endParaRPr lang="fr-FR" dirty="0">
              <a:ea typeface="+mn-ea"/>
            </a:endParaRP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character</a:t>
            </a:r>
            <a:r>
              <a:rPr lang="fr-FR" dirty="0">
                <a:ea typeface="+mn-ea"/>
              </a:rPr>
              <a:t> </a:t>
            </a:r>
            <a:r>
              <a:rPr lang="fr-FR" dirty="0" err="1">
                <a:ea typeface="+mn-ea"/>
              </a:rPr>
              <a:t>varying</a:t>
            </a:r>
            <a:r>
              <a:rPr lang="fr-FR" dirty="0">
                <a:ea typeface="+mn-ea"/>
              </a:rPr>
              <a:t>(n), </a:t>
            </a:r>
            <a:r>
              <a:rPr lang="fr-FR" dirty="0" err="1">
                <a:ea typeface="+mn-ea"/>
              </a:rPr>
              <a:t>varchar</a:t>
            </a:r>
            <a:r>
              <a:rPr lang="fr-FR" dirty="0">
                <a:ea typeface="+mn-ea"/>
              </a:rPr>
              <a:t>(n)</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character</a:t>
            </a:r>
            <a:r>
              <a:rPr lang="fr-FR" dirty="0">
                <a:ea typeface="+mn-ea"/>
              </a:rPr>
              <a:t>(n), char(n)</a:t>
            </a:r>
          </a:p>
          <a:p>
            <a:pPr marL="390997" indent="-390997" eaLnBrk="1" hangingPunct="1">
              <a:buSzPct val="130000"/>
              <a:buFont typeface="Arial"/>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defRPr/>
            </a:pPr>
            <a:r>
              <a:rPr lang="fr-FR" dirty="0" err="1">
                <a:ea typeface="+mn-ea"/>
              </a:rPr>
              <a:t>text</a:t>
            </a:r>
            <a:endParaRPr lang="fr-FR" dirty="0">
              <a:ea typeface="+mn-ea"/>
            </a:endParaRP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59DE3CE5-9695-47D9-98B9-F5F18F61764A}"/>
              </a:ext>
            </a:extLst>
          </p:cNvPr>
          <p:cNvSpPr>
            <a:spLocks noGrp="1" noChangeArrowheads="1"/>
          </p:cNvSpPr>
          <p:nvPr>
            <p:ph type="title"/>
          </p:nvPr>
        </p:nvSpPr>
        <p:spPr>
          <a:xfrm>
            <a:off x="1862742" y="469250"/>
            <a:ext cx="7061314" cy="558008"/>
          </a:xfrm>
        </p:spPr>
        <p:txBody>
          <a:bodyPr vert="horz" wrap="square" lIns="91440" tIns="27155" rIns="91440" bIns="45720" numCol="1" anchor="ctr" anchorCtr="0" compatLnSpc="1">
            <a:prstTxWarp prst="textNoShape">
              <a:avLst/>
            </a:prstTxWarp>
            <a:normAutofit fontScale="90000"/>
          </a:bodyPr>
          <a:lstStyle/>
          <a:p>
            <a:pPr marL="156399" eaLnBrk="1" hangingPunct="1">
              <a:tabLst>
                <a:tab pos="0" algn="l"/>
                <a:tab pos="781995" algn="l"/>
                <a:tab pos="1563990" algn="l"/>
                <a:tab pos="2345985" algn="l"/>
                <a:tab pos="3127980" algn="l"/>
                <a:tab pos="3909974" algn="l"/>
                <a:tab pos="4691969" algn="l"/>
                <a:tab pos="5473964" algn="l"/>
                <a:tab pos="6255959" algn="l"/>
                <a:tab pos="7037954" algn="l"/>
                <a:tab pos="7819949" algn="l"/>
                <a:tab pos="8601944" algn="l"/>
              </a:tabLst>
              <a:defRPr/>
            </a:pPr>
            <a:r>
              <a:rPr lang="fr-FR" dirty="0">
                <a:ea typeface="+mj-ea"/>
              </a:rPr>
              <a:t>Les contraintes</a:t>
            </a:r>
          </a:p>
        </p:txBody>
      </p:sp>
      <p:sp>
        <p:nvSpPr>
          <p:cNvPr id="6146" name="Rectangle 2">
            <a:extLst>
              <a:ext uri="{FF2B5EF4-FFF2-40B4-BE49-F238E27FC236}">
                <a16:creationId xmlns:a16="http://schemas.microsoft.com/office/drawing/2014/main" id="{391F0D4F-ABF5-4B14-B13C-64D1DF3FB68F}"/>
              </a:ext>
            </a:extLst>
          </p:cNvPr>
          <p:cNvSpPr>
            <a:spLocks noGrp="1" noChangeArrowheads="1"/>
          </p:cNvSpPr>
          <p:nvPr>
            <p:ph idx="1"/>
          </p:nvPr>
        </p:nvSpPr>
        <p:spPr>
          <a:xfrm>
            <a:off x="198223" y="1520098"/>
            <a:ext cx="8713614" cy="4927034"/>
          </a:xfrm>
        </p:spPr>
        <p:txBody>
          <a:bodyPr/>
          <a:lstStyle/>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Permettent de définir des règles sur des colonnes ou des tables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Garantissent la qualité des données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Interdisent l’insertion ou la mise à jour de donnés ne respectant pas les contraintes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Indispensables à mettre en place dans un modèle de données</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r>
              <a:rPr lang="fr-FR" altLang="fr-FR"/>
              <a:t>Contraintes de vérification (check), non nullité (NOT NULL), d'unicité (UNIQUE), clés primaires, clés étrangères, d'exclusion (EXLUDE)</a:t>
            </a:r>
          </a:p>
          <a:p>
            <a:pPr marL="390997" indent="-390997" eaLnBrk="1" hangingPunct="1">
              <a:buSzPct val="130000"/>
              <a:buFont typeface="Arial" panose="020B0604020202020204" pitchFamily="34" charset="0"/>
              <a:buChar char="•"/>
              <a:tabLst>
                <a:tab pos="779280" algn="l"/>
                <a:tab pos="1561275" algn="l"/>
                <a:tab pos="2343269" algn="l"/>
                <a:tab pos="3125264" algn="l"/>
                <a:tab pos="3907259" algn="l"/>
                <a:tab pos="4689254" algn="l"/>
                <a:tab pos="5471249" algn="l"/>
                <a:tab pos="6253244" algn="l"/>
                <a:tab pos="7035239" algn="l"/>
                <a:tab pos="7817234" algn="l"/>
                <a:tab pos="8599228" algn="l"/>
                <a:tab pos="8667110" algn="l"/>
              </a:tabLst>
            </a:pPr>
            <a:endParaRPr lang="fr-FR" altLang="fr-FR"/>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83FAB9-E818-0297-7C7A-C96F5287EF0E}"/>
              </a:ext>
            </a:extLst>
          </p:cNvPr>
          <p:cNvSpPr>
            <a:spLocks noGrp="1"/>
          </p:cNvSpPr>
          <p:nvPr>
            <p:ph type="title"/>
          </p:nvPr>
        </p:nvSpPr>
        <p:spPr/>
        <p:txBody>
          <a:bodyPr/>
          <a:lstStyle/>
          <a:p>
            <a:r>
              <a:rPr lang="fr-FR" dirty="0"/>
              <a:t>SQL</a:t>
            </a:r>
          </a:p>
        </p:txBody>
      </p:sp>
      <p:sp>
        <p:nvSpPr>
          <p:cNvPr id="3" name="Espace réservé du contenu 2">
            <a:extLst>
              <a:ext uri="{FF2B5EF4-FFF2-40B4-BE49-F238E27FC236}">
                <a16:creationId xmlns:a16="http://schemas.microsoft.com/office/drawing/2014/main" id="{1A6CC8F8-7B19-B6B7-080A-3CB929B85953}"/>
              </a:ext>
            </a:extLst>
          </p:cNvPr>
          <p:cNvSpPr>
            <a:spLocks noGrp="1"/>
          </p:cNvSpPr>
          <p:nvPr>
            <p:ph idx="1"/>
          </p:nvPr>
        </p:nvSpPr>
        <p:spPr/>
        <p:txBody>
          <a:bodyPr/>
          <a:lstStyle/>
          <a:p>
            <a:r>
              <a:rPr lang="fr-FR" dirty="0"/>
              <a:t>Langage d'exploitation des SGBDR</a:t>
            </a:r>
          </a:p>
          <a:p>
            <a:r>
              <a:rPr lang="fr-FR" dirty="0"/>
              <a:t>Voir démonstration</a:t>
            </a:r>
          </a:p>
        </p:txBody>
      </p:sp>
    </p:spTree>
    <p:extLst>
      <p:ext uri="{BB962C8B-B14F-4D97-AF65-F5344CB8AC3E}">
        <p14:creationId xmlns:p14="http://schemas.microsoft.com/office/powerpoint/2010/main" val="29010585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7FB93D-93B3-E377-2C48-66011FE1BDC9}"/>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B670C952-ECEB-38BD-5B71-3C3A7759A2C1}"/>
              </a:ext>
            </a:extLst>
          </p:cNvPr>
          <p:cNvSpPr>
            <a:spLocks noGrp="1"/>
          </p:cNvSpPr>
          <p:nvPr>
            <p:ph idx="1"/>
          </p:nvPr>
        </p:nvSpPr>
        <p:spPr/>
        <p:txBody>
          <a:bodyPr/>
          <a:lstStyle/>
          <a:p>
            <a:r>
              <a:rPr lang="fr-FR" dirty="0"/>
              <a:t>Créer une table de </a:t>
            </a:r>
            <a:r>
              <a:rPr lang="fr-FR" dirty="0" err="1"/>
              <a:t>Sqlite</a:t>
            </a:r>
            <a:endParaRPr lang="fr-FR" dirty="0"/>
          </a:p>
          <a:p>
            <a:r>
              <a:rPr lang="fr-FR" dirty="0"/>
              <a:t>Créer les colonnes</a:t>
            </a:r>
          </a:p>
          <a:p>
            <a:r>
              <a:rPr lang="fr-FR" dirty="0"/>
              <a:t>Faire une requête </a:t>
            </a:r>
            <a:r>
              <a:rPr lang="fr-FR" dirty="0" err="1"/>
              <a:t>Sql</a:t>
            </a:r>
            <a:r>
              <a:rPr lang="fr-FR" dirty="0"/>
              <a:t> avec une </a:t>
            </a:r>
            <a:r>
              <a:rPr lang="fr-FR" dirty="0" err="1"/>
              <a:t>where</a:t>
            </a:r>
            <a:endParaRPr lang="fr-FR" dirty="0"/>
          </a:p>
          <a:p>
            <a:r>
              <a:rPr lang="fr-FR" dirty="0"/>
              <a:t>Facultatif</a:t>
            </a:r>
          </a:p>
          <a:p>
            <a:pPr lvl="1"/>
            <a:r>
              <a:rPr lang="fr-FR" dirty="0"/>
              <a:t>Créer une table dans </a:t>
            </a:r>
            <a:r>
              <a:rPr lang="fr-FR" dirty="0" err="1"/>
              <a:t>pgadmin</a:t>
            </a:r>
            <a:endParaRPr lang="fr-FR" dirty="0"/>
          </a:p>
          <a:p>
            <a:pPr lvl="1"/>
            <a:r>
              <a:rPr lang="fr-FR" dirty="0"/>
              <a:t>Faire des requêtes </a:t>
            </a:r>
            <a:r>
              <a:rPr lang="fr-FR" dirty="0" err="1"/>
              <a:t>Sql</a:t>
            </a:r>
            <a:endParaRPr lang="fr-FR" dirty="0"/>
          </a:p>
          <a:p>
            <a:pPr lvl="1"/>
            <a:r>
              <a:rPr lang="fr-FR" dirty="0"/>
              <a:t>Voir le schéma dans </a:t>
            </a:r>
            <a:r>
              <a:rPr lang="fr-FR" dirty="0" err="1"/>
              <a:t>Dbeaver</a:t>
            </a:r>
            <a:endParaRPr lang="fr-FR" dirty="0"/>
          </a:p>
          <a:p>
            <a:pPr lvl="1"/>
            <a:r>
              <a:rPr lang="fr-FR" dirty="0"/>
              <a:t>Créer une 2</a:t>
            </a:r>
            <a:r>
              <a:rPr lang="fr-FR" baseline="30000" dirty="0"/>
              <a:t>ème</a:t>
            </a:r>
            <a:r>
              <a:rPr lang="fr-FR" dirty="0"/>
              <a:t> table</a:t>
            </a:r>
          </a:p>
          <a:p>
            <a:pPr lvl="1"/>
            <a:r>
              <a:rPr lang="fr-FR" dirty="0"/>
              <a:t>Effectuer </a:t>
            </a:r>
            <a:r>
              <a:rPr lang="fr-FR"/>
              <a:t>une jointure</a:t>
            </a:r>
            <a:endParaRPr lang="fr-FR" dirty="0"/>
          </a:p>
          <a:p>
            <a:endParaRPr lang="fr-FR" dirty="0"/>
          </a:p>
        </p:txBody>
      </p:sp>
    </p:spTree>
    <p:extLst>
      <p:ext uri="{BB962C8B-B14F-4D97-AF65-F5344CB8AC3E}">
        <p14:creationId xmlns:p14="http://schemas.microsoft.com/office/powerpoint/2010/main" val="29247029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PF" val="4C2C576861742049732053514C205365727665723F"/>
</p:tagLst>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4879</TotalTime>
  <Words>1621</Words>
  <Application>Microsoft Office PowerPoint</Application>
  <PresentationFormat>Affichage à l'écran (4:3)</PresentationFormat>
  <Paragraphs>222</Paragraphs>
  <Slides>32</Slides>
  <Notes>9</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32</vt:i4>
      </vt:variant>
    </vt:vector>
  </HeadingPairs>
  <TitlesOfParts>
    <vt:vector size="39" baseType="lpstr">
      <vt:lpstr>ＭＳ Ｐゴシック</vt:lpstr>
      <vt:lpstr>Arial</vt:lpstr>
      <vt:lpstr>Monotype Sorts</vt:lpstr>
      <vt:lpstr>Times New Roman</vt:lpstr>
      <vt:lpstr>Verdana</vt:lpstr>
      <vt:lpstr>cvc</vt:lpstr>
      <vt:lpstr>VISIO</vt:lpstr>
      <vt:lpstr>Présentation PowerPoint</vt:lpstr>
      <vt:lpstr>Data Storage &amp; Operations</vt:lpstr>
      <vt:lpstr>Définition</vt:lpstr>
      <vt:lpstr>Buts</vt:lpstr>
      <vt:lpstr>Architecture générale</vt:lpstr>
      <vt:lpstr>Terminologie</vt:lpstr>
      <vt:lpstr>Terminologie</vt:lpstr>
      <vt:lpstr>Les différentes BD</vt:lpstr>
      <vt:lpstr>Les différentes architectures</vt:lpstr>
      <vt:lpstr>Les 4 dimensions</vt:lpstr>
      <vt:lpstr>La disponibilité</vt:lpstr>
      <vt:lpstr>L’utilisabilité</vt:lpstr>
      <vt:lpstr>L’intégrité</vt:lpstr>
      <vt:lpstr>La sécurité</vt:lpstr>
      <vt:lpstr>2 types</vt:lpstr>
      <vt:lpstr>Typologies</vt:lpstr>
      <vt:lpstr>Les différents types de base de données</vt:lpstr>
      <vt:lpstr>Les différents types</vt:lpstr>
      <vt:lpstr>Historique</vt:lpstr>
      <vt:lpstr>Les SGBDR</vt:lpstr>
      <vt:lpstr>ACID</vt:lpstr>
      <vt:lpstr>Oracle</vt:lpstr>
      <vt:lpstr>Qu’est-ce que SQL Server ?</vt:lpstr>
      <vt:lpstr>PostgreSQL</vt:lpstr>
      <vt:lpstr>Les objets d’un SGBD</vt:lpstr>
      <vt:lpstr>Table</vt:lpstr>
      <vt:lpstr>Les types de données</vt:lpstr>
      <vt:lpstr>Les types de données</vt:lpstr>
      <vt:lpstr>Les types de données</vt:lpstr>
      <vt:lpstr>Les contraintes</vt:lpstr>
      <vt:lpstr>SQL</vt:lpstr>
      <vt:lpstr>TP</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258</cp:revision>
  <dcterms:created xsi:type="dcterms:W3CDTF">2000-04-10T19:33:12Z</dcterms:created>
  <dcterms:modified xsi:type="dcterms:W3CDTF">2026-01-07T15:21:01Z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