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5"/>
  </p:notesMasterIdLst>
  <p:handoutMasterIdLst>
    <p:handoutMasterId r:id="rId6"/>
  </p:handoutMasterIdLst>
  <p:sldIdLst>
    <p:sldId id="264" r:id="rId2"/>
    <p:sldId id="265" r:id="rId3"/>
    <p:sldId id="266" r:id="rId4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957" autoAdjust="0"/>
    <p:restoredTop sz="94590" autoAdjust="0"/>
  </p:normalViewPr>
  <p:slideViewPr>
    <p:cSldViewPr>
      <p:cViewPr varScale="1">
        <p:scale>
          <a:sx n="70" d="100"/>
          <a:sy n="70" d="100"/>
        </p:scale>
        <p:origin x="1474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1956" y="-1386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>
                <a:latin typeface="+mj-lt"/>
              </a:rPr>
              <a:t>MDM</a:t>
            </a:r>
            <a:endParaRPr lang="fr-FR" dirty="0">
              <a:latin typeface="+mj-lt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/>
              <a:t>Chapitre 12</a:t>
            </a:r>
          </a:p>
          <a:p>
            <a:pPr eaLnBrk="1" hangingPunct="1"/>
            <a:r>
              <a:rPr lang="fr-FR" altLang="fr-FR" dirty="0" err="1"/>
              <a:t>MetaData</a:t>
            </a:r>
            <a:endParaRPr lang="fr-FR" alt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2581711" y="1988840"/>
            <a:ext cx="39805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Data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44DCAE-EC72-A49D-35B0-16F1DEF03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Document &amp; Content Management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4B59C8-C22F-7217-9A8F-4C26E7EA3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6" name="Image 5" descr="Une image contenant texte, cercle, diagramme, disque compact&#10;&#10;Le contenu généré par l’IA peut être incorrect.">
            <a:extLst>
              <a:ext uri="{FF2B5EF4-FFF2-40B4-BE49-F238E27FC236}">
                <a16:creationId xmlns:a16="http://schemas.microsoft.com/office/drawing/2014/main" id="{C99C9B92-1D50-1A6E-F43A-C90251434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970" y="1033128"/>
            <a:ext cx="5268060" cy="479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833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0B7445-89C2-7A61-67A6-37BFA1414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Définition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F50F5F-52DA-EA9B-481B-B61F1A9EC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Données sur les données</a:t>
            </a:r>
          </a:p>
          <a:p>
            <a:r>
              <a:rPr lang="fr-FR" dirty="0"/>
              <a:t>Permet d'améliorer les recherches</a:t>
            </a:r>
          </a:p>
          <a:p>
            <a:r>
              <a:rPr lang="fr-FR" dirty="0"/>
              <a:t>Permet de connaitre les sources</a:t>
            </a:r>
          </a:p>
          <a:p>
            <a:r>
              <a:rPr lang="fr-FR" dirty="0"/>
              <a:t>Par exemple</a:t>
            </a:r>
          </a:p>
          <a:p>
            <a:pPr lvl="1"/>
            <a:r>
              <a:rPr lang="fr-FR" dirty="0"/>
              <a:t>Il faut toujours garder la source de la donnée, son auteur et sa date</a:t>
            </a:r>
          </a:p>
          <a:p>
            <a:r>
              <a:rPr lang="fr-FR" dirty="0"/>
              <a:t>Même gestion que la donnée elle même</a:t>
            </a:r>
          </a:p>
        </p:txBody>
      </p:sp>
    </p:spTree>
    <p:extLst>
      <p:ext uri="{BB962C8B-B14F-4D97-AF65-F5344CB8AC3E}">
        <p14:creationId xmlns:p14="http://schemas.microsoft.com/office/powerpoint/2010/main" val="20675926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5211</TotalTime>
  <Words>47</Words>
  <Application>Microsoft Office PowerPoint</Application>
  <PresentationFormat>Affichage à l'écran (4:3)</PresentationFormat>
  <Paragraphs>11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Arial</vt:lpstr>
      <vt:lpstr>Monotype Sorts</vt:lpstr>
      <vt:lpstr>Times New Roman</vt:lpstr>
      <vt:lpstr>cvc</vt:lpstr>
      <vt:lpstr>Présentation PowerPoint</vt:lpstr>
      <vt:lpstr>Document &amp; Content Management</vt:lpstr>
      <vt:lpstr>Définition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262</cp:revision>
  <dcterms:created xsi:type="dcterms:W3CDTF">2000-04-10T19:33:12Z</dcterms:created>
  <dcterms:modified xsi:type="dcterms:W3CDTF">2025-12-30T16:48:35Z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