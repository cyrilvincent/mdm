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6" r:id="rId4"/>
    <p:sldId id="267" r:id="rId5"/>
    <p:sldId id="268" r:id="rId6"/>
    <p:sldId id="274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>
                <a:latin typeface="+mj-lt"/>
              </a:rPr>
              <a:t>MDM</a:t>
            </a:r>
            <a:endParaRPr lang="fr-FR" dirty="0">
              <a:latin typeface="+mj-lt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5</a:t>
            </a:r>
          </a:p>
          <a:p>
            <a:pPr eaLnBrk="1" hangingPunct="1"/>
            <a:r>
              <a:rPr lang="fr-FR" altLang="fr-FR" dirty="0"/>
              <a:t>Modélisation &amp; Conception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581711" y="1988840"/>
            <a:ext cx="3980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4DCAE-EC72-A49D-35B0-16F1DEF0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Data Modeling &amp; Design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4B59C8-C22F-7217-9A8F-4C26E7EA3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 descr="Une image contenant texte, cercle, Appareil de stockage de données, disque compact&#10;&#10;Le contenu généré par l’IA peut être incorrect.">
            <a:extLst>
              <a:ext uri="{FF2B5EF4-FFF2-40B4-BE49-F238E27FC236}">
                <a16:creationId xmlns:a16="http://schemas.microsoft.com/office/drawing/2014/main" id="{7A724D2D-136D-2CA3-AED9-F19C6742D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1434547"/>
            <a:ext cx="5048955" cy="483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3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0B7445-89C2-7A61-67A6-37BFA141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F50F5F-52DA-EA9B-481B-B61F1A9E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75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C635DD-F7BE-F10B-30FB-2CA6A5518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9568B6-73A1-39D5-AC35-E70C31ED9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4592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EBFF27-D818-19A3-9D28-E00FC84CB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générale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A4AAFF-5674-E456-A5D9-2EC143992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730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E5F736-9B0B-9A8A-9BCD-5CF5D2FEF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83C874-3D2F-466A-F80D-58B423A8F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TODO</a:t>
            </a:r>
          </a:p>
          <a:p>
            <a:r>
              <a:rPr lang="fr-FR" dirty="0"/>
              <a:t>Merise</a:t>
            </a:r>
          </a:p>
          <a:p>
            <a:r>
              <a:rPr lang="fr-FR" dirty="0"/>
              <a:t>UML</a:t>
            </a:r>
          </a:p>
          <a:p>
            <a:r>
              <a:rPr lang="fr-FR" dirty="0"/>
              <a:t>TP</a:t>
            </a:r>
          </a:p>
        </p:txBody>
      </p:sp>
    </p:spTree>
    <p:extLst>
      <p:ext uri="{BB962C8B-B14F-4D97-AF65-F5344CB8AC3E}">
        <p14:creationId xmlns:p14="http://schemas.microsoft.com/office/powerpoint/2010/main" val="379297206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3669</TotalTime>
  <Words>19</Words>
  <Application>Microsoft Office PowerPoint</Application>
  <PresentationFormat>Affichage à l'écran (4:3)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Data Modeling &amp; Design</vt:lpstr>
      <vt:lpstr>Définition</vt:lpstr>
      <vt:lpstr>Buts</vt:lpstr>
      <vt:lpstr>Architecture générale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249</cp:revision>
  <dcterms:created xsi:type="dcterms:W3CDTF">2000-04-10T19:33:12Z</dcterms:created>
  <dcterms:modified xsi:type="dcterms:W3CDTF">2025-12-28T22:16:08Z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