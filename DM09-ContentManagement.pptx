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6" r:id="rId4"/>
    <p:sldId id="267" r:id="rId5"/>
    <p:sldId id="268" r:id="rId6"/>
    <p:sldId id="269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57" autoAdjust="0"/>
    <p:restoredTop sz="94590" autoAdjust="0"/>
  </p:normalViewPr>
  <p:slideViewPr>
    <p:cSldViewPr>
      <p:cViewPr varScale="1">
        <p:scale>
          <a:sx n="70" d="100"/>
          <a:sy n="70" d="100"/>
        </p:scale>
        <p:origin x="672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>
                <a:latin typeface="+mj-lt"/>
              </a:rPr>
              <a:t>MDM</a:t>
            </a:r>
            <a:endParaRPr lang="fr-FR" dirty="0">
              <a:latin typeface="+mj-lt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8</a:t>
            </a:r>
          </a:p>
          <a:p>
            <a:pPr eaLnBrk="1" hangingPunct="1"/>
            <a:r>
              <a:rPr lang="fr-FR" altLang="fr-FR" dirty="0"/>
              <a:t>Content Management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581711" y="1988840"/>
            <a:ext cx="3980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4DCAE-EC72-A49D-35B0-16F1DEF0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Document &amp; Content Management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4B59C8-C22F-7217-9A8F-4C26E7EA3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 descr="Une image contenant texte, cercle, disque compact, Police&#10;&#10;Le contenu généré par l’IA peut être incorrect.">
            <a:extLst>
              <a:ext uri="{FF2B5EF4-FFF2-40B4-BE49-F238E27FC236}">
                <a16:creationId xmlns:a16="http://schemas.microsoft.com/office/drawing/2014/main" id="{87248E1A-E6D3-61AD-F6C9-15DAC8DA6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312" y="999786"/>
            <a:ext cx="4839375" cy="485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3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0B7445-89C2-7A61-67A6-37BFA141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F50F5F-52DA-EA9B-481B-B61F1A9E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Activités de planification, de mise en œuvre et de contrôle de la gestion du cycle de vie des données et des informations, quel que soit leur format ou leur support.</a:t>
            </a:r>
          </a:p>
        </p:txBody>
      </p:sp>
    </p:spTree>
    <p:extLst>
      <p:ext uri="{BB962C8B-B14F-4D97-AF65-F5344CB8AC3E}">
        <p14:creationId xmlns:p14="http://schemas.microsoft.com/office/powerpoint/2010/main" val="20675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C635DD-F7BE-F10B-30FB-2CA6A5518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9568B6-73A1-39D5-AC35-E70C31ED9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Se conformer aux obligations légales et aux attentes des clients en matière de gestion des documents</a:t>
            </a:r>
          </a:p>
          <a:p>
            <a:r>
              <a:rPr lang="fr-FR" dirty="0"/>
              <a:t>Garantir un stockage, une récupération et une utilisation efficaces des documents et des contenus</a:t>
            </a:r>
          </a:p>
          <a:p>
            <a:r>
              <a:rPr lang="fr-FR" dirty="0"/>
              <a:t>Assurer l'intégration des contenus structurés et non structurés.</a:t>
            </a:r>
          </a:p>
        </p:txBody>
      </p:sp>
    </p:spTree>
    <p:extLst>
      <p:ext uri="{BB962C8B-B14F-4D97-AF65-F5344CB8AC3E}">
        <p14:creationId xmlns:p14="http://schemas.microsoft.com/office/powerpoint/2010/main" val="324592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EBFF27-D818-19A3-9D28-E00FC84CB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générale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A4AAFF-5674-E456-A5D9-2EC143992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 descr="Une image contenant texte, capture d’écran, Police, document&#10;&#10;Le contenu généré par l’IA peut être incorrect.">
            <a:extLst>
              <a:ext uri="{FF2B5EF4-FFF2-40B4-BE49-F238E27FC236}">
                <a16:creationId xmlns:a16="http://schemas.microsoft.com/office/drawing/2014/main" id="{63B29980-0372-50F9-3009-78A7BC9C2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898281"/>
            <a:ext cx="6653307" cy="595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730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458B0-154B-F87B-4C53-FE3CEACB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25B7A9-FFAE-9CBF-30DA-DB15AC47F8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9385284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4897</TotalTime>
  <Words>87</Words>
  <Application>Microsoft Office PowerPoint</Application>
  <PresentationFormat>Affichage à l'écran (4:3)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Document &amp; Content Management</vt:lpstr>
      <vt:lpstr>Définition</vt:lpstr>
      <vt:lpstr>Buts</vt:lpstr>
      <vt:lpstr>Architecture générale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258</cp:revision>
  <dcterms:created xsi:type="dcterms:W3CDTF">2000-04-10T19:33:12Z</dcterms:created>
  <dcterms:modified xsi:type="dcterms:W3CDTF">2025-12-30T11:18:28Z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