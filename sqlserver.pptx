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36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tags/tag49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tags/tag38.xml" ContentType="application/vnd.openxmlformats-officedocument.presentationml.tags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63.xml" ContentType="application/vnd.openxmlformats-officedocument.presentationml.tags+xml"/>
  <Override PartName="/ppt/notesSlides/notesSlide30.xml" ContentType="application/vnd.openxmlformats-officedocument.presentationml.notesSlide+xml"/>
  <Override PartName="/ppt/tags/tag52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39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tags/tag68.xml" ContentType="application/vnd.openxmlformats-officedocument.presentationml.tag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tags/tag57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tags/tag35.xml" ContentType="application/vnd.openxmlformats-officedocument.presentationml.tags+xml"/>
  <Override PartName="/ppt/notesSlides/notesSlide42.xml" ContentType="application/vnd.openxmlformats-officedocument.presentationml.notesSlide+xml"/>
  <Override PartName="/ppt/tags/tag46.xml" ContentType="application/vnd.openxmlformats-officedocument.presentationml.tags+xml"/>
  <Override PartName="/ppt/notesSlides/notesSlide60.xml" ContentType="application/vnd.openxmlformats-officedocument.presentationml.notesSlide+xml"/>
  <Override PartName="/ppt/tags/tag64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53.xml" ContentType="application/vnd.openxmlformats-officedocument.presentationml.tags+xml"/>
  <Override PartName="/ppt/tags/tag13.xml" ContentType="application/vnd.openxmlformats-officedocument.presentationml.tags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60.xml" ContentType="application/vnd.openxmlformats-officedocument.presentationml.tags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58.xml" ContentType="application/vnd.openxmlformats-officedocument.presentationml.tags+xml"/>
  <Override PartName="/ppt/notesSlides/notesSlide65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notesSlides/notesSlide43.xml" ContentType="application/vnd.openxmlformats-officedocument.presentationml.notesSlide+xml"/>
  <Override PartName="/ppt/tags/tag47.xml" ContentType="application/vnd.openxmlformats-officedocument.presentationml.tags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notesSlides/notesSlide61.xml" ContentType="application/vnd.openxmlformats-officedocument.presentationml.notesSlide+xml"/>
  <Override PartName="/ppt/tags/tag65.xml" ContentType="application/vnd.openxmlformats-officedocument.presentationml.tags+xml"/>
  <Override PartName="/ppt/commentAuthors.xml" ContentType="application/vnd.openxmlformats-officedocument.presentationml.commentAuthor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notesSlides/notesSlide50.xml" ContentType="application/vnd.openxmlformats-officedocument.presentationml.notesSlide+xml"/>
  <Override PartName="/ppt/tags/tag6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tags/tag3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tags/tag59.xml" ContentType="application/vnd.openxmlformats-officedocument.presentationml.tags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6.xml" ContentType="application/vnd.openxmlformats-officedocument.presentationml.notesSlide+xml"/>
  <Override PartName="/ppt/tags/tag37.xml" ContentType="application/vnd.openxmlformats-officedocument.presentationml.tags+xml"/>
  <Override PartName="/ppt/notesSlides/notesSlide44.xml" ContentType="application/vnd.openxmlformats-officedocument.presentationml.notesSlide+xml"/>
  <Override PartName="/ppt/tags/tag48.xml" ContentType="application/vnd.openxmlformats-officedocument.presentationml.tags+xml"/>
  <Override PartName="/ppt/notesSlides/notesSlide62.xml" ContentType="application/vnd.openxmlformats-officedocument.presentationml.notesSlide+xml"/>
  <Override PartName="/ppt/tags/tag66.xml" ContentType="application/vnd.openxmlformats-officedocument.presentationml.tags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tags/tag33.xml" ContentType="application/vnd.openxmlformats-officedocument.presentationml.tags+xml"/>
  <Override PartName="/ppt/notesSlides/notesSlide40.xml" ContentType="application/vnd.openxmlformats-officedocument.presentationml.notesSlide+xml"/>
  <Override PartName="/ppt/tags/tag44.xml" ContentType="application/vnd.openxmlformats-officedocument.presentationml.tags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tags/tag40.xml" ContentType="application/vnd.openxmlformats-officedocument.presentationml.tags+xml"/>
  <Override PartName="/ppt/tags/tag51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slides/slide2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tags/tag45.xml" ContentType="application/vnd.openxmlformats-officedocument.presentationml.tags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70"/>
  </p:notesMasterIdLst>
  <p:handoutMasterIdLst>
    <p:handoutMasterId r:id="rId71"/>
  </p:handoutMasterIdLst>
  <p:sldIdLst>
    <p:sldId id="256" r:id="rId2"/>
    <p:sldId id="257" r:id="rId3"/>
    <p:sldId id="258" r:id="rId4"/>
    <p:sldId id="259" r:id="rId5"/>
    <p:sldId id="260" r:id="rId6"/>
    <p:sldId id="261" r:id="rId7"/>
    <p:sldId id="310" r:id="rId8"/>
    <p:sldId id="263" r:id="rId9"/>
    <p:sldId id="307" r:id="rId10"/>
    <p:sldId id="268" r:id="rId11"/>
    <p:sldId id="267" r:id="rId12"/>
    <p:sldId id="266" r:id="rId13"/>
    <p:sldId id="318" r:id="rId14"/>
    <p:sldId id="265" r:id="rId15"/>
    <p:sldId id="264" r:id="rId16"/>
    <p:sldId id="269" r:id="rId17"/>
    <p:sldId id="270" r:id="rId18"/>
    <p:sldId id="271" r:id="rId19"/>
    <p:sldId id="311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319" r:id="rId28"/>
    <p:sldId id="281" r:id="rId29"/>
    <p:sldId id="321" r:id="rId30"/>
    <p:sldId id="322" r:id="rId31"/>
    <p:sldId id="323" r:id="rId32"/>
    <p:sldId id="324" r:id="rId33"/>
    <p:sldId id="314" r:id="rId34"/>
    <p:sldId id="282" r:id="rId35"/>
    <p:sldId id="320" r:id="rId36"/>
    <p:sldId id="325" r:id="rId37"/>
    <p:sldId id="283" r:id="rId38"/>
    <p:sldId id="285" r:id="rId39"/>
    <p:sldId id="326" r:id="rId40"/>
    <p:sldId id="286" r:id="rId41"/>
    <p:sldId id="288" r:id="rId42"/>
    <p:sldId id="287" r:id="rId43"/>
    <p:sldId id="315" r:id="rId44"/>
    <p:sldId id="327" r:id="rId45"/>
    <p:sldId id="328" r:id="rId46"/>
    <p:sldId id="329" r:id="rId47"/>
    <p:sldId id="289" r:id="rId48"/>
    <p:sldId id="290" r:id="rId49"/>
    <p:sldId id="291" r:id="rId50"/>
    <p:sldId id="292" r:id="rId51"/>
    <p:sldId id="293" r:id="rId52"/>
    <p:sldId id="316" r:id="rId53"/>
    <p:sldId id="294" r:id="rId54"/>
    <p:sldId id="295" r:id="rId55"/>
    <p:sldId id="296" r:id="rId56"/>
    <p:sldId id="298" r:id="rId57"/>
    <p:sldId id="299" r:id="rId58"/>
    <p:sldId id="300" r:id="rId59"/>
    <p:sldId id="301" r:id="rId60"/>
    <p:sldId id="308" r:id="rId61"/>
    <p:sldId id="309" r:id="rId62"/>
    <p:sldId id="313" r:id="rId63"/>
    <p:sldId id="302" r:id="rId64"/>
    <p:sldId id="303" r:id="rId65"/>
    <p:sldId id="304" r:id="rId66"/>
    <p:sldId id="317" r:id="rId67"/>
    <p:sldId id="305" r:id="rId68"/>
    <p:sldId id="306" r:id="rId69"/>
  </p:sldIdLst>
  <p:sldSz cx="9144000" cy="6858000" type="screen4x3"/>
  <p:notesSz cx="6781800" cy="9918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endall Lain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frameSlides="1"/>
  <p:showPr showNarration="1">
    <p:present/>
    <p:sldAll/>
    <p:penClr>
      <a:schemeClr val="tx1"/>
    </p:penClr>
  </p:showPr>
  <p:clrMru>
    <a:srgbClr val="CCECFF"/>
    <a:srgbClr val="DDDDDD"/>
    <a:srgbClr val="663300"/>
    <a:srgbClr val="0033CC"/>
    <a:srgbClr val="FFFF66"/>
    <a:srgbClr val="FF5050"/>
    <a:srgbClr val="FFFFFF"/>
    <a:srgbClr val="ECC430"/>
    <a:srgbClr val="D5EA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615" autoAdjust="0"/>
    <p:restoredTop sz="86447" autoAdjust="0"/>
  </p:normalViewPr>
  <p:slideViewPr>
    <p:cSldViewPr snapToGrid="0" showGuides="1">
      <p:cViewPr varScale="1">
        <p:scale>
          <a:sx n="97" d="100"/>
          <a:sy n="97" d="100"/>
        </p:scale>
        <p:origin x="-636" y="-36"/>
      </p:cViewPr>
      <p:guideLst>
        <p:guide orient="horz" pos="946"/>
        <p:guide orient="horz" pos="4319"/>
        <p:guide pos="265"/>
        <p:guide pos="2240"/>
      </p:guideLst>
    </p:cSldViewPr>
  </p:slideViewPr>
  <p:outlineViewPr>
    <p:cViewPr>
      <p:scale>
        <a:sx n="33" d="100"/>
        <a:sy n="33" d="100"/>
      </p:scale>
      <p:origin x="264" y="43084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6"/>
    </p:cViewPr>
  </p:sorterViewPr>
  <p:notesViewPr>
    <p:cSldViewPr snapToGrid="0" showGuides="1">
      <p:cViewPr>
        <p:scale>
          <a:sx n="75" d="100"/>
          <a:sy n="75" d="100"/>
        </p:scale>
        <p:origin x="-2190" y="-234"/>
      </p:cViewPr>
      <p:guideLst>
        <p:guide orient="horz" pos="3124"/>
        <p:guide pos="2136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575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t" anchorCtr="0" compatLnSpc="1">
            <a:prstTxWarp prst="textNoShape">
              <a:avLst/>
            </a:prstTxWarp>
          </a:bodyPr>
          <a:lstStyle>
            <a:lvl1pPr defTabSz="927100">
              <a:defRPr sz="1200" b="1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226" y="0"/>
            <a:ext cx="2938575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 b="1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2765"/>
            <a:ext cx="2938575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b" anchorCtr="0" compatLnSpc="1">
            <a:prstTxWarp prst="textNoShape">
              <a:avLst/>
            </a:prstTxWarp>
          </a:bodyPr>
          <a:lstStyle>
            <a:lvl1pPr defTabSz="927100">
              <a:defRPr sz="1200" b="1"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226" y="9422765"/>
            <a:ext cx="2938575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 b="1">
                <a:latin typeface="Times New Roman" pitchFamily="18" charset="0"/>
              </a:defRPr>
            </a:lvl1pPr>
          </a:lstStyle>
          <a:p>
            <a:fld id="{EBA76EE5-18D7-40D4-AC6F-D59B77D78BA1}" type="slidenum">
              <a:rPr lang="en-US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71625" y="244475"/>
            <a:ext cx="5172075" cy="3879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0" y="9511083"/>
            <a:ext cx="6781800" cy="38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063" tIns="39532" rIns="79063" bIns="39532">
            <a:spAutoFit/>
          </a:bodyPr>
          <a:lstStyle/>
          <a:p>
            <a:pPr marL="176213" defTabSz="889000">
              <a:spcBef>
                <a:spcPct val="50000"/>
              </a:spcBef>
              <a:tabLst>
                <a:tab pos="3411538" algn="ctr"/>
                <a:tab pos="6610350" algn="r"/>
              </a:tabLst>
            </a:pPr>
            <a:r>
              <a:rPr lang="en-US" sz="700" dirty="0">
                <a:solidFill>
                  <a:schemeClr val="tx2"/>
                </a:solidFill>
              </a:rPr>
              <a:t>	</a:t>
            </a:r>
            <a:r>
              <a:rPr lang="en-US" sz="900" dirty="0">
                <a:cs typeface="Times New Roman" pitchFamily="18" charset="0"/>
              </a:rPr>
              <a:t>© </a:t>
            </a:r>
            <a:r>
              <a:rPr lang="en-US" sz="700" dirty="0">
                <a:solidFill>
                  <a:schemeClr val="tx2"/>
                </a:solidFill>
              </a:rPr>
              <a:t>Copyright: All rights reserved. Not to be reproduced by any means without prior consent. 	</a:t>
            </a:r>
            <a:r>
              <a:rPr lang="en-US" sz="1300" dirty="0" smtClean="0">
                <a:solidFill>
                  <a:schemeClr val="tx2"/>
                </a:solidFill>
              </a:rPr>
              <a:t>137-1-</a:t>
            </a:r>
            <a:fld id="{00F4B918-1A44-412D-8E93-A75C6ED8B6A7}" type="slidenum">
              <a:rPr lang="en-US" sz="1300">
                <a:solidFill>
                  <a:schemeClr val="tx2"/>
                </a:solidFill>
              </a:rPr>
              <a:pPr marL="176213" defTabSz="889000">
                <a:spcBef>
                  <a:spcPct val="50000"/>
                </a:spcBef>
                <a:tabLst>
                  <a:tab pos="3411538" algn="ctr"/>
                  <a:tab pos="6610350" algn="r"/>
                </a:tabLst>
              </a:pPr>
              <a:t>‹N°›</a:t>
            </a:fld>
            <a:r>
              <a:rPr lang="en-US" sz="700" dirty="0">
                <a:solidFill>
                  <a:schemeClr val="tx2"/>
                </a:solidFill>
              </a:rPr>
              <a:t>		</a:t>
            </a:r>
          </a:p>
        </p:txBody>
      </p:sp>
      <p:sp>
        <p:nvSpPr>
          <p:cNvPr id="181257" name="Text Box 9"/>
          <p:cNvSpPr txBox="1">
            <a:spLocks noChangeArrowheads="1"/>
          </p:cNvSpPr>
          <p:nvPr/>
        </p:nvSpPr>
        <p:spPr bwMode="auto">
          <a:xfrm>
            <a:off x="296935" y="3989560"/>
            <a:ext cx="51777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defTabSz="911225">
              <a:spcBef>
                <a:spcPct val="50000"/>
              </a:spcBef>
            </a:pPr>
            <a:r>
              <a:rPr lang="en-US" i="1" dirty="0"/>
              <a:t>Notes:</a:t>
            </a:r>
          </a:p>
        </p:txBody>
      </p:sp>
      <p:sp>
        <p:nvSpPr>
          <p:cNvPr id="181270" name="Rectangle 22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221548" y="4234131"/>
            <a:ext cx="6287935" cy="12369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138" tIns="45569" rIns="91138" bIns="45569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245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024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477023"/>
          </a:xfrm>
        </p:spPr>
        <p:txBody>
          <a:bodyPr/>
          <a:lstStyle/>
          <a:p>
            <a:r>
              <a:rPr lang="en-US" dirty="0" smtClean="0"/>
              <a:t>Jogger text: Introducing SQL Server 2008</a:t>
            </a:r>
          </a:p>
          <a:p>
            <a:r>
              <a:rPr lang="en-US" dirty="0" smtClean="0"/>
              <a:t>Direction: Both</a:t>
            </a:r>
          </a:p>
          <a:p>
            <a:r>
              <a:rPr lang="en-US" dirty="0" smtClean="0"/>
              <a:t>Chapter starts: Day 1 at 9:45am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50244" name="Rectangle 4"/>
          <p:cNvSpPr>
            <a:spLocks noChangeArrowheads="1"/>
          </p:cNvSpPr>
          <p:nvPr/>
        </p:nvSpPr>
        <p:spPr bwMode="auto">
          <a:xfrm>
            <a:off x="220009" y="2931452"/>
            <a:ext cx="6243318" cy="659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20" tIns="45710" rIns="91420" bIns="45710"/>
          <a:lstStyle/>
          <a:p>
            <a:pPr defTabSz="917575" eaLnBrk="1" hangingPunct="1">
              <a:spcBef>
                <a:spcPct val="30000"/>
              </a:spcBef>
            </a:pPr>
            <a:endParaRPr lang="en-US" sz="1200" noProof="1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29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22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Chapter Objectives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34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4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Introducing SQL Server 2008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38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63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477023"/>
          </a:xfrm>
        </p:spPr>
        <p:txBody>
          <a:bodyPr/>
          <a:lstStyle/>
          <a:p>
            <a:r>
              <a:rPr lang="en-US" dirty="0" smtClean="0"/>
              <a:t>Jogger text: Why Do We Need SQL Server?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r>
              <a:rPr lang="en-US" dirty="0"/>
              <a:t>Set the stage for why we need to learn about using SQL Server to store our corporate information.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43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84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What Is SQL Server?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48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04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The Database Management System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&lt;*s*o*u*r*c*e*&gt;*1*3*7*a*2*-*1*-*7*&lt;*/*s*o*u*r*c*e*&gt;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&lt;*s*o*u*r*c*e*&gt;*1*3*7*a*2*-*1*-*8*&lt;*/*s*o*u*r*c*e*&gt;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58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45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Introducing SQL Server 2008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&lt;*s*o*u*r*c*e*&gt;*1*3*7*a*2*-*1*-*9*&lt;*/*s*o*u*r*c*e*&gt;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&lt;*s*o*u*r*c*e*&gt;*1*3*7*a*2*-*1*-*1*0*&lt;*/*s*o*u*r*c*e*&gt;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82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48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Enterprise Edition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&lt;*s*o*u*r*c*e*&gt;*1*3*7*a*2*-*1*-*1*1*&lt;*/*s*o*u*r*c*e*&gt;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77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27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Standard Edition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&lt;*s*o*u*r*c*e*&gt;*1*3*7*a*2*-*1*-*1*2*&lt;*/*s*o*u*r*c*e*&gt;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72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07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Workgroup Edition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&lt;*s*o*u*r*c*e*&gt;*1*3*7*a*2*-*1*-*1*3*&lt;*/*s*o*u*r*c*e*&gt;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&lt;*s*o*u*r*c*e*&gt;*1*3*7*a*2*-*1*-*1*4*&lt;*/*s*o*u*r*c*e*&gt;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67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86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Express Edition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pt-BR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&lt;*s*o*u*r*c*e*&gt;*1*3*7*a*2*-*1*-*1*5*&lt;*/*s*o*u*r*c*e*&gt;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62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6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Mobile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&lt;*s*o*u*r*c*e*&gt;*1*3*7*a*2*-*1*-*1*6*&lt;*/*s*o*u*r*c*e*&gt;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86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Evaluation and Developer Editions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&lt;*s*o*u*r*c*e*&gt;*1*3*7*a*2*-*1*-*1*7*&lt;*/*s*o*u*r*c*e*&gt;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91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0"/>
            <a:ext cx="6287935" cy="1957154"/>
          </a:xfrm>
        </p:spPr>
        <p:txBody>
          <a:bodyPr/>
          <a:lstStyle/>
          <a:p>
            <a:r>
              <a:rPr lang="en-US" dirty="0" smtClean="0"/>
              <a:t>Jogger text: SQL Server Edition Comparison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r>
              <a:rPr lang="en-US" dirty="0"/>
              <a:t>WOW = Windows 32 bit running on Windows 64 bit processor</a:t>
            </a:r>
          </a:p>
          <a:p>
            <a:endParaRPr lang="en-US" dirty="0"/>
          </a:p>
          <a:p>
            <a:r>
              <a:rPr lang="en-US" dirty="0"/>
              <a:t>The new Express Advances does support Full Text Support</a:t>
            </a:r>
          </a:p>
          <a:p>
            <a:r>
              <a:rPr lang="en-US" dirty="0"/>
              <a:t>Workgroup has limited support for Reporting Services and Integration Services.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&lt;*s*o*u*r*c*e*&gt;*1*3*7*a*2*-*1*-*1*8*&lt;*/*s*o*u*r*c*e*&gt;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96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09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Introducing SQL Server 2008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&lt;*s*o*u*r*c*e*&gt;*1*3*7*a*2*-*1*-*1*9*&lt;*/*s*o*u*r*c*e*&gt;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10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71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0"/>
            <a:ext cx="6287935" cy="1717088"/>
          </a:xfrm>
        </p:spPr>
        <p:txBody>
          <a:bodyPr/>
          <a:lstStyle/>
          <a:p>
            <a:r>
              <a:rPr lang="en-US" dirty="0" smtClean="0"/>
              <a:t>Jogger text: The SQL Server Environment</a:t>
            </a:r>
          </a:p>
          <a:p>
            <a:r>
              <a:rPr lang="en-US" dirty="0" smtClean="0"/>
              <a:t>Direction: Right, blank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r>
              <a:rPr lang="en-US" dirty="0"/>
              <a:t>Just some ideas.</a:t>
            </a:r>
          </a:p>
          <a:p>
            <a:r>
              <a:rPr lang="en-US" dirty="0"/>
              <a:t>The arrow show you may want Reporting Services on the SQL Server for licensing.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&lt;*s*o*u*r*c*e*&gt;*1*3*7*a*2*-*1*-*2*0*&lt;*/*s*o*u*r*c*e*&gt;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06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50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The Client/Server Environment (continued)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&lt;*s*o*u*r*c*e*&gt;*1*3*7*a*2*-*1*-*2*1*&lt;*/*s*o*u*r*c*e*&gt;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15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91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606289"/>
          </a:xfrm>
        </p:spPr>
        <p:txBody>
          <a:bodyPr/>
          <a:lstStyle/>
          <a:p>
            <a:r>
              <a:rPr lang="da-DK" dirty="0" smtClean="0"/>
              <a:t>Jogger text: Desktop Databases vs. Database Servers</a:t>
            </a:r>
          </a:p>
          <a:p>
            <a:r>
              <a:rPr lang="da-DK" dirty="0" smtClean="0"/>
              <a:t>Direction: Right</a:t>
            </a:r>
          </a:p>
          <a:p>
            <a:r>
              <a:rPr lang="da-DK" dirty="0" smtClean="0"/>
              <a:t>Instructor notes:</a:t>
            </a:r>
            <a:endParaRPr lang="da-DK" dirty="0"/>
          </a:p>
          <a:p>
            <a:r>
              <a:rPr lang="en-US" dirty="0"/>
              <a:t>I had a lot of Access people moving up. I used this to justify their decisions. Use the class to give reasons why to use SQL Server over Jet. Access is still a good client, don’t bash Access. Be familiar with Access 2003 and MSDE (the embedded version of SQL Server).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&lt;*s*o*u*r*c*e*&gt;*1*3*7*a*2*-*1*-*2*2*&lt;*/*s*o*u*r*c*e*&gt;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20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12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Introducing SQL Server 2008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&lt;*s*o*u*r*c*e*&gt;*1*3*7*a*2*-*1*-*2*3*&lt;*/*s*o*u*r*c*e*&gt;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25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32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0"/>
            <a:ext cx="6287935" cy="1717088"/>
          </a:xfrm>
        </p:spPr>
        <p:txBody>
          <a:bodyPr/>
          <a:lstStyle/>
          <a:p>
            <a:r>
              <a:rPr lang="en-US" dirty="0" smtClean="0"/>
              <a:t>Jogger text: SQL Server Architecture</a:t>
            </a:r>
          </a:p>
          <a:p>
            <a:r>
              <a:rPr lang="en-US" dirty="0" smtClean="0"/>
              <a:t>Direction: Right, blank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Not covered in the course:</a:t>
            </a:r>
          </a:p>
          <a:p>
            <a:r>
              <a:rPr lang="en-US" dirty="0" smtClean="0"/>
              <a:t>DTS – which manages transactions across</a:t>
            </a:r>
            <a:r>
              <a:rPr lang="en-US" baseline="0" dirty="0" smtClean="0"/>
              <a:t> Servers using a two-phase commit.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&lt;*s*o*u*r*c*e*&gt;*1*3*7*a*2*-*1*-*2*4*&lt;*/*s*o*u*r*c*e*&gt;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30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53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Components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&lt;*s*o*u*r*c*e*&gt;*1*3*7*a*2*-*1*-*2*5*&lt;*/*s*o*u*r*c*e*&gt;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34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73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996891"/>
          </a:xfrm>
        </p:spPr>
        <p:txBody>
          <a:bodyPr/>
          <a:lstStyle/>
          <a:p>
            <a:r>
              <a:rPr lang="en-US" dirty="0" smtClean="0"/>
              <a:t>Jogger text: The Classroom Environment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&lt;*s*o*u*r*c*e*&gt;*1*3*7*a*2*-*1*-*2*6*&lt;*/*s*o*u*r*c*e*&gt;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39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93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Introducing SQL Server 2008</a:t>
            </a:r>
          </a:p>
          <a:p>
            <a:r>
              <a:rPr lang="en-US" dirty="0" smtClean="0"/>
              <a:t>Direction: Right, blank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&lt;*s*o*u*r*c*e*&gt;*1*3*7*a*2*-*1*-*2*7*&lt;*/*s*o*u*r*c*e*&gt;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&lt;*s*o*u*r*c*e*&gt;*1*3*7*a*2*-*1*-*2*8*&lt;*/*s*o*u*r*c*e*&gt;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44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14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Installing SQL Server</a:t>
            </a:r>
          </a:p>
          <a:p>
            <a:r>
              <a:rPr lang="en-US" dirty="0" smtClean="0"/>
              <a:t>Direction: Right, blank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&lt;*s*o*u*r*c*e*&gt;*1*3*7*a*2*-*1*-*2*9*&lt;*/*s*o*u*r*c*e*&gt;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&lt;*s*o*u*r*c*e*&gt;*1*3*7*a*2*-*1*-*3*0*&lt;*/*s*o*u*r*c*e*&gt;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&lt;*s*o*u*r*c*e*&gt;*1*3*7*a*2*-*1*-*3*1*&lt;*/*s*o*u*r*c*e*&gt;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&lt;*s*o*u*r*c*e*&gt;*1*3*7*a*2*-*1*-*3*2*&lt;*/*s*o*u*r*c*e*&gt;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&lt;*s*o*u*r*c*e*&gt;*1*3*7*a*2*-*1*-*3*3*&lt;*/*s*o*u*r*c*e*&gt;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&lt;*s*o*u*r*c*e*&gt;*1*3*7*a*2*-*1*-*3*4*&lt;*/*s*o*u*r*c*e*&gt;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49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3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Installing SQL Server (continued)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&lt;*s*o*u*r*c*e*&gt;*1*3*7*a*2*-*1*-*3*5*&lt;*/*s*o*u*r*c*e*&gt;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&lt;*s*o*u*r*c*e*&gt;*1*3*7*a*2*-*1*-*3*6*&lt;*/*s*o*u*r*c*e*&gt;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&lt;*s*o*u*r*c*e*&gt;*1*3*7*a*2*-*1*-*3*7*&lt;*/*s*o*u*r*c*e*&gt;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54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55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Installing SQL Server (continued)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&lt;*s*o*u*r*c*e*&gt;*1*3*7*a*2*-*1*-*3*8*&lt;*/*s*o*u*r*c*e*&gt;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63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96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421623"/>
          </a:xfrm>
        </p:spPr>
        <p:txBody>
          <a:bodyPr/>
          <a:lstStyle/>
          <a:p>
            <a:r>
              <a:rPr lang="en-US" dirty="0" smtClean="0"/>
              <a:t>Jogger text: Instancing Option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r>
              <a:rPr lang="en-US" dirty="0"/>
              <a:t>There is a second instance already installed for Reporting Services. It is called \\LTREE#. We are using a separate instance so RS could already be installed for the students.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&lt;*s*o*u*r*c*e*&gt;*1*3*7*a*2*-*1*-*3*9*&lt;*/*s*o*u*r*c*e*&gt;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&lt;*s*o*u*r*c*e*&gt;*1*3*7*a*2*-*1*-*4*0*&lt;*/*s*o*u*r*c*e*&gt;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68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16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s Service Account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&lt;*s*o*u*r*c*e*&gt;*1*3*7*a*2*-*1*-*4*1*&lt;*/*s*o*u*r*c*e*&gt;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78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57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Collation Settings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&lt;*s*o*u*r*c*e*&gt;*1*3*7*a*2*-*1*-*4*2*&lt;*/*s*o*u*r*c*e*&gt;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73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37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Authentication Mode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Recommend a much more complex password for home/company use.</a:t>
            </a:r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&lt;*s*o*u*r*c*e*&gt;*1*3*7*a*2*-*1*-*4*3*&lt;*/*s*o*u*r*c*e*&gt;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Jogger text: Data Directories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</a:p>
          <a:p>
            <a:r>
              <a:rPr lang="en-US" dirty="0" smtClean="0"/>
              <a:t>You</a:t>
            </a:r>
            <a:r>
              <a:rPr lang="en-US" baseline="0" dirty="0" smtClean="0"/>
              <a:t> can mention we are only using a C Drive – but in the real world we would want to split the log and data files. Of course a better time to talk about it is in chapter 2.</a:t>
            </a:r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&lt;*s*o*u*r*c*e*&gt;*1*3*7*a*2*-*1*-*4*4*&lt;*/*s*o*u*r*c*e*&gt;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&lt;*s*o*u*r*c*e*&gt;*1*3*7*a*2*-*1*-*4*5*&lt;*/*s*o*u*r*c*e*&gt;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&lt;*s*o*u*r*c*e*&gt;*1*3*7*a*2*-*1*-*4*6*&lt;*/*s*o*u*r*c*e*&gt;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&lt;*s*o*u*r*c*e*&gt;*1*3*7*a*2*-*1*-*4*7*&lt;*/*s*o*u*r*c*e*&gt;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82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8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Legend for Course Icons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r>
              <a:rPr lang="en-US" dirty="0"/>
              <a:t>Cover the purpose of the icons. 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&lt;*s*o*u*r*c*e*&gt;*1*3*7*a*2*-*1*-*4*8*&lt;*/*s*o*u*r*c*e*&gt;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87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98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Computer Names and Login Information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&lt;*s*o*u*r*c*e*&gt;*1*3*7*a*2*-*1*-*4*9*&lt;*/*s*o*u*r*c*e*&gt;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92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19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477023"/>
          </a:xfrm>
        </p:spPr>
        <p:txBody>
          <a:bodyPr/>
          <a:lstStyle/>
          <a:p>
            <a:r>
              <a:rPr lang="en-US" dirty="0" smtClean="0"/>
              <a:t>Jogger text: Hands-On Exercise 1.1: Installing SQL Server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Exercise: 1.1  (15 </a:t>
            </a:r>
            <a:r>
              <a:rPr lang="en-US" dirty="0" err="1" smtClean="0"/>
              <a:t>mins</a:t>
            </a:r>
            <a:r>
              <a:rPr lang="en-US" dirty="0" smtClean="0"/>
              <a:t>)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&lt;*s*o*u*r*c*e*&gt;*1*3*7*a*2*-*1*-*5*0*&lt;*/*s*o*u*r*c*e*&gt;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97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39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Introducing SQL Server 2008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&lt;*s*o*u*r*c*e*&gt;*1*3*7*a*2*-*1*-*5*1*&lt;*/*s*o*u*r*c*e*&gt;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02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60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Management Studio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&lt;*s*o*u*r*c*e*&gt;*1*3*7*a*2*-*1*-*5*2*&lt;*/*s*o*u*r*c*e*&gt;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&lt;*s*o*u*r*c*e*&gt;*1*3*7*a*2*-*1*-*5*3*&lt;*/*s*o*u*r*c*e*&gt;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06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806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Database Administrator View of Management Studio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&lt;*s*o*u*r*c*e*&gt;*1*3*7*a*2*-*1*-*5*4*&lt;*/*s*o*u*r*c*e*&gt;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11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01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Developer s View of Management Studio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&lt;*s*o*u*r*c*e*&gt;*1*3*7*a*2*-*1*-*5*5*&lt;*/*s*o*u*r*c*e*&gt;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16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21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Groups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r>
              <a:rPr lang="en-US" dirty="0"/>
              <a:t>The students will do something similar to this in the exercise. 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&lt;*s*o*u*r*c*e*&gt;*1*3*7*a*2*-*1*-*5*6*&lt;*/*s*o*u*r*c*e*&gt;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26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Object Explorer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&lt;*s*o*u*r*c*e*&gt;*1*3*7*a*2*-*1*-*5*7*&lt;*/*s*o*u*r*c*e*&gt;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30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83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System Databases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&lt;*s*o*u*r*c*e*&gt;*1*3*7*a*2*-*1*-*5*8*&lt;*/*s*o*u*r*c*e*&gt;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35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03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477023"/>
          </a:xfrm>
        </p:spPr>
        <p:txBody>
          <a:bodyPr/>
          <a:lstStyle/>
          <a:p>
            <a:r>
              <a:rPr lang="en-US" dirty="0" smtClean="0"/>
              <a:t>Jogger text: User Databases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Microsoft is now using CodePlex.com to distribute samples for all their products.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&lt;*s*o*u*r*c*e*&gt;*1*3*7*a*2*-*1*-*5*9*&lt;*/*s*o*u*r*c*e*&gt;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40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24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Looking in the Database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Demo a bit of Management Studio</a:t>
            </a:r>
            <a:r>
              <a:rPr lang="en-US" baseline="0" dirty="0" smtClean="0"/>
              <a:t> here.</a:t>
            </a:r>
            <a:endParaRPr 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&lt;*s*o*u*r*c*e*&gt;*1*3*7*a*2*-*1*-*6*0*&lt;*/*s*o*u*r*c*e*&gt;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&lt;*s*o*u*r*c*e*&gt;*1*3*7*a*2*-*1*-*6*1*&lt;*/*s*o*u*r*c*e*&gt;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&lt;*s*o*u*r*c*e*&gt;*1*3*7*a*2*-*1*-*6*2*&lt;*/*s*o*u*r*c*e*&gt;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Jogger text: Management Studio Works With BI Services, Too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</a:p>
          <a:p>
            <a:r>
              <a:rPr lang="en-US" dirty="0" smtClean="0"/>
              <a:t>This is just showing that Management Studio can be used to manage AS, IS, and RS too.</a:t>
            </a:r>
            <a:endParaRPr 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&lt;*s*o*u*r*c*e*&gt;*1*3*7*a*2*-*1*-*6*3*&lt;*/*s*o*u*r*c*e*&gt;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45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44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Configuration Manager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&lt;*s*o*u*r*c*e*&gt;*1*3*7*a*2*-*1*-*6*4*&lt;*/*s*o*u*r*c*e*&gt;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50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65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SQL Server Configuration Manager (continued)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&lt;*s*o*u*r*c*e*&gt;*1*3*7*a*2*-*1*-*6*5*&lt;*/*s*o*u*r*c*e*&gt;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54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85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Where Do We Learn More? Books Online!</a:t>
            </a:r>
          </a:p>
          <a:p>
            <a:r>
              <a:rPr lang="en-US" dirty="0" smtClean="0"/>
              <a:t>Direction: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&lt;*s*o*u*r*c*e*&gt;*1*3*7*a*2*-*1*-*6*6*&lt;*/*s*o*u*r*c*e*&gt;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Jogger text: Books Online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Instructor notes:</a:t>
            </a:r>
          </a:p>
          <a:p>
            <a:r>
              <a:rPr lang="en-US" dirty="0" smtClean="0"/>
              <a:t>I changed the Technology to only search the</a:t>
            </a:r>
            <a:r>
              <a:rPr lang="en-US" baseline="0" dirty="0" smtClean="0"/>
              <a:t> Database Engine and Transact-SQL books.</a:t>
            </a:r>
            <a:endParaRPr 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dirty="0" smtClean="0">
                <a:solidFill>
                  <a:srgbClr val="000000"/>
                </a:solidFill>
                <a:latin typeface="Arial"/>
              </a:rPr>
              <a:t>&lt;*s*o*u*r*c*e*&gt;*1*3*7*a*2*-*1*-*6*7*&lt;*/*s*o*u*r*c*e*&gt;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5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05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477023"/>
          </a:xfrm>
        </p:spPr>
        <p:txBody>
          <a:bodyPr/>
          <a:lstStyle/>
          <a:p>
            <a:r>
              <a:rPr lang="en-US" dirty="0" smtClean="0"/>
              <a:t>Jogger text: Hands-On Exercise 1.2: Introducing SQL Server Tools</a:t>
            </a:r>
          </a:p>
          <a:p>
            <a:r>
              <a:rPr lang="en-US" dirty="0" smtClean="0"/>
              <a:t>Direction: Right</a:t>
            </a:r>
          </a:p>
          <a:p>
            <a:r>
              <a:rPr lang="en-US" dirty="0" smtClean="0"/>
              <a:t>Exercise: 1.2  (25 </a:t>
            </a:r>
            <a:r>
              <a:rPr lang="en-US" dirty="0" err="1" smtClean="0"/>
              <a:t>mins</a:t>
            </a:r>
            <a:r>
              <a:rPr lang="en-US" dirty="0" smtClean="0"/>
              <a:t>)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/>
          <p:nvPr/>
        </p:nvSpPr>
        <p:spPr>
          <a:xfrm>
            <a:off x="2215470" y="407618"/>
            <a:ext cx="369245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800" smtClean="0">
                <a:solidFill>
                  <a:srgbClr val="000000"/>
                </a:solidFill>
                <a:latin typeface="Arial"/>
              </a:rPr>
              <a:t>&lt;*s*o*u*r*c*e*&gt;*1*3*7*a*2*-*1*-*6*8*&lt;*/*s*o*u*r*c*e*&gt;</a:t>
            </a:r>
            <a:endParaRPr lang="en-US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64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26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48" y="4234131"/>
            <a:ext cx="6287935" cy="1236957"/>
          </a:xfrm>
        </p:spPr>
        <p:txBody>
          <a:bodyPr/>
          <a:lstStyle/>
          <a:p>
            <a:r>
              <a:rPr lang="en-US" dirty="0" smtClean="0"/>
              <a:t>Jogger text: Chapter Summary</a:t>
            </a:r>
          </a:p>
          <a:p>
            <a:r>
              <a:rPr lang="en-US" dirty="0" smtClean="0"/>
              <a:t>Direction: Right, blank left</a:t>
            </a:r>
          </a:p>
          <a:p>
            <a:r>
              <a:rPr lang="en-US" dirty="0" smtClean="0"/>
              <a:t>Instructor notes: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ChangeArrowheads="1"/>
          </p:cNvSpPr>
          <p:nvPr/>
        </p:nvSpPr>
        <p:spPr bwMode="white">
          <a:xfrm>
            <a:off x="0" y="3435350"/>
            <a:ext cx="9161463" cy="34226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289795" name="Picture 3" descr="Title Page Ar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hidden">
          <a:xfrm>
            <a:off x="0" y="0"/>
            <a:ext cx="9144000" cy="3427413"/>
          </a:xfrm>
          <a:prstGeom prst="rect">
            <a:avLst/>
          </a:prstGeom>
          <a:noFill/>
        </p:spPr>
      </p:pic>
      <p:sp>
        <p:nvSpPr>
          <p:cNvPr id="289796" name="Line 4"/>
          <p:cNvSpPr>
            <a:spLocks noChangeShapeType="1"/>
          </p:cNvSpPr>
          <p:nvPr/>
        </p:nvSpPr>
        <p:spPr bwMode="white">
          <a:xfrm>
            <a:off x="0" y="3435350"/>
            <a:ext cx="9172575" cy="0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graphicFrame>
        <p:nvGraphicFramePr>
          <p:cNvPr id="289797" name="Object 5"/>
          <p:cNvGraphicFramePr>
            <a:graphicFrameLocks noChangeAspect="1"/>
          </p:cNvGraphicFramePr>
          <p:nvPr/>
        </p:nvGraphicFramePr>
        <p:xfrm>
          <a:off x="7848600" y="5857875"/>
          <a:ext cx="1200150" cy="615950"/>
        </p:xfrm>
        <a:graphic>
          <a:graphicData uri="http://schemas.openxmlformats.org/presentationml/2006/ole">
            <p:oleObj spid="_x0000_s1026" name="Bitmap Image" r:id="rId4" imgW="5439057" imgH="1733627" progId="PBrush">
              <p:embed/>
            </p:oleObj>
          </a:graphicData>
        </a:graphic>
      </p:graphicFrame>
      <p:sp>
        <p:nvSpPr>
          <p:cNvPr id="289798" name="Rectangle 6"/>
          <p:cNvSpPr>
            <a:spLocks noChangeArrowheads="1"/>
          </p:cNvSpPr>
          <p:nvPr/>
        </p:nvSpPr>
        <p:spPr bwMode="auto">
          <a:xfrm flipV="1">
            <a:off x="7169150" y="6499225"/>
            <a:ext cx="1831975" cy="61913"/>
          </a:xfrm>
          <a:prstGeom prst="rect">
            <a:avLst/>
          </a:prstGeom>
          <a:solidFill>
            <a:srgbClr val="B90117"/>
          </a:soli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/>
            <a:endParaRPr lang="fr-FR" sz="2400" b="1">
              <a:latin typeface="Times New Roman" pitchFamily="18" charset="0"/>
            </a:endParaRPr>
          </a:p>
        </p:txBody>
      </p:sp>
      <p:sp>
        <p:nvSpPr>
          <p:cNvPr id="289799" name="Text Box 7"/>
          <p:cNvSpPr txBox="1">
            <a:spLocks noChangeArrowheads="1"/>
          </p:cNvSpPr>
          <p:nvPr/>
        </p:nvSpPr>
        <p:spPr bwMode="auto">
          <a:xfrm>
            <a:off x="7077075" y="6553200"/>
            <a:ext cx="2066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000074"/>
                </a:solidFill>
                <a:latin typeface="AvantGarde Md BT" pitchFamily="34" charset="0"/>
              </a:rPr>
              <a:t>EDUCATION YOU CAN TRUST</a:t>
            </a:r>
          </a:p>
        </p:txBody>
      </p:sp>
      <p:sp>
        <p:nvSpPr>
          <p:cNvPr id="289800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309563" y="1363663"/>
            <a:ext cx="7548562" cy="1638300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t"/>
          <a:lstStyle>
            <a:lvl1pPr>
              <a:defRPr sz="3600"/>
            </a:lvl1pPr>
          </a:lstStyle>
          <a:p>
            <a:r>
              <a:rPr lang="fr-FR" smtClean="0"/>
              <a:t>Cliquez pour modifier le style du titre</a:t>
            </a:r>
            <a:endParaRPr lang="en-US" dirty="0"/>
          </a:p>
        </p:txBody>
      </p:sp>
      <p:sp>
        <p:nvSpPr>
          <p:cNvPr id="289801" name="Rectangle 9"/>
          <p:cNvSpPr>
            <a:spLocks noGrp="1" noChangeArrowheads="1"/>
          </p:cNvSpPr>
          <p:nvPr>
            <p:ph type="subTitle" sz="quarter" idx="1"/>
          </p:nvPr>
        </p:nvSpPr>
        <p:spPr bwMode="black">
          <a:xfrm>
            <a:off x="322263" y="398463"/>
            <a:ext cx="4267200" cy="1200329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spcBef>
                <a:spcPct val="0"/>
              </a:spcBef>
              <a:buFont typeface="Arial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289802" name="Line 10"/>
          <p:cNvSpPr>
            <a:spLocks noChangeShapeType="1"/>
          </p:cNvSpPr>
          <p:nvPr/>
        </p:nvSpPr>
        <p:spPr bwMode="black">
          <a:xfrm>
            <a:off x="0" y="3422650"/>
            <a:ext cx="9172575" cy="0"/>
          </a:xfrm>
          <a:prstGeom prst="line">
            <a:avLst/>
          </a:prstGeom>
          <a:noFill/>
          <a:ln w="76200">
            <a:solidFill>
              <a:srgbClr val="B90117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146925" y="5900738"/>
            <a:ext cx="715963" cy="542925"/>
            <a:chOff x="4502" y="3717"/>
            <a:chExt cx="451" cy="342"/>
          </a:xfrm>
        </p:grpSpPr>
        <p:sp>
          <p:nvSpPr>
            <p:cNvPr id="289804" name="Freeform 12"/>
            <p:cNvSpPr>
              <a:spLocks noChangeAspect="1"/>
            </p:cNvSpPr>
            <p:nvPr userDrawn="1"/>
          </p:nvSpPr>
          <p:spPr bwMode="black">
            <a:xfrm>
              <a:off x="4505" y="3725"/>
              <a:ext cx="445" cy="334"/>
            </a:xfrm>
            <a:custGeom>
              <a:avLst/>
              <a:gdLst/>
              <a:ahLst/>
              <a:cxnLst>
                <a:cxn ang="0">
                  <a:pos x="133" y="1294"/>
                </a:cxn>
                <a:cxn ang="0">
                  <a:pos x="274" y="1324"/>
                </a:cxn>
                <a:cxn ang="0">
                  <a:pos x="399" y="1324"/>
                </a:cxn>
                <a:cxn ang="0">
                  <a:pos x="641" y="1324"/>
                </a:cxn>
                <a:cxn ang="0">
                  <a:pos x="935" y="1324"/>
                </a:cxn>
                <a:cxn ang="0">
                  <a:pos x="1215" y="1324"/>
                </a:cxn>
                <a:cxn ang="0">
                  <a:pos x="1417" y="1324"/>
                </a:cxn>
                <a:cxn ang="0">
                  <a:pos x="1513" y="1322"/>
                </a:cxn>
                <a:cxn ang="0">
                  <a:pos x="1698" y="1248"/>
                </a:cxn>
                <a:cxn ang="0">
                  <a:pos x="1736" y="1171"/>
                </a:cxn>
                <a:cxn ang="0">
                  <a:pos x="1560" y="1171"/>
                </a:cxn>
                <a:cxn ang="0">
                  <a:pos x="1239" y="1168"/>
                </a:cxn>
                <a:cxn ang="0">
                  <a:pos x="1071" y="1118"/>
                </a:cxn>
                <a:cxn ang="0">
                  <a:pos x="984" y="1032"/>
                </a:cxn>
                <a:cxn ang="0">
                  <a:pos x="965" y="831"/>
                </a:cxn>
                <a:cxn ang="0">
                  <a:pos x="1120" y="654"/>
                </a:cxn>
                <a:cxn ang="0">
                  <a:pos x="1238" y="633"/>
                </a:cxn>
                <a:cxn ang="0">
                  <a:pos x="1420" y="574"/>
                </a:cxn>
                <a:cxn ang="0">
                  <a:pos x="1258" y="538"/>
                </a:cxn>
                <a:cxn ang="0">
                  <a:pos x="1014" y="603"/>
                </a:cxn>
                <a:cxn ang="0">
                  <a:pos x="1129" y="513"/>
                </a:cxn>
                <a:cxn ang="0">
                  <a:pos x="1340" y="475"/>
                </a:cxn>
                <a:cxn ang="0">
                  <a:pos x="1413" y="442"/>
                </a:cxn>
                <a:cxn ang="0">
                  <a:pos x="1181" y="406"/>
                </a:cxn>
                <a:cxn ang="0">
                  <a:pos x="1042" y="475"/>
                </a:cxn>
                <a:cxn ang="0">
                  <a:pos x="1174" y="371"/>
                </a:cxn>
                <a:cxn ang="0">
                  <a:pos x="1357" y="308"/>
                </a:cxn>
                <a:cxn ang="0">
                  <a:pos x="1180" y="274"/>
                </a:cxn>
                <a:cxn ang="0">
                  <a:pos x="1022" y="361"/>
                </a:cxn>
                <a:cxn ang="0">
                  <a:pos x="1163" y="215"/>
                </a:cxn>
                <a:cxn ang="0">
                  <a:pos x="1237" y="130"/>
                </a:cxn>
                <a:cxn ang="0">
                  <a:pos x="1054" y="204"/>
                </a:cxn>
                <a:cxn ang="0">
                  <a:pos x="986" y="237"/>
                </a:cxn>
                <a:cxn ang="0">
                  <a:pos x="1113" y="58"/>
                </a:cxn>
                <a:cxn ang="0">
                  <a:pos x="947" y="137"/>
                </a:cxn>
                <a:cxn ang="0">
                  <a:pos x="922" y="2"/>
                </a:cxn>
                <a:cxn ang="0">
                  <a:pos x="844" y="95"/>
                </a:cxn>
                <a:cxn ang="0">
                  <a:pos x="750" y="54"/>
                </a:cxn>
                <a:cxn ang="0">
                  <a:pos x="684" y="100"/>
                </a:cxn>
                <a:cxn ang="0">
                  <a:pos x="783" y="284"/>
                </a:cxn>
                <a:cxn ang="0">
                  <a:pos x="614" y="131"/>
                </a:cxn>
                <a:cxn ang="0">
                  <a:pos x="514" y="162"/>
                </a:cxn>
                <a:cxn ang="0">
                  <a:pos x="689" y="293"/>
                </a:cxn>
                <a:cxn ang="0">
                  <a:pos x="702" y="335"/>
                </a:cxn>
                <a:cxn ang="0">
                  <a:pos x="460" y="235"/>
                </a:cxn>
                <a:cxn ang="0">
                  <a:pos x="423" y="316"/>
                </a:cxn>
                <a:cxn ang="0">
                  <a:pos x="637" y="401"/>
                </a:cxn>
                <a:cxn ang="0">
                  <a:pos x="706" y="464"/>
                </a:cxn>
                <a:cxn ang="0">
                  <a:pos x="522" y="394"/>
                </a:cxn>
                <a:cxn ang="0">
                  <a:pos x="346" y="474"/>
                </a:cxn>
                <a:cxn ang="0">
                  <a:pos x="451" y="477"/>
                </a:cxn>
                <a:cxn ang="0">
                  <a:pos x="662" y="530"/>
                </a:cxn>
                <a:cxn ang="0">
                  <a:pos x="724" y="594"/>
                </a:cxn>
                <a:cxn ang="0">
                  <a:pos x="469" y="538"/>
                </a:cxn>
                <a:cxn ang="0">
                  <a:pos x="326" y="595"/>
                </a:cxn>
                <a:cxn ang="0">
                  <a:pos x="520" y="633"/>
                </a:cxn>
                <a:cxn ang="0">
                  <a:pos x="633" y="650"/>
                </a:cxn>
                <a:cxn ang="0">
                  <a:pos x="773" y="801"/>
                </a:cxn>
                <a:cxn ang="0">
                  <a:pos x="772" y="1013"/>
                </a:cxn>
                <a:cxn ang="0">
                  <a:pos x="684" y="1113"/>
                </a:cxn>
                <a:cxn ang="0">
                  <a:pos x="545" y="1164"/>
                </a:cxn>
                <a:cxn ang="0">
                  <a:pos x="221" y="1171"/>
                </a:cxn>
                <a:cxn ang="0">
                  <a:pos x="20" y="1171"/>
                </a:cxn>
              </a:cxnLst>
              <a:rect l="0" t="0" r="r" b="b"/>
              <a:pathLst>
                <a:path w="1766" h="1324">
                  <a:moveTo>
                    <a:pt x="0" y="1171"/>
                  </a:moveTo>
                  <a:lnTo>
                    <a:pt x="6" y="1180"/>
                  </a:lnTo>
                  <a:lnTo>
                    <a:pt x="13" y="1191"/>
                  </a:lnTo>
                  <a:lnTo>
                    <a:pt x="20" y="1200"/>
                  </a:lnTo>
                  <a:lnTo>
                    <a:pt x="27" y="1209"/>
                  </a:lnTo>
                  <a:lnTo>
                    <a:pt x="35" y="1218"/>
                  </a:lnTo>
                  <a:lnTo>
                    <a:pt x="42" y="1226"/>
                  </a:lnTo>
                  <a:lnTo>
                    <a:pt x="50" y="1234"/>
                  </a:lnTo>
                  <a:lnTo>
                    <a:pt x="58" y="1242"/>
                  </a:lnTo>
                  <a:lnTo>
                    <a:pt x="67" y="1251"/>
                  </a:lnTo>
                  <a:lnTo>
                    <a:pt x="75" y="1257"/>
                  </a:lnTo>
                  <a:lnTo>
                    <a:pt x="84" y="1264"/>
                  </a:lnTo>
                  <a:lnTo>
                    <a:pt x="94" y="1271"/>
                  </a:lnTo>
                  <a:lnTo>
                    <a:pt x="103" y="1277"/>
                  </a:lnTo>
                  <a:lnTo>
                    <a:pt x="113" y="1283"/>
                  </a:lnTo>
                  <a:lnTo>
                    <a:pt x="122" y="1289"/>
                  </a:lnTo>
                  <a:lnTo>
                    <a:pt x="133" y="1294"/>
                  </a:lnTo>
                  <a:lnTo>
                    <a:pt x="143" y="1299"/>
                  </a:lnTo>
                  <a:lnTo>
                    <a:pt x="153" y="1302"/>
                  </a:lnTo>
                  <a:lnTo>
                    <a:pt x="164" y="1307"/>
                  </a:lnTo>
                  <a:lnTo>
                    <a:pt x="175" y="1310"/>
                  </a:lnTo>
                  <a:lnTo>
                    <a:pt x="187" y="1314"/>
                  </a:lnTo>
                  <a:lnTo>
                    <a:pt x="197" y="1316"/>
                  </a:lnTo>
                  <a:lnTo>
                    <a:pt x="209" y="1319"/>
                  </a:lnTo>
                  <a:lnTo>
                    <a:pt x="220" y="1321"/>
                  </a:lnTo>
                  <a:lnTo>
                    <a:pt x="233" y="1322"/>
                  </a:lnTo>
                  <a:lnTo>
                    <a:pt x="244" y="1323"/>
                  </a:lnTo>
                  <a:lnTo>
                    <a:pt x="257" y="1324"/>
                  </a:lnTo>
                  <a:lnTo>
                    <a:pt x="269" y="1324"/>
                  </a:lnTo>
                  <a:lnTo>
                    <a:pt x="269" y="1324"/>
                  </a:lnTo>
                  <a:lnTo>
                    <a:pt x="269" y="1324"/>
                  </a:lnTo>
                  <a:lnTo>
                    <a:pt x="270" y="1324"/>
                  </a:lnTo>
                  <a:lnTo>
                    <a:pt x="272" y="1324"/>
                  </a:lnTo>
                  <a:lnTo>
                    <a:pt x="274" y="1324"/>
                  </a:lnTo>
                  <a:lnTo>
                    <a:pt x="277" y="1324"/>
                  </a:lnTo>
                  <a:lnTo>
                    <a:pt x="280" y="1324"/>
                  </a:lnTo>
                  <a:lnTo>
                    <a:pt x="285" y="1324"/>
                  </a:lnTo>
                  <a:lnTo>
                    <a:pt x="289" y="1324"/>
                  </a:lnTo>
                  <a:lnTo>
                    <a:pt x="295" y="1324"/>
                  </a:lnTo>
                  <a:lnTo>
                    <a:pt x="301" y="1324"/>
                  </a:lnTo>
                  <a:lnTo>
                    <a:pt x="308" y="1324"/>
                  </a:lnTo>
                  <a:lnTo>
                    <a:pt x="315" y="1324"/>
                  </a:lnTo>
                  <a:lnTo>
                    <a:pt x="322" y="1324"/>
                  </a:lnTo>
                  <a:lnTo>
                    <a:pt x="330" y="1324"/>
                  </a:lnTo>
                  <a:lnTo>
                    <a:pt x="338" y="1324"/>
                  </a:lnTo>
                  <a:lnTo>
                    <a:pt x="347" y="1324"/>
                  </a:lnTo>
                  <a:lnTo>
                    <a:pt x="357" y="1324"/>
                  </a:lnTo>
                  <a:lnTo>
                    <a:pt x="367" y="1324"/>
                  </a:lnTo>
                  <a:lnTo>
                    <a:pt x="377" y="1324"/>
                  </a:lnTo>
                  <a:lnTo>
                    <a:pt x="388" y="1324"/>
                  </a:lnTo>
                  <a:lnTo>
                    <a:pt x="399" y="1324"/>
                  </a:lnTo>
                  <a:lnTo>
                    <a:pt x="410" y="1324"/>
                  </a:lnTo>
                  <a:lnTo>
                    <a:pt x="423" y="1324"/>
                  </a:lnTo>
                  <a:lnTo>
                    <a:pt x="436" y="1324"/>
                  </a:lnTo>
                  <a:lnTo>
                    <a:pt x="448" y="1324"/>
                  </a:lnTo>
                  <a:lnTo>
                    <a:pt x="461" y="1324"/>
                  </a:lnTo>
                  <a:lnTo>
                    <a:pt x="475" y="1324"/>
                  </a:lnTo>
                  <a:lnTo>
                    <a:pt x="489" y="1324"/>
                  </a:lnTo>
                  <a:lnTo>
                    <a:pt x="502" y="1324"/>
                  </a:lnTo>
                  <a:lnTo>
                    <a:pt x="517" y="1324"/>
                  </a:lnTo>
                  <a:lnTo>
                    <a:pt x="531" y="1324"/>
                  </a:lnTo>
                  <a:lnTo>
                    <a:pt x="546" y="1324"/>
                  </a:lnTo>
                  <a:lnTo>
                    <a:pt x="561" y="1324"/>
                  </a:lnTo>
                  <a:lnTo>
                    <a:pt x="577" y="1324"/>
                  </a:lnTo>
                  <a:lnTo>
                    <a:pt x="592" y="1324"/>
                  </a:lnTo>
                  <a:lnTo>
                    <a:pt x="608" y="1324"/>
                  </a:lnTo>
                  <a:lnTo>
                    <a:pt x="624" y="1324"/>
                  </a:lnTo>
                  <a:lnTo>
                    <a:pt x="641" y="1324"/>
                  </a:lnTo>
                  <a:lnTo>
                    <a:pt x="658" y="1324"/>
                  </a:lnTo>
                  <a:lnTo>
                    <a:pt x="674" y="1324"/>
                  </a:lnTo>
                  <a:lnTo>
                    <a:pt x="691" y="1324"/>
                  </a:lnTo>
                  <a:lnTo>
                    <a:pt x="709" y="1324"/>
                  </a:lnTo>
                  <a:lnTo>
                    <a:pt x="725" y="1324"/>
                  </a:lnTo>
                  <a:lnTo>
                    <a:pt x="742" y="1324"/>
                  </a:lnTo>
                  <a:lnTo>
                    <a:pt x="759" y="1324"/>
                  </a:lnTo>
                  <a:lnTo>
                    <a:pt x="776" y="1324"/>
                  </a:lnTo>
                  <a:lnTo>
                    <a:pt x="795" y="1324"/>
                  </a:lnTo>
                  <a:lnTo>
                    <a:pt x="812" y="1324"/>
                  </a:lnTo>
                  <a:lnTo>
                    <a:pt x="829" y="1324"/>
                  </a:lnTo>
                  <a:lnTo>
                    <a:pt x="847" y="1324"/>
                  </a:lnTo>
                  <a:lnTo>
                    <a:pt x="865" y="1324"/>
                  </a:lnTo>
                  <a:lnTo>
                    <a:pt x="882" y="1324"/>
                  </a:lnTo>
                  <a:lnTo>
                    <a:pt x="900" y="1324"/>
                  </a:lnTo>
                  <a:lnTo>
                    <a:pt x="917" y="1324"/>
                  </a:lnTo>
                  <a:lnTo>
                    <a:pt x="935" y="1324"/>
                  </a:lnTo>
                  <a:lnTo>
                    <a:pt x="953" y="1324"/>
                  </a:lnTo>
                  <a:lnTo>
                    <a:pt x="970" y="1324"/>
                  </a:lnTo>
                  <a:lnTo>
                    <a:pt x="987" y="1324"/>
                  </a:lnTo>
                  <a:lnTo>
                    <a:pt x="1004" y="1324"/>
                  </a:lnTo>
                  <a:lnTo>
                    <a:pt x="1022" y="1324"/>
                  </a:lnTo>
                  <a:lnTo>
                    <a:pt x="1039" y="1324"/>
                  </a:lnTo>
                  <a:lnTo>
                    <a:pt x="1056" y="1324"/>
                  </a:lnTo>
                  <a:lnTo>
                    <a:pt x="1072" y="1324"/>
                  </a:lnTo>
                  <a:lnTo>
                    <a:pt x="1090" y="1324"/>
                  </a:lnTo>
                  <a:lnTo>
                    <a:pt x="1106" y="1324"/>
                  </a:lnTo>
                  <a:lnTo>
                    <a:pt x="1122" y="1324"/>
                  </a:lnTo>
                  <a:lnTo>
                    <a:pt x="1138" y="1324"/>
                  </a:lnTo>
                  <a:lnTo>
                    <a:pt x="1154" y="1324"/>
                  </a:lnTo>
                  <a:lnTo>
                    <a:pt x="1169" y="1324"/>
                  </a:lnTo>
                  <a:lnTo>
                    <a:pt x="1185" y="1324"/>
                  </a:lnTo>
                  <a:lnTo>
                    <a:pt x="1200" y="1324"/>
                  </a:lnTo>
                  <a:lnTo>
                    <a:pt x="1215" y="1324"/>
                  </a:lnTo>
                  <a:lnTo>
                    <a:pt x="1230" y="1324"/>
                  </a:lnTo>
                  <a:lnTo>
                    <a:pt x="1244" y="1324"/>
                  </a:lnTo>
                  <a:lnTo>
                    <a:pt x="1259" y="1324"/>
                  </a:lnTo>
                  <a:lnTo>
                    <a:pt x="1273" y="1324"/>
                  </a:lnTo>
                  <a:lnTo>
                    <a:pt x="1285" y="1324"/>
                  </a:lnTo>
                  <a:lnTo>
                    <a:pt x="1299" y="1324"/>
                  </a:lnTo>
                  <a:lnTo>
                    <a:pt x="1312" y="1324"/>
                  </a:lnTo>
                  <a:lnTo>
                    <a:pt x="1323" y="1324"/>
                  </a:lnTo>
                  <a:lnTo>
                    <a:pt x="1336" y="1324"/>
                  </a:lnTo>
                  <a:lnTo>
                    <a:pt x="1348" y="1324"/>
                  </a:lnTo>
                  <a:lnTo>
                    <a:pt x="1359" y="1324"/>
                  </a:lnTo>
                  <a:lnTo>
                    <a:pt x="1370" y="1324"/>
                  </a:lnTo>
                  <a:lnTo>
                    <a:pt x="1380" y="1324"/>
                  </a:lnTo>
                  <a:lnTo>
                    <a:pt x="1390" y="1324"/>
                  </a:lnTo>
                  <a:lnTo>
                    <a:pt x="1399" y="1324"/>
                  </a:lnTo>
                  <a:lnTo>
                    <a:pt x="1409" y="1324"/>
                  </a:lnTo>
                  <a:lnTo>
                    <a:pt x="1417" y="1324"/>
                  </a:lnTo>
                  <a:lnTo>
                    <a:pt x="1425" y="1324"/>
                  </a:lnTo>
                  <a:lnTo>
                    <a:pt x="1433" y="1324"/>
                  </a:lnTo>
                  <a:lnTo>
                    <a:pt x="1440" y="1324"/>
                  </a:lnTo>
                  <a:lnTo>
                    <a:pt x="1446" y="1324"/>
                  </a:lnTo>
                  <a:lnTo>
                    <a:pt x="1452" y="1324"/>
                  </a:lnTo>
                  <a:lnTo>
                    <a:pt x="1457" y="1324"/>
                  </a:lnTo>
                  <a:lnTo>
                    <a:pt x="1462" y="1324"/>
                  </a:lnTo>
                  <a:lnTo>
                    <a:pt x="1466" y="1324"/>
                  </a:lnTo>
                  <a:lnTo>
                    <a:pt x="1470" y="1324"/>
                  </a:lnTo>
                  <a:lnTo>
                    <a:pt x="1473" y="1324"/>
                  </a:lnTo>
                  <a:lnTo>
                    <a:pt x="1475" y="1324"/>
                  </a:lnTo>
                  <a:lnTo>
                    <a:pt x="1477" y="1324"/>
                  </a:lnTo>
                  <a:lnTo>
                    <a:pt x="1478" y="1324"/>
                  </a:lnTo>
                  <a:lnTo>
                    <a:pt x="1478" y="1324"/>
                  </a:lnTo>
                  <a:lnTo>
                    <a:pt x="1490" y="1324"/>
                  </a:lnTo>
                  <a:lnTo>
                    <a:pt x="1502" y="1323"/>
                  </a:lnTo>
                  <a:lnTo>
                    <a:pt x="1513" y="1322"/>
                  </a:lnTo>
                  <a:lnTo>
                    <a:pt x="1525" y="1321"/>
                  </a:lnTo>
                  <a:lnTo>
                    <a:pt x="1538" y="1319"/>
                  </a:lnTo>
                  <a:lnTo>
                    <a:pt x="1549" y="1317"/>
                  </a:lnTo>
                  <a:lnTo>
                    <a:pt x="1561" y="1314"/>
                  </a:lnTo>
                  <a:lnTo>
                    <a:pt x="1572" y="1312"/>
                  </a:lnTo>
                  <a:lnTo>
                    <a:pt x="1584" y="1308"/>
                  </a:lnTo>
                  <a:lnTo>
                    <a:pt x="1595" y="1305"/>
                  </a:lnTo>
                  <a:lnTo>
                    <a:pt x="1606" y="1300"/>
                  </a:lnTo>
                  <a:lnTo>
                    <a:pt x="1617" y="1295"/>
                  </a:lnTo>
                  <a:lnTo>
                    <a:pt x="1628" y="1291"/>
                  </a:lnTo>
                  <a:lnTo>
                    <a:pt x="1638" y="1286"/>
                  </a:lnTo>
                  <a:lnTo>
                    <a:pt x="1648" y="1280"/>
                  </a:lnTo>
                  <a:lnTo>
                    <a:pt x="1659" y="1275"/>
                  </a:lnTo>
                  <a:lnTo>
                    <a:pt x="1669" y="1269"/>
                  </a:lnTo>
                  <a:lnTo>
                    <a:pt x="1678" y="1262"/>
                  </a:lnTo>
                  <a:lnTo>
                    <a:pt x="1689" y="1255"/>
                  </a:lnTo>
                  <a:lnTo>
                    <a:pt x="1698" y="1248"/>
                  </a:lnTo>
                  <a:lnTo>
                    <a:pt x="1706" y="1241"/>
                  </a:lnTo>
                  <a:lnTo>
                    <a:pt x="1715" y="1233"/>
                  </a:lnTo>
                  <a:lnTo>
                    <a:pt x="1723" y="1225"/>
                  </a:lnTo>
                  <a:lnTo>
                    <a:pt x="1731" y="1217"/>
                  </a:lnTo>
                  <a:lnTo>
                    <a:pt x="1739" y="1208"/>
                  </a:lnTo>
                  <a:lnTo>
                    <a:pt x="1746" y="1199"/>
                  </a:lnTo>
                  <a:lnTo>
                    <a:pt x="1753" y="1190"/>
                  </a:lnTo>
                  <a:lnTo>
                    <a:pt x="1760" y="1180"/>
                  </a:lnTo>
                  <a:lnTo>
                    <a:pt x="1766" y="1171"/>
                  </a:lnTo>
                  <a:lnTo>
                    <a:pt x="1761" y="1171"/>
                  </a:lnTo>
                  <a:lnTo>
                    <a:pt x="1752" y="1171"/>
                  </a:lnTo>
                  <a:lnTo>
                    <a:pt x="1746" y="1171"/>
                  </a:lnTo>
                  <a:lnTo>
                    <a:pt x="1746" y="1171"/>
                  </a:lnTo>
                  <a:lnTo>
                    <a:pt x="1745" y="1171"/>
                  </a:lnTo>
                  <a:lnTo>
                    <a:pt x="1743" y="1171"/>
                  </a:lnTo>
                  <a:lnTo>
                    <a:pt x="1740" y="1171"/>
                  </a:lnTo>
                  <a:lnTo>
                    <a:pt x="1736" y="1171"/>
                  </a:lnTo>
                  <a:lnTo>
                    <a:pt x="1732" y="1171"/>
                  </a:lnTo>
                  <a:lnTo>
                    <a:pt x="1727" y="1171"/>
                  </a:lnTo>
                  <a:lnTo>
                    <a:pt x="1721" y="1171"/>
                  </a:lnTo>
                  <a:lnTo>
                    <a:pt x="1714" y="1171"/>
                  </a:lnTo>
                  <a:lnTo>
                    <a:pt x="1706" y="1171"/>
                  </a:lnTo>
                  <a:lnTo>
                    <a:pt x="1698" y="1171"/>
                  </a:lnTo>
                  <a:lnTo>
                    <a:pt x="1689" y="1171"/>
                  </a:lnTo>
                  <a:lnTo>
                    <a:pt x="1678" y="1171"/>
                  </a:lnTo>
                  <a:lnTo>
                    <a:pt x="1668" y="1171"/>
                  </a:lnTo>
                  <a:lnTo>
                    <a:pt x="1657" y="1171"/>
                  </a:lnTo>
                  <a:lnTo>
                    <a:pt x="1645" y="1171"/>
                  </a:lnTo>
                  <a:lnTo>
                    <a:pt x="1632" y="1171"/>
                  </a:lnTo>
                  <a:lnTo>
                    <a:pt x="1619" y="1171"/>
                  </a:lnTo>
                  <a:lnTo>
                    <a:pt x="1604" y="1171"/>
                  </a:lnTo>
                  <a:lnTo>
                    <a:pt x="1591" y="1171"/>
                  </a:lnTo>
                  <a:lnTo>
                    <a:pt x="1575" y="1171"/>
                  </a:lnTo>
                  <a:lnTo>
                    <a:pt x="1560" y="1171"/>
                  </a:lnTo>
                  <a:lnTo>
                    <a:pt x="1542" y="1171"/>
                  </a:lnTo>
                  <a:lnTo>
                    <a:pt x="1525" y="1171"/>
                  </a:lnTo>
                  <a:lnTo>
                    <a:pt x="1508" y="1171"/>
                  </a:lnTo>
                  <a:lnTo>
                    <a:pt x="1489" y="1171"/>
                  </a:lnTo>
                  <a:lnTo>
                    <a:pt x="1470" y="1171"/>
                  </a:lnTo>
                  <a:lnTo>
                    <a:pt x="1450" y="1171"/>
                  </a:lnTo>
                  <a:lnTo>
                    <a:pt x="1431" y="1171"/>
                  </a:lnTo>
                  <a:lnTo>
                    <a:pt x="1409" y="1171"/>
                  </a:lnTo>
                  <a:lnTo>
                    <a:pt x="1388" y="1171"/>
                  </a:lnTo>
                  <a:lnTo>
                    <a:pt x="1366" y="1171"/>
                  </a:lnTo>
                  <a:lnTo>
                    <a:pt x="1343" y="1171"/>
                  </a:lnTo>
                  <a:lnTo>
                    <a:pt x="1343" y="1171"/>
                  </a:lnTo>
                  <a:lnTo>
                    <a:pt x="1320" y="1170"/>
                  </a:lnTo>
                  <a:lnTo>
                    <a:pt x="1297" y="1170"/>
                  </a:lnTo>
                  <a:lnTo>
                    <a:pt x="1276" y="1169"/>
                  </a:lnTo>
                  <a:lnTo>
                    <a:pt x="1257" y="1169"/>
                  </a:lnTo>
                  <a:lnTo>
                    <a:pt x="1239" y="1168"/>
                  </a:lnTo>
                  <a:lnTo>
                    <a:pt x="1222" y="1165"/>
                  </a:lnTo>
                  <a:lnTo>
                    <a:pt x="1206" y="1164"/>
                  </a:lnTo>
                  <a:lnTo>
                    <a:pt x="1192" y="1162"/>
                  </a:lnTo>
                  <a:lnTo>
                    <a:pt x="1178" y="1160"/>
                  </a:lnTo>
                  <a:lnTo>
                    <a:pt x="1166" y="1157"/>
                  </a:lnTo>
                  <a:lnTo>
                    <a:pt x="1155" y="1155"/>
                  </a:lnTo>
                  <a:lnTo>
                    <a:pt x="1144" y="1153"/>
                  </a:lnTo>
                  <a:lnTo>
                    <a:pt x="1135" y="1149"/>
                  </a:lnTo>
                  <a:lnTo>
                    <a:pt x="1125" y="1147"/>
                  </a:lnTo>
                  <a:lnTo>
                    <a:pt x="1117" y="1143"/>
                  </a:lnTo>
                  <a:lnTo>
                    <a:pt x="1109" y="1140"/>
                  </a:lnTo>
                  <a:lnTo>
                    <a:pt x="1101" y="1137"/>
                  </a:lnTo>
                  <a:lnTo>
                    <a:pt x="1095" y="1133"/>
                  </a:lnTo>
                  <a:lnTo>
                    <a:pt x="1089" y="1130"/>
                  </a:lnTo>
                  <a:lnTo>
                    <a:pt x="1083" y="1126"/>
                  </a:lnTo>
                  <a:lnTo>
                    <a:pt x="1076" y="1122"/>
                  </a:lnTo>
                  <a:lnTo>
                    <a:pt x="1071" y="1118"/>
                  </a:lnTo>
                  <a:lnTo>
                    <a:pt x="1066" y="1115"/>
                  </a:lnTo>
                  <a:lnTo>
                    <a:pt x="1060" y="1110"/>
                  </a:lnTo>
                  <a:lnTo>
                    <a:pt x="1054" y="1107"/>
                  </a:lnTo>
                  <a:lnTo>
                    <a:pt x="1048" y="1102"/>
                  </a:lnTo>
                  <a:lnTo>
                    <a:pt x="1042" y="1097"/>
                  </a:lnTo>
                  <a:lnTo>
                    <a:pt x="1037" y="1094"/>
                  </a:lnTo>
                  <a:lnTo>
                    <a:pt x="1037" y="1094"/>
                  </a:lnTo>
                  <a:lnTo>
                    <a:pt x="1031" y="1089"/>
                  </a:lnTo>
                  <a:lnTo>
                    <a:pt x="1025" y="1085"/>
                  </a:lnTo>
                  <a:lnTo>
                    <a:pt x="1019" y="1080"/>
                  </a:lnTo>
                  <a:lnTo>
                    <a:pt x="1014" y="1074"/>
                  </a:lnTo>
                  <a:lnTo>
                    <a:pt x="1008" y="1069"/>
                  </a:lnTo>
                  <a:lnTo>
                    <a:pt x="1003" y="1062"/>
                  </a:lnTo>
                  <a:lnTo>
                    <a:pt x="998" y="1055"/>
                  </a:lnTo>
                  <a:lnTo>
                    <a:pt x="993" y="1048"/>
                  </a:lnTo>
                  <a:lnTo>
                    <a:pt x="988" y="1040"/>
                  </a:lnTo>
                  <a:lnTo>
                    <a:pt x="984" y="1032"/>
                  </a:lnTo>
                  <a:lnTo>
                    <a:pt x="979" y="1023"/>
                  </a:lnTo>
                  <a:lnTo>
                    <a:pt x="975" y="1013"/>
                  </a:lnTo>
                  <a:lnTo>
                    <a:pt x="971" y="1004"/>
                  </a:lnTo>
                  <a:lnTo>
                    <a:pt x="968" y="994"/>
                  </a:lnTo>
                  <a:lnTo>
                    <a:pt x="964" y="983"/>
                  </a:lnTo>
                  <a:lnTo>
                    <a:pt x="962" y="973"/>
                  </a:lnTo>
                  <a:lnTo>
                    <a:pt x="960" y="961"/>
                  </a:lnTo>
                  <a:lnTo>
                    <a:pt x="957" y="950"/>
                  </a:lnTo>
                  <a:lnTo>
                    <a:pt x="956" y="938"/>
                  </a:lnTo>
                  <a:lnTo>
                    <a:pt x="955" y="926"/>
                  </a:lnTo>
                  <a:lnTo>
                    <a:pt x="955" y="913"/>
                  </a:lnTo>
                  <a:lnTo>
                    <a:pt x="955" y="900"/>
                  </a:lnTo>
                  <a:lnTo>
                    <a:pt x="956" y="888"/>
                  </a:lnTo>
                  <a:lnTo>
                    <a:pt x="957" y="874"/>
                  </a:lnTo>
                  <a:lnTo>
                    <a:pt x="960" y="860"/>
                  </a:lnTo>
                  <a:lnTo>
                    <a:pt x="962" y="846"/>
                  </a:lnTo>
                  <a:lnTo>
                    <a:pt x="965" y="831"/>
                  </a:lnTo>
                  <a:lnTo>
                    <a:pt x="969" y="816"/>
                  </a:lnTo>
                  <a:lnTo>
                    <a:pt x="973" y="801"/>
                  </a:lnTo>
                  <a:lnTo>
                    <a:pt x="979" y="786"/>
                  </a:lnTo>
                  <a:lnTo>
                    <a:pt x="985" y="771"/>
                  </a:lnTo>
                  <a:lnTo>
                    <a:pt x="993" y="756"/>
                  </a:lnTo>
                  <a:lnTo>
                    <a:pt x="1001" y="744"/>
                  </a:lnTo>
                  <a:lnTo>
                    <a:pt x="1009" y="731"/>
                  </a:lnTo>
                  <a:lnTo>
                    <a:pt x="1019" y="720"/>
                  </a:lnTo>
                  <a:lnTo>
                    <a:pt x="1029" y="709"/>
                  </a:lnTo>
                  <a:lnTo>
                    <a:pt x="1039" y="700"/>
                  </a:lnTo>
                  <a:lnTo>
                    <a:pt x="1051" y="691"/>
                  </a:lnTo>
                  <a:lnTo>
                    <a:pt x="1062" y="684"/>
                  </a:lnTo>
                  <a:lnTo>
                    <a:pt x="1074" y="676"/>
                  </a:lnTo>
                  <a:lnTo>
                    <a:pt x="1085" y="670"/>
                  </a:lnTo>
                  <a:lnTo>
                    <a:pt x="1097" y="664"/>
                  </a:lnTo>
                  <a:lnTo>
                    <a:pt x="1108" y="659"/>
                  </a:lnTo>
                  <a:lnTo>
                    <a:pt x="1120" y="654"/>
                  </a:lnTo>
                  <a:lnTo>
                    <a:pt x="1131" y="650"/>
                  </a:lnTo>
                  <a:lnTo>
                    <a:pt x="1143" y="647"/>
                  </a:lnTo>
                  <a:lnTo>
                    <a:pt x="1153" y="644"/>
                  </a:lnTo>
                  <a:lnTo>
                    <a:pt x="1163" y="641"/>
                  </a:lnTo>
                  <a:lnTo>
                    <a:pt x="1174" y="639"/>
                  </a:lnTo>
                  <a:lnTo>
                    <a:pt x="1183" y="638"/>
                  </a:lnTo>
                  <a:lnTo>
                    <a:pt x="1191" y="637"/>
                  </a:lnTo>
                  <a:lnTo>
                    <a:pt x="1199" y="636"/>
                  </a:lnTo>
                  <a:lnTo>
                    <a:pt x="1207" y="634"/>
                  </a:lnTo>
                  <a:lnTo>
                    <a:pt x="1213" y="634"/>
                  </a:lnTo>
                  <a:lnTo>
                    <a:pt x="1219" y="633"/>
                  </a:lnTo>
                  <a:lnTo>
                    <a:pt x="1222" y="633"/>
                  </a:lnTo>
                  <a:lnTo>
                    <a:pt x="1226" y="633"/>
                  </a:lnTo>
                  <a:lnTo>
                    <a:pt x="1228" y="633"/>
                  </a:lnTo>
                  <a:lnTo>
                    <a:pt x="1228" y="633"/>
                  </a:lnTo>
                  <a:lnTo>
                    <a:pt x="1231" y="633"/>
                  </a:lnTo>
                  <a:lnTo>
                    <a:pt x="1238" y="633"/>
                  </a:lnTo>
                  <a:lnTo>
                    <a:pt x="1249" y="633"/>
                  </a:lnTo>
                  <a:lnTo>
                    <a:pt x="1262" y="633"/>
                  </a:lnTo>
                  <a:lnTo>
                    <a:pt x="1279" y="633"/>
                  </a:lnTo>
                  <a:lnTo>
                    <a:pt x="1296" y="633"/>
                  </a:lnTo>
                  <a:lnTo>
                    <a:pt x="1315" y="633"/>
                  </a:lnTo>
                  <a:lnTo>
                    <a:pt x="1334" y="633"/>
                  </a:lnTo>
                  <a:lnTo>
                    <a:pt x="1352" y="633"/>
                  </a:lnTo>
                  <a:lnTo>
                    <a:pt x="1371" y="633"/>
                  </a:lnTo>
                  <a:lnTo>
                    <a:pt x="1387" y="633"/>
                  </a:lnTo>
                  <a:lnTo>
                    <a:pt x="1401" y="633"/>
                  </a:lnTo>
                  <a:lnTo>
                    <a:pt x="1411" y="633"/>
                  </a:lnTo>
                  <a:lnTo>
                    <a:pt x="1418" y="633"/>
                  </a:lnTo>
                  <a:lnTo>
                    <a:pt x="1420" y="633"/>
                  </a:lnTo>
                  <a:lnTo>
                    <a:pt x="1420" y="627"/>
                  </a:lnTo>
                  <a:lnTo>
                    <a:pt x="1420" y="614"/>
                  </a:lnTo>
                  <a:lnTo>
                    <a:pt x="1420" y="595"/>
                  </a:lnTo>
                  <a:lnTo>
                    <a:pt x="1420" y="574"/>
                  </a:lnTo>
                  <a:lnTo>
                    <a:pt x="1420" y="556"/>
                  </a:lnTo>
                  <a:lnTo>
                    <a:pt x="1420" y="542"/>
                  </a:lnTo>
                  <a:lnTo>
                    <a:pt x="1420" y="538"/>
                  </a:lnTo>
                  <a:lnTo>
                    <a:pt x="1420" y="538"/>
                  </a:lnTo>
                  <a:lnTo>
                    <a:pt x="1418" y="538"/>
                  </a:lnTo>
                  <a:lnTo>
                    <a:pt x="1416" y="538"/>
                  </a:lnTo>
                  <a:lnTo>
                    <a:pt x="1411" y="538"/>
                  </a:lnTo>
                  <a:lnTo>
                    <a:pt x="1405" y="538"/>
                  </a:lnTo>
                  <a:lnTo>
                    <a:pt x="1397" y="538"/>
                  </a:lnTo>
                  <a:lnTo>
                    <a:pt x="1388" y="538"/>
                  </a:lnTo>
                  <a:lnTo>
                    <a:pt x="1376" y="538"/>
                  </a:lnTo>
                  <a:lnTo>
                    <a:pt x="1363" y="538"/>
                  </a:lnTo>
                  <a:lnTo>
                    <a:pt x="1347" y="538"/>
                  </a:lnTo>
                  <a:lnTo>
                    <a:pt x="1328" y="538"/>
                  </a:lnTo>
                  <a:lnTo>
                    <a:pt x="1307" y="538"/>
                  </a:lnTo>
                  <a:lnTo>
                    <a:pt x="1284" y="538"/>
                  </a:lnTo>
                  <a:lnTo>
                    <a:pt x="1258" y="538"/>
                  </a:lnTo>
                  <a:lnTo>
                    <a:pt x="1228" y="538"/>
                  </a:lnTo>
                  <a:lnTo>
                    <a:pt x="1209" y="538"/>
                  </a:lnTo>
                  <a:lnTo>
                    <a:pt x="1191" y="539"/>
                  </a:lnTo>
                  <a:lnTo>
                    <a:pt x="1174" y="541"/>
                  </a:lnTo>
                  <a:lnTo>
                    <a:pt x="1157" y="545"/>
                  </a:lnTo>
                  <a:lnTo>
                    <a:pt x="1140" y="548"/>
                  </a:lnTo>
                  <a:lnTo>
                    <a:pt x="1124" y="553"/>
                  </a:lnTo>
                  <a:lnTo>
                    <a:pt x="1109" y="557"/>
                  </a:lnTo>
                  <a:lnTo>
                    <a:pt x="1094" y="562"/>
                  </a:lnTo>
                  <a:lnTo>
                    <a:pt x="1082" y="568"/>
                  </a:lnTo>
                  <a:lnTo>
                    <a:pt x="1069" y="572"/>
                  </a:lnTo>
                  <a:lnTo>
                    <a:pt x="1057" y="578"/>
                  </a:lnTo>
                  <a:lnTo>
                    <a:pt x="1046" y="584"/>
                  </a:lnTo>
                  <a:lnTo>
                    <a:pt x="1037" y="589"/>
                  </a:lnTo>
                  <a:lnTo>
                    <a:pt x="1028" y="594"/>
                  </a:lnTo>
                  <a:lnTo>
                    <a:pt x="1021" y="599"/>
                  </a:lnTo>
                  <a:lnTo>
                    <a:pt x="1014" y="603"/>
                  </a:lnTo>
                  <a:lnTo>
                    <a:pt x="1008" y="607"/>
                  </a:lnTo>
                  <a:lnTo>
                    <a:pt x="1003" y="609"/>
                  </a:lnTo>
                  <a:lnTo>
                    <a:pt x="1001" y="611"/>
                  </a:lnTo>
                  <a:lnTo>
                    <a:pt x="999" y="614"/>
                  </a:lnTo>
                  <a:lnTo>
                    <a:pt x="998" y="614"/>
                  </a:lnTo>
                  <a:lnTo>
                    <a:pt x="1007" y="602"/>
                  </a:lnTo>
                  <a:lnTo>
                    <a:pt x="1015" y="591"/>
                  </a:lnTo>
                  <a:lnTo>
                    <a:pt x="1025" y="580"/>
                  </a:lnTo>
                  <a:lnTo>
                    <a:pt x="1034" y="571"/>
                  </a:lnTo>
                  <a:lnTo>
                    <a:pt x="1045" y="562"/>
                  </a:lnTo>
                  <a:lnTo>
                    <a:pt x="1056" y="553"/>
                  </a:lnTo>
                  <a:lnTo>
                    <a:pt x="1068" y="546"/>
                  </a:lnTo>
                  <a:lnTo>
                    <a:pt x="1079" y="538"/>
                  </a:lnTo>
                  <a:lnTo>
                    <a:pt x="1091" y="531"/>
                  </a:lnTo>
                  <a:lnTo>
                    <a:pt x="1104" y="525"/>
                  </a:lnTo>
                  <a:lnTo>
                    <a:pt x="1116" y="518"/>
                  </a:lnTo>
                  <a:lnTo>
                    <a:pt x="1129" y="513"/>
                  </a:lnTo>
                  <a:lnTo>
                    <a:pt x="1142" y="508"/>
                  </a:lnTo>
                  <a:lnTo>
                    <a:pt x="1154" y="503"/>
                  </a:lnTo>
                  <a:lnTo>
                    <a:pt x="1168" y="500"/>
                  </a:lnTo>
                  <a:lnTo>
                    <a:pt x="1181" y="496"/>
                  </a:lnTo>
                  <a:lnTo>
                    <a:pt x="1193" y="493"/>
                  </a:lnTo>
                  <a:lnTo>
                    <a:pt x="1207" y="489"/>
                  </a:lnTo>
                  <a:lnTo>
                    <a:pt x="1220" y="487"/>
                  </a:lnTo>
                  <a:lnTo>
                    <a:pt x="1234" y="485"/>
                  </a:lnTo>
                  <a:lnTo>
                    <a:pt x="1246" y="482"/>
                  </a:lnTo>
                  <a:lnTo>
                    <a:pt x="1259" y="481"/>
                  </a:lnTo>
                  <a:lnTo>
                    <a:pt x="1272" y="480"/>
                  </a:lnTo>
                  <a:lnTo>
                    <a:pt x="1283" y="479"/>
                  </a:lnTo>
                  <a:lnTo>
                    <a:pt x="1296" y="478"/>
                  </a:lnTo>
                  <a:lnTo>
                    <a:pt x="1307" y="477"/>
                  </a:lnTo>
                  <a:lnTo>
                    <a:pt x="1319" y="477"/>
                  </a:lnTo>
                  <a:lnTo>
                    <a:pt x="1329" y="477"/>
                  </a:lnTo>
                  <a:lnTo>
                    <a:pt x="1340" y="475"/>
                  </a:lnTo>
                  <a:lnTo>
                    <a:pt x="1350" y="475"/>
                  </a:lnTo>
                  <a:lnTo>
                    <a:pt x="1359" y="475"/>
                  </a:lnTo>
                  <a:lnTo>
                    <a:pt x="1368" y="477"/>
                  </a:lnTo>
                  <a:lnTo>
                    <a:pt x="1376" y="477"/>
                  </a:lnTo>
                  <a:lnTo>
                    <a:pt x="1385" y="477"/>
                  </a:lnTo>
                  <a:lnTo>
                    <a:pt x="1391" y="477"/>
                  </a:lnTo>
                  <a:lnTo>
                    <a:pt x="1398" y="478"/>
                  </a:lnTo>
                  <a:lnTo>
                    <a:pt x="1404" y="478"/>
                  </a:lnTo>
                  <a:lnTo>
                    <a:pt x="1409" y="478"/>
                  </a:lnTo>
                  <a:lnTo>
                    <a:pt x="1413" y="479"/>
                  </a:lnTo>
                  <a:lnTo>
                    <a:pt x="1416" y="479"/>
                  </a:lnTo>
                  <a:lnTo>
                    <a:pt x="1418" y="479"/>
                  </a:lnTo>
                  <a:lnTo>
                    <a:pt x="1420" y="479"/>
                  </a:lnTo>
                  <a:lnTo>
                    <a:pt x="1420" y="480"/>
                  </a:lnTo>
                  <a:lnTo>
                    <a:pt x="1419" y="474"/>
                  </a:lnTo>
                  <a:lnTo>
                    <a:pt x="1417" y="460"/>
                  </a:lnTo>
                  <a:lnTo>
                    <a:pt x="1413" y="442"/>
                  </a:lnTo>
                  <a:lnTo>
                    <a:pt x="1409" y="421"/>
                  </a:lnTo>
                  <a:lnTo>
                    <a:pt x="1405" y="403"/>
                  </a:lnTo>
                  <a:lnTo>
                    <a:pt x="1402" y="389"/>
                  </a:lnTo>
                  <a:lnTo>
                    <a:pt x="1401" y="383"/>
                  </a:lnTo>
                  <a:lnTo>
                    <a:pt x="1381" y="382"/>
                  </a:lnTo>
                  <a:lnTo>
                    <a:pt x="1361" y="381"/>
                  </a:lnTo>
                  <a:lnTo>
                    <a:pt x="1343" y="381"/>
                  </a:lnTo>
                  <a:lnTo>
                    <a:pt x="1323" y="382"/>
                  </a:lnTo>
                  <a:lnTo>
                    <a:pt x="1306" y="383"/>
                  </a:lnTo>
                  <a:lnTo>
                    <a:pt x="1289" y="384"/>
                  </a:lnTo>
                  <a:lnTo>
                    <a:pt x="1272" y="387"/>
                  </a:lnTo>
                  <a:lnTo>
                    <a:pt x="1256" y="389"/>
                  </a:lnTo>
                  <a:lnTo>
                    <a:pt x="1239" y="391"/>
                  </a:lnTo>
                  <a:lnTo>
                    <a:pt x="1224" y="395"/>
                  </a:lnTo>
                  <a:lnTo>
                    <a:pt x="1209" y="398"/>
                  </a:lnTo>
                  <a:lnTo>
                    <a:pt x="1195" y="403"/>
                  </a:lnTo>
                  <a:lnTo>
                    <a:pt x="1181" y="406"/>
                  </a:lnTo>
                  <a:lnTo>
                    <a:pt x="1168" y="411"/>
                  </a:lnTo>
                  <a:lnTo>
                    <a:pt x="1155" y="416"/>
                  </a:lnTo>
                  <a:lnTo>
                    <a:pt x="1144" y="420"/>
                  </a:lnTo>
                  <a:lnTo>
                    <a:pt x="1132" y="425"/>
                  </a:lnTo>
                  <a:lnTo>
                    <a:pt x="1122" y="429"/>
                  </a:lnTo>
                  <a:lnTo>
                    <a:pt x="1112" y="434"/>
                  </a:lnTo>
                  <a:lnTo>
                    <a:pt x="1102" y="439"/>
                  </a:lnTo>
                  <a:lnTo>
                    <a:pt x="1093" y="443"/>
                  </a:lnTo>
                  <a:lnTo>
                    <a:pt x="1085" y="448"/>
                  </a:lnTo>
                  <a:lnTo>
                    <a:pt x="1077" y="451"/>
                  </a:lnTo>
                  <a:lnTo>
                    <a:pt x="1070" y="456"/>
                  </a:lnTo>
                  <a:lnTo>
                    <a:pt x="1064" y="459"/>
                  </a:lnTo>
                  <a:lnTo>
                    <a:pt x="1059" y="464"/>
                  </a:lnTo>
                  <a:lnTo>
                    <a:pt x="1053" y="467"/>
                  </a:lnTo>
                  <a:lnTo>
                    <a:pt x="1049" y="470"/>
                  </a:lnTo>
                  <a:lnTo>
                    <a:pt x="1045" y="473"/>
                  </a:lnTo>
                  <a:lnTo>
                    <a:pt x="1042" y="475"/>
                  </a:lnTo>
                  <a:lnTo>
                    <a:pt x="1040" y="477"/>
                  </a:lnTo>
                  <a:lnTo>
                    <a:pt x="1038" y="479"/>
                  </a:lnTo>
                  <a:lnTo>
                    <a:pt x="1037" y="479"/>
                  </a:lnTo>
                  <a:lnTo>
                    <a:pt x="1037" y="480"/>
                  </a:lnTo>
                  <a:lnTo>
                    <a:pt x="1042" y="470"/>
                  </a:lnTo>
                  <a:lnTo>
                    <a:pt x="1049" y="459"/>
                  </a:lnTo>
                  <a:lnTo>
                    <a:pt x="1057" y="449"/>
                  </a:lnTo>
                  <a:lnTo>
                    <a:pt x="1066" y="440"/>
                  </a:lnTo>
                  <a:lnTo>
                    <a:pt x="1076" y="431"/>
                  </a:lnTo>
                  <a:lnTo>
                    <a:pt x="1086" y="422"/>
                  </a:lnTo>
                  <a:lnTo>
                    <a:pt x="1097" y="414"/>
                  </a:lnTo>
                  <a:lnTo>
                    <a:pt x="1109" y="406"/>
                  </a:lnTo>
                  <a:lnTo>
                    <a:pt x="1121" y="398"/>
                  </a:lnTo>
                  <a:lnTo>
                    <a:pt x="1133" y="390"/>
                  </a:lnTo>
                  <a:lnTo>
                    <a:pt x="1147" y="383"/>
                  </a:lnTo>
                  <a:lnTo>
                    <a:pt x="1160" y="376"/>
                  </a:lnTo>
                  <a:lnTo>
                    <a:pt x="1174" y="371"/>
                  </a:lnTo>
                  <a:lnTo>
                    <a:pt x="1188" y="364"/>
                  </a:lnTo>
                  <a:lnTo>
                    <a:pt x="1201" y="358"/>
                  </a:lnTo>
                  <a:lnTo>
                    <a:pt x="1214" y="352"/>
                  </a:lnTo>
                  <a:lnTo>
                    <a:pt x="1228" y="348"/>
                  </a:lnTo>
                  <a:lnTo>
                    <a:pt x="1242" y="342"/>
                  </a:lnTo>
                  <a:lnTo>
                    <a:pt x="1254" y="337"/>
                  </a:lnTo>
                  <a:lnTo>
                    <a:pt x="1267" y="334"/>
                  </a:lnTo>
                  <a:lnTo>
                    <a:pt x="1280" y="329"/>
                  </a:lnTo>
                  <a:lnTo>
                    <a:pt x="1291" y="326"/>
                  </a:lnTo>
                  <a:lnTo>
                    <a:pt x="1302" y="322"/>
                  </a:lnTo>
                  <a:lnTo>
                    <a:pt x="1313" y="320"/>
                  </a:lnTo>
                  <a:lnTo>
                    <a:pt x="1322" y="316"/>
                  </a:lnTo>
                  <a:lnTo>
                    <a:pt x="1332" y="314"/>
                  </a:lnTo>
                  <a:lnTo>
                    <a:pt x="1340" y="312"/>
                  </a:lnTo>
                  <a:lnTo>
                    <a:pt x="1347" y="311"/>
                  </a:lnTo>
                  <a:lnTo>
                    <a:pt x="1352" y="310"/>
                  </a:lnTo>
                  <a:lnTo>
                    <a:pt x="1357" y="308"/>
                  </a:lnTo>
                  <a:lnTo>
                    <a:pt x="1360" y="307"/>
                  </a:lnTo>
                  <a:lnTo>
                    <a:pt x="1363" y="307"/>
                  </a:lnTo>
                  <a:lnTo>
                    <a:pt x="1363" y="307"/>
                  </a:lnTo>
                  <a:lnTo>
                    <a:pt x="1360" y="302"/>
                  </a:lnTo>
                  <a:lnTo>
                    <a:pt x="1353" y="287"/>
                  </a:lnTo>
                  <a:lnTo>
                    <a:pt x="1343" y="268"/>
                  </a:lnTo>
                  <a:lnTo>
                    <a:pt x="1334" y="250"/>
                  </a:lnTo>
                  <a:lnTo>
                    <a:pt x="1327" y="236"/>
                  </a:lnTo>
                  <a:lnTo>
                    <a:pt x="1325" y="230"/>
                  </a:lnTo>
                  <a:lnTo>
                    <a:pt x="1304" y="235"/>
                  </a:lnTo>
                  <a:lnTo>
                    <a:pt x="1284" y="239"/>
                  </a:lnTo>
                  <a:lnTo>
                    <a:pt x="1266" y="244"/>
                  </a:lnTo>
                  <a:lnTo>
                    <a:pt x="1247" y="250"/>
                  </a:lnTo>
                  <a:lnTo>
                    <a:pt x="1229" y="255"/>
                  </a:lnTo>
                  <a:lnTo>
                    <a:pt x="1212" y="261"/>
                  </a:lnTo>
                  <a:lnTo>
                    <a:pt x="1196" y="267"/>
                  </a:lnTo>
                  <a:lnTo>
                    <a:pt x="1180" y="274"/>
                  </a:lnTo>
                  <a:lnTo>
                    <a:pt x="1165" y="280"/>
                  </a:lnTo>
                  <a:lnTo>
                    <a:pt x="1150" y="287"/>
                  </a:lnTo>
                  <a:lnTo>
                    <a:pt x="1136" y="292"/>
                  </a:lnTo>
                  <a:lnTo>
                    <a:pt x="1123" y="299"/>
                  </a:lnTo>
                  <a:lnTo>
                    <a:pt x="1110" y="305"/>
                  </a:lnTo>
                  <a:lnTo>
                    <a:pt x="1099" y="312"/>
                  </a:lnTo>
                  <a:lnTo>
                    <a:pt x="1087" y="318"/>
                  </a:lnTo>
                  <a:lnTo>
                    <a:pt x="1078" y="323"/>
                  </a:lnTo>
                  <a:lnTo>
                    <a:pt x="1068" y="329"/>
                  </a:lnTo>
                  <a:lnTo>
                    <a:pt x="1060" y="335"/>
                  </a:lnTo>
                  <a:lnTo>
                    <a:pt x="1052" y="340"/>
                  </a:lnTo>
                  <a:lnTo>
                    <a:pt x="1045" y="344"/>
                  </a:lnTo>
                  <a:lnTo>
                    <a:pt x="1038" y="349"/>
                  </a:lnTo>
                  <a:lnTo>
                    <a:pt x="1033" y="352"/>
                  </a:lnTo>
                  <a:lnTo>
                    <a:pt x="1029" y="356"/>
                  </a:lnTo>
                  <a:lnTo>
                    <a:pt x="1024" y="359"/>
                  </a:lnTo>
                  <a:lnTo>
                    <a:pt x="1022" y="361"/>
                  </a:lnTo>
                  <a:lnTo>
                    <a:pt x="1019" y="363"/>
                  </a:lnTo>
                  <a:lnTo>
                    <a:pt x="1018" y="364"/>
                  </a:lnTo>
                  <a:lnTo>
                    <a:pt x="1017" y="365"/>
                  </a:lnTo>
                  <a:lnTo>
                    <a:pt x="1024" y="352"/>
                  </a:lnTo>
                  <a:lnTo>
                    <a:pt x="1032" y="340"/>
                  </a:lnTo>
                  <a:lnTo>
                    <a:pt x="1040" y="328"/>
                  </a:lnTo>
                  <a:lnTo>
                    <a:pt x="1049" y="316"/>
                  </a:lnTo>
                  <a:lnTo>
                    <a:pt x="1059" y="305"/>
                  </a:lnTo>
                  <a:lnTo>
                    <a:pt x="1070" y="293"/>
                  </a:lnTo>
                  <a:lnTo>
                    <a:pt x="1080" y="283"/>
                  </a:lnTo>
                  <a:lnTo>
                    <a:pt x="1092" y="272"/>
                  </a:lnTo>
                  <a:lnTo>
                    <a:pt x="1104" y="261"/>
                  </a:lnTo>
                  <a:lnTo>
                    <a:pt x="1115" y="252"/>
                  </a:lnTo>
                  <a:lnTo>
                    <a:pt x="1128" y="242"/>
                  </a:lnTo>
                  <a:lnTo>
                    <a:pt x="1139" y="232"/>
                  </a:lnTo>
                  <a:lnTo>
                    <a:pt x="1152" y="224"/>
                  </a:lnTo>
                  <a:lnTo>
                    <a:pt x="1163" y="215"/>
                  </a:lnTo>
                  <a:lnTo>
                    <a:pt x="1175" y="207"/>
                  </a:lnTo>
                  <a:lnTo>
                    <a:pt x="1186" y="200"/>
                  </a:lnTo>
                  <a:lnTo>
                    <a:pt x="1198" y="193"/>
                  </a:lnTo>
                  <a:lnTo>
                    <a:pt x="1208" y="186"/>
                  </a:lnTo>
                  <a:lnTo>
                    <a:pt x="1219" y="181"/>
                  </a:lnTo>
                  <a:lnTo>
                    <a:pt x="1228" y="175"/>
                  </a:lnTo>
                  <a:lnTo>
                    <a:pt x="1236" y="170"/>
                  </a:lnTo>
                  <a:lnTo>
                    <a:pt x="1244" y="166"/>
                  </a:lnTo>
                  <a:lnTo>
                    <a:pt x="1251" y="162"/>
                  </a:lnTo>
                  <a:lnTo>
                    <a:pt x="1256" y="159"/>
                  </a:lnTo>
                  <a:lnTo>
                    <a:pt x="1260" y="156"/>
                  </a:lnTo>
                  <a:lnTo>
                    <a:pt x="1264" y="154"/>
                  </a:lnTo>
                  <a:lnTo>
                    <a:pt x="1266" y="153"/>
                  </a:lnTo>
                  <a:lnTo>
                    <a:pt x="1267" y="153"/>
                  </a:lnTo>
                  <a:lnTo>
                    <a:pt x="1262" y="149"/>
                  </a:lnTo>
                  <a:lnTo>
                    <a:pt x="1252" y="141"/>
                  </a:lnTo>
                  <a:lnTo>
                    <a:pt x="1237" y="130"/>
                  </a:lnTo>
                  <a:lnTo>
                    <a:pt x="1220" y="118"/>
                  </a:lnTo>
                  <a:lnTo>
                    <a:pt x="1205" y="107"/>
                  </a:lnTo>
                  <a:lnTo>
                    <a:pt x="1195" y="99"/>
                  </a:lnTo>
                  <a:lnTo>
                    <a:pt x="1190" y="95"/>
                  </a:lnTo>
                  <a:lnTo>
                    <a:pt x="1185" y="99"/>
                  </a:lnTo>
                  <a:lnTo>
                    <a:pt x="1178" y="103"/>
                  </a:lnTo>
                  <a:lnTo>
                    <a:pt x="1170" y="108"/>
                  </a:lnTo>
                  <a:lnTo>
                    <a:pt x="1161" y="115"/>
                  </a:lnTo>
                  <a:lnTo>
                    <a:pt x="1152" y="123"/>
                  </a:lnTo>
                  <a:lnTo>
                    <a:pt x="1140" y="131"/>
                  </a:lnTo>
                  <a:lnTo>
                    <a:pt x="1129" y="140"/>
                  </a:lnTo>
                  <a:lnTo>
                    <a:pt x="1117" y="151"/>
                  </a:lnTo>
                  <a:lnTo>
                    <a:pt x="1105" y="161"/>
                  </a:lnTo>
                  <a:lnTo>
                    <a:pt x="1092" y="171"/>
                  </a:lnTo>
                  <a:lnTo>
                    <a:pt x="1079" y="182"/>
                  </a:lnTo>
                  <a:lnTo>
                    <a:pt x="1067" y="193"/>
                  </a:lnTo>
                  <a:lnTo>
                    <a:pt x="1054" y="204"/>
                  </a:lnTo>
                  <a:lnTo>
                    <a:pt x="1041" y="215"/>
                  </a:lnTo>
                  <a:lnTo>
                    <a:pt x="1030" y="225"/>
                  </a:lnTo>
                  <a:lnTo>
                    <a:pt x="1018" y="236"/>
                  </a:lnTo>
                  <a:lnTo>
                    <a:pt x="1008" y="245"/>
                  </a:lnTo>
                  <a:lnTo>
                    <a:pt x="998" y="254"/>
                  </a:lnTo>
                  <a:lnTo>
                    <a:pt x="988" y="262"/>
                  </a:lnTo>
                  <a:lnTo>
                    <a:pt x="980" y="269"/>
                  </a:lnTo>
                  <a:lnTo>
                    <a:pt x="973" y="275"/>
                  </a:lnTo>
                  <a:lnTo>
                    <a:pt x="968" y="281"/>
                  </a:lnTo>
                  <a:lnTo>
                    <a:pt x="963" y="284"/>
                  </a:lnTo>
                  <a:lnTo>
                    <a:pt x="961" y="287"/>
                  </a:lnTo>
                  <a:lnTo>
                    <a:pt x="960" y="288"/>
                  </a:lnTo>
                  <a:lnTo>
                    <a:pt x="963" y="280"/>
                  </a:lnTo>
                  <a:lnTo>
                    <a:pt x="968" y="270"/>
                  </a:lnTo>
                  <a:lnTo>
                    <a:pt x="972" y="260"/>
                  </a:lnTo>
                  <a:lnTo>
                    <a:pt x="979" y="249"/>
                  </a:lnTo>
                  <a:lnTo>
                    <a:pt x="986" y="237"/>
                  </a:lnTo>
                  <a:lnTo>
                    <a:pt x="994" y="224"/>
                  </a:lnTo>
                  <a:lnTo>
                    <a:pt x="1002" y="211"/>
                  </a:lnTo>
                  <a:lnTo>
                    <a:pt x="1011" y="198"/>
                  </a:lnTo>
                  <a:lnTo>
                    <a:pt x="1021" y="184"/>
                  </a:lnTo>
                  <a:lnTo>
                    <a:pt x="1030" y="170"/>
                  </a:lnTo>
                  <a:lnTo>
                    <a:pt x="1039" y="158"/>
                  </a:lnTo>
                  <a:lnTo>
                    <a:pt x="1048" y="144"/>
                  </a:lnTo>
                  <a:lnTo>
                    <a:pt x="1057" y="131"/>
                  </a:lnTo>
                  <a:lnTo>
                    <a:pt x="1067" y="120"/>
                  </a:lnTo>
                  <a:lnTo>
                    <a:pt x="1075" y="108"/>
                  </a:lnTo>
                  <a:lnTo>
                    <a:pt x="1083" y="96"/>
                  </a:lnTo>
                  <a:lnTo>
                    <a:pt x="1091" y="87"/>
                  </a:lnTo>
                  <a:lnTo>
                    <a:pt x="1097" y="79"/>
                  </a:lnTo>
                  <a:lnTo>
                    <a:pt x="1102" y="71"/>
                  </a:lnTo>
                  <a:lnTo>
                    <a:pt x="1107" y="65"/>
                  </a:lnTo>
                  <a:lnTo>
                    <a:pt x="1110" y="61"/>
                  </a:lnTo>
                  <a:lnTo>
                    <a:pt x="1113" y="58"/>
                  </a:lnTo>
                  <a:lnTo>
                    <a:pt x="1113" y="57"/>
                  </a:lnTo>
                  <a:lnTo>
                    <a:pt x="1109" y="54"/>
                  </a:lnTo>
                  <a:lnTo>
                    <a:pt x="1098" y="47"/>
                  </a:lnTo>
                  <a:lnTo>
                    <a:pt x="1082" y="38"/>
                  </a:lnTo>
                  <a:lnTo>
                    <a:pt x="1066" y="29"/>
                  </a:lnTo>
                  <a:lnTo>
                    <a:pt x="1049" y="22"/>
                  </a:lnTo>
                  <a:lnTo>
                    <a:pt x="1037" y="19"/>
                  </a:lnTo>
                  <a:lnTo>
                    <a:pt x="1032" y="24"/>
                  </a:lnTo>
                  <a:lnTo>
                    <a:pt x="1025" y="32"/>
                  </a:lnTo>
                  <a:lnTo>
                    <a:pt x="1017" y="42"/>
                  </a:lnTo>
                  <a:lnTo>
                    <a:pt x="1008" y="54"/>
                  </a:lnTo>
                  <a:lnTo>
                    <a:pt x="998" y="67"/>
                  </a:lnTo>
                  <a:lnTo>
                    <a:pt x="987" y="82"/>
                  </a:lnTo>
                  <a:lnTo>
                    <a:pt x="977" y="95"/>
                  </a:lnTo>
                  <a:lnTo>
                    <a:pt x="966" y="110"/>
                  </a:lnTo>
                  <a:lnTo>
                    <a:pt x="956" y="124"/>
                  </a:lnTo>
                  <a:lnTo>
                    <a:pt x="947" y="137"/>
                  </a:lnTo>
                  <a:lnTo>
                    <a:pt x="939" y="148"/>
                  </a:lnTo>
                  <a:lnTo>
                    <a:pt x="932" y="159"/>
                  </a:lnTo>
                  <a:lnTo>
                    <a:pt x="926" y="166"/>
                  </a:lnTo>
                  <a:lnTo>
                    <a:pt x="923" y="170"/>
                  </a:lnTo>
                  <a:lnTo>
                    <a:pt x="922" y="173"/>
                  </a:lnTo>
                  <a:lnTo>
                    <a:pt x="922" y="169"/>
                  </a:lnTo>
                  <a:lnTo>
                    <a:pt x="922" y="161"/>
                  </a:lnTo>
                  <a:lnTo>
                    <a:pt x="922" y="149"/>
                  </a:lnTo>
                  <a:lnTo>
                    <a:pt x="922" y="133"/>
                  </a:lnTo>
                  <a:lnTo>
                    <a:pt x="922" y="115"/>
                  </a:lnTo>
                  <a:lnTo>
                    <a:pt x="922" y="95"/>
                  </a:lnTo>
                  <a:lnTo>
                    <a:pt x="922" y="76"/>
                  </a:lnTo>
                  <a:lnTo>
                    <a:pt x="922" y="56"/>
                  </a:lnTo>
                  <a:lnTo>
                    <a:pt x="922" y="39"/>
                  </a:lnTo>
                  <a:lnTo>
                    <a:pt x="922" y="23"/>
                  </a:lnTo>
                  <a:lnTo>
                    <a:pt x="922" y="10"/>
                  </a:lnTo>
                  <a:lnTo>
                    <a:pt x="922" y="2"/>
                  </a:lnTo>
                  <a:lnTo>
                    <a:pt x="922" y="0"/>
                  </a:lnTo>
                  <a:lnTo>
                    <a:pt x="911" y="0"/>
                  </a:lnTo>
                  <a:lnTo>
                    <a:pt x="893" y="0"/>
                  </a:lnTo>
                  <a:lnTo>
                    <a:pt x="882" y="0"/>
                  </a:lnTo>
                  <a:lnTo>
                    <a:pt x="878" y="0"/>
                  </a:lnTo>
                  <a:lnTo>
                    <a:pt x="869" y="0"/>
                  </a:lnTo>
                  <a:lnTo>
                    <a:pt x="864" y="0"/>
                  </a:lnTo>
                  <a:lnTo>
                    <a:pt x="859" y="0"/>
                  </a:lnTo>
                  <a:lnTo>
                    <a:pt x="849" y="0"/>
                  </a:lnTo>
                  <a:lnTo>
                    <a:pt x="844" y="0"/>
                  </a:lnTo>
                  <a:lnTo>
                    <a:pt x="844" y="2"/>
                  </a:lnTo>
                  <a:lnTo>
                    <a:pt x="844" y="10"/>
                  </a:lnTo>
                  <a:lnTo>
                    <a:pt x="844" y="23"/>
                  </a:lnTo>
                  <a:lnTo>
                    <a:pt x="844" y="39"/>
                  </a:lnTo>
                  <a:lnTo>
                    <a:pt x="844" y="56"/>
                  </a:lnTo>
                  <a:lnTo>
                    <a:pt x="844" y="76"/>
                  </a:lnTo>
                  <a:lnTo>
                    <a:pt x="844" y="95"/>
                  </a:lnTo>
                  <a:lnTo>
                    <a:pt x="844" y="115"/>
                  </a:lnTo>
                  <a:lnTo>
                    <a:pt x="844" y="133"/>
                  </a:lnTo>
                  <a:lnTo>
                    <a:pt x="844" y="149"/>
                  </a:lnTo>
                  <a:lnTo>
                    <a:pt x="844" y="161"/>
                  </a:lnTo>
                  <a:lnTo>
                    <a:pt x="844" y="169"/>
                  </a:lnTo>
                  <a:lnTo>
                    <a:pt x="844" y="173"/>
                  </a:lnTo>
                  <a:lnTo>
                    <a:pt x="843" y="170"/>
                  </a:lnTo>
                  <a:lnTo>
                    <a:pt x="839" y="166"/>
                  </a:lnTo>
                  <a:lnTo>
                    <a:pt x="833" y="159"/>
                  </a:lnTo>
                  <a:lnTo>
                    <a:pt x="825" y="148"/>
                  </a:lnTo>
                  <a:lnTo>
                    <a:pt x="814" y="137"/>
                  </a:lnTo>
                  <a:lnTo>
                    <a:pt x="804" y="124"/>
                  </a:lnTo>
                  <a:lnTo>
                    <a:pt x="793" y="110"/>
                  </a:lnTo>
                  <a:lnTo>
                    <a:pt x="781" y="95"/>
                  </a:lnTo>
                  <a:lnTo>
                    <a:pt x="770" y="82"/>
                  </a:lnTo>
                  <a:lnTo>
                    <a:pt x="759" y="67"/>
                  </a:lnTo>
                  <a:lnTo>
                    <a:pt x="750" y="54"/>
                  </a:lnTo>
                  <a:lnTo>
                    <a:pt x="742" y="42"/>
                  </a:lnTo>
                  <a:lnTo>
                    <a:pt x="735" y="32"/>
                  </a:lnTo>
                  <a:lnTo>
                    <a:pt x="730" y="24"/>
                  </a:lnTo>
                  <a:lnTo>
                    <a:pt x="729" y="19"/>
                  </a:lnTo>
                  <a:lnTo>
                    <a:pt x="717" y="22"/>
                  </a:lnTo>
                  <a:lnTo>
                    <a:pt x="700" y="29"/>
                  </a:lnTo>
                  <a:lnTo>
                    <a:pt x="684" y="38"/>
                  </a:lnTo>
                  <a:lnTo>
                    <a:pt x="668" y="47"/>
                  </a:lnTo>
                  <a:lnTo>
                    <a:pt x="657" y="54"/>
                  </a:lnTo>
                  <a:lnTo>
                    <a:pt x="652" y="57"/>
                  </a:lnTo>
                  <a:lnTo>
                    <a:pt x="653" y="58"/>
                  </a:lnTo>
                  <a:lnTo>
                    <a:pt x="656" y="61"/>
                  </a:lnTo>
                  <a:lnTo>
                    <a:pt x="659" y="67"/>
                  </a:lnTo>
                  <a:lnTo>
                    <a:pt x="665" y="72"/>
                  </a:lnTo>
                  <a:lnTo>
                    <a:pt x="671" y="80"/>
                  </a:lnTo>
                  <a:lnTo>
                    <a:pt x="677" y="90"/>
                  </a:lnTo>
                  <a:lnTo>
                    <a:pt x="684" y="100"/>
                  </a:lnTo>
                  <a:lnTo>
                    <a:pt x="694" y="111"/>
                  </a:lnTo>
                  <a:lnTo>
                    <a:pt x="702" y="124"/>
                  </a:lnTo>
                  <a:lnTo>
                    <a:pt x="711" y="137"/>
                  </a:lnTo>
                  <a:lnTo>
                    <a:pt x="720" y="151"/>
                  </a:lnTo>
                  <a:lnTo>
                    <a:pt x="729" y="164"/>
                  </a:lnTo>
                  <a:lnTo>
                    <a:pt x="738" y="178"/>
                  </a:lnTo>
                  <a:lnTo>
                    <a:pt x="747" y="193"/>
                  </a:lnTo>
                  <a:lnTo>
                    <a:pt x="755" y="207"/>
                  </a:lnTo>
                  <a:lnTo>
                    <a:pt x="763" y="221"/>
                  </a:lnTo>
                  <a:lnTo>
                    <a:pt x="770" y="234"/>
                  </a:lnTo>
                  <a:lnTo>
                    <a:pt x="775" y="246"/>
                  </a:lnTo>
                  <a:lnTo>
                    <a:pt x="780" y="258"/>
                  </a:lnTo>
                  <a:lnTo>
                    <a:pt x="783" y="269"/>
                  </a:lnTo>
                  <a:lnTo>
                    <a:pt x="786" y="278"/>
                  </a:lnTo>
                  <a:lnTo>
                    <a:pt x="787" y="288"/>
                  </a:lnTo>
                  <a:lnTo>
                    <a:pt x="786" y="287"/>
                  </a:lnTo>
                  <a:lnTo>
                    <a:pt x="783" y="284"/>
                  </a:lnTo>
                  <a:lnTo>
                    <a:pt x="780" y="281"/>
                  </a:lnTo>
                  <a:lnTo>
                    <a:pt x="775" y="275"/>
                  </a:lnTo>
                  <a:lnTo>
                    <a:pt x="768" y="269"/>
                  </a:lnTo>
                  <a:lnTo>
                    <a:pt x="762" y="262"/>
                  </a:lnTo>
                  <a:lnTo>
                    <a:pt x="752" y="254"/>
                  </a:lnTo>
                  <a:lnTo>
                    <a:pt x="743" y="245"/>
                  </a:lnTo>
                  <a:lnTo>
                    <a:pt x="734" y="236"/>
                  </a:lnTo>
                  <a:lnTo>
                    <a:pt x="722" y="225"/>
                  </a:lnTo>
                  <a:lnTo>
                    <a:pt x="711" y="215"/>
                  </a:lnTo>
                  <a:lnTo>
                    <a:pt x="699" y="204"/>
                  </a:lnTo>
                  <a:lnTo>
                    <a:pt x="688" y="193"/>
                  </a:lnTo>
                  <a:lnTo>
                    <a:pt x="675" y="182"/>
                  </a:lnTo>
                  <a:lnTo>
                    <a:pt x="662" y="171"/>
                  </a:lnTo>
                  <a:lnTo>
                    <a:pt x="650" y="161"/>
                  </a:lnTo>
                  <a:lnTo>
                    <a:pt x="638" y="151"/>
                  </a:lnTo>
                  <a:lnTo>
                    <a:pt x="626" y="140"/>
                  </a:lnTo>
                  <a:lnTo>
                    <a:pt x="614" y="131"/>
                  </a:lnTo>
                  <a:lnTo>
                    <a:pt x="603" y="123"/>
                  </a:lnTo>
                  <a:lnTo>
                    <a:pt x="592" y="115"/>
                  </a:lnTo>
                  <a:lnTo>
                    <a:pt x="582" y="108"/>
                  </a:lnTo>
                  <a:lnTo>
                    <a:pt x="573" y="103"/>
                  </a:lnTo>
                  <a:lnTo>
                    <a:pt x="565" y="99"/>
                  </a:lnTo>
                  <a:lnTo>
                    <a:pt x="557" y="95"/>
                  </a:lnTo>
                  <a:lnTo>
                    <a:pt x="552" y="100"/>
                  </a:lnTo>
                  <a:lnTo>
                    <a:pt x="542" y="110"/>
                  </a:lnTo>
                  <a:lnTo>
                    <a:pt x="528" y="124"/>
                  </a:lnTo>
                  <a:lnTo>
                    <a:pt x="514" y="138"/>
                  </a:lnTo>
                  <a:lnTo>
                    <a:pt x="504" y="148"/>
                  </a:lnTo>
                  <a:lnTo>
                    <a:pt x="499" y="153"/>
                  </a:lnTo>
                  <a:lnTo>
                    <a:pt x="500" y="153"/>
                  </a:lnTo>
                  <a:lnTo>
                    <a:pt x="501" y="154"/>
                  </a:lnTo>
                  <a:lnTo>
                    <a:pt x="505" y="156"/>
                  </a:lnTo>
                  <a:lnTo>
                    <a:pt x="509" y="159"/>
                  </a:lnTo>
                  <a:lnTo>
                    <a:pt x="514" y="162"/>
                  </a:lnTo>
                  <a:lnTo>
                    <a:pt x="521" y="166"/>
                  </a:lnTo>
                  <a:lnTo>
                    <a:pt x="528" y="170"/>
                  </a:lnTo>
                  <a:lnTo>
                    <a:pt x="535" y="175"/>
                  </a:lnTo>
                  <a:lnTo>
                    <a:pt x="544" y="181"/>
                  </a:lnTo>
                  <a:lnTo>
                    <a:pt x="553" y="186"/>
                  </a:lnTo>
                  <a:lnTo>
                    <a:pt x="562" y="193"/>
                  </a:lnTo>
                  <a:lnTo>
                    <a:pt x="573" y="200"/>
                  </a:lnTo>
                  <a:lnTo>
                    <a:pt x="584" y="207"/>
                  </a:lnTo>
                  <a:lnTo>
                    <a:pt x="595" y="215"/>
                  </a:lnTo>
                  <a:lnTo>
                    <a:pt x="606" y="224"/>
                  </a:lnTo>
                  <a:lnTo>
                    <a:pt x="619" y="232"/>
                  </a:lnTo>
                  <a:lnTo>
                    <a:pt x="630" y="242"/>
                  </a:lnTo>
                  <a:lnTo>
                    <a:pt x="642" y="252"/>
                  </a:lnTo>
                  <a:lnTo>
                    <a:pt x="653" y="261"/>
                  </a:lnTo>
                  <a:lnTo>
                    <a:pt x="666" y="272"/>
                  </a:lnTo>
                  <a:lnTo>
                    <a:pt x="677" y="283"/>
                  </a:lnTo>
                  <a:lnTo>
                    <a:pt x="689" y="293"/>
                  </a:lnTo>
                  <a:lnTo>
                    <a:pt x="699" y="305"/>
                  </a:lnTo>
                  <a:lnTo>
                    <a:pt x="711" y="316"/>
                  </a:lnTo>
                  <a:lnTo>
                    <a:pt x="721" y="328"/>
                  </a:lnTo>
                  <a:lnTo>
                    <a:pt x="730" y="340"/>
                  </a:lnTo>
                  <a:lnTo>
                    <a:pt x="740" y="352"/>
                  </a:lnTo>
                  <a:lnTo>
                    <a:pt x="749" y="365"/>
                  </a:lnTo>
                  <a:lnTo>
                    <a:pt x="749" y="365"/>
                  </a:lnTo>
                  <a:lnTo>
                    <a:pt x="748" y="364"/>
                  </a:lnTo>
                  <a:lnTo>
                    <a:pt x="747" y="363"/>
                  </a:lnTo>
                  <a:lnTo>
                    <a:pt x="744" y="361"/>
                  </a:lnTo>
                  <a:lnTo>
                    <a:pt x="741" y="359"/>
                  </a:lnTo>
                  <a:lnTo>
                    <a:pt x="736" y="356"/>
                  </a:lnTo>
                  <a:lnTo>
                    <a:pt x="732" y="352"/>
                  </a:lnTo>
                  <a:lnTo>
                    <a:pt x="725" y="349"/>
                  </a:lnTo>
                  <a:lnTo>
                    <a:pt x="718" y="344"/>
                  </a:lnTo>
                  <a:lnTo>
                    <a:pt x="710" y="340"/>
                  </a:lnTo>
                  <a:lnTo>
                    <a:pt x="702" y="335"/>
                  </a:lnTo>
                  <a:lnTo>
                    <a:pt x="692" y="329"/>
                  </a:lnTo>
                  <a:lnTo>
                    <a:pt x="682" y="323"/>
                  </a:lnTo>
                  <a:lnTo>
                    <a:pt x="672" y="318"/>
                  </a:lnTo>
                  <a:lnTo>
                    <a:pt x="660" y="312"/>
                  </a:lnTo>
                  <a:lnTo>
                    <a:pt x="648" y="305"/>
                  </a:lnTo>
                  <a:lnTo>
                    <a:pt x="635" y="299"/>
                  </a:lnTo>
                  <a:lnTo>
                    <a:pt x="621" y="292"/>
                  </a:lnTo>
                  <a:lnTo>
                    <a:pt x="607" y="287"/>
                  </a:lnTo>
                  <a:lnTo>
                    <a:pt x="593" y="280"/>
                  </a:lnTo>
                  <a:lnTo>
                    <a:pt x="578" y="274"/>
                  </a:lnTo>
                  <a:lnTo>
                    <a:pt x="562" y="267"/>
                  </a:lnTo>
                  <a:lnTo>
                    <a:pt x="546" y="261"/>
                  </a:lnTo>
                  <a:lnTo>
                    <a:pt x="530" y="255"/>
                  </a:lnTo>
                  <a:lnTo>
                    <a:pt x="513" y="250"/>
                  </a:lnTo>
                  <a:lnTo>
                    <a:pt x="495" y="244"/>
                  </a:lnTo>
                  <a:lnTo>
                    <a:pt x="478" y="239"/>
                  </a:lnTo>
                  <a:lnTo>
                    <a:pt x="460" y="235"/>
                  </a:lnTo>
                  <a:lnTo>
                    <a:pt x="441" y="230"/>
                  </a:lnTo>
                  <a:lnTo>
                    <a:pt x="441" y="230"/>
                  </a:lnTo>
                  <a:lnTo>
                    <a:pt x="438" y="235"/>
                  </a:lnTo>
                  <a:lnTo>
                    <a:pt x="430" y="245"/>
                  </a:lnTo>
                  <a:lnTo>
                    <a:pt x="418" y="260"/>
                  </a:lnTo>
                  <a:lnTo>
                    <a:pt x="407" y="276"/>
                  </a:lnTo>
                  <a:lnTo>
                    <a:pt x="395" y="291"/>
                  </a:lnTo>
                  <a:lnTo>
                    <a:pt x="387" y="303"/>
                  </a:lnTo>
                  <a:lnTo>
                    <a:pt x="384" y="307"/>
                  </a:lnTo>
                  <a:lnTo>
                    <a:pt x="385" y="307"/>
                  </a:lnTo>
                  <a:lnTo>
                    <a:pt x="387" y="307"/>
                  </a:lnTo>
                  <a:lnTo>
                    <a:pt x="390" y="308"/>
                  </a:lnTo>
                  <a:lnTo>
                    <a:pt x="394" y="310"/>
                  </a:lnTo>
                  <a:lnTo>
                    <a:pt x="400" y="311"/>
                  </a:lnTo>
                  <a:lnTo>
                    <a:pt x="407" y="312"/>
                  </a:lnTo>
                  <a:lnTo>
                    <a:pt x="414" y="314"/>
                  </a:lnTo>
                  <a:lnTo>
                    <a:pt x="423" y="316"/>
                  </a:lnTo>
                  <a:lnTo>
                    <a:pt x="432" y="319"/>
                  </a:lnTo>
                  <a:lnTo>
                    <a:pt x="443" y="321"/>
                  </a:lnTo>
                  <a:lnTo>
                    <a:pt x="453" y="325"/>
                  </a:lnTo>
                  <a:lnTo>
                    <a:pt x="464" y="328"/>
                  </a:lnTo>
                  <a:lnTo>
                    <a:pt x="476" y="331"/>
                  </a:lnTo>
                  <a:lnTo>
                    <a:pt x="489" y="336"/>
                  </a:lnTo>
                  <a:lnTo>
                    <a:pt x="501" y="341"/>
                  </a:lnTo>
                  <a:lnTo>
                    <a:pt x="514" y="345"/>
                  </a:lnTo>
                  <a:lnTo>
                    <a:pt x="528" y="350"/>
                  </a:lnTo>
                  <a:lnTo>
                    <a:pt x="542" y="356"/>
                  </a:lnTo>
                  <a:lnTo>
                    <a:pt x="555" y="360"/>
                  </a:lnTo>
                  <a:lnTo>
                    <a:pt x="569" y="366"/>
                  </a:lnTo>
                  <a:lnTo>
                    <a:pt x="583" y="373"/>
                  </a:lnTo>
                  <a:lnTo>
                    <a:pt x="597" y="379"/>
                  </a:lnTo>
                  <a:lnTo>
                    <a:pt x="611" y="386"/>
                  </a:lnTo>
                  <a:lnTo>
                    <a:pt x="623" y="392"/>
                  </a:lnTo>
                  <a:lnTo>
                    <a:pt x="637" y="401"/>
                  </a:lnTo>
                  <a:lnTo>
                    <a:pt x="650" y="407"/>
                  </a:lnTo>
                  <a:lnTo>
                    <a:pt x="661" y="416"/>
                  </a:lnTo>
                  <a:lnTo>
                    <a:pt x="673" y="424"/>
                  </a:lnTo>
                  <a:lnTo>
                    <a:pt x="684" y="433"/>
                  </a:lnTo>
                  <a:lnTo>
                    <a:pt x="695" y="441"/>
                  </a:lnTo>
                  <a:lnTo>
                    <a:pt x="705" y="450"/>
                  </a:lnTo>
                  <a:lnTo>
                    <a:pt x="714" y="459"/>
                  </a:lnTo>
                  <a:lnTo>
                    <a:pt x="722" y="470"/>
                  </a:lnTo>
                  <a:lnTo>
                    <a:pt x="729" y="480"/>
                  </a:lnTo>
                  <a:lnTo>
                    <a:pt x="729" y="479"/>
                  </a:lnTo>
                  <a:lnTo>
                    <a:pt x="728" y="479"/>
                  </a:lnTo>
                  <a:lnTo>
                    <a:pt x="726" y="477"/>
                  </a:lnTo>
                  <a:lnTo>
                    <a:pt x="724" y="475"/>
                  </a:lnTo>
                  <a:lnTo>
                    <a:pt x="720" y="473"/>
                  </a:lnTo>
                  <a:lnTo>
                    <a:pt x="717" y="471"/>
                  </a:lnTo>
                  <a:lnTo>
                    <a:pt x="712" y="467"/>
                  </a:lnTo>
                  <a:lnTo>
                    <a:pt x="706" y="464"/>
                  </a:lnTo>
                  <a:lnTo>
                    <a:pt x="700" y="460"/>
                  </a:lnTo>
                  <a:lnTo>
                    <a:pt x="694" y="457"/>
                  </a:lnTo>
                  <a:lnTo>
                    <a:pt x="687" y="454"/>
                  </a:lnTo>
                  <a:lnTo>
                    <a:pt x="679" y="449"/>
                  </a:lnTo>
                  <a:lnTo>
                    <a:pt x="669" y="444"/>
                  </a:lnTo>
                  <a:lnTo>
                    <a:pt x="660" y="440"/>
                  </a:lnTo>
                  <a:lnTo>
                    <a:pt x="651" y="435"/>
                  </a:lnTo>
                  <a:lnTo>
                    <a:pt x="641" y="432"/>
                  </a:lnTo>
                  <a:lnTo>
                    <a:pt x="629" y="427"/>
                  </a:lnTo>
                  <a:lnTo>
                    <a:pt x="618" y="422"/>
                  </a:lnTo>
                  <a:lnTo>
                    <a:pt x="606" y="418"/>
                  </a:lnTo>
                  <a:lnTo>
                    <a:pt x="593" y="413"/>
                  </a:lnTo>
                  <a:lnTo>
                    <a:pt x="581" y="409"/>
                  </a:lnTo>
                  <a:lnTo>
                    <a:pt x="567" y="405"/>
                  </a:lnTo>
                  <a:lnTo>
                    <a:pt x="552" y="401"/>
                  </a:lnTo>
                  <a:lnTo>
                    <a:pt x="538" y="397"/>
                  </a:lnTo>
                  <a:lnTo>
                    <a:pt x="522" y="394"/>
                  </a:lnTo>
                  <a:lnTo>
                    <a:pt x="507" y="391"/>
                  </a:lnTo>
                  <a:lnTo>
                    <a:pt x="491" y="388"/>
                  </a:lnTo>
                  <a:lnTo>
                    <a:pt x="474" y="386"/>
                  </a:lnTo>
                  <a:lnTo>
                    <a:pt x="456" y="384"/>
                  </a:lnTo>
                  <a:lnTo>
                    <a:pt x="439" y="383"/>
                  </a:lnTo>
                  <a:lnTo>
                    <a:pt x="422" y="382"/>
                  </a:lnTo>
                  <a:lnTo>
                    <a:pt x="403" y="381"/>
                  </a:lnTo>
                  <a:lnTo>
                    <a:pt x="384" y="381"/>
                  </a:lnTo>
                  <a:lnTo>
                    <a:pt x="365" y="382"/>
                  </a:lnTo>
                  <a:lnTo>
                    <a:pt x="346" y="383"/>
                  </a:lnTo>
                  <a:lnTo>
                    <a:pt x="346" y="383"/>
                  </a:lnTo>
                  <a:lnTo>
                    <a:pt x="346" y="389"/>
                  </a:lnTo>
                  <a:lnTo>
                    <a:pt x="346" y="403"/>
                  </a:lnTo>
                  <a:lnTo>
                    <a:pt x="346" y="421"/>
                  </a:lnTo>
                  <a:lnTo>
                    <a:pt x="346" y="442"/>
                  </a:lnTo>
                  <a:lnTo>
                    <a:pt x="346" y="460"/>
                  </a:lnTo>
                  <a:lnTo>
                    <a:pt x="346" y="474"/>
                  </a:lnTo>
                  <a:lnTo>
                    <a:pt x="346" y="480"/>
                  </a:lnTo>
                  <a:lnTo>
                    <a:pt x="346" y="479"/>
                  </a:lnTo>
                  <a:lnTo>
                    <a:pt x="348" y="479"/>
                  </a:lnTo>
                  <a:lnTo>
                    <a:pt x="350" y="479"/>
                  </a:lnTo>
                  <a:lnTo>
                    <a:pt x="354" y="479"/>
                  </a:lnTo>
                  <a:lnTo>
                    <a:pt x="357" y="478"/>
                  </a:lnTo>
                  <a:lnTo>
                    <a:pt x="363" y="478"/>
                  </a:lnTo>
                  <a:lnTo>
                    <a:pt x="369" y="478"/>
                  </a:lnTo>
                  <a:lnTo>
                    <a:pt x="376" y="477"/>
                  </a:lnTo>
                  <a:lnTo>
                    <a:pt x="383" y="477"/>
                  </a:lnTo>
                  <a:lnTo>
                    <a:pt x="391" y="477"/>
                  </a:lnTo>
                  <a:lnTo>
                    <a:pt x="400" y="477"/>
                  </a:lnTo>
                  <a:lnTo>
                    <a:pt x="409" y="475"/>
                  </a:lnTo>
                  <a:lnTo>
                    <a:pt x="418" y="475"/>
                  </a:lnTo>
                  <a:lnTo>
                    <a:pt x="429" y="475"/>
                  </a:lnTo>
                  <a:lnTo>
                    <a:pt x="439" y="477"/>
                  </a:lnTo>
                  <a:lnTo>
                    <a:pt x="451" y="477"/>
                  </a:lnTo>
                  <a:lnTo>
                    <a:pt x="462" y="477"/>
                  </a:lnTo>
                  <a:lnTo>
                    <a:pt x="474" y="478"/>
                  </a:lnTo>
                  <a:lnTo>
                    <a:pt x="486" y="479"/>
                  </a:lnTo>
                  <a:lnTo>
                    <a:pt x="499" y="480"/>
                  </a:lnTo>
                  <a:lnTo>
                    <a:pt x="512" y="482"/>
                  </a:lnTo>
                  <a:lnTo>
                    <a:pt x="524" y="483"/>
                  </a:lnTo>
                  <a:lnTo>
                    <a:pt x="537" y="486"/>
                  </a:lnTo>
                  <a:lnTo>
                    <a:pt x="550" y="488"/>
                  </a:lnTo>
                  <a:lnTo>
                    <a:pt x="562" y="492"/>
                  </a:lnTo>
                  <a:lnTo>
                    <a:pt x="576" y="495"/>
                  </a:lnTo>
                  <a:lnTo>
                    <a:pt x="589" y="498"/>
                  </a:lnTo>
                  <a:lnTo>
                    <a:pt x="601" y="502"/>
                  </a:lnTo>
                  <a:lnTo>
                    <a:pt x="614" y="507"/>
                  </a:lnTo>
                  <a:lnTo>
                    <a:pt x="627" y="511"/>
                  </a:lnTo>
                  <a:lnTo>
                    <a:pt x="639" y="517"/>
                  </a:lnTo>
                  <a:lnTo>
                    <a:pt x="651" y="523"/>
                  </a:lnTo>
                  <a:lnTo>
                    <a:pt x="662" y="530"/>
                  </a:lnTo>
                  <a:lnTo>
                    <a:pt x="674" y="536"/>
                  </a:lnTo>
                  <a:lnTo>
                    <a:pt x="686" y="543"/>
                  </a:lnTo>
                  <a:lnTo>
                    <a:pt x="696" y="551"/>
                  </a:lnTo>
                  <a:lnTo>
                    <a:pt x="706" y="561"/>
                  </a:lnTo>
                  <a:lnTo>
                    <a:pt x="715" y="570"/>
                  </a:lnTo>
                  <a:lnTo>
                    <a:pt x="725" y="580"/>
                  </a:lnTo>
                  <a:lnTo>
                    <a:pt x="734" y="591"/>
                  </a:lnTo>
                  <a:lnTo>
                    <a:pt x="742" y="602"/>
                  </a:lnTo>
                  <a:lnTo>
                    <a:pt x="749" y="614"/>
                  </a:lnTo>
                  <a:lnTo>
                    <a:pt x="749" y="614"/>
                  </a:lnTo>
                  <a:lnTo>
                    <a:pt x="748" y="614"/>
                  </a:lnTo>
                  <a:lnTo>
                    <a:pt x="747" y="611"/>
                  </a:lnTo>
                  <a:lnTo>
                    <a:pt x="744" y="609"/>
                  </a:lnTo>
                  <a:lnTo>
                    <a:pt x="741" y="607"/>
                  </a:lnTo>
                  <a:lnTo>
                    <a:pt x="735" y="603"/>
                  </a:lnTo>
                  <a:lnTo>
                    <a:pt x="730" y="599"/>
                  </a:lnTo>
                  <a:lnTo>
                    <a:pt x="724" y="594"/>
                  </a:lnTo>
                  <a:lnTo>
                    <a:pt x="715" y="589"/>
                  </a:lnTo>
                  <a:lnTo>
                    <a:pt x="706" y="584"/>
                  </a:lnTo>
                  <a:lnTo>
                    <a:pt x="696" y="578"/>
                  </a:lnTo>
                  <a:lnTo>
                    <a:pt x="686" y="572"/>
                  </a:lnTo>
                  <a:lnTo>
                    <a:pt x="674" y="568"/>
                  </a:lnTo>
                  <a:lnTo>
                    <a:pt x="660" y="562"/>
                  </a:lnTo>
                  <a:lnTo>
                    <a:pt x="646" y="557"/>
                  </a:lnTo>
                  <a:lnTo>
                    <a:pt x="631" y="553"/>
                  </a:lnTo>
                  <a:lnTo>
                    <a:pt x="615" y="548"/>
                  </a:lnTo>
                  <a:lnTo>
                    <a:pt x="598" y="545"/>
                  </a:lnTo>
                  <a:lnTo>
                    <a:pt x="580" y="541"/>
                  </a:lnTo>
                  <a:lnTo>
                    <a:pt x="560" y="539"/>
                  </a:lnTo>
                  <a:lnTo>
                    <a:pt x="539" y="538"/>
                  </a:lnTo>
                  <a:lnTo>
                    <a:pt x="519" y="538"/>
                  </a:lnTo>
                  <a:lnTo>
                    <a:pt x="519" y="538"/>
                  </a:lnTo>
                  <a:lnTo>
                    <a:pt x="492" y="538"/>
                  </a:lnTo>
                  <a:lnTo>
                    <a:pt x="469" y="538"/>
                  </a:lnTo>
                  <a:lnTo>
                    <a:pt x="447" y="538"/>
                  </a:lnTo>
                  <a:lnTo>
                    <a:pt x="426" y="538"/>
                  </a:lnTo>
                  <a:lnTo>
                    <a:pt x="409" y="538"/>
                  </a:lnTo>
                  <a:lnTo>
                    <a:pt x="393" y="538"/>
                  </a:lnTo>
                  <a:lnTo>
                    <a:pt x="378" y="538"/>
                  </a:lnTo>
                  <a:lnTo>
                    <a:pt x="367" y="538"/>
                  </a:lnTo>
                  <a:lnTo>
                    <a:pt x="355" y="538"/>
                  </a:lnTo>
                  <a:lnTo>
                    <a:pt x="346" y="538"/>
                  </a:lnTo>
                  <a:lnTo>
                    <a:pt x="339" y="538"/>
                  </a:lnTo>
                  <a:lnTo>
                    <a:pt x="333" y="538"/>
                  </a:lnTo>
                  <a:lnTo>
                    <a:pt x="330" y="538"/>
                  </a:lnTo>
                  <a:lnTo>
                    <a:pt x="327" y="538"/>
                  </a:lnTo>
                  <a:lnTo>
                    <a:pt x="326" y="538"/>
                  </a:lnTo>
                  <a:lnTo>
                    <a:pt x="326" y="542"/>
                  </a:lnTo>
                  <a:lnTo>
                    <a:pt x="326" y="556"/>
                  </a:lnTo>
                  <a:lnTo>
                    <a:pt x="326" y="574"/>
                  </a:lnTo>
                  <a:lnTo>
                    <a:pt x="326" y="595"/>
                  </a:lnTo>
                  <a:lnTo>
                    <a:pt x="326" y="614"/>
                  </a:lnTo>
                  <a:lnTo>
                    <a:pt x="326" y="627"/>
                  </a:lnTo>
                  <a:lnTo>
                    <a:pt x="326" y="633"/>
                  </a:lnTo>
                  <a:lnTo>
                    <a:pt x="329" y="633"/>
                  </a:lnTo>
                  <a:lnTo>
                    <a:pt x="334" y="633"/>
                  </a:lnTo>
                  <a:lnTo>
                    <a:pt x="343" y="633"/>
                  </a:lnTo>
                  <a:lnTo>
                    <a:pt x="356" y="633"/>
                  </a:lnTo>
                  <a:lnTo>
                    <a:pt x="370" y="633"/>
                  </a:lnTo>
                  <a:lnTo>
                    <a:pt x="387" y="633"/>
                  </a:lnTo>
                  <a:lnTo>
                    <a:pt x="405" y="633"/>
                  </a:lnTo>
                  <a:lnTo>
                    <a:pt x="423" y="633"/>
                  </a:lnTo>
                  <a:lnTo>
                    <a:pt x="441" y="633"/>
                  </a:lnTo>
                  <a:lnTo>
                    <a:pt x="460" y="633"/>
                  </a:lnTo>
                  <a:lnTo>
                    <a:pt x="477" y="633"/>
                  </a:lnTo>
                  <a:lnTo>
                    <a:pt x="493" y="633"/>
                  </a:lnTo>
                  <a:lnTo>
                    <a:pt x="508" y="633"/>
                  </a:lnTo>
                  <a:lnTo>
                    <a:pt x="520" y="633"/>
                  </a:lnTo>
                  <a:lnTo>
                    <a:pt x="529" y="633"/>
                  </a:lnTo>
                  <a:lnTo>
                    <a:pt x="536" y="633"/>
                  </a:lnTo>
                  <a:lnTo>
                    <a:pt x="537" y="633"/>
                  </a:lnTo>
                  <a:lnTo>
                    <a:pt x="538" y="633"/>
                  </a:lnTo>
                  <a:lnTo>
                    <a:pt x="540" y="633"/>
                  </a:lnTo>
                  <a:lnTo>
                    <a:pt x="544" y="633"/>
                  </a:lnTo>
                  <a:lnTo>
                    <a:pt x="547" y="633"/>
                  </a:lnTo>
                  <a:lnTo>
                    <a:pt x="553" y="634"/>
                  </a:lnTo>
                  <a:lnTo>
                    <a:pt x="559" y="634"/>
                  </a:lnTo>
                  <a:lnTo>
                    <a:pt x="566" y="636"/>
                  </a:lnTo>
                  <a:lnTo>
                    <a:pt x="574" y="637"/>
                  </a:lnTo>
                  <a:lnTo>
                    <a:pt x="583" y="638"/>
                  </a:lnTo>
                  <a:lnTo>
                    <a:pt x="592" y="639"/>
                  </a:lnTo>
                  <a:lnTo>
                    <a:pt x="601" y="641"/>
                  </a:lnTo>
                  <a:lnTo>
                    <a:pt x="612" y="644"/>
                  </a:lnTo>
                  <a:lnTo>
                    <a:pt x="622" y="647"/>
                  </a:lnTo>
                  <a:lnTo>
                    <a:pt x="633" y="650"/>
                  </a:lnTo>
                  <a:lnTo>
                    <a:pt x="644" y="654"/>
                  </a:lnTo>
                  <a:lnTo>
                    <a:pt x="654" y="659"/>
                  </a:lnTo>
                  <a:lnTo>
                    <a:pt x="666" y="664"/>
                  </a:lnTo>
                  <a:lnTo>
                    <a:pt x="676" y="670"/>
                  </a:lnTo>
                  <a:lnTo>
                    <a:pt x="688" y="676"/>
                  </a:lnTo>
                  <a:lnTo>
                    <a:pt x="698" y="684"/>
                  </a:lnTo>
                  <a:lnTo>
                    <a:pt x="709" y="691"/>
                  </a:lnTo>
                  <a:lnTo>
                    <a:pt x="718" y="700"/>
                  </a:lnTo>
                  <a:lnTo>
                    <a:pt x="727" y="709"/>
                  </a:lnTo>
                  <a:lnTo>
                    <a:pt x="736" y="720"/>
                  </a:lnTo>
                  <a:lnTo>
                    <a:pt x="744" y="731"/>
                  </a:lnTo>
                  <a:lnTo>
                    <a:pt x="751" y="744"/>
                  </a:lnTo>
                  <a:lnTo>
                    <a:pt x="758" y="756"/>
                  </a:lnTo>
                  <a:lnTo>
                    <a:pt x="764" y="771"/>
                  </a:lnTo>
                  <a:lnTo>
                    <a:pt x="767" y="786"/>
                  </a:lnTo>
                  <a:lnTo>
                    <a:pt x="767" y="786"/>
                  </a:lnTo>
                  <a:lnTo>
                    <a:pt x="773" y="801"/>
                  </a:lnTo>
                  <a:lnTo>
                    <a:pt x="778" y="816"/>
                  </a:lnTo>
                  <a:lnTo>
                    <a:pt x="782" y="831"/>
                  </a:lnTo>
                  <a:lnTo>
                    <a:pt x="785" y="846"/>
                  </a:lnTo>
                  <a:lnTo>
                    <a:pt x="788" y="860"/>
                  </a:lnTo>
                  <a:lnTo>
                    <a:pt x="789" y="874"/>
                  </a:lnTo>
                  <a:lnTo>
                    <a:pt x="790" y="888"/>
                  </a:lnTo>
                  <a:lnTo>
                    <a:pt x="791" y="900"/>
                  </a:lnTo>
                  <a:lnTo>
                    <a:pt x="791" y="913"/>
                  </a:lnTo>
                  <a:lnTo>
                    <a:pt x="791" y="926"/>
                  </a:lnTo>
                  <a:lnTo>
                    <a:pt x="790" y="938"/>
                  </a:lnTo>
                  <a:lnTo>
                    <a:pt x="789" y="950"/>
                  </a:lnTo>
                  <a:lnTo>
                    <a:pt x="787" y="961"/>
                  </a:lnTo>
                  <a:lnTo>
                    <a:pt x="785" y="973"/>
                  </a:lnTo>
                  <a:lnTo>
                    <a:pt x="782" y="983"/>
                  </a:lnTo>
                  <a:lnTo>
                    <a:pt x="779" y="994"/>
                  </a:lnTo>
                  <a:lnTo>
                    <a:pt x="775" y="1004"/>
                  </a:lnTo>
                  <a:lnTo>
                    <a:pt x="772" y="1013"/>
                  </a:lnTo>
                  <a:lnTo>
                    <a:pt x="768" y="1023"/>
                  </a:lnTo>
                  <a:lnTo>
                    <a:pt x="764" y="1032"/>
                  </a:lnTo>
                  <a:lnTo>
                    <a:pt x="759" y="1040"/>
                  </a:lnTo>
                  <a:lnTo>
                    <a:pt x="755" y="1048"/>
                  </a:lnTo>
                  <a:lnTo>
                    <a:pt x="749" y="1055"/>
                  </a:lnTo>
                  <a:lnTo>
                    <a:pt x="744" y="1062"/>
                  </a:lnTo>
                  <a:lnTo>
                    <a:pt x="738" y="1069"/>
                  </a:lnTo>
                  <a:lnTo>
                    <a:pt x="733" y="1074"/>
                  </a:lnTo>
                  <a:lnTo>
                    <a:pt x="727" y="1080"/>
                  </a:lnTo>
                  <a:lnTo>
                    <a:pt x="721" y="1085"/>
                  </a:lnTo>
                  <a:lnTo>
                    <a:pt x="715" y="1089"/>
                  </a:lnTo>
                  <a:lnTo>
                    <a:pt x="710" y="1094"/>
                  </a:lnTo>
                  <a:lnTo>
                    <a:pt x="704" y="1097"/>
                  </a:lnTo>
                  <a:lnTo>
                    <a:pt x="699" y="1102"/>
                  </a:lnTo>
                  <a:lnTo>
                    <a:pt x="694" y="1105"/>
                  </a:lnTo>
                  <a:lnTo>
                    <a:pt x="689" y="1110"/>
                  </a:lnTo>
                  <a:lnTo>
                    <a:pt x="684" y="1113"/>
                  </a:lnTo>
                  <a:lnTo>
                    <a:pt x="680" y="1117"/>
                  </a:lnTo>
                  <a:lnTo>
                    <a:pt x="674" y="1122"/>
                  </a:lnTo>
                  <a:lnTo>
                    <a:pt x="669" y="1125"/>
                  </a:lnTo>
                  <a:lnTo>
                    <a:pt x="664" y="1128"/>
                  </a:lnTo>
                  <a:lnTo>
                    <a:pt x="659" y="1132"/>
                  </a:lnTo>
                  <a:lnTo>
                    <a:pt x="653" y="1135"/>
                  </a:lnTo>
                  <a:lnTo>
                    <a:pt x="646" y="1139"/>
                  </a:lnTo>
                  <a:lnTo>
                    <a:pt x="639" y="1142"/>
                  </a:lnTo>
                  <a:lnTo>
                    <a:pt x="633" y="1145"/>
                  </a:lnTo>
                  <a:lnTo>
                    <a:pt x="624" y="1148"/>
                  </a:lnTo>
                  <a:lnTo>
                    <a:pt x="616" y="1150"/>
                  </a:lnTo>
                  <a:lnTo>
                    <a:pt x="606" y="1154"/>
                  </a:lnTo>
                  <a:lnTo>
                    <a:pt x="596" y="1156"/>
                  </a:lnTo>
                  <a:lnTo>
                    <a:pt x="585" y="1158"/>
                  </a:lnTo>
                  <a:lnTo>
                    <a:pt x="573" y="1161"/>
                  </a:lnTo>
                  <a:lnTo>
                    <a:pt x="559" y="1163"/>
                  </a:lnTo>
                  <a:lnTo>
                    <a:pt x="545" y="1164"/>
                  </a:lnTo>
                  <a:lnTo>
                    <a:pt x="529" y="1166"/>
                  </a:lnTo>
                  <a:lnTo>
                    <a:pt x="512" y="1168"/>
                  </a:lnTo>
                  <a:lnTo>
                    <a:pt x="493" y="1169"/>
                  </a:lnTo>
                  <a:lnTo>
                    <a:pt x="472" y="1169"/>
                  </a:lnTo>
                  <a:lnTo>
                    <a:pt x="452" y="1170"/>
                  </a:lnTo>
                  <a:lnTo>
                    <a:pt x="428" y="1170"/>
                  </a:lnTo>
                  <a:lnTo>
                    <a:pt x="403" y="1171"/>
                  </a:lnTo>
                  <a:lnTo>
                    <a:pt x="403" y="1171"/>
                  </a:lnTo>
                  <a:lnTo>
                    <a:pt x="380" y="1171"/>
                  </a:lnTo>
                  <a:lnTo>
                    <a:pt x="358" y="1171"/>
                  </a:lnTo>
                  <a:lnTo>
                    <a:pt x="338" y="1171"/>
                  </a:lnTo>
                  <a:lnTo>
                    <a:pt x="317" y="1171"/>
                  </a:lnTo>
                  <a:lnTo>
                    <a:pt x="296" y="1171"/>
                  </a:lnTo>
                  <a:lnTo>
                    <a:pt x="277" y="1171"/>
                  </a:lnTo>
                  <a:lnTo>
                    <a:pt x="258" y="1171"/>
                  </a:lnTo>
                  <a:lnTo>
                    <a:pt x="240" y="1171"/>
                  </a:lnTo>
                  <a:lnTo>
                    <a:pt x="221" y="1171"/>
                  </a:lnTo>
                  <a:lnTo>
                    <a:pt x="204" y="1171"/>
                  </a:lnTo>
                  <a:lnTo>
                    <a:pt x="188" y="1171"/>
                  </a:lnTo>
                  <a:lnTo>
                    <a:pt x="172" y="1171"/>
                  </a:lnTo>
                  <a:lnTo>
                    <a:pt x="157" y="1171"/>
                  </a:lnTo>
                  <a:lnTo>
                    <a:pt x="142" y="1171"/>
                  </a:lnTo>
                  <a:lnTo>
                    <a:pt x="128" y="1171"/>
                  </a:lnTo>
                  <a:lnTo>
                    <a:pt x="114" y="1171"/>
                  </a:lnTo>
                  <a:lnTo>
                    <a:pt x="102" y="1171"/>
                  </a:lnTo>
                  <a:lnTo>
                    <a:pt x="90" y="1171"/>
                  </a:lnTo>
                  <a:lnTo>
                    <a:pt x="79" y="1171"/>
                  </a:lnTo>
                  <a:lnTo>
                    <a:pt x="68" y="1171"/>
                  </a:lnTo>
                  <a:lnTo>
                    <a:pt x="58" y="1171"/>
                  </a:lnTo>
                  <a:lnTo>
                    <a:pt x="49" y="1171"/>
                  </a:lnTo>
                  <a:lnTo>
                    <a:pt x="41" y="1171"/>
                  </a:lnTo>
                  <a:lnTo>
                    <a:pt x="34" y="1171"/>
                  </a:lnTo>
                  <a:lnTo>
                    <a:pt x="27" y="1171"/>
                  </a:lnTo>
                  <a:lnTo>
                    <a:pt x="20" y="1171"/>
                  </a:lnTo>
                  <a:lnTo>
                    <a:pt x="15" y="1171"/>
                  </a:lnTo>
                  <a:lnTo>
                    <a:pt x="11" y="1171"/>
                  </a:lnTo>
                  <a:lnTo>
                    <a:pt x="7" y="1171"/>
                  </a:lnTo>
                  <a:lnTo>
                    <a:pt x="4" y="1171"/>
                  </a:lnTo>
                  <a:lnTo>
                    <a:pt x="1" y="1171"/>
                  </a:lnTo>
                  <a:lnTo>
                    <a:pt x="0" y="1171"/>
                  </a:lnTo>
                  <a:lnTo>
                    <a:pt x="0" y="1171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805" name="Freeform 13"/>
            <p:cNvSpPr>
              <a:spLocks noChangeAspect="1"/>
            </p:cNvSpPr>
            <p:nvPr userDrawn="1"/>
          </p:nvSpPr>
          <p:spPr bwMode="white">
            <a:xfrm>
              <a:off x="4853" y="3862"/>
              <a:ext cx="10" cy="58"/>
            </a:xfrm>
            <a:custGeom>
              <a:avLst/>
              <a:gdLst/>
              <a:ahLst/>
              <a:cxnLst>
                <a:cxn ang="0">
                  <a:pos x="0" y="230"/>
                </a:cxn>
                <a:cxn ang="0">
                  <a:pos x="4" y="218"/>
                </a:cxn>
                <a:cxn ang="0">
                  <a:pos x="7" y="207"/>
                </a:cxn>
                <a:cxn ang="0">
                  <a:pos x="11" y="195"/>
                </a:cxn>
                <a:cxn ang="0">
                  <a:pos x="14" y="183"/>
                </a:cxn>
                <a:cxn ang="0">
                  <a:pos x="17" y="170"/>
                </a:cxn>
                <a:cxn ang="0">
                  <a:pos x="21" y="156"/>
                </a:cxn>
                <a:cxn ang="0">
                  <a:pos x="23" y="142"/>
                </a:cxn>
                <a:cxn ang="0">
                  <a:pos x="27" y="129"/>
                </a:cxn>
                <a:cxn ang="0">
                  <a:pos x="29" y="114"/>
                </a:cxn>
                <a:cxn ang="0">
                  <a:pos x="31" y="99"/>
                </a:cxn>
                <a:cxn ang="0">
                  <a:pos x="34" y="84"/>
                </a:cxn>
                <a:cxn ang="0">
                  <a:pos x="35" y="68"/>
                </a:cxn>
                <a:cxn ang="0">
                  <a:pos x="37" y="51"/>
                </a:cxn>
                <a:cxn ang="0">
                  <a:pos x="37" y="34"/>
                </a:cxn>
                <a:cxn ang="0">
                  <a:pos x="38" y="17"/>
                </a:cxn>
                <a:cxn ang="0">
                  <a:pos x="38" y="0"/>
                </a:cxn>
              </a:cxnLst>
              <a:rect l="0" t="0" r="r" b="b"/>
              <a:pathLst>
                <a:path w="38" h="230">
                  <a:moveTo>
                    <a:pt x="0" y="230"/>
                  </a:moveTo>
                  <a:lnTo>
                    <a:pt x="4" y="218"/>
                  </a:lnTo>
                  <a:lnTo>
                    <a:pt x="7" y="207"/>
                  </a:lnTo>
                  <a:lnTo>
                    <a:pt x="11" y="195"/>
                  </a:lnTo>
                  <a:lnTo>
                    <a:pt x="14" y="183"/>
                  </a:lnTo>
                  <a:lnTo>
                    <a:pt x="17" y="170"/>
                  </a:lnTo>
                  <a:lnTo>
                    <a:pt x="21" y="156"/>
                  </a:lnTo>
                  <a:lnTo>
                    <a:pt x="23" y="142"/>
                  </a:lnTo>
                  <a:lnTo>
                    <a:pt x="27" y="129"/>
                  </a:lnTo>
                  <a:lnTo>
                    <a:pt x="29" y="114"/>
                  </a:lnTo>
                  <a:lnTo>
                    <a:pt x="31" y="99"/>
                  </a:lnTo>
                  <a:lnTo>
                    <a:pt x="34" y="84"/>
                  </a:lnTo>
                  <a:lnTo>
                    <a:pt x="35" y="68"/>
                  </a:lnTo>
                  <a:lnTo>
                    <a:pt x="37" y="51"/>
                  </a:lnTo>
                  <a:lnTo>
                    <a:pt x="37" y="34"/>
                  </a:lnTo>
                  <a:lnTo>
                    <a:pt x="38" y="17"/>
                  </a:lnTo>
                  <a:lnTo>
                    <a:pt x="38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806" name="Freeform 14"/>
            <p:cNvSpPr>
              <a:spLocks noChangeAspect="1"/>
            </p:cNvSpPr>
            <p:nvPr userDrawn="1"/>
          </p:nvSpPr>
          <p:spPr bwMode="white">
            <a:xfrm>
              <a:off x="4722" y="3727"/>
              <a:ext cx="141" cy="135"/>
            </a:xfrm>
            <a:custGeom>
              <a:avLst/>
              <a:gdLst/>
              <a:ahLst/>
              <a:cxnLst>
                <a:cxn ang="0">
                  <a:pos x="538" y="538"/>
                </a:cxn>
                <a:cxn ang="0">
                  <a:pos x="536" y="483"/>
                </a:cxn>
                <a:cxn ang="0">
                  <a:pos x="527" y="432"/>
                </a:cxn>
                <a:cxn ang="0">
                  <a:pos x="514" y="381"/>
                </a:cxn>
                <a:cxn ang="0">
                  <a:pos x="494" y="331"/>
                </a:cxn>
                <a:cxn ang="0">
                  <a:pos x="471" y="284"/>
                </a:cxn>
                <a:cxn ang="0">
                  <a:pos x="444" y="240"/>
                </a:cxn>
                <a:cxn ang="0">
                  <a:pos x="413" y="199"/>
                </a:cxn>
                <a:cxn ang="0">
                  <a:pos x="378" y="160"/>
                </a:cxn>
                <a:cxn ang="0">
                  <a:pos x="339" y="125"/>
                </a:cxn>
                <a:cxn ang="0">
                  <a:pos x="298" y="94"/>
                </a:cxn>
                <a:cxn ang="0">
                  <a:pos x="254" y="67"/>
                </a:cxn>
                <a:cxn ang="0">
                  <a:pos x="207" y="44"/>
                </a:cxn>
                <a:cxn ang="0">
                  <a:pos x="157" y="24"/>
                </a:cxn>
                <a:cxn ang="0">
                  <a:pos x="106" y="11"/>
                </a:cxn>
                <a:cxn ang="0">
                  <a:pos x="55" y="2"/>
                </a:cxn>
                <a:cxn ang="0">
                  <a:pos x="0" y="0"/>
                </a:cxn>
              </a:cxnLst>
              <a:rect l="0" t="0" r="r" b="b"/>
              <a:pathLst>
                <a:path w="538" h="538">
                  <a:moveTo>
                    <a:pt x="538" y="538"/>
                  </a:moveTo>
                  <a:lnTo>
                    <a:pt x="536" y="483"/>
                  </a:lnTo>
                  <a:lnTo>
                    <a:pt x="527" y="432"/>
                  </a:lnTo>
                  <a:lnTo>
                    <a:pt x="514" y="381"/>
                  </a:lnTo>
                  <a:lnTo>
                    <a:pt x="494" y="331"/>
                  </a:lnTo>
                  <a:lnTo>
                    <a:pt x="471" y="284"/>
                  </a:lnTo>
                  <a:lnTo>
                    <a:pt x="444" y="240"/>
                  </a:lnTo>
                  <a:lnTo>
                    <a:pt x="413" y="199"/>
                  </a:lnTo>
                  <a:lnTo>
                    <a:pt x="378" y="160"/>
                  </a:lnTo>
                  <a:lnTo>
                    <a:pt x="339" y="125"/>
                  </a:lnTo>
                  <a:lnTo>
                    <a:pt x="298" y="94"/>
                  </a:lnTo>
                  <a:lnTo>
                    <a:pt x="254" y="67"/>
                  </a:lnTo>
                  <a:lnTo>
                    <a:pt x="207" y="44"/>
                  </a:lnTo>
                  <a:lnTo>
                    <a:pt x="157" y="24"/>
                  </a:lnTo>
                  <a:lnTo>
                    <a:pt x="106" y="11"/>
                  </a:lnTo>
                  <a:lnTo>
                    <a:pt x="55" y="2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807" name="Freeform 15"/>
            <p:cNvSpPr>
              <a:spLocks noChangeAspect="1"/>
            </p:cNvSpPr>
            <p:nvPr userDrawn="1"/>
          </p:nvSpPr>
          <p:spPr bwMode="white">
            <a:xfrm>
              <a:off x="4587" y="3727"/>
              <a:ext cx="140" cy="135"/>
            </a:xfrm>
            <a:custGeom>
              <a:avLst/>
              <a:gdLst/>
              <a:ahLst/>
              <a:cxnLst>
                <a:cxn ang="0">
                  <a:pos x="556" y="0"/>
                </a:cxn>
                <a:cxn ang="0">
                  <a:pos x="500" y="2"/>
                </a:cxn>
                <a:cxn ang="0">
                  <a:pos x="445" y="11"/>
                </a:cxn>
                <a:cxn ang="0">
                  <a:pos x="392" y="24"/>
                </a:cxn>
                <a:cxn ang="0">
                  <a:pos x="340" y="44"/>
                </a:cxn>
                <a:cxn ang="0">
                  <a:pos x="292" y="67"/>
                </a:cxn>
                <a:cxn ang="0">
                  <a:pos x="245" y="94"/>
                </a:cxn>
                <a:cxn ang="0">
                  <a:pos x="203" y="125"/>
                </a:cxn>
                <a:cxn ang="0">
                  <a:pos x="164" y="160"/>
                </a:cxn>
                <a:cxn ang="0">
                  <a:pos x="128" y="199"/>
                </a:cxn>
                <a:cxn ang="0">
                  <a:pos x="96" y="240"/>
                </a:cxn>
                <a:cxn ang="0">
                  <a:pos x="68" y="284"/>
                </a:cxn>
                <a:cxn ang="0">
                  <a:pos x="44" y="331"/>
                </a:cxn>
                <a:cxn ang="0">
                  <a:pos x="26" y="381"/>
                </a:cxn>
                <a:cxn ang="0">
                  <a:pos x="12" y="432"/>
                </a:cxn>
                <a:cxn ang="0">
                  <a:pos x="4" y="483"/>
                </a:cxn>
                <a:cxn ang="0">
                  <a:pos x="0" y="538"/>
                </a:cxn>
              </a:cxnLst>
              <a:rect l="0" t="0" r="r" b="b"/>
              <a:pathLst>
                <a:path w="556" h="538">
                  <a:moveTo>
                    <a:pt x="556" y="0"/>
                  </a:moveTo>
                  <a:lnTo>
                    <a:pt x="500" y="2"/>
                  </a:lnTo>
                  <a:lnTo>
                    <a:pt x="445" y="11"/>
                  </a:lnTo>
                  <a:lnTo>
                    <a:pt x="392" y="24"/>
                  </a:lnTo>
                  <a:lnTo>
                    <a:pt x="340" y="44"/>
                  </a:lnTo>
                  <a:lnTo>
                    <a:pt x="292" y="67"/>
                  </a:lnTo>
                  <a:lnTo>
                    <a:pt x="245" y="94"/>
                  </a:lnTo>
                  <a:lnTo>
                    <a:pt x="203" y="125"/>
                  </a:lnTo>
                  <a:lnTo>
                    <a:pt x="164" y="160"/>
                  </a:lnTo>
                  <a:lnTo>
                    <a:pt x="128" y="199"/>
                  </a:lnTo>
                  <a:lnTo>
                    <a:pt x="96" y="240"/>
                  </a:lnTo>
                  <a:lnTo>
                    <a:pt x="68" y="284"/>
                  </a:lnTo>
                  <a:lnTo>
                    <a:pt x="44" y="331"/>
                  </a:lnTo>
                  <a:lnTo>
                    <a:pt x="26" y="381"/>
                  </a:lnTo>
                  <a:lnTo>
                    <a:pt x="12" y="432"/>
                  </a:lnTo>
                  <a:lnTo>
                    <a:pt x="4" y="483"/>
                  </a:lnTo>
                  <a:lnTo>
                    <a:pt x="0" y="538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808" name="Freeform 16"/>
            <p:cNvSpPr>
              <a:spLocks noChangeAspect="1"/>
            </p:cNvSpPr>
            <p:nvPr userDrawn="1"/>
          </p:nvSpPr>
          <p:spPr bwMode="white">
            <a:xfrm>
              <a:off x="4587" y="3862"/>
              <a:ext cx="15" cy="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3"/>
                </a:cxn>
                <a:cxn ang="0">
                  <a:pos x="1" y="28"/>
                </a:cxn>
                <a:cxn ang="0">
                  <a:pos x="3" y="42"/>
                </a:cxn>
                <a:cxn ang="0">
                  <a:pos x="4" y="57"/>
                </a:cxn>
                <a:cxn ang="0">
                  <a:pos x="6" y="71"/>
                </a:cxn>
                <a:cxn ang="0">
                  <a:pos x="8" y="86"/>
                </a:cxn>
                <a:cxn ang="0">
                  <a:pos x="12" y="100"/>
                </a:cxn>
                <a:cxn ang="0">
                  <a:pos x="15" y="115"/>
                </a:cxn>
                <a:cxn ang="0">
                  <a:pos x="19" y="129"/>
                </a:cxn>
                <a:cxn ang="0">
                  <a:pos x="23" y="144"/>
                </a:cxn>
                <a:cxn ang="0">
                  <a:pos x="28" y="157"/>
                </a:cxn>
                <a:cxn ang="0">
                  <a:pos x="32" y="172"/>
                </a:cxn>
                <a:cxn ang="0">
                  <a:pos x="38" y="186"/>
                </a:cxn>
                <a:cxn ang="0">
                  <a:pos x="44" y="201"/>
                </a:cxn>
                <a:cxn ang="0">
                  <a:pos x="51" y="215"/>
                </a:cxn>
                <a:cxn ang="0">
                  <a:pos x="58" y="230"/>
                </a:cxn>
              </a:cxnLst>
              <a:rect l="0" t="0" r="r" b="b"/>
              <a:pathLst>
                <a:path w="58" h="230">
                  <a:moveTo>
                    <a:pt x="0" y="0"/>
                  </a:moveTo>
                  <a:lnTo>
                    <a:pt x="0" y="13"/>
                  </a:lnTo>
                  <a:lnTo>
                    <a:pt x="1" y="28"/>
                  </a:lnTo>
                  <a:lnTo>
                    <a:pt x="3" y="42"/>
                  </a:lnTo>
                  <a:lnTo>
                    <a:pt x="4" y="57"/>
                  </a:lnTo>
                  <a:lnTo>
                    <a:pt x="6" y="71"/>
                  </a:lnTo>
                  <a:lnTo>
                    <a:pt x="8" y="86"/>
                  </a:lnTo>
                  <a:lnTo>
                    <a:pt x="12" y="100"/>
                  </a:lnTo>
                  <a:lnTo>
                    <a:pt x="15" y="115"/>
                  </a:lnTo>
                  <a:lnTo>
                    <a:pt x="19" y="129"/>
                  </a:lnTo>
                  <a:lnTo>
                    <a:pt x="23" y="144"/>
                  </a:lnTo>
                  <a:lnTo>
                    <a:pt x="28" y="157"/>
                  </a:lnTo>
                  <a:lnTo>
                    <a:pt x="32" y="172"/>
                  </a:lnTo>
                  <a:lnTo>
                    <a:pt x="38" y="186"/>
                  </a:lnTo>
                  <a:lnTo>
                    <a:pt x="44" y="201"/>
                  </a:lnTo>
                  <a:lnTo>
                    <a:pt x="51" y="215"/>
                  </a:lnTo>
                  <a:lnTo>
                    <a:pt x="58" y="230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809" name="Freeform 17"/>
            <p:cNvSpPr>
              <a:spLocks noChangeAspect="1"/>
            </p:cNvSpPr>
            <p:nvPr userDrawn="1"/>
          </p:nvSpPr>
          <p:spPr bwMode="black">
            <a:xfrm>
              <a:off x="4502" y="3717"/>
              <a:ext cx="203" cy="286"/>
            </a:xfrm>
            <a:custGeom>
              <a:avLst/>
              <a:gdLst/>
              <a:ahLst/>
              <a:cxnLst>
                <a:cxn ang="0">
                  <a:pos x="386" y="0"/>
                </a:cxn>
                <a:cxn ang="0">
                  <a:pos x="433" y="0"/>
                </a:cxn>
                <a:cxn ang="0">
                  <a:pos x="506" y="0"/>
                </a:cxn>
                <a:cxn ang="0">
                  <a:pos x="614" y="0"/>
                </a:cxn>
                <a:cxn ang="0">
                  <a:pos x="714" y="0"/>
                </a:cxn>
                <a:cxn ang="0">
                  <a:pos x="767" y="0"/>
                </a:cxn>
                <a:cxn ang="0">
                  <a:pos x="784" y="2"/>
                </a:cxn>
                <a:cxn ang="0">
                  <a:pos x="719" y="18"/>
                </a:cxn>
                <a:cxn ang="0">
                  <a:pos x="657" y="40"/>
                </a:cxn>
                <a:cxn ang="0">
                  <a:pos x="600" y="69"/>
                </a:cxn>
                <a:cxn ang="0">
                  <a:pos x="546" y="103"/>
                </a:cxn>
                <a:cxn ang="0">
                  <a:pos x="496" y="144"/>
                </a:cxn>
                <a:cxn ang="0">
                  <a:pos x="452" y="190"/>
                </a:cxn>
                <a:cxn ang="0">
                  <a:pos x="413" y="239"/>
                </a:cxn>
                <a:cxn ang="0">
                  <a:pos x="379" y="293"/>
                </a:cxn>
                <a:cxn ang="0">
                  <a:pos x="351" y="351"/>
                </a:cxn>
                <a:cxn ang="0">
                  <a:pos x="330" y="412"/>
                </a:cxn>
                <a:cxn ang="0">
                  <a:pos x="315" y="475"/>
                </a:cxn>
                <a:cxn ang="0">
                  <a:pos x="308" y="541"/>
                </a:cxn>
                <a:cxn ang="0">
                  <a:pos x="307" y="603"/>
                </a:cxn>
                <a:cxn ang="0">
                  <a:pos x="313" y="685"/>
                </a:cxn>
                <a:cxn ang="0">
                  <a:pos x="334" y="729"/>
                </a:cxn>
                <a:cxn ang="0">
                  <a:pos x="422" y="729"/>
                </a:cxn>
                <a:cxn ang="0">
                  <a:pos x="527" y="729"/>
                </a:cxn>
                <a:cxn ang="0">
                  <a:pos x="577" y="730"/>
                </a:cxn>
                <a:cxn ang="0">
                  <a:pos x="637" y="751"/>
                </a:cxn>
                <a:cxn ang="0">
                  <a:pos x="688" y="791"/>
                </a:cxn>
                <a:cxn ang="0">
                  <a:pos x="728" y="847"/>
                </a:cxn>
                <a:cxn ang="0">
                  <a:pos x="747" y="915"/>
                </a:cxn>
                <a:cxn ang="0">
                  <a:pos x="745" y="976"/>
                </a:cxn>
                <a:cxn ang="0">
                  <a:pos x="719" y="1041"/>
                </a:cxn>
                <a:cxn ang="0">
                  <a:pos x="676" y="1089"/>
                </a:cxn>
                <a:cxn ang="0">
                  <a:pos x="619" y="1120"/>
                </a:cxn>
                <a:cxn ang="0">
                  <a:pos x="556" y="1132"/>
                </a:cxn>
                <a:cxn ang="0">
                  <a:pos x="527" y="1132"/>
                </a:cxn>
                <a:cxn ang="0">
                  <a:pos x="438" y="1132"/>
                </a:cxn>
                <a:cxn ang="0">
                  <a:pos x="329" y="1132"/>
                </a:cxn>
                <a:cxn ang="0">
                  <a:pos x="240" y="1132"/>
                </a:cxn>
                <a:cxn ang="0">
                  <a:pos x="209" y="1132"/>
                </a:cxn>
                <a:cxn ang="0">
                  <a:pos x="133" y="1132"/>
                </a:cxn>
                <a:cxn ang="0">
                  <a:pos x="30" y="1132"/>
                </a:cxn>
                <a:cxn ang="0">
                  <a:pos x="0" y="1130"/>
                </a:cxn>
                <a:cxn ang="0">
                  <a:pos x="0" y="1102"/>
                </a:cxn>
                <a:cxn ang="0">
                  <a:pos x="0" y="1046"/>
                </a:cxn>
                <a:cxn ang="0">
                  <a:pos x="0" y="968"/>
                </a:cxn>
                <a:cxn ang="0">
                  <a:pos x="0" y="875"/>
                </a:cxn>
                <a:cxn ang="0">
                  <a:pos x="0" y="771"/>
                </a:cxn>
                <a:cxn ang="0">
                  <a:pos x="0" y="667"/>
                </a:cxn>
                <a:cxn ang="0">
                  <a:pos x="0" y="563"/>
                </a:cxn>
                <a:cxn ang="0">
                  <a:pos x="0" y="470"/>
                </a:cxn>
                <a:cxn ang="0">
                  <a:pos x="0" y="392"/>
                </a:cxn>
                <a:cxn ang="0">
                  <a:pos x="0" y="336"/>
                </a:cxn>
                <a:cxn ang="0">
                  <a:pos x="0" y="308"/>
                </a:cxn>
                <a:cxn ang="0">
                  <a:pos x="3" y="261"/>
                </a:cxn>
                <a:cxn ang="0">
                  <a:pos x="19" y="198"/>
                </a:cxn>
                <a:cxn ang="0">
                  <a:pos x="47" y="141"/>
                </a:cxn>
                <a:cxn ang="0">
                  <a:pos x="85" y="92"/>
                </a:cxn>
                <a:cxn ang="0">
                  <a:pos x="133" y="52"/>
                </a:cxn>
                <a:cxn ang="0">
                  <a:pos x="189" y="22"/>
                </a:cxn>
                <a:cxn ang="0">
                  <a:pos x="251" y="4"/>
                </a:cxn>
                <a:cxn ang="0">
                  <a:pos x="307" y="0"/>
                </a:cxn>
              </a:cxnLst>
              <a:rect l="0" t="0" r="r" b="b"/>
              <a:pathLst>
                <a:path w="806" h="1132">
                  <a:moveTo>
                    <a:pt x="307" y="0"/>
                  </a:moveTo>
                  <a:lnTo>
                    <a:pt x="312" y="0"/>
                  </a:lnTo>
                  <a:lnTo>
                    <a:pt x="324" y="0"/>
                  </a:lnTo>
                  <a:lnTo>
                    <a:pt x="343" y="0"/>
                  </a:lnTo>
                  <a:lnTo>
                    <a:pt x="365" y="0"/>
                  </a:lnTo>
                  <a:lnTo>
                    <a:pt x="386" y="0"/>
                  </a:lnTo>
                  <a:lnTo>
                    <a:pt x="404" y="0"/>
                  </a:lnTo>
                  <a:lnTo>
                    <a:pt x="418" y="0"/>
                  </a:lnTo>
                  <a:lnTo>
                    <a:pt x="422" y="0"/>
                  </a:lnTo>
                  <a:lnTo>
                    <a:pt x="424" y="0"/>
                  </a:lnTo>
                  <a:lnTo>
                    <a:pt x="427" y="0"/>
                  </a:lnTo>
                  <a:lnTo>
                    <a:pt x="433" y="0"/>
                  </a:lnTo>
                  <a:lnTo>
                    <a:pt x="441" y="0"/>
                  </a:lnTo>
                  <a:lnTo>
                    <a:pt x="451" y="0"/>
                  </a:lnTo>
                  <a:lnTo>
                    <a:pt x="463" y="0"/>
                  </a:lnTo>
                  <a:lnTo>
                    <a:pt x="476" y="0"/>
                  </a:lnTo>
                  <a:lnTo>
                    <a:pt x="490" y="0"/>
                  </a:lnTo>
                  <a:lnTo>
                    <a:pt x="506" y="0"/>
                  </a:lnTo>
                  <a:lnTo>
                    <a:pt x="523" y="0"/>
                  </a:lnTo>
                  <a:lnTo>
                    <a:pt x="540" y="0"/>
                  </a:lnTo>
                  <a:lnTo>
                    <a:pt x="558" y="0"/>
                  </a:lnTo>
                  <a:lnTo>
                    <a:pt x="577" y="0"/>
                  </a:lnTo>
                  <a:lnTo>
                    <a:pt x="595" y="0"/>
                  </a:lnTo>
                  <a:lnTo>
                    <a:pt x="614" y="0"/>
                  </a:lnTo>
                  <a:lnTo>
                    <a:pt x="632" y="0"/>
                  </a:lnTo>
                  <a:lnTo>
                    <a:pt x="649" y="0"/>
                  </a:lnTo>
                  <a:lnTo>
                    <a:pt x="667" y="0"/>
                  </a:lnTo>
                  <a:lnTo>
                    <a:pt x="684" y="0"/>
                  </a:lnTo>
                  <a:lnTo>
                    <a:pt x="699" y="0"/>
                  </a:lnTo>
                  <a:lnTo>
                    <a:pt x="714" y="0"/>
                  </a:lnTo>
                  <a:lnTo>
                    <a:pt x="726" y="0"/>
                  </a:lnTo>
                  <a:lnTo>
                    <a:pt x="739" y="0"/>
                  </a:lnTo>
                  <a:lnTo>
                    <a:pt x="748" y="0"/>
                  </a:lnTo>
                  <a:lnTo>
                    <a:pt x="756" y="0"/>
                  </a:lnTo>
                  <a:lnTo>
                    <a:pt x="762" y="0"/>
                  </a:lnTo>
                  <a:lnTo>
                    <a:pt x="767" y="0"/>
                  </a:lnTo>
                  <a:lnTo>
                    <a:pt x="768" y="0"/>
                  </a:lnTo>
                  <a:lnTo>
                    <a:pt x="777" y="0"/>
                  </a:lnTo>
                  <a:lnTo>
                    <a:pt x="797" y="0"/>
                  </a:lnTo>
                  <a:lnTo>
                    <a:pt x="806" y="0"/>
                  </a:lnTo>
                  <a:lnTo>
                    <a:pt x="794" y="1"/>
                  </a:lnTo>
                  <a:lnTo>
                    <a:pt x="784" y="2"/>
                  </a:lnTo>
                  <a:lnTo>
                    <a:pt x="772" y="4"/>
                  </a:lnTo>
                  <a:lnTo>
                    <a:pt x="762" y="7"/>
                  </a:lnTo>
                  <a:lnTo>
                    <a:pt x="751" y="9"/>
                  </a:lnTo>
                  <a:lnTo>
                    <a:pt x="740" y="12"/>
                  </a:lnTo>
                  <a:lnTo>
                    <a:pt x="730" y="15"/>
                  </a:lnTo>
                  <a:lnTo>
                    <a:pt x="719" y="18"/>
                  </a:lnTo>
                  <a:lnTo>
                    <a:pt x="708" y="20"/>
                  </a:lnTo>
                  <a:lnTo>
                    <a:pt x="698" y="24"/>
                  </a:lnTo>
                  <a:lnTo>
                    <a:pt x="687" y="29"/>
                  </a:lnTo>
                  <a:lnTo>
                    <a:pt x="678" y="32"/>
                  </a:lnTo>
                  <a:lnTo>
                    <a:pt x="668" y="35"/>
                  </a:lnTo>
                  <a:lnTo>
                    <a:pt x="657" y="40"/>
                  </a:lnTo>
                  <a:lnTo>
                    <a:pt x="648" y="45"/>
                  </a:lnTo>
                  <a:lnTo>
                    <a:pt x="638" y="49"/>
                  </a:lnTo>
                  <a:lnTo>
                    <a:pt x="628" y="54"/>
                  </a:lnTo>
                  <a:lnTo>
                    <a:pt x="618" y="58"/>
                  </a:lnTo>
                  <a:lnTo>
                    <a:pt x="609" y="63"/>
                  </a:lnTo>
                  <a:lnTo>
                    <a:pt x="600" y="69"/>
                  </a:lnTo>
                  <a:lnTo>
                    <a:pt x="590" y="75"/>
                  </a:lnTo>
                  <a:lnTo>
                    <a:pt x="581" y="79"/>
                  </a:lnTo>
                  <a:lnTo>
                    <a:pt x="572" y="85"/>
                  </a:lnTo>
                  <a:lnTo>
                    <a:pt x="563" y="92"/>
                  </a:lnTo>
                  <a:lnTo>
                    <a:pt x="555" y="98"/>
                  </a:lnTo>
                  <a:lnTo>
                    <a:pt x="546" y="103"/>
                  </a:lnTo>
                  <a:lnTo>
                    <a:pt x="538" y="110"/>
                  </a:lnTo>
                  <a:lnTo>
                    <a:pt x="528" y="116"/>
                  </a:lnTo>
                  <a:lnTo>
                    <a:pt x="520" y="123"/>
                  </a:lnTo>
                  <a:lnTo>
                    <a:pt x="512" y="130"/>
                  </a:lnTo>
                  <a:lnTo>
                    <a:pt x="504" y="137"/>
                  </a:lnTo>
                  <a:lnTo>
                    <a:pt x="496" y="144"/>
                  </a:lnTo>
                  <a:lnTo>
                    <a:pt x="489" y="152"/>
                  </a:lnTo>
                  <a:lnTo>
                    <a:pt x="481" y="159"/>
                  </a:lnTo>
                  <a:lnTo>
                    <a:pt x="474" y="167"/>
                  </a:lnTo>
                  <a:lnTo>
                    <a:pt x="466" y="174"/>
                  </a:lnTo>
                  <a:lnTo>
                    <a:pt x="459" y="182"/>
                  </a:lnTo>
                  <a:lnTo>
                    <a:pt x="452" y="190"/>
                  </a:lnTo>
                  <a:lnTo>
                    <a:pt x="445" y="198"/>
                  </a:lnTo>
                  <a:lnTo>
                    <a:pt x="438" y="206"/>
                  </a:lnTo>
                  <a:lnTo>
                    <a:pt x="432" y="214"/>
                  </a:lnTo>
                  <a:lnTo>
                    <a:pt x="426" y="222"/>
                  </a:lnTo>
                  <a:lnTo>
                    <a:pt x="419" y="231"/>
                  </a:lnTo>
                  <a:lnTo>
                    <a:pt x="413" y="239"/>
                  </a:lnTo>
                  <a:lnTo>
                    <a:pt x="406" y="249"/>
                  </a:lnTo>
                  <a:lnTo>
                    <a:pt x="400" y="258"/>
                  </a:lnTo>
                  <a:lnTo>
                    <a:pt x="395" y="266"/>
                  </a:lnTo>
                  <a:lnTo>
                    <a:pt x="390" y="275"/>
                  </a:lnTo>
                  <a:lnTo>
                    <a:pt x="384" y="284"/>
                  </a:lnTo>
                  <a:lnTo>
                    <a:pt x="379" y="293"/>
                  </a:lnTo>
                  <a:lnTo>
                    <a:pt x="374" y="303"/>
                  </a:lnTo>
                  <a:lnTo>
                    <a:pt x="369" y="313"/>
                  </a:lnTo>
                  <a:lnTo>
                    <a:pt x="365" y="322"/>
                  </a:lnTo>
                  <a:lnTo>
                    <a:pt x="360" y="331"/>
                  </a:lnTo>
                  <a:lnTo>
                    <a:pt x="356" y="342"/>
                  </a:lnTo>
                  <a:lnTo>
                    <a:pt x="351" y="351"/>
                  </a:lnTo>
                  <a:lnTo>
                    <a:pt x="348" y="361"/>
                  </a:lnTo>
                  <a:lnTo>
                    <a:pt x="344" y="372"/>
                  </a:lnTo>
                  <a:lnTo>
                    <a:pt x="339" y="382"/>
                  </a:lnTo>
                  <a:lnTo>
                    <a:pt x="336" y="391"/>
                  </a:lnTo>
                  <a:lnTo>
                    <a:pt x="334" y="402"/>
                  </a:lnTo>
                  <a:lnTo>
                    <a:pt x="330" y="412"/>
                  </a:lnTo>
                  <a:lnTo>
                    <a:pt x="327" y="422"/>
                  </a:lnTo>
                  <a:lnTo>
                    <a:pt x="324" y="433"/>
                  </a:lnTo>
                  <a:lnTo>
                    <a:pt x="322" y="444"/>
                  </a:lnTo>
                  <a:lnTo>
                    <a:pt x="320" y="455"/>
                  </a:lnTo>
                  <a:lnTo>
                    <a:pt x="318" y="465"/>
                  </a:lnTo>
                  <a:lnTo>
                    <a:pt x="315" y="475"/>
                  </a:lnTo>
                  <a:lnTo>
                    <a:pt x="314" y="487"/>
                  </a:lnTo>
                  <a:lnTo>
                    <a:pt x="312" y="497"/>
                  </a:lnTo>
                  <a:lnTo>
                    <a:pt x="311" y="509"/>
                  </a:lnTo>
                  <a:lnTo>
                    <a:pt x="310" y="519"/>
                  </a:lnTo>
                  <a:lnTo>
                    <a:pt x="308" y="531"/>
                  </a:lnTo>
                  <a:lnTo>
                    <a:pt x="308" y="541"/>
                  </a:lnTo>
                  <a:lnTo>
                    <a:pt x="307" y="553"/>
                  </a:lnTo>
                  <a:lnTo>
                    <a:pt x="307" y="564"/>
                  </a:lnTo>
                  <a:lnTo>
                    <a:pt x="307" y="576"/>
                  </a:lnTo>
                  <a:lnTo>
                    <a:pt x="307" y="576"/>
                  </a:lnTo>
                  <a:lnTo>
                    <a:pt x="307" y="589"/>
                  </a:lnTo>
                  <a:lnTo>
                    <a:pt x="307" y="603"/>
                  </a:lnTo>
                  <a:lnTo>
                    <a:pt x="307" y="618"/>
                  </a:lnTo>
                  <a:lnTo>
                    <a:pt x="307" y="632"/>
                  </a:lnTo>
                  <a:lnTo>
                    <a:pt x="308" y="646"/>
                  </a:lnTo>
                  <a:lnTo>
                    <a:pt x="310" y="659"/>
                  </a:lnTo>
                  <a:lnTo>
                    <a:pt x="311" y="672"/>
                  </a:lnTo>
                  <a:lnTo>
                    <a:pt x="313" y="685"/>
                  </a:lnTo>
                  <a:lnTo>
                    <a:pt x="315" y="697"/>
                  </a:lnTo>
                  <a:lnTo>
                    <a:pt x="318" y="708"/>
                  </a:lnTo>
                  <a:lnTo>
                    <a:pt x="322" y="718"/>
                  </a:lnTo>
                  <a:lnTo>
                    <a:pt x="326" y="729"/>
                  </a:lnTo>
                  <a:lnTo>
                    <a:pt x="328" y="729"/>
                  </a:lnTo>
                  <a:lnTo>
                    <a:pt x="334" y="729"/>
                  </a:lnTo>
                  <a:lnTo>
                    <a:pt x="343" y="729"/>
                  </a:lnTo>
                  <a:lnTo>
                    <a:pt x="356" y="729"/>
                  </a:lnTo>
                  <a:lnTo>
                    <a:pt x="369" y="729"/>
                  </a:lnTo>
                  <a:lnTo>
                    <a:pt x="386" y="729"/>
                  </a:lnTo>
                  <a:lnTo>
                    <a:pt x="404" y="729"/>
                  </a:lnTo>
                  <a:lnTo>
                    <a:pt x="422" y="729"/>
                  </a:lnTo>
                  <a:lnTo>
                    <a:pt x="441" y="729"/>
                  </a:lnTo>
                  <a:lnTo>
                    <a:pt x="460" y="729"/>
                  </a:lnTo>
                  <a:lnTo>
                    <a:pt x="479" y="729"/>
                  </a:lnTo>
                  <a:lnTo>
                    <a:pt x="497" y="729"/>
                  </a:lnTo>
                  <a:lnTo>
                    <a:pt x="513" y="729"/>
                  </a:lnTo>
                  <a:lnTo>
                    <a:pt x="527" y="729"/>
                  </a:lnTo>
                  <a:lnTo>
                    <a:pt x="540" y="729"/>
                  </a:lnTo>
                  <a:lnTo>
                    <a:pt x="549" y="729"/>
                  </a:lnTo>
                  <a:lnTo>
                    <a:pt x="555" y="729"/>
                  </a:lnTo>
                  <a:lnTo>
                    <a:pt x="556" y="729"/>
                  </a:lnTo>
                  <a:lnTo>
                    <a:pt x="566" y="729"/>
                  </a:lnTo>
                  <a:lnTo>
                    <a:pt x="577" y="730"/>
                  </a:lnTo>
                  <a:lnTo>
                    <a:pt x="587" y="732"/>
                  </a:lnTo>
                  <a:lnTo>
                    <a:pt x="597" y="735"/>
                  </a:lnTo>
                  <a:lnTo>
                    <a:pt x="608" y="737"/>
                  </a:lnTo>
                  <a:lnTo>
                    <a:pt x="617" y="741"/>
                  </a:lnTo>
                  <a:lnTo>
                    <a:pt x="627" y="745"/>
                  </a:lnTo>
                  <a:lnTo>
                    <a:pt x="637" y="751"/>
                  </a:lnTo>
                  <a:lnTo>
                    <a:pt x="646" y="755"/>
                  </a:lnTo>
                  <a:lnTo>
                    <a:pt x="655" y="762"/>
                  </a:lnTo>
                  <a:lnTo>
                    <a:pt x="664" y="768"/>
                  </a:lnTo>
                  <a:lnTo>
                    <a:pt x="672" y="776"/>
                  </a:lnTo>
                  <a:lnTo>
                    <a:pt x="680" y="783"/>
                  </a:lnTo>
                  <a:lnTo>
                    <a:pt x="688" y="791"/>
                  </a:lnTo>
                  <a:lnTo>
                    <a:pt x="696" y="799"/>
                  </a:lnTo>
                  <a:lnTo>
                    <a:pt x="703" y="808"/>
                  </a:lnTo>
                  <a:lnTo>
                    <a:pt x="710" y="817"/>
                  </a:lnTo>
                  <a:lnTo>
                    <a:pt x="716" y="827"/>
                  </a:lnTo>
                  <a:lnTo>
                    <a:pt x="722" y="837"/>
                  </a:lnTo>
                  <a:lnTo>
                    <a:pt x="728" y="847"/>
                  </a:lnTo>
                  <a:lnTo>
                    <a:pt x="732" y="858"/>
                  </a:lnTo>
                  <a:lnTo>
                    <a:pt x="737" y="869"/>
                  </a:lnTo>
                  <a:lnTo>
                    <a:pt x="740" y="881"/>
                  </a:lnTo>
                  <a:lnTo>
                    <a:pt x="743" y="892"/>
                  </a:lnTo>
                  <a:lnTo>
                    <a:pt x="745" y="904"/>
                  </a:lnTo>
                  <a:lnTo>
                    <a:pt x="747" y="915"/>
                  </a:lnTo>
                  <a:lnTo>
                    <a:pt x="748" y="928"/>
                  </a:lnTo>
                  <a:lnTo>
                    <a:pt x="748" y="940"/>
                  </a:lnTo>
                  <a:lnTo>
                    <a:pt x="748" y="940"/>
                  </a:lnTo>
                  <a:lnTo>
                    <a:pt x="748" y="952"/>
                  </a:lnTo>
                  <a:lnTo>
                    <a:pt x="747" y="965"/>
                  </a:lnTo>
                  <a:lnTo>
                    <a:pt x="745" y="976"/>
                  </a:lnTo>
                  <a:lnTo>
                    <a:pt x="743" y="988"/>
                  </a:lnTo>
                  <a:lnTo>
                    <a:pt x="739" y="999"/>
                  </a:lnTo>
                  <a:lnTo>
                    <a:pt x="736" y="1011"/>
                  </a:lnTo>
                  <a:lnTo>
                    <a:pt x="731" y="1021"/>
                  </a:lnTo>
                  <a:lnTo>
                    <a:pt x="725" y="1031"/>
                  </a:lnTo>
                  <a:lnTo>
                    <a:pt x="719" y="1041"/>
                  </a:lnTo>
                  <a:lnTo>
                    <a:pt x="714" y="1050"/>
                  </a:lnTo>
                  <a:lnTo>
                    <a:pt x="707" y="1059"/>
                  </a:lnTo>
                  <a:lnTo>
                    <a:pt x="700" y="1067"/>
                  </a:lnTo>
                  <a:lnTo>
                    <a:pt x="693" y="1075"/>
                  </a:lnTo>
                  <a:lnTo>
                    <a:pt x="685" y="1082"/>
                  </a:lnTo>
                  <a:lnTo>
                    <a:pt x="676" y="1089"/>
                  </a:lnTo>
                  <a:lnTo>
                    <a:pt x="668" y="1096"/>
                  </a:lnTo>
                  <a:lnTo>
                    <a:pt x="658" y="1102"/>
                  </a:lnTo>
                  <a:lnTo>
                    <a:pt x="649" y="1108"/>
                  </a:lnTo>
                  <a:lnTo>
                    <a:pt x="639" y="1112"/>
                  </a:lnTo>
                  <a:lnTo>
                    <a:pt x="630" y="1117"/>
                  </a:lnTo>
                  <a:lnTo>
                    <a:pt x="619" y="1120"/>
                  </a:lnTo>
                  <a:lnTo>
                    <a:pt x="609" y="1124"/>
                  </a:lnTo>
                  <a:lnTo>
                    <a:pt x="599" y="1127"/>
                  </a:lnTo>
                  <a:lnTo>
                    <a:pt x="588" y="1128"/>
                  </a:lnTo>
                  <a:lnTo>
                    <a:pt x="578" y="1131"/>
                  </a:lnTo>
                  <a:lnTo>
                    <a:pt x="567" y="1132"/>
                  </a:lnTo>
                  <a:lnTo>
                    <a:pt x="556" y="1132"/>
                  </a:lnTo>
                  <a:lnTo>
                    <a:pt x="556" y="1132"/>
                  </a:lnTo>
                  <a:lnTo>
                    <a:pt x="555" y="1132"/>
                  </a:lnTo>
                  <a:lnTo>
                    <a:pt x="551" y="1132"/>
                  </a:lnTo>
                  <a:lnTo>
                    <a:pt x="546" y="1132"/>
                  </a:lnTo>
                  <a:lnTo>
                    <a:pt x="538" y="1132"/>
                  </a:lnTo>
                  <a:lnTo>
                    <a:pt x="527" y="1132"/>
                  </a:lnTo>
                  <a:lnTo>
                    <a:pt x="516" y="1132"/>
                  </a:lnTo>
                  <a:lnTo>
                    <a:pt x="503" y="1132"/>
                  </a:lnTo>
                  <a:lnTo>
                    <a:pt x="488" y="1132"/>
                  </a:lnTo>
                  <a:lnTo>
                    <a:pt x="472" y="1132"/>
                  </a:lnTo>
                  <a:lnTo>
                    <a:pt x="456" y="1132"/>
                  </a:lnTo>
                  <a:lnTo>
                    <a:pt x="438" y="1132"/>
                  </a:lnTo>
                  <a:lnTo>
                    <a:pt x="420" y="1132"/>
                  </a:lnTo>
                  <a:lnTo>
                    <a:pt x="403" y="1132"/>
                  </a:lnTo>
                  <a:lnTo>
                    <a:pt x="383" y="1132"/>
                  </a:lnTo>
                  <a:lnTo>
                    <a:pt x="365" y="1132"/>
                  </a:lnTo>
                  <a:lnTo>
                    <a:pt x="348" y="1132"/>
                  </a:lnTo>
                  <a:lnTo>
                    <a:pt x="329" y="1132"/>
                  </a:lnTo>
                  <a:lnTo>
                    <a:pt x="312" y="1132"/>
                  </a:lnTo>
                  <a:lnTo>
                    <a:pt x="296" y="1132"/>
                  </a:lnTo>
                  <a:lnTo>
                    <a:pt x="280" y="1132"/>
                  </a:lnTo>
                  <a:lnTo>
                    <a:pt x="265" y="1132"/>
                  </a:lnTo>
                  <a:lnTo>
                    <a:pt x="252" y="1132"/>
                  </a:lnTo>
                  <a:lnTo>
                    <a:pt x="240" y="1132"/>
                  </a:lnTo>
                  <a:lnTo>
                    <a:pt x="230" y="1132"/>
                  </a:lnTo>
                  <a:lnTo>
                    <a:pt x="222" y="1132"/>
                  </a:lnTo>
                  <a:lnTo>
                    <a:pt x="216" y="1132"/>
                  </a:lnTo>
                  <a:lnTo>
                    <a:pt x="213" y="1132"/>
                  </a:lnTo>
                  <a:lnTo>
                    <a:pt x="210" y="1132"/>
                  </a:lnTo>
                  <a:lnTo>
                    <a:pt x="209" y="1132"/>
                  </a:lnTo>
                  <a:lnTo>
                    <a:pt x="202" y="1132"/>
                  </a:lnTo>
                  <a:lnTo>
                    <a:pt x="193" y="1132"/>
                  </a:lnTo>
                  <a:lnTo>
                    <a:pt x="182" y="1132"/>
                  </a:lnTo>
                  <a:lnTo>
                    <a:pt x="167" y="1132"/>
                  </a:lnTo>
                  <a:lnTo>
                    <a:pt x="151" y="1132"/>
                  </a:lnTo>
                  <a:lnTo>
                    <a:pt x="133" y="1132"/>
                  </a:lnTo>
                  <a:lnTo>
                    <a:pt x="115" y="1132"/>
                  </a:lnTo>
                  <a:lnTo>
                    <a:pt x="96" y="1132"/>
                  </a:lnTo>
                  <a:lnTo>
                    <a:pt x="78" y="1132"/>
                  </a:lnTo>
                  <a:lnTo>
                    <a:pt x="61" y="1132"/>
                  </a:lnTo>
                  <a:lnTo>
                    <a:pt x="43" y="1132"/>
                  </a:lnTo>
                  <a:lnTo>
                    <a:pt x="30" y="1132"/>
                  </a:lnTo>
                  <a:lnTo>
                    <a:pt x="17" y="1132"/>
                  </a:lnTo>
                  <a:lnTo>
                    <a:pt x="8" y="1132"/>
                  </a:lnTo>
                  <a:lnTo>
                    <a:pt x="2" y="1132"/>
                  </a:lnTo>
                  <a:lnTo>
                    <a:pt x="0" y="1132"/>
                  </a:lnTo>
                  <a:lnTo>
                    <a:pt x="0" y="1131"/>
                  </a:lnTo>
                  <a:lnTo>
                    <a:pt x="0" y="1130"/>
                  </a:lnTo>
                  <a:lnTo>
                    <a:pt x="0" y="1127"/>
                  </a:lnTo>
                  <a:lnTo>
                    <a:pt x="0" y="1124"/>
                  </a:lnTo>
                  <a:lnTo>
                    <a:pt x="0" y="1119"/>
                  </a:lnTo>
                  <a:lnTo>
                    <a:pt x="0" y="1115"/>
                  </a:lnTo>
                  <a:lnTo>
                    <a:pt x="0" y="1109"/>
                  </a:lnTo>
                  <a:lnTo>
                    <a:pt x="0" y="1102"/>
                  </a:lnTo>
                  <a:lnTo>
                    <a:pt x="0" y="1094"/>
                  </a:lnTo>
                  <a:lnTo>
                    <a:pt x="0" y="1086"/>
                  </a:lnTo>
                  <a:lnTo>
                    <a:pt x="0" y="1077"/>
                  </a:lnTo>
                  <a:lnTo>
                    <a:pt x="0" y="1067"/>
                  </a:lnTo>
                  <a:lnTo>
                    <a:pt x="0" y="1057"/>
                  </a:lnTo>
                  <a:lnTo>
                    <a:pt x="0" y="1046"/>
                  </a:lnTo>
                  <a:lnTo>
                    <a:pt x="0" y="1034"/>
                  </a:lnTo>
                  <a:lnTo>
                    <a:pt x="0" y="1022"/>
                  </a:lnTo>
                  <a:lnTo>
                    <a:pt x="0" y="1010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0" y="968"/>
                  </a:lnTo>
                  <a:lnTo>
                    <a:pt x="0" y="953"/>
                  </a:lnTo>
                  <a:lnTo>
                    <a:pt x="0" y="938"/>
                  </a:lnTo>
                  <a:lnTo>
                    <a:pt x="0" y="923"/>
                  </a:lnTo>
                  <a:lnTo>
                    <a:pt x="0" y="907"/>
                  </a:lnTo>
                  <a:lnTo>
                    <a:pt x="0" y="891"/>
                  </a:lnTo>
                  <a:lnTo>
                    <a:pt x="0" y="875"/>
                  </a:lnTo>
                  <a:lnTo>
                    <a:pt x="0" y="858"/>
                  </a:lnTo>
                  <a:lnTo>
                    <a:pt x="0" y="842"/>
                  </a:lnTo>
                  <a:lnTo>
                    <a:pt x="0" y="824"/>
                  </a:lnTo>
                  <a:lnTo>
                    <a:pt x="0" y="807"/>
                  </a:lnTo>
                  <a:lnTo>
                    <a:pt x="0" y="790"/>
                  </a:lnTo>
                  <a:lnTo>
                    <a:pt x="0" y="771"/>
                  </a:lnTo>
                  <a:lnTo>
                    <a:pt x="0" y="754"/>
                  </a:lnTo>
                  <a:lnTo>
                    <a:pt x="0" y="737"/>
                  </a:lnTo>
                  <a:lnTo>
                    <a:pt x="0" y="720"/>
                  </a:lnTo>
                  <a:lnTo>
                    <a:pt x="0" y="701"/>
                  </a:lnTo>
                  <a:lnTo>
                    <a:pt x="0" y="684"/>
                  </a:lnTo>
                  <a:lnTo>
                    <a:pt x="0" y="667"/>
                  </a:lnTo>
                  <a:lnTo>
                    <a:pt x="0" y="648"/>
                  </a:lnTo>
                  <a:lnTo>
                    <a:pt x="0" y="631"/>
                  </a:lnTo>
                  <a:lnTo>
                    <a:pt x="0" y="614"/>
                  </a:lnTo>
                  <a:lnTo>
                    <a:pt x="0" y="596"/>
                  </a:lnTo>
                  <a:lnTo>
                    <a:pt x="0" y="580"/>
                  </a:lnTo>
                  <a:lnTo>
                    <a:pt x="0" y="563"/>
                  </a:lnTo>
                  <a:lnTo>
                    <a:pt x="0" y="547"/>
                  </a:lnTo>
                  <a:lnTo>
                    <a:pt x="0" y="531"/>
                  </a:lnTo>
                  <a:lnTo>
                    <a:pt x="0" y="515"/>
                  </a:lnTo>
                  <a:lnTo>
                    <a:pt x="0" y="500"/>
                  </a:lnTo>
                  <a:lnTo>
                    <a:pt x="0" y="485"/>
                  </a:lnTo>
                  <a:lnTo>
                    <a:pt x="0" y="470"/>
                  </a:lnTo>
                  <a:lnTo>
                    <a:pt x="0" y="456"/>
                  </a:lnTo>
                  <a:lnTo>
                    <a:pt x="0" y="442"/>
                  </a:lnTo>
                  <a:lnTo>
                    <a:pt x="0" y="428"/>
                  </a:lnTo>
                  <a:lnTo>
                    <a:pt x="0" y="416"/>
                  </a:lnTo>
                  <a:lnTo>
                    <a:pt x="0" y="404"/>
                  </a:lnTo>
                  <a:lnTo>
                    <a:pt x="0" y="392"/>
                  </a:lnTo>
                  <a:lnTo>
                    <a:pt x="0" y="381"/>
                  </a:lnTo>
                  <a:lnTo>
                    <a:pt x="0" y="371"/>
                  </a:lnTo>
                  <a:lnTo>
                    <a:pt x="0" y="361"/>
                  </a:lnTo>
                  <a:lnTo>
                    <a:pt x="0" y="352"/>
                  </a:lnTo>
                  <a:lnTo>
                    <a:pt x="0" y="344"/>
                  </a:lnTo>
                  <a:lnTo>
                    <a:pt x="0" y="336"/>
                  </a:lnTo>
                  <a:lnTo>
                    <a:pt x="0" y="329"/>
                  </a:lnTo>
                  <a:lnTo>
                    <a:pt x="0" y="323"/>
                  </a:lnTo>
                  <a:lnTo>
                    <a:pt x="0" y="319"/>
                  </a:lnTo>
                  <a:lnTo>
                    <a:pt x="0" y="314"/>
                  </a:lnTo>
                  <a:lnTo>
                    <a:pt x="0" y="311"/>
                  </a:lnTo>
                  <a:lnTo>
                    <a:pt x="0" y="308"/>
                  </a:lnTo>
                  <a:lnTo>
                    <a:pt x="0" y="307"/>
                  </a:lnTo>
                  <a:lnTo>
                    <a:pt x="0" y="306"/>
                  </a:lnTo>
                  <a:lnTo>
                    <a:pt x="0" y="295"/>
                  </a:lnTo>
                  <a:lnTo>
                    <a:pt x="1" y="283"/>
                  </a:lnTo>
                  <a:lnTo>
                    <a:pt x="2" y="273"/>
                  </a:lnTo>
                  <a:lnTo>
                    <a:pt x="3" y="261"/>
                  </a:lnTo>
                  <a:lnTo>
                    <a:pt x="4" y="251"/>
                  </a:lnTo>
                  <a:lnTo>
                    <a:pt x="7" y="239"/>
                  </a:lnTo>
                  <a:lnTo>
                    <a:pt x="9" y="229"/>
                  </a:lnTo>
                  <a:lnTo>
                    <a:pt x="12" y="219"/>
                  </a:lnTo>
                  <a:lnTo>
                    <a:pt x="15" y="208"/>
                  </a:lnTo>
                  <a:lnTo>
                    <a:pt x="19" y="198"/>
                  </a:lnTo>
                  <a:lnTo>
                    <a:pt x="23" y="187"/>
                  </a:lnTo>
                  <a:lnTo>
                    <a:pt x="26" y="178"/>
                  </a:lnTo>
                  <a:lnTo>
                    <a:pt x="31" y="169"/>
                  </a:lnTo>
                  <a:lnTo>
                    <a:pt x="37" y="159"/>
                  </a:lnTo>
                  <a:lnTo>
                    <a:pt x="41" y="149"/>
                  </a:lnTo>
                  <a:lnTo>
                    <a:pt x="47" y="141"/>
                  </a:lnTo>
                  <a:lnTo>
                    <a:pt x="53" y="132"/>
                  </a:lnTo>
                  <a:lnTo>
                    <a:pt x="58" y="124"/>
                  </a:lnTo>
                  <a:lnTo>
                    <a:pt x="64" y="115"/>
                  </a:lnTo>
                  <a:lnTo>
                    <a:pt x="71" y="107"/>
                  </a:lnTo>
                  <a:lnTo>
                    <a:pt x="78" y="99"/>
                  </a:lnTo>
                  <a:lnTo>
                    <a:pt x="85" y="92"/>
                  </a:lnTo>
                  <a:lnTo>
                    <a:pt x="92" y="84"/>
                  </a:lnTo>
                  <a:lnTo>
                    <a:pt x="100" y="77"/>
                  </a:lnTo>
                  <a:lnTo>
                    <a:pt x="108" y="70"/>
                  </a:lnTo>
                  <a:lnTo>
                    <a:pt x="116" y="64"/>
                  </a:lnTo>
                  <a:lnTo>
                    <a:pt x="124" y="57"/>
                  </a:lnTo>
                  <a:lnTo>
                    <a:pt x="133" y="52"/>
                  </a:lnTo>
                  <a:lnTo>
                    <a:pt x="141" y="46"/>
                  </a:lnTo>
                  <a:lnTo>
                    <a:pt x="151" y="40"/>
                  </a:lnTo>
                  <a:lnTo>
                    <a:pt x="160" y="35"/>
                  </a:lnTo>
                  <a:lnTo>
                    <a:pt x="169" y="31"/>
                  </a:lnTo>
                  <a:lnTo>
                    <a:pt x="179" y="26"/>
                  </a:lnTo>
                  <a:lnTo>
                    <a:pt x="189" y="22"/>
                  </a:lnTo>
                  <a:lnTo>
                    <a:pt x="199" y="18"/>
                  </a:lnTo>
                  <a:lnTo>
                    <a:pt x="208" y="15"/>
                  </a:lnTo>
                  <a:lnTo>
                    <a:pt x="219" y="11"/>
                  </a:lnTo>
                  <a:lnTo>
                    <a:pt x="230" y="9"/>
                  </a:lnTo>
                  <a:lnTo>
                    <a:pt x="240" y="7"/>
                  </a:lnTo>
                  <a:lnTo>
                    <a:pt x="251" y="4"/>
                  </a:lnTo>
                  <a:lnTo>
                    <a:pt x="262" y="2"/>
                  </a:lnTo>
                  <a:lnTo>
                    <a:pt x="273" y="1"/>
                  </a:lnTo>
                  <a:lnTo>
                    <a:pt x="284" y="0"/>
                  </a:lnTo>
                  <a:lnTo>
                    <a:pt x="296" y="0"/>
                  </a:lnTo>
                  <a:lnTo>
                    <a:pt x="307" y="0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810" name="Freeform 18"/>
            <p:cNvSpPr>
              <a:spLocks noChangeAspect="1"/>
            </p:cNvSpPr>
            <p:nvPr userDrawn="1"/>
          </p:nvSpPr>
          <p:spPr bwMode="black">
            <a:xfrm>
              <a:off x="4750" y="3717"/>
              <a:ext cx="203" cy="286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363" y="0"/>
                </a:cxn>
                <a:cxn ang="0">
                  <a:pos x="310" y="0"/>
                </a:cxn>
                <a:cxn ang="0">
                  <a:pos x="211" y="0"/>
                </a:cxn>
                <a:cxn ang="0">
                  <a:pos x="107" y="0"/>
                </a:cxn>
                <a:cxn ang="0">
                  <a:pos x="44" y="0"/>
                </a:cxn>
                <a:cxn ang="0">
                  <a:pos x="11" y="1"/>
                </a:cxn>
                <a:cxn ang="0">
                  <a:pos x="73" y="15"/>
                </a:cxn>
                <a:cxn ang="0">
                  <a:pos x="134" y="37"/>
                </a:cxn>
                <a:cxn ang="0">
                  <a:pos x="191" y="65"/>
                </a:cxn>
                <a:cxn ang="0">
                  <a:pos x="245" y="100"/>
                </a:cxn>
                <a:cxn ang="0">
                  <a:pos x="296" y="140"/>
                </a:cxn>
                <a:cxn ang="0">
                  <a:pos x="343" y="185"/>
                </a:cxn>
                <a:cxn ang="0">
                  <a:pos x="385" y="236"/>
                </a:cxn>
                <a:cxn ang="0">
                  <a:pos x="420" y="290"/>
                </a:cxn>
                <a:cxn ang="0">
                  <a:pos x="450" y="349"/>
                </a:cxn>
                <a:cxn ang="0">
                  <a:pos x="473" y="411"/>
                </a:cxn>
                <a:cxn ang="0">
                  <a:pos x="490" y="474"/>
                </a:cxn>
                <a:cxn ang="0">
                  <a:pos x="498" y="541"/>
                </a:cxn>
                <a:cxn ang="0">
                  <a:pos x="498" y="603"/>
                </a:cxn>
                <a:cxn ang="0">
                  <a:pos x="485" y="685"/>
                </a:cxn>
                <a:cxn ang="0">
                  <a:pos x="472" y="729"/>
                </a:cxn>
                <a:cxn ang="0">
                  <a:pos x="384" y="729"/>
                </a:cxn>
                <a:cxn ang="0">
                  <a:pos x="279" y="729"/>
                </a:cxn>
                <a:cxn ang="0">
                  <a:pos x="227" y="730"/>
                </a:cxn>
                <a:cxn ang="0">
                  <a:pos x="163" y="747"/>
                </a:cxn>
                <a:cxn ang="0">
                  <a:pos x="108" y="784"/>
                </a:cxn>
                <a:cxn ang="0">
                  <a:pos x="67" y="834"/>
                </a:cxn>
                <a:cxn ang="0">
                  <a:pos x="43" y="895"/>
                </a:cxn>
                <a:cxn ang="0">
                  <a:pos x="39" y="963"/>
                </a:cxn>
                <a:cxn ang="0">
                  <a:pos x="59" y="1026"/>
                </a:cxn>
                <a:cxn ang="0">
                  <a:pos x="97" y="1075"/>
                </a:cxn>
                <a:cxn ang="0">
                  <a:pos x="150" y="1111"/>
                </a:cxn>
                <a:cxn ang="0">
                  <a:pos x="214" y="1130"/>
                </a:cxn>
                <a:cxn ang="0">
                  <a:pos x="260" y="1132"/>
                </a:cxn>
                <a:cxn ang="0">
                  <a:pos x="334" y="1132"/>
                </a:cxn>
                <a:cxn ang="0">
                  <a:pos x="441" y="1132"/>
                </a:cxn>
                <a:cxn ang="0">
                  <a:pos x="541" y="1132"/>
                </a:cxn>
                <a:cxn ang="0">
                  <a:pos x="593" y="1132"/>
                </a:cxn>
                <a:cxn ang="0">
                  <a:pos x="639" y="1132"/>
                </a:cxn>
                <a:cxn ang="0">
                  <a:pos x="745" y="1132"/>
                </a:cxn>
                <a:cxn ang="0">
                  <a:pos x="806" y="1132"/>
                </a:cxn>
                <a:cxn ang="0">
                  <a:pos x="806" y="1115"/>
                </a:cxn>
                <a:cxn ang="0">
                  <a:pos x="806" y="1067"/>
                </a:cxn>
                <a:cxn ang="0">
                  <a:pos x="806" y="996"/>
                </a:cxn>
                <a:cxn ang="0">
                  <a:pos x="806" y="907"/>
                </a:cxn>
                <a:cxn ang="0">
                  <a:pos x="806" y="807"/>
                </a:cxn>
                <a:cxn ang="0">
                  <a:pos x="806" y="701"/>
                </a:cxn>
                <a:cxn ang="0">
                  <a:pos x="806" y="596"/>
                </a:cxn>
                <a:cxn ang="0">
                  <a:pos x="806" y="500"/>
                </a:cxn>
                <a:cxn ang="0">
                  <a:pos x="806" y="416"/>
                </a:cxn>
                <a:cxn ang="0">
                  <a:pos x="806" y="352"/>
                </a:cxn>
                <a:cxn ang="0">
                  <a:pos x="806" y="314"/>
                </a:cxn>
                <a:cxn ang="0">
                  <a:pos x="805" y="283"/>
                </a:cxn>
                <a:cxn ang="0">
                  <a:pos x="794" y="219"/>
                </a:cxn>
                <a:cxn ang="0">
                  <a:pos x="769" y="159"/>
                </a:cxn>
                <a:cxn ang="0">
                  <a:pos x="735" y="107"/>
                </a:cxn>
                <a:cxn ang="0">
                  <a:pos x="690" y="64"/>
                </a:cxn>
                <a:cxn ang="0">
                  <a:pos x="637" y="31"/>
                </a:cxn>
                <a:cxn ang="0">
                  <a:pos x="576" y="9"/>
                </a:cxn>
                <a:cxn ang="0">
                  <a:pos x="510" y="0"/>
                </a:cxn>
              </a:cxnLst>
              <a:rect l="0" t="0" r="r" b="b"/>
              <a:pathLst>
                <a:path w="806" h="1132">
                  <a:moveTo>
                    <a:pt x="499" y="0"/>
                  </a:moveTo>
                  <a:lnTo>
                    <a:pt x="495" y="0"/>
                  </a:lnTo>
                  <a:lnTo>
                    <a:pt x="485" y="0"/>
                  </a:lnTo>
                  <a:lnTo>
                    <a:pt x="470" y="0"/>
                  </a:lnTo>
                  <a:lnTo>
                    <a:pt x="452" y="0"/>
                  </a:lnTo>
                  <a:lnTo>
                    <a:pt x="432" y="0"/>
                  </a:lnTo>
                  <a:lnTo>
                    <a:pt x="412" y="0"/>
                  </a:lnTo>
                  <a:lnTo>
                    <a:pt x="394" y="0"/>
                  </a:lnTo>
                  <a:lnTo>
                    <a:pt x="379" y="0"/>
                  </a:lnTo>
                  <a:lnTo>
                    <a:pt x="369" y="0"/>
                  </a:lnTo>
                  <a:lnTo>
                    <a:pt x="364" y="0"/>
                  </a:lnTo>
                  <a:lnTo>
                    <a:pt x="363" y="0"/>
                  </a:lnTo>
                  <a:lnTo>
                    <a:pt x="359" y="0"/>
                  </a:lnTo>
                  <a:lnTo>
                    <a:pt x="354" y="0"/>
                  </a:lnTo>
                  <a:lnTo>
                    <a:pt x="346" y="0"/>
                  </a:lnTo>
                  <a:lnTo>
                    <a:pt x="335" y="0"/>
                  </a:lnTo>
                  <a:lnTo>
                    <a:pt x="324" y="0"/>
                  </a:lnTo>
                  <a:lnTo>
                    <a:pt x="310" y="0"/>
                  </a:lnTo>
                  <a:lnTo>
                    <a:pt x="296" y="0"/>
                  </a:lnTo>
                  <a:lnTo>
                    <a:pt x="280" y="0"/>
                  </a:lnTo>
                  <a:lnTo>
                    <a:pt x="264" y="0"/>
                  </a:lnTo>
                  <a:lnTo>
                    <a:pt x="247" y="0"/>
                  </a:lnTo>
                  <a:lnTo>
                    <a:pt x="228" y="0"/>
                  </a:lnTo>
                  <a:lnTo>
                    <a:pt x="211" y="0"/>
                  </a:lnTo>
                  <a:lnTo>
                    <a:pt x="192" y="0"/>
                  </a:lnTo>
                  <a:lnTo>
                    <a:pt x="174" y="0"/>
                  </a:lnTo>
                  <a:lnTo>
                    <a:pt x="157" y="0"/>
                  </a:lnTo>
                  <a:lnTo>
                    <a:pt x="139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2" y="0"/>
                  </a:lnTo>
                  <a:lnTo>
                    <a:pt x="80" y="0"/>
                  </a:lnTo>
                  <a:lnTo>
                    <a:pt x="68" y="0"/>
                  </a:lnTo>
                  <a:lnTo>
                    <a:pt x="58" y="0"/>
                  </a:lnTo>
                  <a:lnTo>
                    <a:pt x="50" y="0"/>
                  </a:lnTo>
                  <a:lnTo>
                    <a:pt x="44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29" y="0"/>
                  </a:lnTo>
                  <a:lnTo>
                    <a:pt x="9" y="0"/>
                  </a:lnTo>
                  <a:lnTo>
                    <a:pt x="0" y="0"/>
                  </a:lnTo>
                  <a:lnTo>
                    <a:pt x="11" y="1"/>
                  </a:lnTo>
                  <a:lnTo>
                    <a:pt x="21" y="3"/>
                  </a:lnTo>
                  <a:lnTo>
                    <a:pt x="31" y="4"/>
                  </a:lnTo>
                  <a:lnTo>
                    <a:pt x="42" y="7"/>
                  </a:lnTo>
                  <a:lnTo>
                    <a:pt x="52" y="9"/>
                  </a:lnTo>
                  <a:lnTo>
                    <a:pt x="62" y="12"/>
                  </a:lnTo>
                  <a:lnTo>
                    <a:pt x="73" y="15"/>
                  </a:lnTo>
                  <a:lnTo>
                    <a:pt x="83" y="18"/>
                  </a:lnTo>
                  <a:lnTo>
                    <a:pt x="93" y="22"/>
                  </a:lnTo>
                  <a:lnTo>
                    <a:pt x="104" y="25"/>
                  </a:lnTo>
                  <a:lnTo>
                    <a:pt x="114" y="29"/>
                  </a:lnTo>
                  <a:lnTo>
                    <a:pt x="123" y="32"/>
                  </a:lnTo>
                  <a:lnTo>
                    <a:pt x="134" y="37"/>
                  </a:lnTo>
                  <a:lnTo>
                    <a:pt x="143" y="41"/>
                  </a:lnTo>
                  <a:lnTo>
                    <a:pt x="153" y="46"/>
                  </a:lnTo>
                  <a:lnTo>
                    <a:pt x="163" y="50"/>
                  </a:lnTo>
                  <a:lnTo>
                    <a:pt x="173" y="55"/>
                  </a:lnTo>
                  <a:lnTo>
                    <a:pt x="182" y="60"/>
                  </a:lnTo>
                  <a:lnTo>
                    <a:pt x="191" y="65"/>
                  </a:lnTo>
                  <a:lnTo>
                    <a:pt x="201" y="70"/>
                  </a:lnTo>
                  <a:lnTo>
                    <a:pt x="210" y="76"/>
                  </a:lnTo>
                  <a:lnTo>
                    <a:pt x="219" y="82"/>
                  </a:lnTo>
                  <a:lnTo>
                    <a:pt x="228" y="87"/>
                  </a:lnTo>
                  <a:lnTo>
                    <a:pt x="237" y="93"/>
                  </a:lnTo>
                  <a:lnTo>
                    <a:pt x="245" y="100"/>
                  </a:lnTo>
                  <a:lnTo>
                    <a:pt x="255" y="106"/>
                  </a:lnTo>
                  <a:lnTo>
                    <a:pt x="263" y="113"/>
                  </a:lnTo>
                  <a:lnTo>
                    <a:pt x="272" y="118"/>
                  </a:lnTo>
                  <a:lnTo>
                    <a:pt x="280" y="125"/>
                  </a:lnTo>
                  <a:lnTo>
                    <a:pt x="288" y="132"/>
                  </a:lnTo>
                  <a:lnTo>
                    <a:pt x="296" y="140"/>
                  </a:lnTo>
                  <a:lnTo>
                    <a:pt x="304" y="147"/>
                  </a:lnTo>
                  <a:lnTo>
                    <a:pt x="312" y="154"/>
                  </a:lnTo>
                  <a:lnTo>
                    <a:pt x="320" y="162"/>
                  </a:lnTo>
                  <a:lnTo>
                    <a:pt x="328" y="170"/>
                  </a:lnTo>
                  <a:lnTo>
                    <a:pt x="335" y="177"/>
                  </a:lnTo>
                  <a:lnTo>
                    <a:pt x="343" y="185"/>
                  </a:lnTo>
                  <a:lnTo>
                    <a:pt x="350" y="193"/>
                  </a:lnTo>
                  <a:lnTo>
                    <a:pt x="357" y="201"/>
                  </a:lnTo>
                  <a:lnTo>
                    <a:pt x="364" y="211"/>
                  </a:lnTo>
                  <a:lnTo>
                    <a:pt x="371" y="219"/>
                  </a:lnTo>
                  <a:lnTo>
                    <a:pt x="378" y="227"/>
                  </a:lnTo>
                  <a:lnTo>
                    <a:pt x="385" y="236"/>
                  </a:lnTo>
                  <a:lnTo>
                    <a:pt x="391" y="245"/>
                  </a:lnTo>
                  <a:lnTo>
                    <a:pt x="397" y="253"/>
                  </a:lnTo>
                  <a:lnTo>
                    <a:pt x="403" y="262"/>
                  </a:lnTo>
                  <a:lnTo>
                    <a:pt x="409" y="272"/>
                  </a:lnTo>
                  <a:lnTo>
                    <a:pt x="415" y="281"/>
                  </a:lnTo>
                  <a:lnTo>
                    <a:pt x="420" y="290"/>
                  </a:lnTo>
                  <a:lnTo>
                    <a:pt x="426" y="300"/>
                  </a:lnTo>
                  <a:lnTo>
                    <a:pt x="431" y="310"/>
                  </a:lnTo>
                  <a:lnTo>
                    <a:pt x="437" y="319"/>
                  </a:lnTo>
                  <a:lnTo>
                    <a:pt x="441" y="329"/>
                  </a:lnTo>
                  <a:lnTo>
                    <a:pt x="446" y="338"/>
                  </a:lnTo>
                  <a:lnTo>
                    <a:pt x="450" y="349"/>
                  </a:lnTo>
                  <a:lnTo>
                    <a:pt x="455" y="359"/>
                  </a:lnTo>
                  <a:lnTo>
                    <a:pt x="458" y="369"/>
                  </a:lnTo>
                  <a:lnTo>
                    <a:pt x="463" y="379"/>
                  </a:lnTo>
                  <a:lnTo>
                    <a:pt x="467" y="389"/>
                  </a:lnTo>
                  <a:lnTo>
                    <a:pt x="470" y="399"/>
                  </a:lnTo>
                  <a:lnTo>
                    <a:pt x="473" y="411"/>
                  </a:lnTo>
                  <a:lnTo>
                    <a:pt x="477" y="421"/>
                  </a:lnTo>
                  <a:lnTo>
                    <a:pt x="479" y="432"/>
                  </a:lnTo>
                  <a:lnTo>
                    <a:pt x="483" y="442"/>
                  </a:lnTo>
                  <a:lnTo>
                    <a:pt x="485" y="452"/>
                  </a:lnTo>
                  <a:lnTo>
                    <a:pt x="487" y="464"/>
                  </a:lnTo>
                  <a:lnTo>
                    <a:pt x="490" y="474"/>
                  </a:lnTo>
                  <a:lnTo>
                    <a:pt x="492" y="486"/>
                  </a:lnTo>
                  <a:lnTo>
                    <a:pt x="493" y="496"/>
                  </a:lnTo>
                  <a:lnTo>
                    <a:pt x="495" y="508"/>
                  </a:lnTo>
                  <a:lnTo>
                    <a:pt x="496" y="519"/>
                  </a:lnTo>
                  <a:lnTo>
                    <a:pt x="498" y="530"/>
                  </a:lnTo>
                  <a:lnTo>
                    <a:pt x="498" y="541"/>
                  </a:lnTo>
                  <a:lnTo>
                    <a:pt x="499" y="553"/>
                  </a:lnTo>
                  <a:lnTo>
                    <a:pt x="499" y="564"/>
                  </a:lnTo>
                  <a:lnTo>
                    <a:pt x="499" y="576"/>
                  </a:lnTo>
                  <a:lnTo>
                    <a:pt x="499" y="576"/>
                  </a:lnTo>
                  <a:lnTo>
                    <a:pt x="499" y="589"/>
                  </a:lnTo>
                  <a:lnTo>
                    <a:pt x="498" y="603"/>
                  </a:lnTo>
                  <a:lnTo>
                    <a:pt x="496" y="618"/>
                  </a:lnTo>
                  <a:lnTo>
                    <a:pt x="494" y="632"/>
                  </a:lnTo>
                  <a:lnTo>
                    <a:pt x="492" y="646"/>
                  </a:lnTo>
                  <a:lnTo>
                    <a:pt x="490" y="659"/>
                  </a:lnTo>
                  <a:lnTo>
                    <a:pt x="487" y="672"/>
                  </a:lnTo>
                  <a:lnTo>
                    <a:pt x="485" y="685"/>
                  </a:lnTo>
                  <a:lnTo>
                    <a:pt x="483" y="697"/>
                  </a:lnTo>
                  <a:lnTo>
                    <a:pt x="482" y="708"/>
                  </a:lnTo>
                  <a:lnTo>
                    <a:pt x="480" y="718"/>
                  </a:lnTo>
                  <a:lnTo>
                    <a:pt x="479" y="729"/>
                  </a:lnTo>
                  <a:lnTo>
                    <a:pt x="478" y="729"/>
                  </a:lnTo>
                  <a:lnTo>
                    <a:pt x="472" y="729"/>
                  </a:lnTo>
                  <a:lnTo>
                    <a:pt x="463" y="729"/>
                  </a:lnTo>
                  <a:lnTo>
                    <a:pt x="450" y="729"/>
                  </a:lnTo>
                  <a:lnTo>
                    <a:pt x="437" y="729"/>
                  </a:lnTo>
                  <a:lnTo>
                    <a:pt x="420" y="729"/>
                  </a:lnTo>
                  <a:lnTo>
                    <a:pt x="402" y="729"/>
                  </a:lnTo>
                  <a:lnTo>
                    <a:pt x="384" y="729"/>
                  </a:lnTo>
                  <a:lnTo>
                    <a:pt x="364" y="729"/>
                  </a:lnTo>
                  <a:lnTo>
                    <a:pt x="346" y="729"/>
                  </a:lnTo>
                  <a:lnTo>
                    <a:pt x="327" y="729"/>
                  </a:lnTo>
                  <a:lnTo>
                    <a:pt x="309" y="729"/>
                  </a:lnTo>
                  <a:lnTo>
                    <a:pt x="293" y="729"/>
                  </a:lnTo>
                  <a:lnTo>
                    <a:pt x="279" y="729"/>
                  </a:lnTo>
                  <a:lnTo>
                    <a:pt x="266" y="729"/>
                  </a:lnTo>
                  <a:lnTo>
                    <a:pt x="257" y="729"/>
                  </a:lnTo>
                  <a:lnTo>
                    <a:pt x="251" y="729"/>
                  </a:lnTo>
                  <a:lnTo>
                    <a:pt x="249" y="729"/>
                  </a:lnTo>
                  <a:lnTo>
                    <a:pt x="239" y="729"/>
                  </a:lnTo>
                  <a:lnTo>
                    <a:pt x="227" y="730"/>
                  </a:lnTo>
                  <a:lnTo>
                    <a:pt x="216" y="731"/>
                  </a:lnTo>
                  <a:lnTo>
                    <a:pt x="205" y="733"/>
                  </a:lnTo>
                  <a:lnTo>
                    <a:pt x="194" y="736"/>
                  </a:lnTo>
                  <a:lnTo>
                    <a:pt x="183" y="739"/>
                  </a:lnTo>
                  <a:lnTo>
                    <a:pt x="173" y="744"/>
                  </a:lnTo>
                  <a:lnTo>
                    <a:pt x="163" y="747"/>
                  </a:lnTo>
                  <a:lnTo>
                    <a:pt x="153" y="753"/>
                  </a:lnTo>
                  <a:lnTo>
                    <a:pt x="144" y="758"/>
                  </a:lnTo>
                  <a:lnTo>
                    <a:pt x="135" y="763"/>
                  </a:lnTo>
                  <a:lnTo>
                    <a:pt x="126" y="770"/>
                  </a:lnTo>
                  <a:lnTo>
                    <a:pt x="116" y="776"/>
                  </a:lnTo>
                  <a:lnTo>
                    <a:pt x="108" y="784"/>
                  </a:lnTo>
                  <a:lnTo>
                    <a:pt x="100" y="791"/>
                  </a:lnTo>
                  <a:lnTo>
                    <a:pt x="93" y="799"/>
                  </a:lnTo>
                  <a:lnTo>
                    <a:pt x="87" y="807"/>
                  </a:lnTo>
                  <a:lnTo>
                    <a:pt x="80" y="815"/>
                  </a:lnTo>
                  <a:lnTo>
                    <a:pt x="73" y="824"/>
                  </a:lnTo>
                  <a:lnTo>
                    <a:pt x="67" y="834"/>
                  </a:lnTo>
                  <a:lnTo>
                    <a:pt x="62" y="843"/>
                  </a:lnTo>
                  <a:lnTo>
                    <a:pt x="58" y="853"/>
                  </a:lnTo>
                  <a:lnTo>
                    <a:pt x="53" y="864"/>
                  </a:lnTo>
                  <a:lnTo>
                    <a:pt x="50" y="874"/>
                  </a:lnTo>
                  <a:lnTo>
                    <a:pt x="46" y="884"/>
                  </a:lnTo>
                  <a:lnTo>
                    <a:pt x="43" y="895"/>
                  </a:lnTo>
                  <a:lnTo>
                    <a:pt x="42" y="906"/>
                  </a:lnTo>
                  <a:lnTo>
                    <a:pt x="39" y="917"/>
                  </a:lnTo>
                  <a:lnTo>
                    <a:pt x="38" y="928"/>
                  </a:lnTo>
                  <a:lnTo>
                    <a:pt x="38" y="940"/>
                  </a:lnTo>
                  <a:lnTo>
                    <a:pt x="38" y="951"/>
                  </a:lnTo>
                  <a:lnTo>
                    <a:pt x="39" y="963"/>
                  </a:lnTo>
                  <a:lnTo>
                    <a:pt x="42" y="974"/>
                  </a:lnTo>
                  <a:lnTo>
                    <a:pt x="44" y="986"/>
                  </a:lnTo>
                  <a:lnTo>
                    <a:pt x="46" y="996"/>
                  </a:lnTo>
                  <a:lnTo>
                    <a:pt x="50" y="1006"/>
                  </a:lnTo>
                  <a:lnTo>
                    <a:pt x="54" y="1016"/>
                  </a:lnTo>
                  <a:lnTo>
                    <a:pt x="59" y="1026"/>
                  </a:lnTo>
                  <a:lnTo>
                    <a:pt x="63" y="1035"/>
                  </a:lnTo>
                  <a:lnTo>
                    <a:pt x="69" y="1043"/>
                  </a:lnTo>
                  <a:lnTo>
                    <a:pt x="75" y="1052"/>
                  </a:lnTo>
                  <a:lnTo>
                    <a:pt x="82" y="1061"/>
                  </a:lnTo>
                  <a:lnTo>
                    <a:pt x="89" y="1069"/>
                  </a:lnTo>
                  <a:lnTo>
                    <a:pt x="97" y="1075"/>
                  </a:lnTo>
                  <a:lnTo>
                    <a:pt x="105" y="1082"/>
                  </a:lnTo>
                  <a:lnTo>
                    <a:pt x="113" y="1089"/>
                  </a:lnTo>
                  <a:lnTo>
                    <a:pt x="122" y="1095"/>
                  </a:lnTo>
                  <a:lnTo>
                    <a:pt x="131" y="1101"/>
                  </a:lnTo>
                  <a:lnTo>
                    <a:pt x="141" y="1105"/>
                  </a:lnTo>
                  <a:lnTo>
                    <a:pt x="150" y="1111"/>
                  </a:lnTo>
                  <a:lnTo>
                    <a:pt x="160" y="1115"/>
                  </a:lnTo>
                  <a:lnTo>
                    <a:pt x="171" y="1119"/>
                  </a:lnTo>
                  <a:lnTo>
                    <a:pt x="181" y="1123"/>
                  </a:lnTo>
                  <a:lnTo>
                    <a:pt x="192" y="1125"/>
                  </a:lnTo>
                  <a:lnTo>
                    <a:pt x="203" y="1127"/>
                  </a:lnTo>
                  <a:lnTo>
                    <a:pt x="214" y="1130"/>
                  </a:lnTo>
                  <a:lnTo>
                    <a:pt x="226" y="1131"/>
                  </a:lnTo>
                  <a:lnTo>
                    <a:pt x="237" y="1132"/>
                  </a:lnTo>
                  <a:lnTo>
                    <a:pt x="249" y="1132"/>
                  </a:lnTo>
                  <a:lnTo>
                    <a:pt x="251" y="1132"/>
                  </a:lnTo>
                  <a:lnTo>
                    <a:pt x="255" y="1132"/>
                  </a:lnTo>
                  <a:lnTo>
                    <a:pt x="260" y="1132"/>
                  </a:lnTo>
                  <a:lnTo>
                    <a:pt x="268" y="1132"/>
                  </a:lnTo>
                  <a:lnTo>
                    <a:pt x="279" y="1132"/>
                  </a:lnTo>
                  <a:lnTo>
                    <a:pt x="290" y="1132"/>
                  </a:lnTo>
                  <a:lnTo>
                    <a:pt x="303" y="1132"/>
                  </a:lnTo>
                  <a:lnTo>
                    <a:pt x="318" y="1132"/>
                  </a:lnTo>
                  <a:lnTo>
                    <a:pt x="334" y="1132"/>
                  </a:lnTo>
                  <a:lnTo>
                    <a:pt x="350" y="1132"/>
                  </a:lnTo>
                  <a:lnTo>
                    <a:pt x="368" y="1132"/>
                  </a:lnTo>
                  <a:lnTo>
                    <a:pt x="386" y="1132"/>
                  </a:lnTo>
                  <a:lnTo>
                    <a:pt x="403" y="1132"/>
                  </a:lnTo>
                  <a:lnTo>
                    <a:pt x="422" y="1132"/>
                  </a:lnTo>
                  <a:lnTo>
                    <a:pt x="441" y="1132"/>
                  </a:lnTo>
                  <a:lnTo>
                    <a:pt x="458" y="1132"/>
                  </a:lnTo>
                  <a:lnTo>
                    <a:pt x="477" y="1132"/>
                  </a:lnTo>
                  <a:lnTo>
                    <a:pt x="494" y="1132"/>
                  </a:lnTo>
                  <a:lnTo>
                    <a:pt x="510" y="1132"/>
                  </a:lnTo>
                  <a:lnTo>
                    <a:pt x="526" y="1132"/>
                  </a:lnTo>
                  <a:lnTo>
                    <a:pt x="541" y="1132"/>
                  </a:lnTo>
                  <a:lnTo>
                    <a:pt x="554" y="1132"/>
                  </a:lnTo>
                  <a:lnTo>
                    <a:pt x="566" y="1132"/>
                  </a:lnTo>
                  <a:lnTo>
                    <a:pt x="576" y="1132"/>
                  </a:lnTo>
                  <a:lnTo>
                    <a:pt x="584" y="1132"/>
                  </a:lnTo>
                  <a:lnTo>
                    <a:pt x="590" y="1132"/>
                  </a:lnTo>
                  <a:lnTo>
                    <a:pt x="593" y="1132"/>
                  </a:lnTo>
                  <a:lnTo>
                    <a:pt x="594" y="1132"/>
                  </a:lnTo>
                  <a:lnTo>
                    <a:pt x="597" y="1132"/>
                  </a:lnTo>
                  <a:lnTo>
                    <a:pt x="604" y="1132"/>
                  </a:lnTo>
                  <a:lnTo>
                    <a:pt x="613" y="1132"/>
                  </a:lnTo>
                  <a:lnTo>
                    <a:pt x="624" y="1132"/>
                  </a:lnTo>
                  <a:lnTo>
                    <a:pt x="639" y="1132"/>
                  </a:lnTo>
                  <a:lnTo>
                    <a:pt x="655" y="1132"/>
                  </a:lnTo>
                  <a:lnTo>
                    <a:pt x="673" y="1132"/>
                  </a:lnTo>
                  <a:lnTo>
                    <a:pt x="691" y="1132"/>
                  </a:lnTo>
                  <a:lnTo>
                    <a:pt x="710" y="1132"/>
                  </a:lnTo>
                  <a:lnTo>
                    <a:pt x="728" y="1132"/>
                  </a:lnTo>
                  <a:lnTo>
                    <a:pt x="745" y="1132"/>
                  </a:lnTo>
                  <a:lnTo>
                    <a:pt x="763" y="1132"/>
                  </a:lnTo>
                  <a:lnTo>
                    <a:pt x="776" y="1132"/>
                  </a:lnTo>
                  <a:lnTo>
                    <a:pt x="789" y="1132"/>
                  </a:lnTo>
                  <a:lnTo>
                    <a:pt x="798" y="1132"/>
                  </a:lnTo>
                  <a:lnTo>
                    <a:pt x="804" y="1132"/>
                  </a:lnTo>
                  <a:lnTo>
                    <a:pt x="806" y="1132"/>
                  </a:lnTo>
                  <a:lnTo>
                    <a:pt x="806" y="1131"/>
                  </a:lnTo>
                  <a:lnTo>
                    <a:pt x="806" y="1130"/>
                  </a:lnTo>
                  <a:lnTo>
                    <a:pt x="806" y="1127"/>
                  </a:lnTo>
                  <a:lnTo>
                    <a:pt x="806" y="1124"/>
                  </a:lnTo>
                  <a:lnTo>
                    <a:pt x="806" y="1119"/>
                  </a:lnTo>
                  <a:lnTo>
                    <a:pt x="806" y="1115"/>
                  </a:lnTo>
                  <a:lnTo>
                    <a:pt x="806" y="1109"/>
                  </a:lnTo>
                  <a:lnTo>
                    <a:pt x="806" y="1102"/>
                  </a:lnTo>
                  <a:lnTo>
                    <a:pt x="806" y="1094"/>
                  </a:lnTo>
                  <a:lnTo>
                    <a:pt x="806" y="1086"/>
                  </a:lnTo>
                  <a:lnTo>
                    <a:pt x="806" y="1077"/>
                  </a:lnTo>
                  <a:lnTo>
                    <a:pt x="806" y="1067"/>
                  </a:lnTo>
                  <a:lnTo>
                    <a:pt x="806" y="1057"/>
                  </a:lnTo>
                  <a:lnTo>
                    <a:pt x="806" y="1046"/>
                  </a:lnTo>
                  <a:lnTo>
                    <a:pt x="806" y="1034"/>
                  </a:lnTo>
                  <a:lnTo>
                    <a:pt x="806" y="1022"/>
                  </a:lnTo>
                  <a:lnTo>
                    <a:pt x="806" y="1010"/>
                  </a:lnTo>
                  <a:lnTo>
                    <a:pt x="806" y="996"/>
                  </a:lnTo>
                  <a:lnTo>
                    <a:pt x="806" y="982"/>
                  </a:lnTo>
                  <a:lnTo>
                    <a:pt x="806" y="968"/>
                  </a:lnTo>
                  <a:lnTo>
                    <a:pt x="806" y="953"/>
                  </a:lnTo>
                  <a:lnTo>
                    <a:pt x="806" y="938"/>
                  </a:lnTo>
                  <a:lnTo>
                    <a:pt x="806" y="923"/>
                  </a:lnTo>
                  <a:lnTo>
                    <a:pt x="806" y="907"/>
                  </a:lnTo>
                  <a:lnTo>
                    <a:pt x="806" y="891"/>
                  </a:lnTo>
                  <a:lnTo>
                    <a:pt x="806" y="875"/>
                  </a:lnTo>
                  <a:lnTo>
                    <a:pt x="806" y="858"/>
                  </a:lnTo>
                  <a:lnTo>
                    <a:pt x="806" y="842"/>
                  </a:lnTo>
                  <a:lnTo>
                    <a:pt x="806" y="824"/>
                  </a:lnTo>
                  <a:lnTo>
                    <a:pt x="806" y="807"/>
                  </a:lnTo>
                  <a:lnTo>
                    <a:pt x="806" y="790"/>
                  </a:lnTo>
                  <a:lnTo>
                    <a:pt x="806" y="771"/>
                  </a:lnTo>
                  <a:lnTo>
                    <a:pt x="806" y="754"/>
                  </a:lnTo>
                  <a:lnTo>
                    <a:pt x="806" y="737"/>
                  </a:lnTo>
                  <a:lnTo>
                    <a:pt x="806" y="720"/>
                  </a:lnTo>
                  <a:lnTo>
                    <a:pt x="806" y="701"/>
                  </a:lnTo>
                  <a:lnTo>
                    <a:pt x="806" y="684"/>
                  </a:lnTo>
                  <a:lnTo>
                    <a:pt x="806" y="667"/>
                  </a:lnTo>
                  <a:lnTo>
                    <a:pt x="806" y="648"/>
                  </a:lnTo>
                  <a:lnTo>
                    <a:pt x="806" y="631"/>
                  </a:lnTo>
                  <a:lnTo>
                    <a:pt x="806" y="614"/>
                  </a:lnTo>
                  <a:lnTo>
                    <a:pt x="806" y="596"/>
                  </a:lnTo>
                  <a:lnTo>
                    <a:pt x="806" y="580"/>
                  </a:lnTo>
                  <a:lnTo>
                    <a:pt x="806" y="563"/>
                  </a:lnTo>
                  <a:lnTo>
                    <a:pt x="806" y="547"/>
                  </a:lnTo>
                  <a:lnTo>
                    <a:pt x="806" y="531"/>
                  </a:lnTo>
                  <a:lnTo>
                    <a:pt x="806" y="515"/>
                  </a:lnTo>
                  <a:lnTo>
                    <a:pt x="806" y="500"/>
                  </a:lnTo>
                  <a:lnTo>
                    <a:pt x="806" y="485"/>
                  </a:lnTo>
                  <a:lnTo>
                    <a:pt x="806" y="470"/>
                  </a:lnTo>
                  <a:lnTo>
                    <a:pt x="806" y="456"/>
                  </a:lnTo>
                  <a:lnTo>
                    <a:pt x="806" y="442"/>
                  </a:lnTo>
                  <a:lnTo>
                    <a:pt x="806" y="428"/>
                  </a:lnTo>
                  <a:lnTo>
                    <a:pt x="806" y="416"/>
                  </a:lnTo>
                  <a:lnTo>
                    <a:pt x="806" y="404"/>
                  </a:lnTo>
                  <a:lnTo>
                    <a:pt x="806" y="392"/>
                  </a:lnTo>
                  <a:lnTo>
                    <a:pt x="806" y="381"/>
                  </a:lnTo>
                  <a:lnTo>
                    <a:pt x="806" y="371"/>
                  </a:lnTo>
                  <a:lnTo>
                    <a:pt x="806" y="361"/>
                  </a:lnTo>
                  <a:lnTo>
                    <a:pt x="806" y="352"/>
                  </a:lnTo>
                  <a:lnTo>
                    <a:pt x="806" y="344"/>
                  </a:lnTo>
                  <a:lnTo>
                    <a:pt x="806" y="336"/>
                  </a:lnTo>
                  <a:lnTo>
                    <a:pt x="806" y="329"/>
                  </a:lnTo>
                  <a:lnTo>
                    <a:pt x="806" y="323"/>
                  </a:lnTo>
                  <a:lnTo>
                    <a:pt x="806" y="319"/>
                  </a:lnTo>
                  <a:lnTo>
                    <a:pt x="806" y="314"/>
                  </a:lnTo>
                  <a:lnTo>
                    <a:pt x="806" y="311"/>
                  </a:lnTo>
                  <a:lnTo>
                    <a:pt x="806" y="308"/>
                  </a:lnTo>
                  <a:lnTo>
                    <a:pt x="806" y="307"/>
                  </a:lnTo>
                  <a:lnTo>
                    <a:pt x="806" y="306"/>
                  </a:lnTo>
                  <a:lnTo>
                    <a:pt x="806" y="295"/>
                  </a:lnTo>
                  <a:lnTo>
                    <a:pt x="805" y="283"/>
                  </a:lnTo>
                  <a:lnTo>
                    <a:pt x="804" y="273"/>
                  </a:lnTo>
                  <a:lnTo>
                    <a:pt x="803" y="261"/>
                  </a:lnTo>
                  <a:lnTo>
                    <a:pt x="802" y="251"/>
                  </a:lnTo>
                  <a:lnTo>
                    <a:pt x="799" y="239"/>
                  </a:lnTo>
                  <a:lnTo>
                    <a:pt x="797" y="229"/>
                  </a:lnTo>
                  <a:lnTo>
                    <a:pt x="794" y="219"/>
                  </a:lnTo>
                  <a:lnTo>
                    <a:pt x="790" y="208"/>
                  </a:lnTo>
                  <a:lnTo>
                    <a:pt x="787" y="198"/>
                  </a:lnTo>
                  <a:lnTo>
                    <a:pt x="783" y="187"/>
                  </a:lnTo>
                  <a:lnTo>
                    <a:pt x="780" y="178"/>
                  </a:lnTo>
                  <a:lnTo>
                    <a:pt x="775" y="169"/>
                  </a:lnTo>
                  <a:lnTo>
                    <a:pt x="769" y="159"/>
                  </a:lnTo>
                  <a:lnTo>
                    <a:pt x="765" y="149"/>
                  </a:lnTo>
                  <a:lnTo>
                    <a:pt x="759" y="141"/>
                  </a:lnTo>
                  <a:lnTo>
                    <a:pt x="753" y="132"/>
                  </a:lnTo>
                  <a:lnTo>
                    <a:pt x="748" y="124"/>
                  </a:lnTo>
                  <a:lnTo>
                    <a:pt x="742" y="115"/>
                  </a:lnTo>
                  <a:lnTo>
                    <a:pt x="735" y="107"/>
                  </a:lnTo>
                  <a:lnTo>
                    <a:pt x="728" y="99"/>
                  </a:lnTo>
                  <a:lnTo>
                    <a:pt x="721" y="92"/>
                  </a:lnTo>
                  <a:lnTo>
                    <a:pt x="714" y="84"/>
                  </a:lnTo>
                  <a:lnTo>
                    <a:pt x="706" y="77"/>
                  </a:lnTo>
                  <a:lnTo>
                    <a:pt x="698" y="70"/>
                  </a:lnTo>
                  <a:lnTo>
                    <a:pt x="690" y="64"/>
                  </a:lnTo>
                  <a:lnTo>
                    <a:pt x="682" y="57"/>
                  </a:lnTo>
                  <a:lnTo>
                    <a:pt x="673" y="52"/>
                  </a:lnTo>
                  <a:lnTo>
                    <a:pt x="665" y="46"/>
                  </a:lnTo>
                  <a:lnTo>
                    <a:pt x="655" y="40"/>
                  </a:lnTo>
                  <a:lnTo>
                    <a:pt x="646" y="35"/>
                  </a:lnTo>
                  <a:lnTo>
                    <a:pt x="637" y="31"/>
                  </a:lnTo>
                  <a:lnTo>
                    <a:pt x="627" y="26"/>
                  </a:lnTo>
                  <a:lnTo>
                    <a:pt x="617" y="22"/>
                  </a:lnTo>
                  <a:lnTo>
                    <a:pt x="607" y="18"/>
                  </a:lnTo>
                  <a:lnTo>
                    <a:pt x="597" y="15"/>
                  </a:lnTo>
                  <a:lnTo>
                    <a:pt x="587" y="11"/>
                  </a:lnTo>
                  <a:lnTo>
                    <a:pt x="576" y="9"/>
                  </a:lnTo>
                  <a:lnTo>
                    <a:pt x="566" y="7"/>
                  </a:lnTo>
                  <a:lnTo>
                    <a:pt x="555" y="4"/>
                  </a:lnTo>
                  <a:lnTo>
                    <a:pt x="544" y="2"/>
                  </a:lnTo>
                  <a:lnTo>
                    <a:pt x="533" y="1"/>
                  </a:lnTo>
                  <a:lnTo>
                    <a:pt x="522" y="0"/>
                  </a:lnTo>
                  <a:lnTo>
                    <a:pt x="510" y="0"/>
                  </a:lnTo>
                  <a:lnTo>
                    <a:pt x="499" y="0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9811" name="Text Box 19"/>
            <p:cNvSpPr txBox="1">
              <a:spLocks noChangeAspect="1" noChangeArrowheads="1"/>
            </p:cNvSpPr>
            <p:nvPr userDrawn="1"/>
          </p:nvSpPr>
          <p:spPr bwMode="white">
            <a:xfrm>
              <a:off x="4781" y="3918"/>
              <a:ext cx="15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600">
                  <a:solidFill>
                    <a:schemeClr val="tx2"/>
                  </a:solidFill>
                  <a:cs typeface="Times New Roman" pitchFamily="18" charset="0"/>
                </a:rPr>
                <a:t>®</a:t>
              </a:r>
              <a:endParaRPr lang="en-US" sz="600">
                <a:solidFill>
                  <a:schemeClr val="tx2"/>
                </a:solidFill>
              </a:endParaRPr>
            </a:p>
          </p:txBody>
        </p:sp>
      </p:grpSp>
      <p:pic>
        <p:nvPicPr>
          <p:cNvPr id="289812" name="Picture 20" descr="logo w name"/>
          <p:cNvPicPr>
            <a:picLocks noChangeAspect="1" noChangeArrowheads="1"/>
          </p:cNvPicPr>
          <p:nvPr/>
        </p:nvPicPr>
        <p:blipFill>
          <a:blip r:embed="rId5" cstate="print"/>
          <a:srcRect r="61925"/>
          <a:stretch>
            <a:fillRect/>
          </a:stretch>
        </p:blipFill>
        <p:spPr bwMode="hidden">
          <a:xfrm>
            <a:off x="7137400" y="5897563"/>
            <a:ext cx="749300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79400" y="1312863"/>
            <a:ext cx="4222750" cy="2117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54550" y="1312863"/>
            <a:ext cx="4224338" cy="2117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04013" y="160338"/>
            <a:ext cx="2174875" cy="327025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79388" y="160338"/>
            <a:ext cx="6372225" cy="327025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ChangeArrowheads="1"/>
          </p:cNvSpPr>
          <p:nvPr/>
        </p:nvSpPr>
        <p:spPr bwMode="white">
          <a:xfrm>
            <a:off x="0" y="1103313"/>
            <a:ext cx="9153525" cy="5754687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288771" name="Picture 3" descr="Slide Title Art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white">
          <a:xfrm>
            <a:off x="0" y="0"/>
            <a:ext cx="9144000" cy="1028700"/>
          </a:xfrm>
          <a:prstGeom prst="rect">
            <a:avLst/>
          </a:prstGeom>
          <a:solidFill>
            <a:srgbClr val="BAB600"/>
          </a:solidFill>
        </p:spPr>
      </p:pic>
      <p:sp>
        <p:nvSpPr>
          <p:cNvPr id="288772" name="Text Box 4"/>
          <p:cNvSpPr txBox="1">
            <a:spLocks noChangeArrowheads="1"/>
          </p:cNvSpPr>
          <p:nvPr/>
        </p:nvSpPr>
        <p:spPr bwMode="auto">
          <a:xfrm>
            <a:off x="100013" y="6592888"/>
            <a:ext cx="718502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00">
                <a:cs typeface="Times New Roman" pitchFamily="18" charset="0"/>
              </a:rPr>
              <a:t>©</a:t>
            </a:r>
            <a:r>
              <a:rPr lang="fr-FR" sz="800"/>
              <a:t> </a:t>
            </a:r>
            <a:r>
              <a:rPr lang="en-US" sz="800"/>
              <a:t>Learning Tree International</a:t>
            </a:r>
            <a:r>
              <a:rPr lang="fr-FR" sz="800"/>
              <a:t> – Adaptation, reproduction et diffusion strictement interdites sans l’accord écrit préalable de </a:t>
            </a:r>
            <a:r>
              <a:rPr lang="en-US" sz="800"/>
              <a:t>Learning Tree International.</a:t>
            </a:r>
          </a:p>
          <a:p>
            <a:pPr algn="ctr">
              <a:spcBef>
                <a:spcPct val="50000"/>
              </a:spcBef>
            </a:pPr>
            <a:r>
              <a:rPr lang="en-US" sz="800"/>
              <a:t>.</a:t>
            </a:r>
          </a:p>
        </p:txBody>
      </p:sp>
      <p:sp>
        <p:nvSpPr>
          <p:cNvPr id="288773" name="Rectangle 5"/>
          <p:cNvSpPr>
            <a:spLocks noGrp="1" noChangeArrowheads="1"/>
          </p:cNvSpPr>
          <p:nvPr>
            <p:ph type="title"/>
          </p:nvPr>
        </p:nvSpPr>
        <p:spPr bwMode="black">
          <a:xfrm>
            <a:off x="179388" y="160338"/>
            <a:ext cx="7793037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  <a:endParaRPr lang="en-US" smtClean="0"/>
          </a:p>
        </p:txBody>
      </p:sp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6970713" y="6527800"/>
            <a:ext cx="1447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b="1" dirty="0" smtClean="0">
                <a:solidFill>
                  <a:srgbClr val="B90117"/>
                </a:solidFill>
              </a:rPr>
              <a:t>137-1-</a:t>
            </a:r>
            <a:fld id="{EDD3D7A1-5F69-4AA5-8BC6-A71D6D49610E}" type="slidenum">
              <a:rPr lang="en-US" b="1">
                <a:solidFill>
                  <a:srgbClr val="B90117"/>
                </a:solidFill>
              </a:rPr>
              <a:pPr algn="r">
                <a:spcBef>
                  <a:spcPct val="50000"/>
                </a:spcBef>
              </a:pPr>
              <a:t>‹N°›</a:t>
            </a:fld>
            <a:endParaRPr lang="en-US" b="1" dirty="0">
              <a:solidFill>
                <a:srgbClr val="B90117"/>
              </a:solidFill>
            </a:endParaRPr>
          </a:p>
        </p:txBody>
      </p:sp>
      <p:sp>
        <p:nvSpPr>
          <p:cNvPr id="288775" name="Line 7"/>
          <p:cNvSpPr>
            <a:spLocks noChangeShapeType="1"/>
          </p:cNvSpPr>
          <p:nvPr/>
        </p:nvSpPr>
        <p:spPr bwMode="auto">
          <a:xfrm>
            <a:off x="288925" y="6529388"/>
            <a:ext cx="8020050" cy="0"/>
          </a:xfrm>
          <a:prstGeom prst="line">
            <a:avLst/>
          </a:prstGeom>
          <a:noFill/>
          <a:ln w="76200">
            <a:solidFill>
              <a:srgbClr val="B90117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88776" name="Line 8"/>
          <p:cNvSpPr>
            <a:spLocks noChangeShapeType="1"/>
          </p:cNvSpPr>
          <p:nvPr/>
        </p:nvSpPr>
        <p:spPr bwMode="auto">
          <a:xfrm>
            <a:off x="0" y="1058863"/>
            <a:ext cx="9144000" cy="0"/>
          </a:xfrm>
          <a:prstGeom prst="line">
            <a:avLst/>
          </a:prstGeom>
          <a:noFill/>
          <a:ln w="76200">
            <a:solidFill>
              <a:srgbClr val="B90117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8877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312863"/>
            <a:ext cx="8599488" cy="127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380413" y="6289675"/>
            <a:ext cx="603250" cy="457200"/>
            <a:chOff x="5279" y="3962"/>
            <a:chExt cx="380" cy="288"/>
          </a:xfrm>
        </p:grpSpPr>
        <p:sp>
          <p:nvSpPr>
            <p:cNvPr id="288779" name="Freeform 11"/>
            <p:cNvSpPr>
              <a:spLocks noChangeAspect="1"/>
            </p:cNvSpPr>
            <p:nvPr userDrawn="1"/>
          </p:nvSpPr>
          <p:spPr bwMode="black">
            <a:xfrm>
              <a:off x="5282" y="3969"/>
              <a:ext cx="375" cy="281"/>
            </a:xfrm>
            <a:custGeom>
              <a:avLst/>
              <a:gdLst/>
              <a:ahLst/>
              <a:cxnLst>
                <a:cxn ang="0">
                  <a:pos x="133" y="1294"/>
                </a:cxn>
                <a:cxn ang="0">
                  <a:pos x="274" y="1324"/>
                </a:cxn>
                <a:cxn ang="0">
                  <a:pos x="399" y="1324"/>
                </a:cxn>
                <a:cxn ang="0">
                  <a:pos x="641" y="1324"/>
                </a:cxn>
                <a:cxn ang="0">
                  <a:pos x="935" y="1324"/>
                </a:cxn>
                <a:cxn ang="0">
                  <a:pos x="1215" y="1324"/>
                </a:cxn>
                <a:cxn ang="0">
                  <a:pos x="1417" y="1324"/>
                </a:cxn>
                <a:cxn ang="0">
                  <a:pos x="1513" y="1322"/>
                </a:cxn>
                <a:cxn ang="0">
                  <a:pos x="1698" y="1248"/>
                </a:cxn>
                <a:cxn ang="0">
                  <a:pos x="1736" y="1171"/>
                </a:cxn>
                <a:cxn ang="0">
                  <a:pos x="1560" y="1171"/>
                </a:cxn>
                <a:cxn ang="0">
                  <a:pos x="1239" y="1168"/>
                </a:cxn>
                <a:cxn ang="0">
                  <a:pos x="1071" y="1118"/>
                </a:cxn>
                <a:cxn ang="0">
                  <a:pos x="984" y="1032"/>
                </a:cxn>
                <a:cxn ang="0">
                  <a:pos x="965" y="831"/>
                </a:cxn>
                <a:cxn ang="0">
                  <a:pos x="1120" y="654"/>
                </a:cxn>
                <a:cxn ang="0">
                  <a:pos x="1238" y="633"/>
                </a:cxn>
                <a:cxn ang="0">
                  <a:pos x="1420" y="574"/>
                </a:cxn>
                <a:cxn ang="0">
                  <a:pos x="1258" y="538"/>
                </a:cxn>
                <a:cxn ang="0">
                  <a:pos x="1014" y="603"/>
                </a:cxn>
                <a:cxn ang="0">
                  <a:pos x="1129" y="513"/>
                </a:cxn>
                <a:cxn ang="0">
                  <a:pos x="1340" y="475"/>
                </a:cxn>
                <a:cxn ang="0">
                  <a:pos x="1413" y="442"/>
                </a:cxn>
                <a:cxn ang="0">
                  <a:pos x="1181" y="406"/>
                </a:cxn>
                <a:cxn ang="0">
                  <a:pos x="1042" y="475"/>
                </a:cxn>
                <a:cxn ang="0">
                  <a:pos x="1174" y="371"/>
                </a:cxn>
                <a:cxn ang="0">
                  <a:pos x="1357" y="308"/>
                </a:cxn>
                <a:cxn ang="0">
                  <a:pos x="1180" y="274"/>
                </a:cxn>
                <a:cxn ang="0">
                  <a:pos x="1022" y="361"/>
                </a:cxn>
                <a:cxn ang="0">
                  <a:pos x="1163" y="215"/>
                </a:cxn>
                <a:cxn ang="0">
                  <a:pos x="1237" y="130"/>
                </a:cxn>
                <a:cxn ang="0">
                  <a:pos x="1054" y="204"/>
                </a:cxn>
                <a:cxn ang="0">
                  <a:pos x="986" y="237"/>
                </a:cxn>
                <a:cxn ang="0">
                  <a:pos x="1113" y="58"/>
                </a:cxn>
                <a:cxn ang="0">
                  <a:pos x="947" y="137"/>
                </a:cxn>
                <a:cxn ang="0">
                  <a:pos x="922" y="2"/>
                </a:cxn>
                <a:cxn ang="0">
                  <a:pos x="844" y="95"/>
                </a:cxn>
                <a:cxn ang="0">
                  <a:pos x="750" y="54"/>
                </a:cxn>
                <a:cxn ang="0">
                  <a:pos x="684" y="100"/>
                </a:cxn>
                <a:cxn ang="0">
                  <a:pos x="783" y="284"/>
                </a:cxn>
                <a:cxn ang="0">
                  <a:pos x="614" y="131"/>
                </a:cxn>
                <a:cxn ang="0">
                  <a:pos x="514" y="162"/>
                </a:cxn>
                <a:cxn ang="0">
                  <a:pos x="689" y="293"/>
                </a:cxn>
                <a:cxn ang="0">
                  <a:pos x="702" y="335"/>
                </a:cxn>
                <a:cxn ang="0">
                  <a:pos x="460" y="235"/>
                </a:cxn>
                <a:cxn ang="0">
                  <a:pos x="423" y="316"/>
                </a:cxn>
                <a:cxn ang="0">
                  <a:pos x="637" y="401"/>
                </a:cxn>
                <a:cxn ang="0">
                  <a:pos x="706" y="464"/>
                </a:cxn>
                <a:cxn ang="0">
                  <a:pos x="522" y="394"/>
                </a:cxn>
                <a:cxn ang="0">
                  <a:pos x="346" y="474"/>
                </a:cxn>
                <a:cxn ang="0">
                  <a:pos x="451" y="477"/>
                </a:cxn>
                <a:cxn ang="0">
                  <a:pos x="662" y="530"/>
                </a:cxn>
                <a:cxn ang="0">
                  <a:pos x="724" y="594"/>
                </a:cxn>
                <a:cxn ang="0">
                  <a:pos x="469" y="538"/>
                </a:cxn>
                <a:cxn ang="0">
                  <a:pos x="326" y="595"/>
                </a:cxn>
                <a:cxn ang="0">
                  <a:pos x="520" y="633"/>
                </a:cxn>
                <a:cxn ang="0">
                  <a:pos x="633" y="650"/>
                </a:cxn>
                <a:cxn ang="0">
                  <a:pos x="773" y="801"/>
                </a:cxn>
                <a:cxn ang="0">
                  <a:pos x="772" y="1013"/>
                </a:cxn>
                <a:cxn ang="0">
                  <a:pos x="684" y="1113"/>
                </a:cxn>
                <a:cxn ang="0">
                  <a:pos x="545" y="1164"/>
                </a:cxn>
                <a:cxn ang="0">
                  <a:pos x="221" y="1171"/>
                </a:cxn>
                <a:cxn ang="0">
                  <a:pos x="20" y="1171"/>
                </a:cxn>
              </a:cxnLst>
              <a:rect l="0" t="0" r="r" b="b"/>
              <a:pathLst>
                <a:path w="1766" h="1324">
                  <a:moveTo>
                    <a:pt x="0" y="1171"/>
                  </a:moveTo>
                  <a:lnTo>
                    <a:pt x="6" y="1180"/>
                  </a:lnTo>
                  <a:lnTo>
                    <a:pt x="13" y="1191"/>
                  </a:lnTo>
                  <a:lnTo>
                    <a:pt x="20" y="1200"/>
                  </a:lnTo>
                  <a:lnTo>
                    <a:pt x="27" y="1209"/>
                  </a:lnTo>
                  <a:lnTo>
                    <a:pt x="35" y="1218"/>
                  </a:lnTo>
                  <a:lnTo>
                    <a:pt x="42" y="1226"/>
                  </a:lnTo>
                  <a:lnTo>
                    <a:pt x="50" y="1234"/>
                  </a:lnTo>
                  <a:lnTo>
                    <a:pt x="58" y="1242"/>
                  </a:lnTo>
                  <a:lnTo>
                    <a:pt x="67" y="1251"/>
                  </a:lnTo>
                  <a:lnTo>
                    <a:pt x="75" y="1257"/>
                  </a:lnTo>
                  <a:lnTo>
                    <a:pt x="84" y="1264"/>
                  </a:lnTo>
                  <a:lnTo>
                    <a:pt x="94" y="1271"/>
                  </a:lnTo>
                  <a:lnTo>
                    <a:pt x="103" y="1277"/>
                  </a:lnTo>
                  <a:lnTo>
                    <a:pt x="113" y="1283"/>
                  </a:lnTo>
                  <a:lnTo>
                    <a:pt x="122" y="1289"/>
                  </a:lnTo>
                  <a:lnTo>
                    <a:pt x="133" y="1294"/>
                  </a:lnTo>
                  <a:lnTo>
                    <a:pt x="143" y="1299"/>
                  </a:lnTo>
                  <a:lnTo>
                    <a:pt x="153" y="1302"/>
                  </a:lnTo>
                  <a:lnTo>
                    <a:pt x="164" y="1307"/>
                  </a:lnTo>
                  <a:lnTo>
                    <a:pt x="175" y="1310"/>
                  </a:lnTo>
                  <a:lnTo>
                    <a:pt x="187" y="1314"/>
                  </a:lnTo>
                  <a:lnTo>
                    <a:pt x="197" y="1316"/>
                  </a:lnTo>
                  <a:lnTo>
                    <a:pt x="209" y="1319"/>
                  </a:lnTo>
                  <a:lnTo>
                    <a:pt x="220" y="1321"/>
                  </a:lnTo>
                  <a:lnTo>
                    <a:pt x="233" y="1322"/>
                  </a:lnTo>
                  <a:lnTo>
                    <a:pt x="244" y="1323"/>
                  </a:lnTo>
                  <a:lnTo>
                    <a:pt x="257" y="1324"/>
                  </a:lnTo>
                  <a:lnTo>
                    <a:pt x="269" y="1324"/>
                  </a:lnTo>
                  <a:lnTo>
                    <a:pt x="269" y="1324"/>
                  </a:lnTo>
                  <a:lnTo>
                    <a:pt x="269" y="1324"/>
                  </a:lnTo>
                  <a:lnTo>
                    <a:pt x="270" y="1324"/>
                  </a:lnTo>
                  <a:lnTo>
                    <a:pt x="272" y="1324"/>
                  </a:lnTo>
                  <a:lnTo>
                    <a:pt x="274" y="1324"/>
                  </a:lnTo>
                  <a:lnTo>
                    <a:pt x="277" y="1324"/>
                  </a:lnTo>
                  <a:lnTo>
                    <a:pt x="280" y="1324"/>
                  </a:lnTo>
                  <a:lnTo>
                    <a:pt x="285" y="1324"/>
                  </a:lnTo>
                  <a:lnTo>
                    <a:pt x="289" y="1324"/>
                  </a:lnTo>
                  <a:lnTo>
                    <a:pt x="295" y="1324"/>
                  </a:lnTo>
                  <a:lnTo>
                    <a:pt x="301" y="1324"/>
                  </a:lnTo>
                  <a:lnTo>
                    <a:pt x="308" y="1324"/>
                  </a:lnTo>
                  <a:lnTo>
                    <a:pt x="315" y="1324"/>
                  </a:lnTo>
                  <a:lnTo>
                    <a:pt x="322" y="1324"/>
                  </a:lnTo>
                  <a:lnTo>
                    <a:pt x="330" y="1324"/>
                  </a:lnTo>
                  <a:lnTo>
                    <a:pt x="338" y="1324"/>
                  </a:lnTo>
                  <a:lnTo>
                    <a:pt x="347" y="1324"/>
                  </a:lnTo>
                  <a:lnTo>
                    <a:pt x="357" y="1324"/>
                  </a:lnTo>
                  <a:lnTo>
                    <a:pt x="367" y="1324"/>
                  </a:lnTo>
                  <a:lnTo>
                    <a:pt x="377" y="1324"/>
                  </a:lnTo>
                  <a:lnTo>
                    <a:pt x="388" y="1324"/>
                  </a:lnTo>
                  <a:lnTo>
                    <a:pt x="399" y="1324"/>
                  </a:lnTo>
                  <a:lnTo>
                    <a:pt x="410" y="1324"/>
                  </a:lnTo>
                  <a:lnTo>
                    <a:pt x="423" y="1324"/>
                  </a:lnTo>
                  <a:lnTo>
                    <a:pt x="436" y="1324"/>
                  </a:lnTo>
                  <a:lnTo>
                    <a:pt x="448" y="1324"/>
                  </a:lnTo>
                  <a:lnTo>
                    <a:pt x="461" y="1324"/>
                  </a:lnTo>
                  <a:lnTo>
                    <a:pt x="475" y="1324"/>
                  </a:lnTo>
                  <a:lnTo>
                    <a:pt x="489" y="1324"/>
                  </a:lnTo>
                  <a:lnTo>
                    <a:pt x="502" y="1324"/>
                  </a:lnTo>
                  <a:lnTo>
                    <a:pt x="517" y="1324"/>
                  </a:lnTo>
                  <a:lnTo>
                    <a:pt x="531" y="1324"/>
                  </a:lnTo>
                  <a:lnTo>
                    <a:pt x="546" y="1324"/>
                  </a:lnTo>
                  <a:lnTo>
                    <a:pt x="561" y="1324"/>
                  </a:lnTo>
                  <a:lnTo>
                    <a:pt x="577" y="1324"/>
                  </a:lnTo>
                  <a:lnTo>
                    <a:pt x="592" y="1324"/>
                  </a:lnTo>
                  <a:lnTo>
                    <a:pt x="608" y="1324"/>
                  </a:lnTo>
                  <a:lnTo>
                    <a:pt x="624" y="1324"/>
                  </a:lnTo>
                  <a:lnTo>
                    <a:pt x="641" y="1324"/>
                  </a:lnTo>
                  <a:lnTo>
                    <a:pt x="658" y="1324"/>
                  </a:lnTo>
                  <a:lnTo>
                    <a:pt x="674" y="1324"/>
                  </a:lnTo>
                  <a:lnTo>
                    <a:pt x="691" y="1324"/>
                  </a:lnTo>
                  <a:lnTo>
                    <a:pt x="709" y="1324"/>
                  </a:lnTo>
                  <a:lnTo>
                    <a:pt x="725" y="1324"/>
                  </a:lnTo>
                  <a:lnTo>
                    <a:pt x="742" y="1324"/>
                  </a:lnTo>
                  <a:lnTo>
                    <a:pt x="759" y="1324"/>
                  </a:lnTo>
                  <a:lnTo>
                    <a:pt x="776" y="1324"/>
                  </a:lnTo>
                  <a:lnTo>
                    <a:pt x="795" y="1324"/>
                  </a:lnTo>
                  <a:lnTo>
                    <a:pt x="812" y="1324"/>
                  </a:lnTo>
                  <a:lnTo>
                    <a:pt x="829" y="1324"/>
                  </a:lnTo>
                  <a:lnTo>
                    <a:pt x="847" y="1324"/>
                  </a:lnTo>
                  <a:lnTo>
                    <a:pt x="865" y="1324"/>
                  </a:lnTo>
                  <a:lnTo>
                    <a:pt x="882" y="1324"/>
                  </a:lnTo>
                  <a:lnTo>
                    <a:pt x="900" y="1324"/>
                  </a:lnTo>
                  <a:lnTo>
                    <a:pt x="917" y="1324"/>
                  </a:lnTo>
                  <a:lnTo>
                    <a:pt x="935" y="1324"/>
                  </a:lnTo>
                  <a:lnTo>
                    <a:pt x="953" y="1324"/>
                  </a:lnTo>
                  <a:lnTo>
                    <a:pt x="970" y="1324"/>
                  </a:lnTo>
                  <a:lnTo>
                    <a:pt x="987" y="1324"/>
                  </a:lnTo>
                  <a:lnTo>
                    <a:pt x="1004" y="1324"/>
                  </a:lnTo>
                  <a:lnTo>
                    <a:pt x="1022" y="1324"/>
                  </a:lnTo>
                  <a:lnTo>
                    <a:pt x="1039" y="1324"/>
                  </a:lnTo>
                  <a:lnTo>
                    <a:pt x="1056" y="1324"/>
                  </a:lnTo>
                  <a:lnTo>
                    <a:pt x="1072" y="1324"/>
                  </a:lnTo>
                  <a:lnTo>
                    <a:pt x="1090" y="1324"/>
                  </a:lnTo>
                  <a:lnTo>
                    <a:pt x="1106" y="1324"/>
                  </a:lnTo>
                  <a:lnTo>
                    <a:pt x="1122" y="1324"/>
                  </a:lnTo>
                  <a:lnTo>
                    <a:pt x="1138" y="1324"/>
                  </a:lnTo>
                  <a:lnTo>
                    <a:pt x="1154" y="1324"/>
                  </a:lnTo>
                  <a:lnTo>
                    <a:pt x="1169" y="1324"/>
                  </a:lnTo>
                  <a:lnTo>
                    <a:pt x="1185" y="1324"/>
                  </a:lnTo>
                  <a:lnTo>
                    <a:pt x="1200" y="1324"/>
                  </a:lnTo>
                  <a:lnTo>
                    <a:pt x="1215" y="1324"/>
                  </a:lnTo>
                  <a:lnTo>
                    <a:pt x="1230" y="1324"/>
                  </a:lnTo>
                  <a:lnTo>
                    <a:pt x="1244" y="1324"/>
                  </a:lnTo>
                  <a:lnTo>
                    <a:pt x="1259" y="1324"/>
                  </a:lnTo>
                  <a:lnTo>
                    <a:pt x="1273" y="1324"/>
                  </a:lnTo>
                  <a:lnTo>
                    <a:pt x="1285" y="1324"/>
                  </a:lnTo>
                  <a:lnTo>
                    <a:pt x="1299" y="1324"/>
                  </a:lnTo>
                  <a:lnTo>
                    <a:pt x="1312" y="1324"/>
                  </a:lnTo>
                  <a:lnTo>
                    <a:pt x="1323" y="1324"/>
                  </a:lnTo>
                  <a:lnTo>
                    <a:pt x="1336" y="1324"/>
                  </a:lnTo>
                  <a:lnTo>
                    <a:pt x="1348" y="1324"/>
                  </a:lnTo>
                  <a:lnTo>
                    <a:pt x="1359" y="1324"/>
                  </a:lnTo>
                  <a:lnTo>
                    <a:pt x="1370" y="1324"/>
                  </a:lnTo>
                  <a:lnTo>
                    <a:pt x="1380" y="1324"/>
                  </a:lnTo>
                  <a:lnTo>
                    <a:pt x="1390" y="1324"/>
                  </a:lnTo>
                  <a:lnTo>
                    <a:pt x="1399" y="1324"/>
                  </a:lnTo>
                  <a:lnTo>
                    <a:pt x="1409" y="1324"/>
                  </a:lnTo>
                  <a:lnTo>
                    <a:pt x="1417" y="1324"/>
                  </a:lnTo>
                  <a:lnTo>
                    <a:pt x="1425" y="1324"/>
                  </a:lnTo>
                  <a:lnTo>
                    <a:pt x="1433" y="1324"/>
                  </a:lnTo>
                  <a:lnTo>
                    <a:pt x="1440" y="1324"/>
                  </a:lnTo>
                  <a:lnTo>
                    <a:pt x="1446" y="1324"/>
                  </a:lnTo>
                  <a:lnTo>
                    <a:pt x="1452" y="1324"/>
                  </a:lnTo>
                  <a:lnTo>
                    <a:pt x="1457" y="1324"/>
                  </a:lnTo>
                  <a:lnTo>
                    <a:pt x="1462" y="1324"/>
                  </a:lnTo>
                  <a:lnTo>
                    <a:pt x="1466" y="1324"/>
                  </a:lnTo>
                  <a:lnTo>
                    <a:pt x="1470" y="1324"/>
                  </a:lnTo>
                  <a:lnTo>
                    <a:pt x="1473" y="1324"/>
                  </a:lnTo>
                  <a:lnTo>
                    <a:pt x="1475" y="1324"/>
                  </a:lnTo>
                  <a:lnTo>
                    <a:pt x="1477" y="1324"/>
                  </a:lnTo>
                  <a:lnTo>
                    <a:pt x="1478" y="1324"/>
                  </a:lnTo>
                  <a:lnTo>
                    <a:pt x="1478" y="1324"/>
                  </a:lnTo>
                  <a:lnTo>
                    <a:pt x="1490" y="1324"/>
                  </a:lnTo>
                  <a:lnTo>
                    <a:pt x="1502" y="1323"/>
                  </a:lnTo>
                  <a:lnTo>
                    <a:pt x="1513" y="1322"/>
                  </a:lnTo>
                  <a:lnTo>
                    <a:pt x="1525" y="1321"/>
                  </a:lnTo>
                  <a:lnTo>
                    <a:pt x="1538" y="1319"/>
                  </a:lnTo>
                  <a:lnTo>
                    <a:pt x="1549" y="1317"/>
                  </a:lnTo>
                  <a:lnTo>
                    <a:pt x="1561" y="1314"/>
                  </a:lnTo>
                  <a:lnTo>
                    <a:pt x="1572" y="1312"/>
                  </a:lnTo>
                  <a:lnTo>
                    <a:pt x="1584" y="1308"/>
                  </a:lnTo>
                  <a:lnTo>
                    <a:pt x="1595" y="1305"/>
                  </a:lnTo>
                  <a:lnTo>
                    <a:pt x="1606" y="1300"/>
                  </a:lnTo>
                  <a:lnTo>
                    <a:pt x="1617" y="1295"/>
                  </a:lnTo>
                  <a:lnTo>
                    <a:pt x="1628" y="1291"/>
                  </a:lnTo>
                  <a:lnTo>
                    <a:pt x="1638" y="1286"/>
                  </a:lnTo>
                  <a:lnTo>
                    <a:pt x="1648" y="1280"/>
                  </a:lnTo>
                  <a:lnTo>
                    <a:pt x="1659" y="1275"/>
                  </a:lnTo>
                  <a:lnTo>
                    <a:pt x="1669" y="1269"/>
                  </a:lnTo>
                  <a:lnTo>
                    <a:pt x="1678" y="1262"/>
                  </a:lnTo>
                  <a:lnTo>
                    <a:pt x="1689" y="1255"/>
                  </a:lnTo>
                  <a:lnTo>
                    <a:pt x="1698" y="1248"/>
                  </a:lnTo>
                  <a:lnTo>
                    <a:pt x="1706" y="1241"/>
                  </a:lnTo>
                  <a:lnTo>
                    <a:pt x="1715" y="1233"/>
                  </a:lnTo>
                  <a:lnTo>
                    <a:pt x="1723" y="1225"/>
                  </a:lnTo>
                  <a:lnTo>
                    <a:pt x="1731" y="1217"/>
                  </a:lnTo>
                  <a:lnTo>
                    <a:pt x="1739" y="1208"/>
                  </a:lnTo>
                  <a:lnTo>
                    <a:pt x="1746" y="1199"/>
                  </a:lnTo>
                  <a:lnTo>
                    <a:pt x="1753" y="1190"/>
                  </a:lnTo>
                  <a:lnTo>
                    <a:pt x="1760" y="1180"/>
                  </a:lnTo>
                  <a:lnTo>
                    <a:pt x="1766" y="1171"/>
                  </a:lnTo>
                  <a:lnTo>
                    <a:pt x="1761" y="1171"/>
                  </a:lnTo>
                  <a:lnTo>
                    <a:pt x="1752" y="1171"/>
                  </a:lnTo>
                  <a:lnTo>
                    <a:pt x="1746" y="1171"/>
                  </a:lnTo>
                  <a:lnTo>
                    <a:pt x="1746" y="1171"/>
                  </a:lnTo>
                  <a:lnTo>
                    <a:pt x="1745" y="1171"/>
                  </a:lnTo>
                  <a:lnTo>
                    <a:pt x="1743" y="1171"/>
                  </a:lnTo>
                  <a:lnTo>
                    <a:pt x="1740" y="1171"/>
                  </a:lnTo>
                  <a:lnTo>
                    <a:pt x="1736" y="1171"/>
                  </a:lnTo>
                  <a:lnTo>
                    <a:pt x="1732" y="1171"/>
                  </a:lnTo>
                  <a:lnTo>
                    <a:pt x="1727" y="1171"/>
                  </a:lnTo>
                  <a:lnTo>
                    <a:pt x="1721" y="1171"/>
                  </a:lnTo>
                  <a:lnTo>
                    <a:pt x="1714" y="1171"/>
                  </a:lnTo>
                  <a:lnTo>
                    <a:pt x="1706" y="1171"/>
                  </a:lnTo>
                  <a:lnTo>
                    <a:pt x="1698" y="1171"/>
                  </a:lnTo>
                  <a:lnTo>
                    <a:pt x="1689" y="1171"/>
                  </a:lnTo>
                  <a:lnTo>
                    <a:pt x="1678" y="1171"/>
                  </a:lnTo>
                  <a:lnTo>
                    <a:pt x="1668" y="1171"/>
                  </a:lnTo>
                  <a:lnTo>
                    <a:pt x="1657" y="1171"/>
                  </a:lnTo>
                  <a:lnTo>
                    <a:pt x="1645" y="1171"/>
                  </a:lnTo>
                  <a:lnTo>
                    <a:pt x="1632" y="1171"/>
                  </a:lnTo>
                  <a:lnTo>
                    <a:pt x="1619" y="1171"/>
                  </a:lnTo>
                  <a:lnTo>
                    <a:pt x="1604" y="1171"/>
                  </a:lnTo>
                  <a:lnTo>
                    <a:pt x="1591" y="1171"/>
                  </a:lnTo>
                  <a:lnTo>
                    <a:pt x="1575" y="1171"/>
                  </a:lnTo>
                  <a:lnTo>
                    <a:pt x="1560" y="1171"/>
                  </a:lnTo>
                  <a:lnTo>
                    <a:pt x="1542" y="1171"/>
                  </a:lnTo>
                  <a:lnTo>
                    <a:pt x="1525" y="1171"/>
                  </a:lnTo>
                  <a:lnTo>
                    <a:pt x="1508" y="1171"/>
                  </a:lnTo>
                  <a:lnTo>
                    <a:pt x="1489" y="1171"/>
                  </a:lnTo>
                  <a:lnTo>
                    <a:pt x="1470" y="1171"/>
                  </a:lnTo>
                  <a:lnTo>
                    <a:pt x="1450" y="1171"/>
                  </a:lnTo>
                  <a:lnTo>
                    <a:pt x="1431" y="1171"/>
                  </a:lnTo>
                  <a:lnTo>
                    <a:pt x="1409" y="1171"/>
                  </a:lnTo>
                  <a:lnTo>
                    <a:pt x="1388" y="1171"/>
                  </a:lnTo>
                  <a:lnTo>
                    <a:pt x="1366" y="1171"/>
                  </a:lnTo>
                  <a:lnTo>
                    <a:pt x="1343" y="1171"/>
                  </a:lnTo>
                  <a:lnTo>
                    <a:pt x="1343" y="1171"/>
                  </a:lnTo>
                  <a:lnTo>
                    <a:pt x="1320" y="1170"/>
                  </a:lnTo>
                  <a:lnTo>
                    <a:pt x="1297" y="1170"/>
                  </a:lnTo>
                  <a:lnTo>
                    <a:pt x="1276" y="1169"/>
                  </a:lnTo>
                  <a:lnTo>
                    <a:pt x="1257" y="1169"/>
                  </a:lnTo>
                  <a:lnTo>
                    <a:pt x="1239" y="1168"/>
                  </a:lnTo>
                  <a:lnTo>
                    <a:pt x="1222" y="1165"/>
                  </a:lnTo>
                  <a:lnTo>
                    <a:pt x="1206" y="1164"/>
                  </a:lnTo>
                  <a:lnTo>
                    <a:pt x="1192" y="1162"/>
                  </a:lnTo>
                  <a:lnTo>
                    <a:pt x="1178" y="1160"/>
                  </a:lnTo>
                  <a:lnTo>
                    <a:pt x="1166" y="1157"/>
                  </a:lnTo>
                  <a:lnTo>
                    <a:pt x="1155" y="1155"/>
                  </a:lnTo>
                  <a:lnTo>
                    <a:pt x="1144" y="1153"/>
                  </a:lnTo>
                  <a:lnTo>
                    <a:pt x="1135" y="1149"/>
                  </a:lnTo>
                  <a:lnTo>
                    <a:pt x="1125" y="1147"/>
                  </a:lnTo>
                  <a:lnTo>
                    <a:pt x="1117" y="1143"/>
                  </a:lnTo>
                  <a:lnTo>
                    <a:pt x="1109" y="1140"/>
                  </a:lnTo>
                  <a:lnTo>
                    <a:pt x="1101" y="1137"/>
                  </a:lnTo>
                  <a:lnTo>
                    <a:pt x="1095" y="1133"/>
                  </a:lnTo>
                  <a:lnTo>
                    <a:pt x="1089" y="1130"/>
                  </a:lnTo>
                  <a:lnTo>
                    <a:pt x="1083" y="1126"/>
                  </a:lnTo>
                  <a:lnTo>
                    <a:pt x="1076" y="1122"/>
                  </a:lnTo>
                  <a:lnTo>
                    <a:pt x="1071" y="1118"/>
                  </a:lnTo>
                  <a:lnTo>
                    <a:pt x="1066" y="1115"/>
                  </a:lnTo>
                  <a:lnTo>
                    <a:pt x="1060" y="1110"/>
                  </a:lnTo>
                  <a:lnTo>
                    <a:pt x="1054" y="1107"/>
                  </a:lnTo>
                  <a:lnTo>
                    <a:pt x="1048" y="1102"/>
                  </a:lnTo>
                  <a:lnTo>
                    <a:pt x="1042" y="1097"/>
                  </a:lnTo>
                  <a:lnTo>
                    <a:pt x="1037" y="1094"/>
                  </a:lnTo>
                  <a:lnTo>
                    <a:pt x="1037" y="1094"/>
                  </a:lnTo>
                  <a:lnTo>
                    <a:pt x="1031" y="1089"/>
                  </a:lnTo>
                  <a:lnTo>
                    <a:pt x="1025" y="1085"/>
                  </a:lnTo>
                  <a:lnTo>
                    <a:pt x="1019" y="1080"/>
                  </a:lnTo>
                  <a:lnTo>
                    <a:pt x="1014" y="1074"/>
                  </a:lnTo>
                  <a:lnTo>
                    <a:pt x="1008" y="1069"/>
                  </a:lnTo>
                  <a:lnTo>
                    <a:pt x="1003" y="1062"/>
                  </a:lnTo>
                  <a:lnTo>
                    <a:pt x="998" y="1055"/>
                  </a:lnTo>
                  <a:lnTo>
                    <a:pt x="993" y="1048"/>
                  </a:lnTo>
                  <a:lnTo>
                    <a:pt x="988" y="1040"/>
                  </a:lnTo>
                  <a:lnTo>
                    <a:pt x="984" y="1032"/>
                  </a:lnTo>
                  <a:lnTo>
                    <a:pt x="979" y="1023"/>
                  </a:lnTo>
                  <a:lnTo>
                    <a:pt x="975" y="1013"/>
                  </a:lnTo>
                  <a:lnTo>
                    <a:pt x="971" y="1004"/>
                  </a:lnTo>
                  <a:lnTo>
                    <a:pt x="968" y="994"/>
                  </a:lnTo>
                  <a:lnTo>
                    <a:pt x="964" y="983"/>
                  </a:lnTo>
                  <a:lnTo>
                    <a:pt x="962" y="973"/>
                  </a:lnTo>
                  <a:lnTo>
                    <a:pt x="960" y="961"/>
                  </a:lnTo>
                  <a:lnTo>
                    <a:pt x="957" y="950"/>
                  </a:lnTo>
                  <a:lnTo>
                    <a:pt x="956" y="938"/>
                  </a:lnTo>
                  <a:lnTo>
                    <a:pt x="955" y="926"/>
                  </a:lnTo>
                  <a:lnTo>
                    <a:pt x="955" y="913"/>
                  </a:lnTo>
                  <a:lnTo>
                    <a:pt x="955" y="900"/>
                  </a:lnTo>
                  <a:lnTo>
                    <a:pt x="956" y="888"/>
                  </a:lnTo>
                  <a:lnTo>
                    <a:pt x="957" y="874"/>
                  </a:lnTo>
                  <a:lnTo>
                    <a:pt x="960" y="860"/>
                  </a:lnTo>
                  <a:lnTo>
                    <a:pt x="962" y="846"/>
                  </a:lnTo>
                  <a:lnTo>
                    <a:pt x="965" y="831"/>
                  </a:lnTo>
                  <a:lnTo>
                    <a:pt x="969" y="816"/>
                  </a:lnTo>
                  <a:lnTo>
                    <a:pt x="973" y="801"/>
                  </a:lnTo>
                  <a:lnTo>
                    <a:pt x="979" y="786"/>
                  </a:lnTo>
                  <a:lnTo>
                    <a:pt x="985" y="771"/>
                  </a:lnTo>
                  <a:lnTo>
                    <a:pt x="993" y="756"/>
                  </a:lnTo>
                  <a:lnTo>
                    <a:pt x="1001" y="744"/>
                  </a:lnTo>
                  <a:lnTo>
                    <a:pt x="1009" y="731"/>
                  </a:lnTo>
                  <a:lnTo>
                    <a:pt x="1019" y="720"/>
                  </a:lnTo>
                  <a:lnTo>
                    <a:pt x="1029" y="709"/>
                  </a:lnTo>
                  <a:lnTo>
                    <a:pt x="1039" y="700"/>
                  </a:lnTo>
                  <a:lnTo>
                    <a:pt x="1051" y="691"/>
                  </a:lnTo>
                  <a:lnTo>
                    <a:pt x="1062" y="684"/>
                  </a:lnTo>
                  <a:lnTo>
                    <a:pt x="1074" y="676"/>
                  </a:lnTo>
                  <a:lnTo>
                    <a:pt x="1085" y="670"/>
                  </a:lnTo>
                  <a:lnTo>
                    <a:pt x="1097" y="664"/>
                  </a:lnTo>
                  <a:lnTo>
                    <a:pt x="1108" y="659"/>
                  </a:lnTo>
                  <a:lnTo>
                    <a:pt x="1120" y="654"/>
                  </a:lnTo>
                  <a:lnTo>
                    <a:pt x="1131" y="650"/>
                  </a:lnTo>
                  <a:lnTo>
                    <a:pt x="1143" y="647"/>
                  </a:lnTo>
                  <a:lnTo>
                    <a:pt x="1153" y="644"/>
                  </a:lnTo>
                  <a:lnTo>
                    <a:pt x="1163" y="641"/>
                  </a:lnTo>
                  <a:lnTo>
                    <a:pt x="1174" y="639"/>
                  </a:lnTo>
                  <a:lnTo>
                    <a:pt x="1183" y="638"/>
                  </a:lnTo>
                  <a:lnTo>
                    <a:pt x="1191" y="637"/>
                  </a:lnTo>
                  <a:lnTo>
                    <a:pt x="1199" y="636"/>
                  </a:lnTo>
                  <a:lnTo>
                    <a:pt x="1207" y="634"/>
                  </a:lnTo>
                  <a:lnTo>
                    <a:pt x="1213" y="634"/>
                  </a:lnTo>
                  <a:lnTo>
                    <a:pt x="1219" y="633"/>
                  </a:lnTo>
                  <a:lnTo>
                    <a:pt x="1222" y="633"/>
                  </a:lnTo>
                  <a:lnTo>
                    <a:pt x="1226" y="633"/>
                  </a:lnTo>
                  <a:lnTo>
                    <a:pt x="1228" y="633"/>
                  </a:lnTo>
                  <a:lnTo>
                    <a:pt x="1228" y="633"/>
                  </a:lnTo>
                  <a:lnTo>
                    <a:pt x="1231" y="633"/>
                  </a:lnTo>
                  <a:lnTo>
                    <a:pt x="1238" y="633"/>
                  </a:lnTo>
                  <a:lnTo>
                    <a:pt x="1249" y="633"/>
                  </a:lnTo>
                  <a:lnTo>
                    <a:pt x="1262" y="633"/>
                  </a:lnTo>
                  <a:lnTo>
                    <a:pt x="1279" y="633"/>
                  </a:lnTo>
                  <a:lnTo>
                    <a:pt x="1296" y="633"/>
                  </a:lnTo>
                  <a:lnTo>
                    <a:pt x="1315" y="633"/>
                  </a:lnTo>
                  <a:lnTo>
                    <a:pt x="1334" y="633"/>
                  </a:lnTo>
                  <a:lnTo>
                    <a:pt x="1352" y="633"/>
                  </a:lnTo>
                  <a:lnTo>
                    <a:pt x="1371" y="633"/>
                  </a:lnTo>
                  <a:lnTo>
                    <a:pt x="1387" y="633"/>
                  </a:lnTo>
                  <a:lnTo>
                    <a:pt x="1401" y="633"/>
                  </a:lnTo>
                  <a:lnTo>
                    <a:pt x="1411" y="633"/>
                  </a:lnTo>
                  <a:lnTo>
                    <a:pt x="1418" y="633"/>
                  </a:lnTo>
                  <a:lnTo>
                    <a:pt x="1420" y="633"/>
                  </a:lnTo>
                  <a:lnTo>
                    <a:pt x="1420" y="627"/>
                  </a:lnTo>
                  <a:lnTo>
                    <a:pt x="1420" y="614"/>
                  </a:lnTo>
                  <a:lnTo>
                    <a:pt x="1420" y="595"/>
                  </a:lnTo>
                  <a:lnTo>
                    <a:pt x="1420" y="574"/>
                  </a:lnTo>
                  <a:lnTo>
                    <a:pt x="1420" y="556"/>
                  </a:lnTo>
                  <a:lnTo>
                    <a:pt x="1420" y="542"/>
                  </a:lnTo>
                  <a:lnTo>
                    <a:pt x="1420" y="538"/>
                  </a:lnTo>
                  <a:lnTo>
                    <a:pt x="1420" y="538"/>
                  </a:lnTo>
                  <a:lnTo>
                    <a:pt x="1418" y="538"/>
                  </a:lnTo>
                  <a:lnTo>
                    <a:pt x="1416" y="538"/>
                  </a:lnTo>
                  <a:lnTo>
                    <a:pt x="1411" y="538"/>
                  </a:lnTo>
                  <a:lnTo>
                    <a:pt x="1405" y="538"/>
                  </a:lnTo>
                  <a:lnTo>
                    <a:pt x="1397" y="538"/>
                  </a:lnTo>
                  <a:lnTo>
                    <a:pt x="1388" y="538"/>
                  </a:lnTo>
                  <a:lnTo>
                    <a:pt x="1376" y="538"/>
                  </a:lnTo>
                  <a:lnTo>
                    <a:pt x="1363" y="538"/>
                  </a:lnTo>
                  <a:lnTo>
                    <a:pt x="1347" y="538"/>
                  </a:lnTo>
                  <a:lnTo>
                    <a:pt x="1328" y="538"/>
                  </a:lnTo>
                  <a:lnTo>
                    <a:pt x="1307" y="538"/>
                  </a:lnTo>
                  <a:lnTo>
                    <a:pt x="1284" y="538"/>
                  </a:lnTo>
                  <a:lnTo>
                    <a:pt x="1258" y="538"/>
                  </a:lnTo>
                  <a:lnTo>
                    <a:pt x="1228" y="538"/>
                  </a:lnTo>
                  <a:lnTo>
                    <a:pt x="1209" y="538"/>
                  </a:lnTo>
                  <a:lnTo>
                    <a:pt x="1191" y="539"/>
                  </a:lnTo>
                  <a:lnTo>
                    <a:pt x="1174" y="541"/>
                  </a:lnTo>
                  <a:lnTo>
                    <a:pt x="1157" y="545"/>
                  </a:lnTo>
                  <a:lnTo>
                    <a:pt x="1140" y="548"/>
                  </a:lnTo>
                  <a:lnTo>
                    <a:pt x="1124" y="553"/>
                  </a:lnTo>
                  <a:lnTo>
                    <a:pt x="1109" y="557"/>
                  </a:lnTo>
                  <a:lnTo>
                    <a:pt x="1094" y="562"/>
                  </a:lnTo>
                  <a:lnTo>
                    <a:pt x="1082" y="568"/>
                  </a:lnTo>
                  <a:lnTo>
                    <a:pt x="1069" y="572"/>
                  </a:lnTo>
                  <a:lnTo>
                    <a:pt x="1057" y="578"/>
                  </a:lnTo>
                  <a:lnTo>
                    <a:pt x="1046" y="584"/>
                  </a:lnTo>
                  <a:lnTo>
                    <a:pt x="1037" y="589"/>
                  </a:lnTo>
                  <a:lnTo>
                    <a:pt x="1028" y="594"/>
                  </a:lnTo>
                  <a:lnTo>
                    <a:pt x="1021" y="599"/>
                  </a:lnTo>
                  <a:lnTo>
                    <a:pt x="1014" y="603"/>
                  </a:lnTo>
                  <a:lnTo>
                    <a:pt x="1008" y="607"/>
                  </a:lnTo>
                  <a:lnTo>
                    <a:pt x="1003" y="609"/>
                  </a:lnTo>
                  <a:lnTo>
                    <a:pt x="1001" y="611"/>
                  </a:lnTo>
                  <a:lnTo>
                    <a:pt x="999" y="614"/>
                  </a:lnTo>
                  <a:lnTo>
                    <a:pt x="998" y="614"/>
                  </a:lnTo>
                  <a:lnTo>
                    <a:pt x="1007" y="602"/>
                  </a:lnTo>
                  <a:lnTo>
                    <a:pt x="1015" y="591"/>
                  </a:lnTo>
                  <a:lnTo>
                    <a:pt x="1025" y="580"/>
                  </a:lnTo>
                  <a:lnTo>
                    <a:pt x="1034" y="571"/>
                  </a:lnTo>
                  <a:lnTo>
                    <a:pt x="1045" y="562"/>
                  </a:lnTo>
                  <a:lnTo>
                    <a:pt x="1056" y="553"/>
                  </a:lnTo>
                  <a:lnTo>
                    <a:pt x="1068" y="546"/>
                  </a:lnTo>
                  <a:lnTo>
                    <a:pt x="1079" y="538"/>
                  </a:lnTo>
                  <a:lnTo>
                    <a:pt x="1091" y="531"/>
                  </a:lnTo>
                  <a:lnTo>
                    <a:pt x="1104" y="525"/>
                  </a:lnTo>
                  <a:lnTo>
                    <a:pt x="1116" y="518"/>
                  </a:lnTo>
                  <a:lnTo>
                    <a:pt x="1129" y="513"/>
                  </a:lnTo>
                  <a:lnTo>
                    <a:pt x="1142" y="508"/>
                  </a:lnTo>
                  <a:lnTo>
                    <a:pt x="1154" y="503"/>
                  </a:lnTo>
                  <a:lnTo>
                    <a:pt x="1168" y="500"/>
                  </a:lnTo>
                  <a:lnTo>
                    <a:pt x="1181" y="496"/>
                  </a:lnTo>
                  <a:lnTo>
                    <a:pt x="1193" y="493"/>
                  </a:lnTo>
                  <a:lnTo>
                    <a:pt x="1207" y="489"/>
                  </a:lnTo>
                  <a:lnTo>
                    <a:pt x="1220" y="487"/>
                  </a:lnTo>
                  <a:lnTo>
                    <a:pt x="1234" y="485"/>
                  </a:lnTo>
                  <a:lnTo>
                    <a:pt x="1246" y="482"/>
                  </a:lnTo>
                  <a:lnTo>
                    <a:pt x="1259" y="481"/>
                  </a:lnTo>
                  <a:lnTo>
                    <a:pt x="1272" y="480"/>
                  </a:lnTo>
                  <a:lnTo>
                    <a:pt x="1283" y="479"/>
                  </a:lnTo>
                  <a:lnTo>
                    <a:pt x="1296" y="478"/>
                  </a:lnTo>
                  <a:lnTo>
                    <a:pt x="1307" y="477"/>
                  </a:lnTo>
                  <a:lnTo>
                    <a:pt x="1319" y="477"/>
                  </a:lnTo>
                  <a:lnTo>
                    <a:pt x="1329" y="477"/>
                  </a:lnTo>
                  <a:lnTo>
                    <a:pt x="1340" y="475"/>
                  </a:lnTo>
                  <a:lnTo>
                    <a:pt x="1350" y="475"/>
                  </a:lnTo>
                  <a:lnTo>
                    <a:pt x="1359" y="475"/>
                  </a:lnTo>
                  <a:lnTo>
                    <a:pt x="1368" y="477"/>
                  </a:lnTo>
                  <a:lnTo>
                    <a:pt x="1376" y="477"/>
                  </a:lnTo>
                  <a:lnTo>
                    <a:pt x="1385" y="477"/>
                  </a:lnTo>
                  <a:lnTo>
                    <a:pt x="1391" y="477"/>
                  </a:lnTo>
                  <a:lnTo>
                    <a:pt x="1398" y="478"/>
                  </a:lnTo>
                  <a:lnTo>
                    <a:pt x="1404" y="478"/>
                  </a:lnTo>
                  <a:lnTo>
                    <a:pt x="1409" y="478"/>
                  </a:lnTo>
                  <a:lnTo>
                    <a:pt x="1413" y="479"/>
                  </a:lnTo>
                  <a:lnTo>
                    <a:pt x="1416" y="479"/>
                  </a:lnTo>
                  <a:lnTo>
                    <a:pt x="1418" y="479"/>
                  </a:lnTo>
                  <a:lnTo>
                    <a:pt x="1420" y="479"/>
                  </a:lnTo>
                  <a:lnTo>
                    <a:pt x="1420" y="480"/>
                  </a:lnTo>
                  <a:lnTo>
                    <a:pt x="1419" y="474"/>
                  </a:lnTo>
                  <a:lnTo>
                    <a:pt x="1417" y="460"/>
                  </a:lnTo>
                  <a:lnTo>
                    <a:pt x="1413" y="442"/>
                  </a:lnTo>
                  <a:lnTo>
                    <a:pt x="1409" y="421"/>
                  </a:lnTo>
                  <a:lnTo>
                    <a:pt x="1405" y="403"/>
                  </a:lnTo>
                  <a:lnTo>
                    <a:pt x="1402" y="389"/>
                  </a:lnTo>
                  <a:lnTo>
                    <a:pt x="1401" y="383"/>
                  </a:lnTo>
                  <a:lnTo>
                    <a:pt x="1381" y="382"/>
                  </a:lnTo>
                  <a:lnTo>
                    <a:pt x="1361" y="381"/>
                  </a:lnTo>
                  <a:lnTo>
                    <a:pt x="1343" y="381"/>
                  </a:lnTo>
                  <a:lnTo>
                    <a:pt x="1323" y="382"/>
                  </a:lnTo>
                  <a:lnTo>
                    <a:pt x="1306" y="383"/>
                  </a:lnTo>
                  <a:lnTo>
                    <a:pt x="1289" y="384"/>
                  </a:lnTo>
                  <a:lnTo>
                    <a:pt x="1272" y="387"/>
                  </a:lnTo>
                  <a:lnTo>
                    <a:pt x="1256" y="389"/>
                  </a:lnTo>
                  <a:lnTo>
                    <a:pt x="1239" y="391"/>
                  </a:lnTo>
                  <a:lnTo>
                    <a:pt x="1224" y="395"/>
                  </a:lnTo>
                  <a:lnTo>
                    <a:pt x="1209" y="398"/>
                  </a:lnTo>
                  <a:lnTo>
                    <a:pt x="1195" y="403"/>
                  </a:lnTo>
                  <a:lnTo>
                    <a:pt x="1181" y="406"/>
                  </a:lnTo>
                  <a:lnTo>
                    <a:pt x="1168" y="411"/>
                  </a:lnTo>
                  <a:lnTo>
                    <a:pt x="1155" y="416"/>
                  </a:lnTo>
                  <a:lnTo>
                    <a:pt x="1144" y="420"/>
                  </a:lnTo>
                  <a:lnTo>
                    <a:pt x="1132" y="425"/>
                  </a:lnTo>
                  <a:lnTo>
                    <a:pt x="1122" y="429"/>
                  </a:lnTo>
                  <a:lnTo>
                    <a:pt x="1112" y="434"/>
                  </a:lnTo>
                  <a:lnTo>
                    <a:pt x="1102" y="439"/>
                  </a:lnTo>
                  <a:lnTo>
                    <a:pt x="1093" y="443"/>
                  </a:lnTo>
                  <a:lnTo>
                    <a:pt x="1085" y="448"/>
                  </a:lnTo>
                  <a:lnTo>
                    <a:pt x="1077" y="451"/>
                  </a:lnTo>
                  <a:lnTo>
                    <a:pt x="1070" y="456"/>
                  </a:lnTo>
                  <a:lnTo>
                    <a:pt x="1064" y="459"/>
                  </a:lnTo>
                  <a:lnTo>
                    <a:pt x="1059" y="464"/>
                  </a:lnTo>
                  <a:lnTo>
                    <a:pt x="1053" y="467"/>
                  </a:lnTo>
                  <a:lnTo>
                    <a:pt x="1049" y="470"/>
                  </a:lnTo>
                  <a:lnTo>
                    <a:pt x="1045" y="473"/>
                  </a:lnTo>
                  <a:lnTo>
                    <a:pt x="1042" y="475"/>
                  </a:lnTo>
                  <a:lnTo>
                    <a:pt x="1040" y="477"/>
                  </a:lnTo>
                  <a:lnTo>
                    <a:pt x="1038" y="479"/>
                  </a:lnTo>
                  <a:lnTo>
                    <a:pt x="1037" y="479"/>
                  </a:lnTo>
                  <a:lnTo>
                    <a:pt x="1037" y="480"/>
                  </a:lnTo>
                  <a:lnTo>
                    <a:pt x="1042" y="470"/>
                  </a:lnTo>
                  <a:lnTo>
                    <a:pt x="1049" y="459"/>
                  </a:lnTo>
                  <a:lnTo>
                    <a:pt x="1057" y="449"/>
                  </a:lnTo>
                  <a:lnTo>
                    <a:pt x="1066" y="440"/>
                  </a:lnTo>
                  <a:lnTo>
                    <a:pt x="1076" y="431"/>
                  </a:lnTo>
                  <a:lnTo>
                    <a:pt x="1086" y="422"/>
                  </a:lnTo>
                  <a:lnTo>
                    <a:pt x="1097" y="414"/>
                  </a:lnTo>
                  <a:lnTo>
                    <a:pt x="1109" y="406"/>
                  </a:lnTo>
                  <a:lnTo>
                    <a:pt x="1121" y="398"/>
                  </a:lnTo>
                  <a:lnTo>
                    <a:pt x="1133" y="390"/>
                  </a:lnTo>
                  <a:lnTo>
                    <a:pt x="1147" y="383"/>
                  </a:lnTo>
                  <a:lnTo>
                    <a:pt x="1160" y="376"/>
                  </a:lnTo>
                  <a:lnTo>
                    <a:pt x="1174" y="371"/>
                  </a:lnTo>
                  <a:lnTo>
                    <a:pt x="1188" y="364"/>
                  </a:lnTo>
                  <a:lnTo>
                    <a:pt x="1201" y="358"/>
                  </a:lnTo>
                  <a:lnTo>
                    <a:pt x="1214" y="352"/>
                  </a:lnTo>
                  <a:lnTo>
                    <a:pt x="1228" y="348"/>
                  </a:lnTo>
                  <a:lnTo>
                    <a:pt x="1242" y="342"/>
                  </a:lnTo>
                  <a:lnTo>
                    <a:pt x="1254" y="337"/>
                  </a:lnTo>
                  <a:lnTo>
                    <a:pt x="1267" y="334"/>
                  </a:lnTo>
                  <a:lnTo>
                    <a:pt x="1280" y="329"/>
                  </a:lnTo>
                  <a:lnTo>
                    <a:pt x="1291" y="326"/>
                  </a:lnTo>
                  <a:lnTo>
                    <a:pt x="1302" y="322"/>
                  </a:lnTo>
                  <a:lnTo>
                    <a:pt x="1313" y="320"/>
                  </a:lnTo>
                  <a:lnTo>
                    <a:pt x="1322" y="316"/>
                  </a:lnTo>
                  <a:lnTo>
                    <a:pt x="1332" y="314"/>
                  </a:lnTo>
                  <a:lnTo>
                    <a:pt x="1340" y="312"/>
                  </a:lnTo>
                  <a:lnTo>
                    <a:pt x="1347" y="311"/>
                  </a:lnTo>
                  <a:lnTo>
                    <a:pt x="1352" y="310"/>
                  </a:lnTo>
                  <a:lnTo>
                    <a:pt x="1357" y="308"/>
                  </a:lnTo>
                  <a:lnTo>
                    <a:pt x="1360" y="307"/>
                  </a:lnTo>
                  <a:lnTo>
                    <a:pt x="1363" y="307"/>
                  </a:lnTo>
                  <a:lnTo>
                    <a:pt x="1363" y="307"/>
                  </a:lnTo>
                  <a:lnTo>
                    <a:pt x="1360" y="302"/>
                  </a:lnTo>
                  <a:lnTo>
                    <a:pt x="1353" y="287"/>
                  </a:lnTo>
                  <a:lnTo>
                    <a:pt x="1343" y="268"/>
                  </a:lnTo>
                  <a:lnTo>
                    <a:pt x="1334" y="250"/>
                  </a:lnTo>
                  <a:lnTo>
                    <a:pt x="1327" y="236"/>
                  </a:lnTo>
                  <a:lnTo>
                    <a:pt x="1325" y="230"/>
                  </a:lnTo>
                  <a:lnTo>
                    <a:pt x="1304" y="235"/>
                  </a:lnTo>
                  <a:lnTo>
                    <a:pt x="1284" y="239"/>
                  </a:lnTo>
                  <a:lnTo>
                    <a:pt x="1266" y="244"/>
                  </a:lnTo>
                  <a:lnTo>
                    <a:pt x="1247" y="250"/>
                  </a:lnTo>
                  <a:lnTo>
                    <a:pt x="1229" y="255"/>
                  </a:lnTo>
                  <a:lnTo>
                    <a:pt x="1212" y="261"/>
                  </a:lnTo>
                  <a:lnTo>
                    <a:pt x="1196" y="267"/>
                  </a:lnTo>
                  <a:lnTo>
                    <a:pt x="1180" y="274"/>
                  </a:lnTo>
                  <a:lnTo>
                    <a:pt x="1165" y="280"/>
                  </a:lnTo>
                  <a:lnTo>
                    <a:pt x="1150" y="287"/>
                  </a:lnTo>
                  <a:lnTo>
                    <a:pt x="1136" y="292"/>
                  </a:lnTo>
                  <a:lnTo>
                    <a:pt x="1123" y="299"/>
                  </a:lnTo>
                  <a:lnTo>
                    <a:pt x="1110" y="305"/>
                  </a:lnTo>
                  <a:lnTo>
                    <a:pt x="1099" y="312"/>
                  </a:lnTo>
                  <a:lnTo>
                    <a:pt x="1087" y="318"/>
                  </a:lnTo>
                  <a:lnTo>
                    <a:pt x="1078" y="323"/>
                  </a:lnTo>
                  <a:lnTo>
                    <a:pt x="1068" y="329"/>
                  </a:lnTo>
                  <a:lnTo>
                    <a:pt x="1060" y="335"/>
                  </a:lnTo>
                  <a:lnTo>
                    <a:pt x="1052" y="340"/>
                  </a:lnTo>
                  <a:lnTo>
                    <a:pt x="1045" y="344"/>
                  </a:lnTo>
                  <a:lnTo>
                    <a:pt x="1038" y="349"/>
                  </a:lnTo>
                  <a:lnTo>
                    <a:pt x="1033" y="352"/>
                  </a:lnTo>
                  <a:lnTo>
                    <a:pt x="1029" y="356"/>
                  </a:lnTo>
                  <a:lnTo>
                    <a:pt x="1024" y="359"/>
                  </a:lnTo>
                  <a:lnTo>
                    <a:pt x="1022" y="361"/>
                  </a:lnTo>
                  <a:lnTo>
                    <a:pt x="1019" y="363"/>
                  </a:lnTo>
                  <a:lnTo>
                    <a:pt x="1018" y="364"/>
                  </a:lnTo>
                  <a:lnTo>
                    <a:pt x="1017" y="365"/>
                  </a:lnTo>
                  <a:lnTo>
                    <a:pt x="1024" y="352"/>
                  </a:lnTo>
                  <a:lnTo>
                    <a:pt x="1032" y="340"/>
                  </a:lnTo>
                  <a:lnTo>
                    <a:pt x="1040" y="328"/>
                  </a:lnTo>
                  <a:lnTo>
                    <a:pt x="1049" y="316"/>
                  </a:lnTo>
                  <a:lnTo>
                    <a:pt x="1059" y="305"/>
                  </a:lnTo>
                  <a:lnTo>
                    <a:pt x="1070" y="293"/>
                  </a:lnTo>
                  <a:lnTo>
                    <a:pt x="1080" y="283"/>
                  </a:lnTo>
                  <a:lnTo>
                    <a:pt x="1092" y="272"/>
                  </a:lnTo>
                  <a:lnTo>
                    <a:pt x="1104" y="261"/>
                  </a:lnTo>
                  <a:lnTo>
                    <a:pt x="1115" y="252"/>
                  </a:lnTo>
                  <a:lnTo>
                    <a:pt x="1128" y="242"/>
                  </a:lnTo>
                  <a:lnTo>
                    <a:pt x="1139" y="232"/>
                  </a:lnTo>
                  <a:lnTo>
                    <a:pt x="1152" y="224"/>
                  </a:lnTo>
                  <a:lnTo>
                    <a:pt x="1163" y="215"/>
                  </a:lnTo>
                  <a:lnTo>
                    <a:pt x="1175" y="207"/>
                  </a:lnTo>
                  <a:lnTo>
                    <a:pt x="1186" y="200"/>
                  </a:lnTo>
                  <a:lnTo>
                    <a:pt x="1198" y="193"/>
                  </a:lnTo>
                  <a:lnTo>
                    <a:pt x="1208" y="186"/>
                  </a:lnTo>
                  <a:lnTo>
                    <a:pt x="1219" y="181"/>
                  </a:lnTo>
                  <a:lnTo>
                    <a:pt x="1228" y="175"/>
                  </a:lnTo>
                  <a:lnTo>
                    <a:pt x="1236" y="170"/>
                  </a:lnTo>
                  <a:lnTo>
                    <a:pt x="1244" y="166"/>
                  </a:lnTo>
                  <a:lnTo>
                    <a:pt x="1251" y="162"/>
                  </a:lnTo>
                  <a:lnTo>
                    <a:pt x="1256" y="159"/>
                  </a:lnTo>
                  <a:lnTo>
                    <a:pt x="1260" y="156"/>
                  </a:lnTo>
                  <a:lnTo>
                    <a:pt x="1264" y="154"/>
                  </a:lnTo>
                  <a:lnTo>
                    <a:pt x="1266" y="153"/>
                  </a:lnTo>
                  <a:lnTo>
                    <a:pt x="1267" y="153"/>
                  </a:lnTo>
                  <a:lnTo>
                    <a:pt x="1262" y="149"/>
                  </a:lnTo>
                  <a:lnTo>
                    <a:pt x="1252" y="141"/>
                  </a:lnTo>
                  <a:lnTo>
                    <a:pt x="1237" y="130"/>
                  </a:lnTo>
                  <a:lnTo>
                    <a:pt x="1220" y="118"/>
                  </a:lnTo>
                  <a:lnTo>
                    <a:pt x="1205" y="107"/>
                  </a:lnTo>
                  <a:lnTo>
                    <a:pt x="1195" y="99"/>
                  </a:lnTo>
                  <a:lnTo>
                    <a:pt x="1190" y="95"/>
                  </a:lnTo>
                  <a:lnTo>
                    <a:pt x="1185" y="99"/>
                  </a:lnTo>
                  <a:lnTo>
                    <a:pt x="1178" y="103"/>
                  </a:lnTo>
                  <a:lnTo>
                    <a:pt x="1170" y="108"/>
                  </a:lnTo>
                  <a:lnTo>
                    <a:pt x="1161" y="115"/>
                  </a:lnTo>
                  <a:lnTo>
                    <a:pt x="1152" y="123"/>
                  </a:lnTo>
                  <a:lnTo>
                    <a:pt x="1140" y="131"/>
                  </a:lnTo>
                  <a:lnTo>
                    <a:pt x="1129" y="140"/>
                  </a:lnTo>
                  <a:lnTo>
                    <a:pt x="1117" y="151"/>
                  </a:lnTo>
                  <a:lnTo>
                    <a:pt x="1105" y="161"/>
                  </a:lnTo>
                  <a:lnTo>
                    <a:pt x="1092" y="171"/>
                  </a:lnTo>
                  <a:lnTo>
                    <a:pt x="1079" y="182"/>
                  </a:lnTo>
                  <a:lnTo>
                    <a:pt x="1067" y="193"/>
                  </a:lnTo>
                  <a:lnTo>
                    <a:pt x="1054" y="204"/>
                  </a:lnTo>
                  <a:lnTo>
                    <a:pt x="1041" y="215"/>
                  </a:lnTo>
                  <a:lnTo>
                    <a:pt x="1030" y="225"/>
                  </a:lnTo>
                  <a:lnTo>
                    <a:pt x="1018" y="236"/>
                  </a:lnTo>
                  <a:lnTo>
                    <a:pt x="1008" y="245"/>
                  </a:lnTo>
                  <a:lnTo>
                    <a:pt x="998" y="254"/>
                  </a:lnTo>
                  <a:lnTo>
                    <a:pt x="988" y="262"/>
                  </a:lnTo>
                  <a:lnTo>
                    <a:pt x="980" y="269"/>
                  </a:lnTo>
                  <a:lnTo>
                    <a:pt x="973" y="275"/>
                  </a:lnTo>
                  <a:lnTo>
                    <a:pt x="968" y="281"/>
                  </a:lnTo>
                  <a:lnTo>
                    <a:pt x="963" y="284"/>
                  </a:lnTo>
                  <a:lnTo>
                    <a:pt x="961" y="287"/>
                  </a:lnTo>
                  <a:lnTo>
                    <a:pt x="960" y="288"/>
                  </a:lnTo>
                  <a:lnTo>
                    <a:pt x="963" y="280"/>
                  </a:lnTo>
                  <a:lnTo>
                    <a:pt x="968" y="270"/>
                  </a:lnTo>
                  <a:lnTo>
                    <a:pt x="972" y="260"/>
                  </a:lnTo>
                  <a:lnTo>
                    <a:pt x="979" y="249"/>
                  </a:lnTo>
                  <a:lnTo>
                    <a:pt x="986" y="237"/>
                  </a:lnTo>
                  <a:lnTo>
                    <a:pt x="994" y="224"/>
                  </a:lnTo>
                  <a:lnTo>
                    <a:pt x="1002" y="211"/>
                  </a:lnTo>
                  <a:lnTo>
                    <a:pt x="1011" y="198"/>
                  </a:lnTo>
                  <a:lnTo>
                    <a:pt x="1021" y="184"/>
                  </a:lnTo>
                  <a:lnTo>
                    <a:pt x="1030" y="170"/>
                  </a:lnTo>
                  <a:lnTo>
                    <a:pt x="1039" y="158"/>
                  </a:lnTo>
                  <a:lnTo>
                    <a:pt x="1048" y="144"/>
                  </a:lnTo>
                  <a:lnTo>
                    <a:pt x="1057" y="131"/>
                  </a:lnTo>
                  <a:lnTo>
                    <a:pt x="1067" y="120"/>
                  </a:lnTo>
                  <a:lnTo>
                    <a:pt x="1075" y="108"/>
                  </a:lnTo>
                  <a:lnTo>
                    <a:pt x="1083" y="96"/>
                  </a:lnTo>
                  <a:lnTo>
                    <a:pt x="1091" y="87"/>
                  </a:lnTo>
                  <a:lnTo>
                    <a:pt x="1097" y="79"/>
                  </a:lnTo>
                  <a:lnTo>
                    <a:pt x="1102" y="71"/>
                  </a:lnTo>
                  <a:lnTo>
                    <a:pt x="1107" y="65"/>
                  </a:lnTo>
                  <a:lnTo>
                    <a:pt x="1110" y="61"/>
                  </a:lnTo>
                  <a:lnTo>
                    <a:pt x="1113" y="58"/>
                  </a:lnTo>
                  <a:lnTo>
                    <a:pt x="1113" y="57"/>
                  </a:lnTo>
                  <a:lnTo>
                    <a:pt x="1109" y="54"/>
                  </a:lnTo>
                  <a:lnTo>
                    <a:pt x="1098" y="47"/>
                  </a:lnTo>
                  <a:lnTo>
                    <a:pt x="1082" y="38"/>
                  </a:lnTo>
                  <a:lnTo>
                    <a:pt x="1066" y="29"/>
                  </a:lnTo>
                  <a:lnTo>
                    <a:pt x="1049" y="22"/>
                  </a:lnTo>
                  <a:lnTo>
                    <a:pt x="1037" y="19"/>
                  </a:lnTo>
                  <a:lnTo>
                    <a:pt x="1032" y="24"/>
                  </a:lnTo>
                  <a:lnTo>
                    <a:pt x="1025" y="32"/>
                  </a:lnTo>
                  <a:lnTo>
                    <a:pt x="1017" y="42"/>
                  </a:lnTo>
                  <a:lnTo>
                    <a:pt x="1008" y="54"/>
                  </a:lnTo>
                  <a:lnTo>
                    <a:pt x="998" y="67"/>
                  </a:lnTo>
                  <a:lnTo>
                    <a:pt x="987" y="82"/>
                  </a:lnTo>
                  <a:lnTo>
                    <a:pt x="977" y="95"/>
                  </a:lnTo>
                  <a:lnTo>
                    <a:pt x="966" y="110"/>
                  </a:lnTo>
                  <a:lnTo>
                    <a:pt x="956" y="124"/>
                  </a:lnTo>
                  <a:lnTo>
                    <a:pt x="947" y="137"/>
                  </a:lnTo>
                  <a:lnTo>
                    <a:pt x="939" y="148"/>
                  </a:lnTo>
                  <a:lnTo>
                    <a:pt x="932" y="159"/>
                  </a:lnTo>
                  <a:lnTo>
                    <a:pt x="926" y="166"/>
                  </a:lnTo>
                  <a:lnTo>
                    <a:pt x="923" y="170"/>
                  </a:lnTo>
                  <a:lnTo>
                    <a:pt x="922" y="173"/>
                  </a:lnTo>
                  <a:lnTo>
                    <a:pt x="922" y="169"/>
                  </a:lnTo>
                  <a:lnTo>
                    <a:pt x="922" y="161"/>
                  </a:lnTo>
                  <a:lnTo>
                    <a:pt x="922" y="149"/>
                  </a:lnTo>
                  <a:lnTo>
                    <a:pt x="922" y="133"/>
                  </a:lnTo>
                  <a:lnTo>
                    <a:pt x="922" y="115"/>
                  </a:lnTo>
                  <a:lnTo>
                    <a:pt x="922" y="95"/>
                  </a:lnTo>
                  <a:lnTo>
                    <a:pt x="922" y="76"/>
                  </a:lnTo>
                  <a:lnTo>
                    <a:pt x="922" y="56"/>
                  </a:lnTo>
                  <a:lnTo>
                    <a:pt x="922" y="39"/>
                  </a:lnTo>
                  <a:lnTo>
                    <a:pt x="922" y="23"/>
                  </a:lnTo>
                  <a:lnTo>
                    <a:pt x="922" y="10"/>
                  </a:lnTo>
                  <a:lnTo>
                    <a:pt x="922" y="2"/>
                  </a:lnTo>
                  <a:lnTo>
                    <a:pt x="922" y="0"/>
                  </a:lnTo>
                  <a:lnTo>
                    <a:pt x="911" y="0"/>
                  </a:lnTo>
                  <a:lnTo>
                    <a:pt x="893" y="0"/>
                  </a:lnTo>
                  <a:lnTo>
                    <a:pt x="882" y="0"/>
                  </a:lnTo>
                  <a:lnTo>
                    <a:pt x="878" y="0"/>
                  </a:lnTo>
                  <a:lnTo>
                    <a:pt x="869" y="0"/>
                  </a:lnTo>
                  <a:lnTo>
                    <a:pt x="864" y="0"/>
                  </a:lnTo>
                  <a:lnTo>
                    <a:pt x="859" y="0"/>
                  </a:lnTo>
                  <a:lnTo>
                    <a:pt x="849" y="0"/>
                  </a:lnTo>
                  <a:lnTo>
                    <a:pt x="844" y="0"/>
                  </a:lnTo>
                  <a:lnTo>
                    <a:pt x="844" y="2"/>
                  </a:lnTo>
                  <a:lnTo>
                    <a:pt x="844" y="10"/>
                  </a:lnTo>
                  <a:lnTo>
                    <a:pt x="844" y="23"/>
                  </a:lnTo>
                  <a:lnTo>
                    <a:pt x="844" y="39"/>
                  </a:lnTo>
                  <a:lnTo>
                    <a:pt x="844" y="56"/>
                  </a:lnTo>
                  <a:lnTo>
                    <a:pt x="844" y="76"/>
                  </a:lnTo>
                  <a:lnTo>
                    <a:pt x="844" y="95"/>
                  </a:lnTo>
                  <a:lnTo>
                    <a:pt x="844" y="115"/>
                  </a:lnTo>
                  <a:lnTo>
                    <a:pt x="844" y="133"/>
                  </a:lnTo>
                  <a:lnTo>
                    <a:pt x="844" y="149"/>
                  </a:lnTo>
                  <a:lnTo>
                    <a:pt x="844" y="161"/>
                  </a:lnTo>
                  <a:lnTo>
                    <a:pt x="844" y="169"/>
                  </a:lnTo>
                  <a:lnTo>
                    <a:pt x="844" y="173"/>
                  </a:lnTo>
                  <a:lnTo>
                    <a:pt x="843" y="170"/>
                  </a:lnTo>
                  <a:lnTo>
                    <a:pt x="839" y="166"/>
                  </a:lnTo>
                  <a:lnTo>
                    <a:pt x="833" y="159"/>
                  </a:lnTo>
                  <a:lnTo>
                    <a:pt x="825" y="148"/>
                  </a:lnTo>
                  <a:lnTo>
                    <a:pt x="814" y="137"/>
                  </a:lnTo>
                  <a:lnTo>
                    <a:pt x="804" y="124"/>
                  </a:lnTo>
                  <a:lnTo>
                    <a:pt x="793" y="110"/>
                  </a:lnTo>
                  <a:lnTo>
                    <a:pt x="781" y="95"/>
                  </a:lnTo>
                  <a:lnTo>
                    <a:pt x="770" y="82"/>
                  </a:lnTo>
                  <a:lnTo>
                    <a:pt x="759" y="67"/>
                  </a:lnTo>
                  <a:lnTo>
                    <a:pt x="750" y="54"/>
                  </a:lnTo>
                  <a:lnTo>
                    <a:pt x="742" y="42"/>
                  </a:lnTo>
                  <a:lnTo>
                    <a:pt x="735" y="32"/>
                  </a:lnTo>
                  <a:lnTo>
                    <a:pt x="730" y="24"/>
                  </a:lnTo>
                  <a:lnTo>
                    <a:pt x="729" y="19"/>
                  </a:lnTo>
                  <a:lnTo>
                    <a:pt x="717" y="22"/>
                  </a:lnTo>
                  <a:lnTo>
                    <a:pt x="700" y="29"/>
                  </a:lnTo>
                  <a:lnTo>
                    <a:pt x="684" y="38"/>
                  </a:lnTo>
                  <a:lnTo>
                    <a:pt x="668" y="47"/>
                  </a:lnTo>
                  <a:lnTo>
                    <a:pt x="657" y="54"/>
                  </a:lnTo>
                  <a:lnTo>
                    <a:pt x="652" y="57"/>
                  </a:lnTo>
                  <a:lnTo>
                    <a:pt x="653" y="58"/>
                  </a:lnTo>
                  <a:lnTo>
                    <a:pt x="656" y="61"/>
                  </a:lnTo>
                  <a:lnTo>
                    <a:pt x="659" y="67"/>
                  </a:lnTo>
                  <a:lnTo>
                    <a:pt x="665" y="72"/>
                  </a:lnTo>
                  <a:lnTo>
                    <a:pt x="671" y="80"/>
                  </a:lnTo>
                  <a:lnTo>
                    <a:pt x="677" y="90"/>
                  </a:lnTo>
                  <a:lnTo>
                    <a:pt x="684" y="100"/>
                  </a:lnTo>
                  <a:lnTo>
                    <a:pt x="694" y="111"/>
                  </a:lnTo>
                  <a:lnTo>
                    <a:pt x="702" y="124"/>
                  </a:lnTo>
                  <a:lnTo>
                    <a:pt x="711" y="137"/>
                  </a:lnTo>
                  <a:lnTo>
                    <a:pt x="720" y="151"/>
                  </a:lnTo>
                  <a:lnTo>
                    <a:pt x="729" y="164"/>
                  </a:lnTo>
                  <a:lnTo>
                    <a:pt x="738" y="178"/>
                  </a:lnTo>
                  <a:lnTo>
                    <a:pt x="747" y="193"/>
                  </a:lnTo>
                  <a:lnTo>
                    <a:pt x="755" y="207"/>
                  </a:lnTo>
                  <a:lnTo>
                    <a:pt x="763" y="221"/>
                  </a:lnTo>
                  <a:lnTo>
                    <a:pt x="770" y="234"/>
                  </a:lnTo>
                  <a:lnTo>
                    <a:pt x="775" y="246"/>
                  </a:lnTo>
                  <a:lnTo>
                    <a:pt x="780" y="258"/>
                  </a:lnTo>
                  <a:lnTo>
                    <a:pt x="783" y="269"/>
                  </a:lnTo>
                  <a:lnTo>
                    <a:pt x="786" y="278"/>
                  </a:lnTo>
                  <a:lnTo>
                    <a:pt x="787" y="288"/>
                  </a:lnTo>
                  <a:lnTo>
                    <a:pt x="786" y="287"/>
                  </a:lnTo>
                  <a:lnTo>
                    <a:pt x="783" y="284"/>
                  </a:lnTo>
                  <a:lnTo>
                    <a:pt x="780" y="281"/>
                  </a:lnTo>
                  <a:lnTo>
                    <a:pt x="775" y="275"/>
                  </a:lnTo>
                  <a:lnTo>
                    <a:pt x="768" y="269"/>
                  </a:lnTo>
                  <a:lnTo>
                    <a:pt x="762" y="262"/>
                  </a:lnTo>
                  <a:lnTo>
                    <a:pt x="752" y="254"/>
                  </a:lnTo>
                  <a:lnTo>
                    <a:pt x="743" y="245"/>
                  </a:lnTo>
                  <a:lnTo>
                    <a:pt x="734" y="236"/>
                  </a:lnTo>
                  <a:lnTo>
                    <a:pt x="722" y="225"/>
                  </a:lnTo>
                  <a:lnTo>
                    <a:pt x="711" y="215"/>
                  </a:lnTo>
                  <a:lnTo>
                    <a:pt x="699" y="204"/>
                  </a:lnTo>
                  <a:lnTo>
                    <a:pt x="688" y="193"/>
                  </a:lnTo>
                  <a:lnTo>
                    <a:pt x="675" y="182"/>
                  </a:lnTo>
                  <a:lnTo>
                    <a:pt x="662" y="171"/>
                  </a:lnTo>
                  <a:lnTo>
                    <a:pt x="650" y="161"/>
                  </a:lnTo>
                  <a:lnTo>
                    <a:pt x="638" y="151"/>
                  </a:lnTo>
                  <a:lnTo>
                    <a:pt x="626" y="140"/>
                  </a:lnTo>
                  <a:lnTo>
                    <a:pt x="614" y="131"/>
                  </a:lnTo>
                  <a:lnTo>
                    <a:pt x="603" y="123"/>
                  </a:lnTo>
                  <a:lnTo>
                    <a:pt x="592" y="115"/>
                  </a:lnTo>
                  <a:lnTo>
                    <a:pt x="582" y="108"/>
                  </a:lnTo>
                  <a:lnTo>
                    <a:pt x="573" y="103"/>
                  </a:lnTo>
                  <a:lnTo>
                    <a:pt x="565" y="99"/>
                  </a:lnTo>
                  <a:lnTo>
                    <a:pt x="557" y="95"/>
                  </a:lnTo>
                  <a:lnTo>
                    <a:pt x="552" y="100"/>
                  </a:lnTo>
                  <a:lnTo>
                    <a:pt x="542" y="110"/>
                  </a:lnTo>
                  <a:lnTo>
                    <a:pt x="528" y="124"/>
                  </a:lnTo>
                  <a:lnTo>
                    <a:pt x="514" y="138"/>
                  </a:lnTo>
                  <a:lnTo>
                    <a:pt x="504" y="148"/>
                  </a:lnTo>
                  <a:lnTo>
                    <a:pt x="499" y="153"/>
                  </a:lnTo>
                  <a:lnTo>
                    <a:pt x="500" y="153"/>
                  </a:lnTo>
                  <a:lnTo>
                    <a:pt x="501" y="154"/>
                  </a:lnTo>
                  <a:lnTo>
                    <a:pt x="505" y="156"/>
                  </a:lnTo>
                  <a:lnTo>
                    <a:pt x="509" y="159"/>
                  </a:lnTo>
                  <a:lnTo>
                    <a:pt x="514" y="162"/>
                  </a:lnTo>
                  <a:lnTo>
                    <a:pt x="521" y="166"/>
                  </a:lnTo>
                  <a:lnTo>
                    <a:pt x="528" y="170"/>
                  </a:lnTo>
                  <a:lnTo>
                    <a:pt x="535" y="175"/>
                  </a:lnTo>
                  <a:lnTo>
                    <a:pt x="544" y="181"/>
                  </a:lnTo>
                  <a:lnTo>
                    <a:pt x="553" y="186"/>
                  </a:lnTo>
                  <a:lnTo>
                    <a:pt x="562" y="193"/>
                  </a:lnTo>
                  <a:lnTo>
                    <a:pt x="573" y="200"/>
                  </a:lnTo>
                  <a:lnTo>
                    <a:pt x="584" y="207"/>
                  </a:lnTo>
                  <a:lnTo>
                    <a:pt x="595" y="215"/>
                  </a:lnTo>
                  <a:lnTo>
                    <a:pt x="606" y="224"/>
                  </a:lnTo>
                  <a:lnTo>
                    <a:pt x="619" y="232"/>
                  </a:lnTo>
                  <a:lnTo>
                    <a:pt x="630" y="242"/>
                  </a:lnTo>
                  <a:lnTo>
                    <a:pt x="642" y="252"/>
                  </a:lnTo>
                  <a:lnTo>
                    <a:pt x="653" y="261"/>
                  </a:lnTo>
                  <a:lnTo>
                    <a:pt x="666" y="272"/>
                  </a:lnTo>
                  <a:lnTo>
                    <a:pt x="677" y="283"/>
                  </a:lnTo>
                  <a:lnTo>
                    <a:pt x="689" y="293"/>
                  </a:lnTo>
                  <a:lnTo>
                    <a:pt x="699" y="305"/>
                  </a:lnTo>
                  <a:lnTo>
                    <a:pt x="711" y="316"/>
                  </a:lnTo>
                  <a:lnTo>
                    <a:pt x="721" y="328"/>
                  </a:lnTo>
                  <a:lnTo>
                    <a:pt x="730" y="340"/>
                  </a:lnTo>
                  <a:lnTo>
                    <a:pt x="740" y="352"/>
                  </a:lnTo>
                  <a:lnTo>
                    <a:pt x="749" y="365"/>
                  </a:lnTo>
                  <a:lnTo>
                    <a:pt x="749" y="365"/>
                  </a:lnTo>
                  <a:lnTo>
                    <a:pt x="748" y="364"/>
                  </a:lnTo>
                  <a:lnTo>
                    <a:pt x="747" y="363"/>
                  </a:lnTo>
                  <a:lnTo>
                    <a:pt x="744" y="361"/>
                  </a:lnTo>
                  <a:lnTo>
                    <a:pt x="741" y="359"/>
                  </a:lnTo>
                  <a:lnTo>
                    <a:pt x="736" y="356"/>
                  </a:lnTo>
                  <a:lnTo>
                    <a:pt x="732" y="352"/>
                  </a:lnTo>
                  <a:lnTo>
                    <a:pt x="725" y="349"/>
                  </a:lnTo>
                  <a:lnTo>
                    <a:pt x="718" y="344"/>
                  </a:lnTo>
                  <a:lnTo>
                    <a:pt x="710" y="340"/>
                  </a:lnTo>
                  <a:lnTo>
                    <a:pt x="702" y="335"/>
                  </a:lnTo>
                  <a:lnTo>
                    <a:pt x="692" y="329"/>
                  </a:lnTo>
                  <a:lnTo>
                    <a:pt x="682" y="323"/>
                  </a:lnTo>
                  <a:lnTo>
                    <a:pt x="672" y="318"/>
                  </a:lnTo>
                  <a:lnTo>
                    <a:pt x="660" y="312"/>
                  </a:lnTo>
                  <a:lnTo>
                    <a:pt x="648" y="305"/>
                  </a:lnTo>
                  <a:lnTo>
                    <a:pt x="635" y="299"/>
                  </a:lnTo>
                  <a:lnTo>
                    <a:pt x="621" y="292"/>
                  </a:lnTo>
                  <a:lnTo>
                    <a:pt x="607" y="287"/>
                  </a:lnTo>
                  <a:lnTo>
                    <a:pt x="593" y="280"/>
                  </a:lnTo>
                  <a:lnTo>
                    <a:pt x="578" y="274"/>
                  </a:lnTo>
                  <a:lnTo>
                    <a:pt x="562" y="267"/>
                  </a:lnTo>
                  <a:lnTo>
                    <a:pt x="546" y="261"/>
                  </a:lnTo>
                  <a:lnTo>
                    <a:pt x="530" y="255"/>
                  </a:lnTo>
                  <a:lnTo>
                    <a:pt x="513" y="250"/>
                  </a:lnTo>
                  <a:lnTo>
                    <a:pt x="495" y="244"/>
                  </a:lnTo>
                  <a:lnTo>
                    <a:pt x="478" y="239"/>
                  </a:lnTo>
                  <a:lnTo>
                    <a:pt x="460" y="235"/>
                  </a:lnTo>
                  <a:lnTo>
                    <a:pt x="441" y="230"/>
                  </a:lnTo>
                  <a:lnTo>
                    <a:pt x="441" y="230"/>
                  </a:lnTo>
                  <a:lnTo>
                    <a:pt x="438" y="235"/>
                  </a:lnTo>
                  <a:lnTo>
                    <a:pt x="430" y="245"/>
                  </a:lnTo>
                  <a:lnTo>
                    <a:pt x="418" y="260"/>
                  </a:lnTo>
                  <a:lnTo>
                    <a:pt x="407" y="276"/>
                  </a:lnTo>
                  <a:lnTo>
                    <a:pt x="395" y="291"/>
                  </a:lnTo>
                  <a:lnTo>
                    <a:pt x="387" y="303"/>
                  </a:lnTo>
                  <a:lnTo>
                    <a:pt x="384" y="307"/>
                  </a:lnTo>
                  <a:lnTo>
                    <a:pt x="385" y="307"/>
                  </a:lnTo>
                  <a:lnTo>
                    <a:pt x="387" y="307"/>
                  </a:lnTo>
                  <a:lnTo>
                    <a:pt x="390" y="308"/>
                  </a:lnTo>
                  <a:lnTo>
                    <a:pt x="394" y="310"/>
                  </a:lnTo>
                  <a:lnTo>
                    <a:pt x="400" y="311"/>
                  </a:lnTo>
                  <a:lnTo>
                    <a:pt x="407" y="312"/>
                  </a:lnTo>
                  <a:lnTo>
                    <a:pt x="414" y="314"/>
                  </a:lnTo>
                  <a:lnTo>
                    <a:pt x="423" y="316"/>
                  </a:lnTo>
                  <a:lnTo>
                    <a:pt x="432" y="319"/>
                  </a:lnTo>
                  <a:lnTo>
                    <a:pt x="443" y="321"/>
                  </a:lnTo>
                  <a:lnTo>
                    <a:pt x="453" y="325"/>
                  </a:lnTo>
                  <a:lnTo>
                    <a:pt x="464" y="328"/>
                  </a:lnTo>
                  <a:lnTo>
                    <a:pt x="476" y="331"/>
                  </a:lnTo>
                  <a:lnTo>
                    <a:pt x="489" y="336"/>
                  </a:lnTo>
                  <a:lnTo>
                    <a:pt x="501" y="341"/>
                  </a:lnTo>
                  <a:lnTo>
                    <a:pt x="514" y="345"/>
                  </a:lnTo>
                  <a:lnTo>
                    <a:pt x="528" y="350"/>
                  </a:lnTo>
                  <a:lnTo>
                    <a:pt x="542" y="356"/>
                  </a:lnTo>
                  <a:lnTo>
                    <a:pt x="555" y="360"/>
                  </a:lnTo>
                  <a:lnTo>
                    <a:pt x="569" y="366"/>
                  </a:lnTo>
                  <a:lnTo>
                    <a:pt x="583" y="373"/>
                  </a:lnTo>
                  <a:lnTo>
                    <a:pt x="597" y="379"/>
                  </a:lnTo>
                  <a:lnTo>
                    <a:pt x="611" y="386"/>
                  </a:lnTo>
                  <a:lnTo>
                    <a:pt x="623" y="392"/>
                  </a:lnTo>
                  <a:lnTo>
                    <a:pt x="637" y="401"/>
                  </a:lnTo>
                  <a:lnTo>
                    <a:pt x="650" y="407"/>
                  </a:lnTo>
                  <a:lnTo>
                    <a:pt x="661" y="416"/>
                  </a:lnTo>
                  <a:lnTo>
                    <a:pt x="673" y="424"/>
                  </a:lnTo>
                  <a:lnTo>
                    <a:pt x="684" y="433"/>
                  </a:lnTo>
                  <a:lnTo>
                    <a:pt x="695" y="441"/>
                  </a:lnTo>
                  <a:lnTo>
                    <a:pt x="705" y="450"/>
                  </a:lnTo>
                  <a:lnTo>
                    <a:pt x="714" y="459"/>
                  </a:lnTo>
                  <a:lnTo>
                    <a:pt x="722" y="470"/>
                  </a:lnTo>
                  <a:lnTo>
                    <a:pt x="729" y="480"/>
                  </a:lnTo>
                  <a:lnTo>
                    <a:pt x="729" y="479"/>
                  </a:lnTo>
                  <a:lnTo>
                    <a:pt x="728" y="479"/>
                  </a:lnTo>
                  <a:lnTo>
                    <a:pt x="726" y="477"/>
                  </a:lnTo>
                  <a:lnTo>
                    <a:pt x="724" y="475"/>
                  </a:lnTo>
                  <a:lnTo>
                    <a:pt x="720" y="473"/>
                  </a:lnTo>
                  <a:lnTo>
                    <a:pt x="717" y="471"/>
                  </a:lnTo>
                  <a:lnTo>
                    <a:pt x="712" y="467"/>
                  </a:lnTo>
                  <a:lnTo>
                    <a:pt x="706" y="464"/>
                  </a:lnTo>
                  <a:lnTo>
                    <a:pt x="700" y="460"/>
                  </a:lnTo>
                  <a:lnTo>
                    <a:pt x="694" y="457"/>
                  </a:lnTo>
                  <a:lnTo>
                    <a:pt x="687" y="454"/>
                  </a:lnTo>
                  <a:lnTo>
                    <a:pt x="679" y="449"/>
                  </a:lnTo>
                  <a:lnTo>
                    <a:pt x="669" y="444"/>
                  </a:lnTo>
                  <a:lnTo>
                    <a:pt x="660" y="440"/>
                  </a:lnTo>
                  <a:lnTo>
                    <a:pt x="651" y="435"/>
                  </a:lnTo>
                  <a:lnTo>
                    <a:pt x="641" y="432"/>
                  </a:lnTo>
                  <a:lnTo>
                    <a:pt x="629" y="427"/>
                  </a:lnTo>
                  <a:lnTo>
                    <a:pt x="618" y="422"/>
                  </a:lnTo>
                  <a:lnTo>
                    <a:pt x="606" y="418"/>
                  </a:lnTo>
                  <a:lnTo>
                    <a:pt x="593" y="413"/>
                  </a:lnTo>
                  <a:lnTo>
                    <a:pt x="581" y="409"/>
                  </a:lnTo>
                  <a:lnTo>
                    <a:pt x="567" y="405"/>
                  </a:lnTo>
                  <a:lnTo>
                    <a:pt x="552" y="401"/>
                  </a:lnTo>
                  <a:lnTo>
                    <a:pt x="538" y="397"/>
                  </a:lnTo>
                  <a:lnTo>
                    <a:pt x="522" y="394"/>
                  </a:lnTo>
                  <a:lnTo>
                    <a:pt x="507" y="391"/>
                  </a:lnTo>
                  <a:lnTo>
                    <a:pt x="491" y="388"/>
                  </a:lnTo>
                  <a:lnTo>
                    <a:pt x="474" y="386"/>
                  </a:lnTo>
                  <a:lnTo>
                    <a:pt x="456" y="384"/>
                  </a:lnTo>
                  <a:lnTo>
                    <a:pt x="439" y="383"/>
                  </a:lnTo>
                  <a:lnTo>
                    <a:pt x="422" y="382"/>
                  </a:lnTo>
                  <a:lnTo>
                    <a:pt x="403" y="381"/>
                  </a:lnTo>
                  <a:lnTo>
                    <a:pt x="384" y="381"/>
                  </a:lnTo>
                  <a:lnTo>
                    <a:pt x="365" y="382"/>
                  </a:lnTo>
                  <a:lnTo>
                    <a:pt x="346" y="383"/>
                  </a:lnTo>
                  <a:lnTo>
                    <a:pt x="346" y="383"/>
                  </a:lnTo>
                  <a:lnTo>
                    <a:pt x="346" y="389"/>
                  </a:lnTo>
                  <a:lnTo>
                    <a:pt x="346" y="403"/>
                  </a:lnTo>
                  <a:lnTo>
                    <a:pt x="346" y="421"/>
                  </a:lnTo>
                  <a:lnTo>
                    <a:pt x="346" y="442"/>
                  </a:lnTo>
                  <a:lnTo>
                    <a:pt x="346" y="460"/>
                  </a:lnTo>
                  <a:lnTo>
                    <a:pt x="346" y="474"/>
                  </a:lnTo>
                  <a:lnTo>
                    <a:pt x="346" y="480"/>
                  </a:lnTo>
                  <a:lnTo>
                    <a:pt x="346" y="479"/>
                  </a:lnTo>
                  <a:lnTo>
                    <a:pt x="348" y="479"/>
                  </a:lnTo>
                  <a:lnTo>
                    <a:pt x="350" y="479"/>
                  </a:lnTo>
                  <a:lnTo>
                    <a:pt x="354" y="479"/>
                  </a:lnTo>
                  <a:lnTo>
                    <a:pt x="357" y="478"/>
                  </a:lnTo>
                  <a:lnTo>
                    <a:pt x="363" y="478"/>
                  </a:lnTo>
                  <a:lnTo>
                    <a:pt x="369" y="478"/>
                  </a:lnTo>
                  <a:lnTo>
                    <a:pt x="376" y="477"/>
                  </a:lnTo>
                  <a:lnTo>
                    <a:pt x="383" y="477"/>
                  </a:lnTo>
                  <a:lnTo>
                    <a:pt x="391" y="477"/>
                  </a:lnTo>
                  <a:lnTo>
                    <a:pt x="400" y="477"/>
                  </a:lnTo>
                  <a:lnTo>
                    <a:pt x="409" y="475"/>
                  </a:lnTo>
                  <a:lnTo>
                    <a:pt x="418" y="475"/>
                  </a:lnTo>
                  <a:lnTo>
                    <a:pt x="429" y="475"/>
                  </a:lnTo>
                  <a:lnTo>
                    <a:pt x="439" y="477"/>
                  </a:lnTo>
                  <a:lnTo>
                    <a:pt x="451" y="477"/>
                  </a:lnTo>
                  <a:lnTo>
                    <a:pt x="462" y="477"/>
                  </a:lnTo>
                  <a:lnTo>
                    <a:pt x="474" y="478"/>
                  </a:lnTo>
                  <a:lnTo>
                    <a:pt x="486" y="479"/>
                  </a:lnTo>
                  <a:lnTo>
                    <a:pt x="499" y="480"/>
                  </a:lnTo>
                  <a:lnTo>
                    <a:pt x="512" y="482"/>
                  </a:lnTo>
                  <a:lnTo>
                    <a:pt x="524" y="483"/>
                  </a:lnTo>
                  <a:lnTo>
                    <a:pt x="537" y="486"/>
                  </a:lnTo>
                  <a:lnTo>
                    <a:pt x="550" y="488"/>
                  </a:lnTo>
                  <a:lnTo>
                    <a:pt x="562" y="492"/>
                  </a:lnTo>
                  <a:lnTo>
                    <a:pt x="576" y="495"/>
                  </a:lnTo>
                  <a:lnTo>
                    <a:pt x="589" y="498"/>
                  </a:lnTo>
                  <a:lnTo>
                    <a:pt x="601" y="502"/>
                  </a:lnTo>
                  <a:lnTo>
                    <a:pt x="614" y="507"/>
                  </a:lnTo>
                  <a:lnTo>
                    <a:pt x="627" y="511"/>
                  </a:lnTo>
                  <a:lnTo>
                    <a:pt x="639" y="517"/>
                  </a:lnTo>
                  <a:lnTo>
                    <a:pt x="651" y="523"/>
                  </a:lnTo>
                  <a:lnTo>
                    <a:pt x="662" y="530"/>
                  </a:lnTo>
                  <a:lnTo>
                    <a:pt x="674" y="536"/>
                  </a:lnTo>
                  <a:lnTo>
                    <a:pt x="686" y="543"/>
                  </a:lnTo>
                  <a:lnTo>
                    <a:pt x="696" y="551"/>
                  </a:lnTo>
                  <a:lnTo>
                    <a:pt x="706" y="561"/>
                  </a:lnTo>
                  <a:lnTo>
                    <a:pt x="715" y="570"/>
                  </a:lnTo>
                  <a:lnTo>
                    <a:pt x="725" y="580"/>
                  </a:lnTo>
                  <a:lnTo>
                    <a:pt x="734" y="591"/>
                  </a:lnTo>
                  <a:lnTo>
                    <a:pt x="742" y="602"/>
                  </a:lnTo>
                  <a:lnTo>
                    <a:pt x="749" y="614"/>
                  </a:lnTo>
                  <a:lnTo>
                    <a:pt x="749" y="614"/>
                  </a:lnTo>
                  <a:lnTo>
                    <a:pt x="748" y="614"/>
                  </a:lnTo>
                  <a:lnTo>
                    <a:pt x="747" y="611"/>
                  </a:lnTo>
                  <a:lnTo>
                    <a:pt x="744" y="609"/>
                  </a:lnTo>
                  <a:lnTo>
                    <a:pt x="741" y="607"/>
                  </a:lnTo>
                  <a:lnTo>
                    <a:pt x="735" y="603"/>
                  </a:lnTo>
                  <a:lnTo>
                    <a:pt x="730" y="599"/>
                  </a:lnTo>
                  <a:lnTo>
                    <a:pt x="724" y="594"/>
                  </a:lnTo>
                  <a:lnTo>
                    <a:pt x="715" y="589"/>
                  </a:lnTo>
                  <a:lnTo>
                    <a:pt x="706" y="584"/>
                  </a:lnTo>
                  <a:lnTo>
                    <a:pt x="696" y="578"/>
                  </a:lnTo>
                  <a:lnTo>
                    <a:pt x="686" y="572"/>
                  </a:lnTo>
                  <a:lnTo>
                    <a:pt x="674" y="568"/>
                  </a:lnTo>
                  <a:lnTo>
                    <a:pt x="660" y="562"/>
                  </a:lnTo>
                  <a:lnTo>
                    <a:pt x="646" y="557"/>
                  </a:lnTo>
                  <a:lnTo>
                    <a:pt x="631" y="553"/>
                  </a:lnTo>
                  <a:lnTo>
                    <a:pt x="615" y="548"/>
                  </a:lnTo>
                  <a:lnTo>
                    <a:pt x="598" y="545"/>
                  </a:lnTo>
                  <a:lnTo>
                    <a:pt x="580" y="541"/>
                  </a:lnTo>
                  <a:lnTo>
                    <a:pt x="560" y="539"/>
                  </a:lnTo>
                  <a:lnTo>
                    <a:pt x="539" y="538"/>
                  </a:lnTo>
                  <a:lnTo>
                    <a:pt x="519" y="538"/>
                  </a:lnTo>
                  <a:lnTo>
                    <a:pt x="519" y="538"/>
                  </a:lnTo>
                  <a:lnTo>
                    <a:pt x="492" y="538"/>
                  </a:lnTo>
                  <a:lnTo>
                    <a:pt x="469" y="538"/>
                  </a:lnTo>
                  <a:lnTo>
                    <a:pt x="447" y="538"/>
                  </a:lnTo>
                  <a:lnTo>
                    <a:pt x="426" y="538"/>
                  </a:lnTo>
                  <a:lnTo>
                    <a:pt x="409" y="538"/>
                  </a:lnTo>
                  <a:lnTo>
                    <a:pt x="393" y="538"/>
                  </a:lnTo>
                  <a:lnTo>
                    <a:pt x="378" y="538"/>
                  </a:lnTo>
                  <a:lnTo>
                    <a:pt x="367" y="538"/>
                  </a:lnTo>
                  <a:lnTo>
                    <a:pt x="355" y="538"/>
                  </a:lnTo>
                  <a:lnTo>
                    <a:pt x="346" y="538"/>
                  </a:lnTo>
                  <a:lnTo>
                    <a:pt x="339" y="538"/>
                  </a:lnTo>
                  <a:lnTo>
                    <a:pt x="333" y="538"/>
                  </a:lnTo>
                  <a:lnTo>
                    <a:pt x="330" y="538"/>
                  </a:lnTo>
                  <a:lnTo>
                    <a:pt x="327" y="538"/>
                  </a:lnTo>
                  <a:lnTo>
                    <a:pt x="326" y="538"/>
                  </a:lnTo>
                  <a:lnTo>
                    <a:pt x="326" y="542"/>
                  </a:lnTo>
                  <a:lnTo>
                    <a:pt x="326" y="556"/>
                  </a:lnTo>
                  <a:lnTo>
                    <a:pt x="326" y="574"/>
                  </a:lnTo>
                  <a:lnTo>
                    <a:pt x="326" y="595"/>
                  </a:lnTo>
                  <a:lnTo>
                    <a:pt x="326" y="614"/>
                  </a:lnTo>
                  <a:lnTo>
                    <a:pt x="326" y="627"/>
                  </a:lnTo>
                  <a:lnTo>
                    <a:pt x="326" y="633"/>
                  </a:lnTo>
                  <a:lnTo>
                    <a:pt x="329" y="633"/>
                  </a:lnTo>
                  <a:lnTo>
                    <a:pt x="334" y="633"/>
                  </a:lnTo>
                  <a:lnTo>
                    <a:pt x="343" y="633"/>
                  </a:lnTo>
                  <a:lnTo>
                    <a:pt x="356" y="633"/>
                  </a:lnTo>
                  <a:lnTo>
                    <a:pt x="370" y="633"/>
                  </a:lnTo>
                  <a:lnTo>
                    <a:pt x="387" y="633"/>
                  </a:lnTo>
                  <a:lnTo>
                    <a:pt x="405" y="633"/>
                  </a:lnTo>
                  <a:lnTo>
                    <a:pt x="423" y="633"/>
                  </a:lnTo>
                  <a:lnTo>
                    <a:pt x="441" y="633"/>
                  </a:lnTo>
                  <a:lnTo>
                    <a:pt x="460" y="633"/>
                  </a:lnTo>
                  <a:lnTo>
                    <a:pt x="477" y="633"/>
                  </a:lnTo>
                  <a:lnTo>
                    <a:pt x="493" y="633"/>
                  </a:lnTo>
                  <a:lnTo>
                    <a:pt x="508" y="633"/>
                  </a:lnTo>
                  <a:lnTo>
                    <a:pt x="520" y="633"/>
                  </a:lnTo>
                  <a:lnTo>
                    <a:pt x="529" y="633"/>
                  </a:lnTo>
                  <a:lnTo>
                    <a:pt x="536" y="633"/>
                  </a:lnTo>
                  <a:lnTo>
                    <a:pt x="537" y="633"/>
                  </a:lnTo>
                  <a:lnTo>
                    <a:pt x="538" y="633"/>
                  </a:lnTo>
                  <a:lnTo>
                    <a:pt x="540" y="633"/>
                  </a:lnTo>
                  <a:lnTo>
                    <a:pt x="544" y="633"/>
                  </a:lnTo>
                  <a:lnTo>
                    <a:pt x="547" y="633"/>
                  </a:lnTo>
                  <a:lnTo>
                    <a:pt x="553" y="634"/>
                  </a:lnTo>
                  <a:lnTo>
                    <a:pt x="559" y="634"/>
                  </a:lnTo>
                  <a:lnTo>
                    <a:pt x="566" y="636"/>
                  </a:lnTo>
                  <a:lnTo>
                    <a:pt x="574" y="637"/>
                  </a:lnTo>
                  <a:lnTo>
                    <a:pt x="583" y="638"/>
                  </a:lnTo>
                  <a:lnTo>
                    <a:pt x="592" y="639"/>
                  </a:lnTo>
                  <a:lnTo>
                    <a:pt x="601" y="641"/>
                  </a:lnTo>
                  <a:lnTo>
                    <a:pt x="612" y="644"/>
                  </a:lnTo>
                  <a:lnTo>
                    <a:pt x="622" y="647"/>
                  </a:lnTo>
                  <a:lnTo>
                    <a:pt x="633" y="650"/>
                  </a:lnTo>
                  <a:lnTo>
                    <a:pt x="644" y="654"/>
                  </a:lnTo>
                  <a:lnTo>
                    <a:pt x="654" y="659"/>
                  </a:lnTo>
                  <a:lnTo>
                    <a:pt x="666" y="664"/>
                  </a:lnTo>
                  <a:lnTo>
                    <a:pt x="676" y="670"/>
                  </a:lnTo>
                  <a:lnTo>
                    <a:pt x="688" y="676"/>
                  </a:lnTo>
                  <a:lnTo>
                    <a:pt x="698" y="684"/>
                  </a:lnTo>
                  <a:lnTo>
                    <a:pt x="709" y="691"/>
                  </a:lnTo>
                  <a:lnTo>
                    <a:pt x="718" y="700"/>
                  </a:lnTo>
                  <a:lnTo>
                    <a:pt x="727" y="709"/>
                  </a:lnTo>
                  <a:lnTo>
                    <a:pt x="736" y="720"/>
                  </a:lnTo>
                  <a:lnTo>
                    <a:pt x="744" y="731"/>
                  </a:lnTo>
                  <a:lnTo>
                    <a:pt x="751" y="744"/>
                  </a:lnTo>
                  <a:lnTo>
                    <a:pt x="758" y="756"/>
                  </a:lnTo>
                  <a:lnTo>
                    <a:pt x="764" y="771"/>
                  </a:lnTo>
                  <a:lnTo>
                    <a:pt x="767" y="786"/>
                  </a:lnTo>
                  <a:lnTo>
                    <a:pt x="767" y="786"/>
                  </a:lnTo>
                  <a:lnTo>
                    <a:pt x="773" y="801"/>
                  </a:lnTo>
                  <a:lnTo>
                    <a:pt x="778" y="816"/>
                  </a:lnTo>
                  <a:lnTo>
                    <a:pt x="782" y="831"/>
                  </a:lnTo>
                  <a:lnTo>
                    <a:pt x="785" y="846"/>
                  </a:lnTo>
                  <a:lnTo>
                    <a:pt x="788" y="860"/>
                  </a:lnTo>
                  <a:lnTo>
                    <a:pt x="789" y="874"/>
                  </a:lnTo>
                  <a:lnTo>
                    <a:pt x="790" y="888"/>
                  </a:lnTo>
                  <a:lnTo>
                    <a:pt x="791" y="900"/>
                  </a:lnTo>
                  <a:lnTo>
                    <a:pt x="791" y="913"/>
                  </a:lnTo>
                  <a:lnTo>
                    <a:pt x="791" y="926"/>
                  </a:lnTo>
                  <a:lnTo>
                    <a:pt x="790" y="938"/>
                  </a:lnTo>
                  <a:lnTo>
                    <a:pt x="789" y="950"/>
                  </a:lnTo>
                  <a:lnTo>
                    <a:pt x="787" y="961"/>
                  </a:lnTo>
                  <a:lnTo>
                    <a:pt x="785" y="973"/>
                  </a:lnTo>
                  <a:lnTo>
                    <a:pt x="782" y="983"/>
                  </a:lnTo>
                  <a:lnTo>
                    <a:pt x="779" y="994"/>
                  </a:lnTo>
                  <a:lnTo>
                    <a:pt x="775" y="1004"/>
                  </a:lnTo>
                  <a:lnTo>
                    <a:pt x="772" y="1013"/>
                  </a:lnTo>
                  <a:lnTo>
                    <a:pt x="768" y="1023"/>
                  </a:lnTo>
                  <a:lnTo>
                    <a:pt x="764" y="1032"/>
                  </a:lnTo>
                  <a:lnTo>
                    <a:pt x="759" y="1040"/>
                  </a:lnTo>
                  <a:lnTo>
                    <a:pt x="755" y="1048"/>
                  </a:lnTo>
                  <a:lnTo>
                    <a:pt x="749" y="1055"/>
                  </a:lnTo>
                  <a:lnTo>
                    <a:pt x="744" y="1062"/>
                  </a:lnTo>
                  <a:lnTo>
                    <a:pt x="738" y="1069"/>
                  </a:lnTo>
                  <a:lnTo>
                    <a:pt x="733" y="1074"/>
                  </a:lnTo>
                  <a:lnTo>
                    <a:pt x="727" y="1080"/>
                  </a:lnTo>
                  <a:lnTo>
                    <a:pt x="721" y="1085"/>
                  </a:lnTo>
                  <a:lnTo>
                    <a:pt x="715" y="1089"/>
                  </a:lnTo>
                  <a:lnTo>
                    <a:pt x="710" y="1094"/>
                  </a:lnTo>
                  <a:lnTo>
                    <a:pt x="704" y="1097"/>
                  </a:lnTo>
                  <a:lnTo>
                    <a:pt x="699" y="1102"/>
                  </a:lnTo>
                  <a:lnTo>
                    <a:pt x="694" y="1105"/>
                  </a:lnTo>
                  <a:lnTo>
                    <a:pt x="689" y="1110"/>
                  </a:lnTo>
                  <a:lnTo>
                    <a:pt x="684" y="1113"/>
                  </a:lnTo>
                  <a:lnTo>
                    <a:pt x="680" y="1117"/>
                  </a:lnTo>
                  <a:lnTo>
                    <a:pt x="674" y="1122"/>
                  </a:lnTo>
                  <a:lnTo>
                    <a:pt x="669" y="1125"/>
                  </a:lnTo>
                  <a:lnTo>
                    <a:pt x="664" y="1128"/>
                  </a:lnTo>
                  <a:lnTo>
                    <a:pt x="659" y="1132"/>
                  </a:lnTo>
                  <a:lnTo>
                    <a:pt x="653" y="1135"/>
                  </a:lnTo>
                  <a:lnTo>
                    <a:pt x="646" y="1139"/>
                  </a:lnTo>
                  <a:lnTo>
                    <a:pt x="639" y="1142"/>
                  </a:lnTo>
                  <a:lnTo>
                    <a:pt x="633" y="1145"/>
                  </a:lnTo>
                  <a:lnTo>
                    <a:pt x="624" y="1148"/>
                  </a:lnTo>
                  <a:lnTo>
                    <a:pt x="616" y="1150"/>
                  </a:lnTo>
                  <a:lnTo>
                    <a:pt x="606" y="1154"/>
                  </a:lnTo>
                  <a:lnTo>
                    <a:pt x="596" y="1156"/>
                  </a:lnTo>
                  <a:lnTo>
                    <a:pt x="585" y="1158"/>
                  </a:lnTo>
                  <a:lnTo>
                    <a:pt x="573" y="1161"/>
                  </a:lnTo>
                  <a:lnTo>
                    <a:pt x="559" y="1163"/>
                  </a:lnTo>
                  <a:lnTo>
                    <a:pt x="545" y="1164"/>
                  </a:lnTo>
                  <a:lnTo>
                    <a:pt x="529" y="1166"/>
                  </a:lnTo>
                  <a:lnTo>
                    <a:pt x="512" y="1168"/>
                  </a:lnTo>
                  <a:lnTo>
                    <a:pt x="493" y="1169"/>
                  </a:lnTo>
                  <a:lnTo>
                    <a:pt x="472" y="1169"/>
                  </a:lnTo>
                  <a:lnTo>
                    <a:pt x="452" y="1170"/>
                  </a:lnTo>
                  <a:lnTo>
                    <a:pt x="428" y="1170"/>
                  </a:lnTo>
                  <a:lnTo>
                    <a:pt x="403" y="1171"/>
                  </a:lnTo>
                  <a:lnTo>
                    <a:pt x="403" y="1171"/>
                  </a:lnTo>
                  <a:lnTo>
                    <a:pt x="380" y="1171"/>
                  </a:lnTo>
                  <a:lnTo>
                    <a:pt x="358" y="1171"/>
                  </a:lnTo>
                  <a:lnTo>
                    <a:pt x="338" y="1171"/>
                  </a:lnTo>
                  <a:lnTo>
                    <a:pt x="317" y="1171"/>
                  </a:lnTo>
                  <a:lnTo>
                    <a:pt x="296" y="1171"/>
                  </a:lnTo>
                  <a:lnTo>
                    <a:pt x="277" y="1171"/>
                  </a:lnTo>
                  <a:lnTo>
                    <a:pt x="258" y="1171"/>
                  </a:lnTo>
                  <a:lnTo>
                    <a:pt x="240" y="1171"/>
                  </a:lnTo>
                  <a:lnTo>
                    <a:pt x="221" y="1171"/>
                  </a:lnTo>
                  <a:lnTo>
                    <a:pt x="204" y="1171"/>
                  </a:lnTo>
                  <a:lnTo>
                    <a:pt x="188" y="1171"/>
                  </a:lnTo>
                  <a:lnTo>
                    <a:pt x="172" y="1171"/>
                  </a:lnTo>
                  <a:lnTo>
                    <a:pt x="157" y="1171"/>
                  </a:lnTo>
                  <a:lnTo>
                    <a:pt x="142" y="1171"/>
                  </a:lnTo>
                  <a:lnTo>
                    <a:pt x="128" y="1171"/>
                  </a:lnTo>
                  <a:lnTo>
                    <a:pt x="114" y="1171"/>
                  </a:lnTo>
                  <a:lnTo>
                    <a:pt x="102" y="1171"/>
                  </a:lnTo>
                  <a:lnTo>
                    <a:pt x="90" y="1171"/>
                  </a:lnTo>
                  <a:lnTo>
                    <a:pt x="79" y="1171"/>
                  </a:lnTo>
                  <a:lnTo>
                    <a:pt x="68" y="1171"/>
                  </a:lnTo>
                  <a:lnTo>
                    <a:pt x="58" y="1171"/>
                  </a:lnTo>
                  <a:lnTo>
                    <a:pt x="49" y="1171"/>
                  </a:lnTo>
                  <a:lnTo>
                    <a:pt x="41" y="1171"/>
                  </a:lnTo>
                  <a:lnTo>
                    <a:pt x="34" y="1171"/>
                  </a:lnTo>
                  <a:lnTo>
                    <a:pt x="27" y="1171"/>
                  </a:lnTo>
                  <a:lnTo>
                    <a:pt x="20" y="1171"/>
                  </a:lnTo>
                  <a:lnTo>
                    <a:pt x="15" y="1171"/>
                  </a:lnTo>
                  <a:lnTo>
                    <a:pt x="11" y="1171"/>
                  </a:lnTo>
                  <a:lnTo>
                    <a:pt x="7" y="1171"/>
                  </a:lnTo>
                  <a:lnTo>
                    <a:pt x="4" y="1171"/>
                  </a:lnTo>
                  <a:lnTo>
                    <a:pt x="1" y="1171"/>
                  </a:lnTo>
                  <a:lnTo>
                    <a:pt x="0" y="1171"/>
                  </a:lnTo>
                  <a:lnTo>
                    <a:pt x="0" y="1171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780" name="Freeform 12"/>
            <p:cNvSpPr>
              <a:spLocks noChangeAspect="1"/>
            </p:cNvSpPr>
            <p:nvPr userDrawn="1"/>
          </p:nvSpPr>
          <p:spPr bwMode="white">
            <a:xfrm>
              <a:off x="5575" y="4084"/>
              <a:ext cx="8" cy="49"/>
            </a:xfrm>
            <a:custGeom>
              <a:avLst/>
              <a:gdLst/>
              <a:ahLst/>
              <a:cxnLst>
                <a:cxn ang="0">
                  <a:pos x="0" y="230"/>
                </a:cxn>
                <a:cxn ang="0">
                  <a:pos x="4" y="218"/>
                </a:cxn>
                <a:cxn ang="0">
                  <a:pos x="7" y="207"/>
                </a:cxn>
                <a:cxn ang="0">
                  <a:pos x="11" y="195"/>
                </a:cxn>
                <a:cxn ang="0">
                  <a:pos x="14" y="183"/>
                </a:cxn>
                <a:cxn ang="0">
                  <a:pos x="17" y="170"/>
                </a:cxn>
                <a:cxn ang="0">
                  <a:pos x="21" y="156"/>
                </a:cxn>
                <a:cxn ang="0">
                  <a:pos x="23" y="142"/>
                </a:cxn>
                <a:cxn ang="0">
                  <a:pos x="27" y="129"/>
                </a:cxn>
                <a:cxn ang="0">
                  <a:pos x="29" y="114"/>
                </a:cxn>
                <a:cxn ang="0">
                  <a:pos x="31" y="99"/>
                </a:cxn>
                <a:cxn ang="0">
                  <a:pos x="34" y="84"/>
                </a:cxn>
                <a:cxn ang="0">
                  <a:pos x="35" y="68"/>
                </a:cxn>
                <a:cxn ang="0">
                  <a:pos x="37" y="51"/>
                </a:cxn>
                <a:cxn ang="0">
                  <a:pos x="37" y="34"/>
                </a:cxn>
                <a:cxn ang="0">
                  <a:pos x="38" y="17"/>
                </a:cxn>
                <a:cxn ang="0">
                  <a:pos x="38" y="0"/>
                </a:cxn>
              </a:cxnLst>
              <a:rect l="0" t="0" r="r" b="b"/>
              <a:pathLst>
                <a:path w="38" h="230">
                  <a:moveTo>
                    <a:pt x="0" y="230"/>
                  </a:moveTo>
                  <a:lnTo>
                    <a:pt x="4" y="218"/>
                  </a:lnTo>
                  <a:lnTo>
                    <a:pt x="7" y="207"/>
                  </a:lnTo>
                  <a:lnTo>
                    <a:pt x="11" y="195"/>
                  </a:lnTo>
                  <a:lnTo>
                    <a:pt x="14" y="183"/>
                  </a:lnTo>
                  <a:lnTo>
                    <a:pt x="17" y="170"/>
                  </a:lnTo>
                  <a:lnTo>
                    <a:pt x="21" y="156"/>
                  </a:lnTo>
                  <a:lnTo>
                    <a:pt x="23" y="142"/>
                  </a:lnTo>
                  <a:lnTo>
                    <a:pt x="27" y="129"/>
                  </a:lnTo>
                  <a:lnTo>
                    <a:pt x="29" y="114"/>
                  </a:lnTo>
                  <a:lnTo>
                    <a:pt x="31" y="99"/>
                  </a:lnTo>
                  <a:lnTo>
                    <a:pt x="34" y="84"/>
                  </a:lnTo>
                  <a:lnTo>
                    <a:pt x="35" y="68"/>
                  </a:lnTo>
                  <a:lnTo>
                    <a:pt x="37" y="51"/>
                  </a:lnTo>
                  <a:lnTo>
                    <a:pt x="37" y="34"/>
                  </a:lnTo>
                  <a:lnTo>
                    <a:pt x="38" y="17"/>
                  </a:lnTo>
                  <a:lnTo>
                    <a:pt x="38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781" name="Freeform 13"/>
            <p:cNvSpPr>
              <a:spLocks noChangeAspect="1"/>
            </p:cNvSpPr>
            <p:nvPr userDrawn="1"/>
          </p:nvSpPr>
          <p:spPr bwMode="white">
            <a:xfrm>
              <a:off x="5464" y="3970"/>
              <a:ext cx="119" cy="114"/>
            </a:xfrm>
            <a:custGeom>
              <a:avLst/>
              <a:gdLst/>
              <a:ahLst/>
              <a:cxnLst>
                <a:cxn ang="0">
                  <a:pos x="538" y="538"/>
                </a:cxn>
                <a:cxn ang="0">
                  <a:pos x="536" y="483"/>
                </a:cxn>
                <a:cxn ang="0">
                  <a:pos x="527" y="432"/>
                </a:cxn>
                <a:cxn ang="0">
                  <a:pos x="514" y="381"/>
                </a:cxn>
                <a:cxn ang="0">
                  <a:pos x="494" y="331"/>
                </a:cxn>
                <a:cxn ang="0">
                  <a:pos x="471" y="284"/>
                </a:cxn>
                <a:cxn ang="0">
                  <a:pos x="444" y="240"/>
                </a:cxn>
                <a:cxn ang="0">
                  <a:pos x="413" y="199"/>
                </a:cxn>
                <a:cxn ang="0">
                  <a:pos x="378" y="160"/>
                </a:cxn>
                <a:cxn ang="0">
                  <a:pos x="339" y="125"/>
                </a:cxn>
                <a:cxn ang="0">
                  <a:pos x="298" y="94"/>
                </a:cxn>
                <a:cxn ang="0">
                  <a:pos x="254" y="67"/>
                </a:cxn>
                <a:cxn ang="0">
                  <a:pos x="207" y="44"/>
                </a:cxn>
                <a:cxn ang="0">
                  <a:pos x="157" y="24"/>
                </a:cxn>
                <a:cxn ang="0">
                  <a:pos x="106" y="11"/>
                </a:cxn>
                <a:cxn ang="0">
                  <a:pos x="55" y="2"/>
                </a:cxn>
                <a:cxn ang="0">
                  <a:pos x="0" y="0"/>
                </a:cxn>
              </a:cxnLst>
              <a:rect l="0" t="0" r="r" b="b"/>
              <a:pathLst>
                <a:path w="538" h="538">
                  <a:moveTo>
                    <a:pt x="538" y="538"/>
                  </a:moveTo>
                  <a:lnTo>
                    <a:pt x="536" y="483"/>
                  </a:lnTo>
                  <a:lnTo>
                    <a:pt x="527" y="432"/>
                  </a:lnTo>
                  <a:lnTo>
                    <a:pt x="514" y="381"/>
                  </a:lnTo>
                  <a:lnTo>
                    <a:pt x="494" y="331"/>
                  </a:lnTo>
                  <a:lnTo>
                    <a:pt x="471" y="284"/>
                  </a:lnTo>
                  <a:lnTo>
                    <a:pt x="444" y="240"/>
                  </a:lnTo>
                  <a:lnTo>
                    <a:pt x="413" y="199"/>
                  </a:lnTo>
                  <a:lnTo>
                    <a:pt x="378" y="160"/>
                  </a:lnTo>
                  <a:lnTo>
                    <a:pt x="339" y="125"/>
                  </a:lnTo>
                  <a:lnTo>
                    <a:pt x="298" y="94"/>
                  </a:lnTo>
                  <a:lnTo>
                    <a:pt x="254" y="67"/>
                  </a:lnTo>
                  <a:lnTo>
                    <a:pt x="207" y="44"/>
                  </a:lnTo>
                  <a:lnTo>
                    <a:pt x="157" y="24"/>
                  </a:lnTo>
                  <a:lnTo>
                    <a:pt x="106" y="11"/>
                  </a:lnTo>
                  <a:lnTo>
                    <a:pt x="55" y="2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782" name="Freeform 14"/>
            <p:cNvSpPr>
              <a:spLocks noChangeAspect="1"/>
            </p:cNvSpPr>
            <p:nvPr userDrawn="1"/>
          </p:nvSpPr>
          <p:spPr bwMode="white">
            <a:xfrm>
              <a:off x="5351" y="3970"/>
              <a:ext cx="118" cy="114"/>
            </a:xfrm>
            <a:custGeom>
              <a:avLst/>
              <a:gdLst/>
              <a:ahLst/>
              <a:cxnLst>
                <a:cxn ang="0">
                  <a:pos x="556" y="0"/>
                </a:cxn>
                <a:cxn ang="0">
                  <a:pos x="500" y="2"/>
                </a:cxn>
                <a:cxn ang="0">
                  <a:pos x="445" y="11"/>
                </a:cxn>
                <a:cxn ang="0">
                  <a:pos x="392" y="24"/>
                </a:cxn>
                <a:cxn ang="0">
                  <a:pos x="340" y="44"/>
                </a:cxn>
                <a:cxn ang="0">
                  <a:pos x="292" y="67"/>
                </a:cxn>
                <a:cxn ang="0">
                  <a:pos x="245" y="94"/>
                </a:cxn>
                <a:cxn ang="0">
                  <a:pos x="203" y="125"/>
                </a:cxn>
                <a:cxn ang="0">
                  <a:pos x="164" y="160"/>
                </a:cxn>
                <a:cxn ang="0">
                  <a:pos x="128" y="199"/>
                </a:cxn>
                <a:cxn ang="0">
                  <a:pos x="96" y="240"/>
                </a:cxn>
                <a:cxn ang="0">
                  <a:pos x="68" y="284"/>
                </a:cxn>
                <a:cxn ang="0">
                  <a:pos x="44" y="331"/>
                </a:cxn>
                <a:cxn ang="0">
                  <a:pos x="26" y="381"/>
                </a:cxn>
                <a:cxn ang="0">
                  <a:pos x="12" y="432"/>
                </a:cxn>
                <a:cxn ang="0">
                  <a:pos x="4" y="483"/>
                </a:cxn>
                <a:cxn ang="0">
                  <a:pos x="0" y="538"/>
                </a:cxn>
              </a:cxnLst>
              <a:rect l="0" t="0" r="r" b="b"/>
              <a:pathLst>
                <a:path w="556" h="538">
                  <a:moveTo>
                    <a:pt x="556" y="0"/>
                  </a:moveTo>
                  <a:lnTo>
                    <a:pt x="500" y="2"/>
                  </a:lnTo>
                  <a:lnTo>
                    <a:pt x="445" y="11"/>
                  </a:lnTo>
                  <a:lnTo>
                    <a:pt x="392" y="24"/>
                  </a:lnTo>
                  <a:lnTo>
                    <a:pt x="340" y="44"/>
                  </a:lnTo>
                  <a:lnTo>
                    <a:pt x="292" y="67"/>
                  </a:lnTo>
                  <a:lnTo>
                    <a:pt x="245" y="94"/>
                  </a:lnTo>
                  <a:lnTo>
                    <a:pt x="203" y="125"/>
                  </a:lnTo>
                  <a:lnTo>
                    <a:pt x="164" y="160"/>
                  </a:lnTo>
                  <a:lnTo>
                    <a:pt x="128" y="199"/>
                  </a:lnTo>
                  <a:lnTo>
                    <a:pt x="96" y="240"/>
                  </a:lnTo>
                  <a:lnTo>
                    <a:pt x="68" y="284"/>
                  </a:lnTo>
                  <a:lnTo>
                    <a:pt x="44" y="331"/>
                  </a:lnTo>
                  <a:lnTo>
                    <a:pt x="26" y="381"/>
                  </a:lnTo>
                  <a:lnTo>
                    <a:pt x="12" y="432"/>
                  </a:lnTo>
                  <a:lnTo>
                    <a:pt x="4" y="483"/>
                  </a:lnTo>
                  <a:lnTo>
                    <a:pt x="0" y="538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783" name="Freeform 15"/>
            <p:cNvSpPr>
              <a:spLocks noChangeAspect="1"/>
            </p:cNvSpPr>
            <p:nvPr userDrawn="1"/>
          </p:nvSpPr>
          <p:spPr bwMode="white">
            <a:xfrm>
              <a:off x="5351" y="4084"/>
              <a:ext cx="12" cy="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3"/>
                </a:cxn>
                <a:cxn ang="0">
                  <a:pos x="1" y="28"/>
                </a:cxn>
                <a:cxn ang="0">
                  <a:pos x="3" y="42"/>
                </a:cxn>
                <a:cxn ang="0">
                  <a:pos x="4" y="57"/>
                </a:cxn>
                <a:cxn ang="0">
                  <a:pos x="6" y="71"/>
                </a:cxn>
                <a:cxn ang="0">
                  <a:pos x="8" y="86"/>
                </a:cxn>
                <a:cxn ang="0">
                  <a:pos x="12" y="100"/>
                </a:cxn>
                <a:cxn ang="0">
                  <a:pos x="15" y="115"/>
                </a:cxn>
                <a:cxn ang="0">
                  <a:pos x="19" y="129"/>
                </a:cxn>
                <a:cxn ang="0">
                  <a:pos x="23" y="144"/>
                </a:cxn>
                <a:cxn ang="0">
                  <a:pos x="28" y="157"/>
                </a:cxn>
                <a:cxn ang="0">
                  <a:pos x="32" y="172"/>
                </a:cxn>
                <a:cxn ang="0">
                  <a:pos x="38" y="186"/>
                </a:cxn>
                <a:cxn ang="0">
                  <a:pos x="44" y="201"/>
                </a:cxn>
                <a:cxn ang="0">
                  <a:pos x="51" y="215"/>
                </a:cxn>
                <a:cxn ang="0">
                  <a:pos x="58" y="230"/>
                </a:cxn>
              </a:cxnLst>
              <a:rect l="0" t="0" r="r" b="b"/>
              <a:pathLst>
                <a:path w="58" h="230">
                  <a:moveTo>
                    <a:pt x="0" y="0"/>
                  </a:moveTo>
                  <a:lnTo>
                    <a:pt x="0" y="13"/>
                  </a:lnTo>
                  <a:lnTo>
                    <a:pt x="1" y="28"/>
                  </a:lnTo>
                  <a:lnTo>
                    <a:pt x="3" y="42"/>
                  </a:lnTo>
                  <a:lnTo>
                    <a:pt x="4" y="57"/>
                  </a:lnTo>
                  <a:lnTo>
                    <a:pt x="6" y="71"/>
                  </a:lnTo>
                  <a:lnTo>
                    <a:pt x="8" y="86"/>
                  </a:lnTo>
                  <a:lnTo>
                    <a:pt x="12" y="100"/>
                  </a:lnTo>
                  <a:lnTo>
                    <a:pt x="15" y="115"/>
                  </a:lnTo>
                  <a:lnTo>
                    <a:pt x="19" y="129"/>
                  </a:lnTo>
                  <a:lnTo>
                    <a:pt x="23" y="144"/>
                  </a:lnTo>
                  <a:lnTo>
                    <a:pt x="28" y="157"/>
                  </a:lnTo>
                  <a:lnTo>
                    <a:pt x="32" y="172"/>
                  </a:lnTo>
                  <a:lnTo>
                    <a:pt x="38" y="186"/>
                  </a:lnTo>
                  <a:lnTo>
                    <a:pt x="44" y="201"/>
                  </a:lnTo>
                  <a:lnTo>
                    <a:pt x="51" y="215"/>
                  </a:lnTo>
                  <a:lnTo>
                    <a:pt x="58" y="230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784" name="Freeform 16"/>
            <p:cNvSpPr>
              <a:spLocks noChangeAspect="1"/>
            </p:cNvSpPr>
            <p:nvPr userDrawn="1"/>
          </p:nvSpPr>
          <p:spPr bwMode="black">
            <a:xfrm>
              <a:off x="5279" y="3962"/>
              <a:ext cx="171" cy="241"/>
            </a:xfrm>
            <a:custGeom>
              <a:avLst/>
              <a:gdLst/>
              <a:ahLst/>
              <a:cxnLst>
                <a:cxn ang="0">
                  <a:pos x="386" y="0"/>
                </a:cxn>
                <a:cxn ang="0">
                  <a:pos x="433" y="0"/>
                </a:cxn>
                <a:cxn ang="0">
                  <a:pos x="506" y="0"/>
                </a:cxn>
                <a:cxn ang="0">
                  <a:pos x="614" y="0"/>
                </a:cxn>
                <a:cxn ang="0">
                  <a:pos x="714" y="0"/>
                </a:cxn>
                <a:cxn ang="0">
                  <a:pos x="767" y="0"/>
                </a:cxn>
                <a:cxn ang="0">
                  <a:pos x="784" y="2"/>
                </a:cxn>
                <a:cxn ang="0">
                  <a:pos x="719" y="18"/>
                </a:cxn>
                <a:cxn ang="0">
                  <a:pos x="657" y="40"/>
                </a:cxn>
                <a:cxn ang="0">
                  <a:pos x="600" y="69"/>
                </a:cxn>
                <a:cxn ang="0">
                  <a:pos x="546" y="103"/>
                </a:cxn>
                <a:cxn ang="0">
                  <a:pos x="496" y="144"/>
                </a:cxn>
                <a:cxn ang="0">
                  <a:pos x="452" y="190"/>
                </a:cxn>
                <a:cxn ang="0">
                  <a:pos x="413" y="239"/>
                </a:cxn>
                <a:cxn ang="0">
                  <a:pos x="379" y="293"/>
                </a:cxn>
                <a:cxn ang="0">
                  <a:pos x="351" y="351"/>
                </a:cxn>
                <a:cxn ang="0">
                  <a:pos x="330" y="412"/>
                </a:cxn>
                <a:cxn ang="0">
                  <a:pos x="315" y="475"/>
                </a:cxn>
                <a:cxn ang="0">
                  <a:pos x="308" y="541"/>
                </a:cxn>
                <a:cxn ang="0">
                  <a:pos x="307" y="603"/>
                </a:cxn>
                <a:cxn ang="0">
                  <a:pos x="313" y="685"/>
                </a:cxn>
                <a:cxn ang="0">
                  <a:pos x="334" y="729"/>
                </a:cxn>
                <a:cxn ang="0">
                  <a:pos x="422" y="729"/>
                </a:cxn>
                <a:cxn ang="0">
                  <a:pos x="527" y="729"/>
                </a:cxn>
                <a:cxn ang="0">
                  <a:pos x="577" y="730"/>
                </a:cxn>
                <a:cxn ang="0">
                  <a:pos x="637" y="751"/>
                </a:cxn>
                <a:cxn ang="0">
                  <a:pos x="688" y="791"/>
                </a:cxn>
                <a:cxn ang="0">
                  <a:pos x="728" y="847"/>
                </a:cxn>
                <a:cxn ang="0">
                  <a:pos x="747" y="915"/>
                </a:cxn>
                <a:cxn ang="0">
                  <a:pos x="745" y="976"/>
                </a:cxn>
                <a:cxn ang="0">
                  <a:pos x="719" y="1041"/>
                </a:cxn>
                <a:cxn ang="0">
                  <a:pos x="676" y="1089"/>
                </a:cxn>
                <a:cxn ang="0">
                  <a:pos x="619" y="1120"/>
                </a:cxn>
                <a:cxn ang="0">
                  <a:pos x="556" y="1132"/>
                </a:cxn>
                <a:cxn ang="0">
                  <a:pos x="527" y="1132"/>
                </a:cxn>
                <a:cxn ang="0">
                  <a:pos x="438" y="1132"/>
                </a:cxn>
                <a:cxn ang="0">
                  <a:pos x="329" y="1132"/>
                </a:cxn>
                <a:cxn ang="0">
                  <a:pos x="240" y="1132"/>
                </a:cxn>
                <a:cxn ang="0">
                  <a:pos x="209" y="1132"/>
                </a:cxn>
                <a:cxn ang="0">
                  <a:pos x="133" y="1132"/>
                </a:cxn>
                <a:cxn ang="0">
                  <a:pos x="30" y="1132"/>
                </a:cxn>
                <a:cxn ang="0">
                  <a:pos x="0" y="1130"/>
                </a:cxn>
                <a:cxn ang="0">
                  <a:pos x="0" y="1102"/>
                </a:cxn>
                <a:cxn ang="0">
                  <a:pos x="0" y="1046"/>
                </a:cxn>
                <a:cxn ang="0">
                  <a:pos x="0" y="968"/>
                </a:cxn>
                <a:cxn ang="0">
                  <a:pos x="0" y="875"/>
                </a:cxn>
                <a:cxn ang="0">
                  <a:pos x="0" y="771"/>
                </a:cxn>
                <a:cxn ang="0">
                  <a:pos x="0" y="667"/>
                </a:cxn>
                <a:cxn ang="0">
                  <a:pos x="0" y="563"/>
                </a:cxn>
                <a:cxn ang="0">
                  <a:pos x="0" y="470"/>
                </a:cxn>
                <a:cxn ang="0">
                  <a:pos x="0" y="392"/>
                </a:cxn>
                <a:cxn ang="0">
                  <a:pos x="0" y="336"/>
                </a:cxn>
                <a:cxn ang="0">
                  <a:pos x="0" y="308"/>
                </a:cxn>
                <a:cxn ang="0">
                  <a:pos x="3" y="261"/>
                </a:cxn>
                <a:cxn ang="0">
                  <a:pos x="19" y="198"/>
                </a:cxn>
                <a:cxn ang="0">
                  <a:pos x="47" y="141"/>
                </a:cxn>
                <a:cxn ang="0">
                  <a:pos x="85" y="92"/>
                </a:cxn>
                <a:cxn ang="0">
                  <a:pos x="133" y="52"/>
                </a:cxn>
                <a:cxn ang="0">
                  <a:pos x="189" y="22"/>
                </a:cxn>
                <a:cxn ang="0">
                  <a:pos x="251" y="4"/>
                </a:cxn>
                <a:cxn ang="0">
                  <a:pos x="307" y="0"/>
                </a:cxn>
              </a:cxnLst>
              <a:rect l="0" t="0" r="r" b="b"/>
              <a:pathLst>
                <a:path w="806" h="1132">
                  <a:moveTo>
                    <a:pt x="307" y="0"/>
                  </a:moveTo>
                  <a:lnTo>
                    <a:pt x="312" y="0"/>
                  </a:lnTo>
                  <a:lnTo>
                    <a:pt x="324" y="0"/>
                  </a:lnTo>
                  <a:lnTo>
                    <a:pt x="343" y="0"/>
                  </a:lnTo>
                  <a:lnTo>
                    <a:pt x="365" y="0"/>
                  </a:lnTo>
                  <a:lnTo>
                    <a:pt x="386" y="0"/>
                  </a:lnTo>
                  <a:lnTo>
                    <a:pt x="404" y="0"/>
                  </a:lnTo>
                  <a:lnTo>
                    <a:pt x="418" y="0"/>
                  </a:lnTo>
                  <a:lnTo>
                    <a:pt x="422" y="0"/>
                  </a:lnTo>
                  <a:lnTo>
                    <a:pt x="424" y="0"/>
                  </a:lnTo>
                  <a:lnTo>
                    <a:pt x="427" y="0"/>
                  </a:lnTo>
                  <a:lnTo>
                    <a:pt x="433" y="0"/>
                  </a:lnTo>
                  <a:lnTo>
                    <a:pt x="441" y="0"/>
                  </a:lnTo>
                  <a:lnTo>
                    <a:pt x="451" y="0"/>
                  </a:lnTo>
                  <a:lnTo>
                    <a:pt x="463" y="0"/>
                  </a:lnTo>
                  <a:lnTo>
                    <a:pt x="476" y="0"/>
                  </a:lnTo>
                  <a:lnTo>
                    <a:pt x="490" y="0"/>
                  </a:lnTo>
                  <a:lnTo>
                    <a:pt x="506" y="0"/>
                  </a:lnTo>
                  <a:lnTo>
                    <a:pt x="523" y="0"/>
                  </a:lnTo>
                  <a:lnTo>
                    <a:pt x="540" y="0"/>
                  </a:lnTo>
                  <a:lnTo>
                    <a:pt x="558" y="0"/>
                  </a:lnTo>
                  <a:lnTo>
                    <a:pt x="577" y="0"/>
                  </a:lnTo>
                  <a:lnTo>
                    <a:pt x="595" y="0"/>
                  </a:lnTo>
                  <a:lnTo>
                    <a:pt x="614" y="0"/>
                  </a:lnTo>
                  <a:lnTo>
                    <a:pt x="632" y="0"/>
                  </a:lnTo>
                  <a:lnTo>
                    <a:pt x="649" y="0"/>
                  </a:lnTo>
                  <a:lnTo>
                    <a:pt x="667" y="0"/>
                  </a:lnTo>
                  <a:lnTo>
                    <a:pt x="684" y="0"/>
                  </a:lnTo>
                  <a:lnTo>
                    <a:pt x="699" y="0"/>
                  </a:lnTo>
                  <a:lnTo>
                    <a:pt x="714" y="0"/>
                  </a:lnTo>
                  <a:lnTo>
                    <a:pt x="726" y="0"/>
                  </a:lnTo>
                  <a:lnTo>
                    <a:pt x="739" y="0"/>
                  </a:lnTo>
                  <a:lnTo>
                    <a:pt x="748" y="0"/>
                  </a:lnTo>
                  <a:lnTo>
                    <a:pt x="756" y="0"/>
                  </a:lnTo>
                  <a:lnTo>
                    <a:pt x="762" y="0"/>
                  </a:lnTo>
                  <a:lnTo>
                    <a:pt x="767" y="0"/>
                  </a:lnTo>
                  <a:lnTo>
                    <a:pt x="768" y="0"/>
                  </a:lnTo>
                  <a:lnTo>
                    <a:pt x="777" y="0"/>
                  </a:lnTo>
                  <a:lnTo>
                    <a:pt x="797" y="0"/>
                  </a:lnTo>
                  <a:lnTo>
                    <a:pt x="806" y="0"/>
                  </a:lnTo>
                  <a:lnTo>
                    <a:pt x="794" y="1"/>
                  </a:lnTo>
                  <a:lnTo>
                    <a:pt x="784" y="2"/>
                  </a:lnTo>
                  <a:lnTo>
                    <a:pt x="772" y="4"/>
                  </a:lnTo>
                  <a:lnTo>
                    <a:pt x="762" y="7"/>
                  </a:lnTo>
                  <a:lnTo>
                    <a:pt x="751" y="9"/>
                  </a:lnTo>
                  <a:lnTo>
                    <a:pt x="740" y="12"/>
                  </a:lnTo>
                  <a:lnTo>
                    <a:pt x="730" y="15"/>
                  </a:lnTo>
                  <a:lnTo>
                    <a:pt x="719" y="18"/>
                  </a:lnTo>
                  <a:lnTo>
                    <a:pt x="708" y="20"/>
                  </a:lnTo>
                  <a:lnTo>
                    <a:pt x="698" y="24"/>
                  </a:lnTo>
                  <a:lnTo>
                    <a:pt x="687" y="29"/>
                  </a:lnTo>
                  <a:lnTo>
                    <a:pt x="678" y="32"/>
                  </a:lnTo>
                  <a:lnTo>
                    <a:pt x="668" y="35"/>
                  </a:lnTo>
                  <a:lnTo>
                    <a:pt x="657" y="40"/>
                  </a:lnTo>
                  <a:lnTo>
                    <a:pt x="648" y="45"/>
                  </a:lnTo>
                  <a:lnTo>
                    <a:pt x="638" y="49"/>
                  </a:lnTo>
                  <a:lnTo>
                    <a:pt x="628" y="54"/>
                  </a:lnTo>
                  <a:lnTo>
                    <a:pt x="618" y="58"/>
                  </a:lnTo>
                  <a:lnTo>
                    <a:pt x="609" y="63"/>
                  </a:lnTo>
                  <a:lnTo>
                    <a:pt x="600" y="69"/>
                  </a:lnTo>
                  <a:lnTo>
                    <a:pt x="590" y="75"/>
                  </a:lnTo>
                  <a:lnTo>
                    <a:pt x="581" y="79"/>
                  </a:lnTo>
                  <a:lnTo>
                    <a:pt x="572" y="85"/>
                  </a:lnTo>
                  <a:lnTo>
                    <a:pt x="563" y="92"/>
                  </a:lnTo>
                  <a:lnTo>
                    <a:pt x="555" y="98"/>
                  </a:lnTo>
                  <a:lnTo>
                    <a:pt x="546" y="103"/>
                  </a:lnTo>
                  <a:lnTo>
                    <a:pt x="538" y="110"/>
                  </a:lnTo>
                  <a:lnTo>
                    <a:pt x="528" y="116"/>
                  </a:lnTo>
                  <a:lnTo>
                    <a:pt x="520" y="123"/>
                  </a:lnTo>
                  <a:lnTo>
                    <a:pt x="512" y="130"/>
                  </a:lnTo>
                  <a:lnTo>
                    <a:pt x="504" y="137"/>
                  </a:lnTo>
                  <a:lnTo>
                    <a:pt x="496" y="144"/>
                  </a:lnTo>
                  <a:lnTo>
                    <a:pt x="489" y="152"/>
                  </a:lnTo>
                  <a:lnTo>
                    <a:pt x="481" y="159"/>
                  </a:lnTo>
                  <a:lnTo>
                    <a:pt x="474" y="167"/>
                  </a:lnTo>
                  <a:lnTo>
                    <a:pt x="466" y="174"/>
                  </a:lnTo>
                  <a:lnTo>
                    <a:pt x="459" y="182"/>
                  </a:lnTo>
                  <a:lnTo>
                    <a:pt x="452" y="190"/>
                  </a:lnTo>
                  <a:lnTo>
                    <a:pt x="445" y="198"/>
                  </a:lnTo>
                  <a:lnTo>
                    <a:pt x="438" y="206"/>
                  </a:lnTo>
                  <a:lnTo>
                    <a:pt x="432" y="214"/>
                  </a:lnTo>
                  <a:lnTo>
                    <a:pt x="426" y="222"/>
                  </a:lnTo>
                  <a:lnTo>
                    <a:pt x="419" y="231"/>
                  </a:lnTo>
                  <a:lnTo>
                    <a:pt x="413" y="239"/>
                  </a:lnTo>
                  <a:lnTo>
                    <a:pt x="406" y="249"/>
                  </a:lnTo>
                  <a:lnTo>
                    <a:pt x="400" y="258"/>
                  </a:lnTo>
                  <a:lnTo>
                    <a:pt x="395" y="266"/>
                  </a:lnTo>
                  <a:lnTo>
                    <a:pt x="390" y="275"/>
                  </a:lnTo>
                  <a:lnTo>
                    <a:pt x="384" y="284"/>
                  </a:lnTo>
                  <a:lnTo>
                    <a:pt x="379" y="293"/>
                  </a:lnTo>
                  <a:lnTo>
                    <a:pt x="374" y="303"/>
                  </a:lnTo>
                  <a:lnTo>
                    <a:pt x="369" y="313"/>
                  </a:lnTo>
                  <a:lnTo>
                    <a:pt x="365" y="322"/>
                  </a:lnTo>
                  <a:lnTo>
                    <a:pt x="360" y="331"/>
                  </a:lnTo>
                  <a:lnTo>
                    <a:pt x="356" y="342"/>
                  </a:lnTo>
                  <a:lnTo>
                    <a:pt x="351" y="351"/>
                  </a:lnTo>
                  <a:lnTo>
                    <a:pt x="348" y="361"/>
                  </a:lnTo>
                  <a:lnTo>
                    <a:pt x="344" y="372"/>
                  </a:lnTo>
                  <a:lnTo>
                    <a:pt x="339" y="382"/>
                  </a:lnTo>
                  <a:lnTo>
                    <a:pt x="336" y="391"/>
                  </a:lnTo>
                  <a:lnTo>
                    <a:pt x="334" y="402"/>
                  </a:lnTo>
                  <a:lnTo>
                    <a:pt x="330" y="412"/>
                  </a:lnTo>
                  <a:lnTo>
                    <a:pt x="327" y="422"/>
                  </a:lnTo>
                  <a:lnTo>
                    <a:pt x="324" y="433"/>
                  </a:lnTo>
                  <a:lnTo>
                    <a:pt x="322" y="444"/>
                  </a:lnTo>
                  <a:lnTo>
                    <a:pt x="320" y="455"/>
                  </a:lnTo>
                  <a:lnTo>
                    <a:pt x="318" y="465"/>
                  </a:lnTo>
                  <a:lnTo>
                    <a:pt x="315" y="475"/>
                  </a:lnTo>
                  <a:lnTo>
                    <a:pt x="314" y="487"/>
                  </a:lnTo>
                  <a:lnTo>
                    <a:pt x="312" y="497"/>
                  </a:lnTo>
                  <a:lnTo>
                    <a:pt x="311" y="509"/>
                  </a:lnTo>
                  <a:lnTo>
                    <a:pt x="310" y="519"/>
                  </a:lnTo>
                  <a:lnTo>
                    <a:pt x="308" y="531"/>
                  </a:lnTo>
                  <a:lnTo>
                    <a:pt x="308" y="541"/>
                  </a:lnTo>
                  <a:lnTo>
                    <a:pt x="307" y="553"/>
                  </a:lnTo>
                  <a:lnTo>
                    <a:pt x="307" y="564"/>
                  </a:lnTo>
                  <a:lnTo>
                    <a:pt x="307" y="576"/>
                  </a:lnTo>
                  <a:lnTo>
                    <a:pt x="307" y="576"/>
                  </a:lnTo>
                  <a:lnTo>
                    <a:pt x="307" y="589"/>
                  </a:lnTo>
                  <a:lnTo>
                    <a:pt x="307" y="603"/>
                  </a:lnTo>
                  <a:lnTo>
                    <a:pt x="307" y="618"/>
                  </a:lnTo>
                  <a:lnTo>
                    <a:pt x="307" y="632"/>
                  </a:lnTo>
                  <a:lnTo>
                    <a:pt x="308" y="646"/>
                  </a:lnTo>
                  <a:lnTo>
                    <a:pt x="310" y="659"/>
                  </a:lnTo>
                  <a:lnTo>
                    <a:pt x="311" y="672"/>
                  </a:lnTo>
                  <a:lnTo>
                    <a:pt x="313" y="685"/>
                  </a:lnTo>
                  <a:lnTo>
                    <a:pt x="315" y="697"/>
                  </a:lnTo>
                  <a:lnTo>
                    <a:pt x="318" y="708"/>
                  </a:lnTo>
                  <a:lnTo>
                    <a:pt x="322" y="718"/>
                  </a:lnTo>
                  <a:lnTo>
                    <a:pt x="326" y="729"/>
                  </a:lnTo>
                  <a:lnTo>
                    <a:pt x="328" y="729"/>
                  </a:lnTo>
                  <a:lnTo>
                    <a:pt x="334" y="729"/>
                  </a:lnTo>
                  <a:lnTo>
                    <a:pt x="343" y="729"/>
                  </a:lnTo>
                  <a:lnTo>
                    <a:pt x="356" y="729"/>
                  </a:lnTo>
                  <a:lnTo>
                    <a:pt x="369" y="729"/>
                  </a:lnTo>
                  <a:lnTo>
                    <a:pt x="386" y="729"/>
                  </a:lnTo>
                  <a:lnTo>
                    <a:pt x="404" y="729"/>
                  </a:lnTo>
                  <a:lnTo>
                    <a:pt x="422" y="729"/>
                  </a:lnTo>
                  <a:lnTo>
                    <a:pt x="441" y="729"/>
                  </a:lnTo>
                  <a:lnTo>
                    <a:pt x="460" y="729"/>
                  </a:lnTo>
                  <a:lnTo>
                    <a:pt x="479" y="729"/>
                  </a:lnTo>
                  <a:lnTo>
                    <a:pt x="497" y="729"/>
                  </a:lnTo>
                  <a:lnTo>
                    <a:pt x="513" y="729"/>
                  </a:lnTo>
                  <a:lnTo>
                    <a:pt x="527" y="729"/>
                  </a:lnTo>
                  <a:lnTo>
                    <a:pt x="540" y="729"/>
                  </a:lnTo>
                  <a:lnTo>
                    <a:pt x="549" y="729"/>
                  </a:lnTo>
                  <a:lnTo>
                    <a:pt x="555" y="729"/>
                  </a:lnTo>
                  <a:lnTo>
                    <a:pt x="556" y="729"/>
                  </a:lnTo>
                  <a:lnTo>
                    <a:pt x="566" y="729"/>
                  </a:lnTo>
                  <a:lnTo>
                    <a:pt x="577" y="730"/>
                  </a:lnTo>
                  <a:lnTo>
                    <a:pt x="587" y="732"/>
                  </a:lnTo>
                  <a:lnTo>
                    <a:pt x="597" y="735"/>
                  </a:lnTo>
                  <a:lnTo>
                    <a:pt x="608" y="737"/>
                  </a:lnTo>
                  <a:lnTo>
                    <a:pt x="617" y="741"/>
                  </a:lnTo>
                  <a:lnTo>
                    <a:pt x="627" y="745"/>
                  </a:lnTo>
                  <a:lnTo>
                    <a:pt x="637" y="751"/>
                  </a:lnTo>
                  <a:lnTo>
                    <a:pt x="646" y="755"/>
                  </a:lnTo>
                  <a:lnTo>
                    <a:pt x="655" y="762"/>
                  </a:lnTo>
                  <a:lnTo>
                    <a:pt x="664" y="768"/>
                  </a:lnTo>
                  <a:lnTo>
                    <a:pt x="672" y="776"/>
                  </a:lnTo>
                  <a:lnTo>
                    <a:pt x="680" y="783"/>
                  </a:lnTo>
                  <a:lnTo>
                    <a:pt x="688" y="791"/>
                  </a:lnTo>
                  <a:lnTo>
                    <a:pt x="696" y="799"/>
                  </a:lnTo>
                  <a:lnTo>
                    <a:pt x="703" y="808"/>
                  </a:lnTo>
                  <a:lnTo>
                    <a:pt x="710" y="817"/>
                  </a:lnTo>
                  <a:lnTo>
                    <a:pt x="716" y="827"/>
                  </a:lnTo>
                  <a:lnTo>
                    <a:pt x="722" y="837"/>
                  </a:lnTo>
                  <a:lnTo>
                    <a:pt x="728" y="847"/>
                  </a:lnTo>
                  <a:lnTo>
                    <a:pt x="732" y="858"/>
                  </a:lnTo>
                  <a:lnTo>
                    <a:pt x="737" y="869"/>
                  </a:lnTo>
                  <a:lnTo>
                    <a:pt x="740" y="881"/>
                  </a:lnTo>
                  <a:lnTo>
                    <a:pt x="743" y="892"/>
                  </a:lnTo>
                  <a:lnTo>
                    <a:pt x="745" y="904"/>
                  </a:lnTo>
                  <a:lnTo>
                    <a:pt x="747" y="915"/>
                  </a:lnTo>
                  <a:lnTo>
                    <a:pt x="748" y="928"/>
                  </a:lnTo>
                  <a:lnTo>
                    <a:pt x="748" y="940"/>
                  </a:lnTo>
                  <a:lnTo>
                    <a:pt x="748" y="940"/>
                  </a:lnTo>
                  <a:lnTo>
                    <a:pt x="748" y="952"/>
                  </a:lnTo>
                  <a:lnTo>
                    <a:pt x="747" y="965"/>
                  </a:lnTo>
                  <a:lnTo>
                    <a:pt x="745" y="976"/>
                  </a:lnTo>
                  <a:lnTo>
                    <a:pt x="743" y="988"/>
                  </a:lnTo>
                  <a:lnTo>
                    <a:pt x="739" y="999"/>
                  </a:lnTo>
                  <a:lnTo>
                    <a:pt x="736" y="1011"/>
                  </a:lnTo>
                  <a:lnTo>
                    <a:pt x="731" y="1021"/>
                  </a:lnTo>
                  <a:lnTo>
                    <a:pt x="725" y="1031"/>
                  </a:lnTo>
                  <a:lnTo>
                    <a:pt x="719" y="1041"/>
                  </a:lnTo>
                  <a:lnTo>
                    <a:pt x="714" y="1050"/>
                  </a:lnTo>
                  <a:lnTo>
                    <a:pt x="707" y="1059"/>
                  </a:lnTo>
                  <a:lnTo>
                    <a:pt x="700" y="1067"/>
                  </a:lnTo>
                  <a:lnTo>
                    <a:pt x="693" y="1075"/>
                  </a:lnTo>
                  <a:lnTo>
                    <a:pt x="685" y="1082"/>
                  </a:lnTo>
                  <a:lnTo>
                    <a:pt x="676" y="1089"/>
                  </a:lnTo>
                  <a:lnTo>
                    <a:pt x="668" y="1096"/>
                  </a:lnTo>
                  <a:lnTo>
                    <a:pt x="658" y="1102"/>
                  </a:lnTo>
                  <a:lnTo>
                    <a:pt x="649" y="1108"/>
                  </a:lnTo>
                  <a:lnTo>
                    <a:pt x="639" y="1112"/>
                  </a:lnTo>
                  <a:lnTo>
                    <a:pt x="630" y="1117"/>
                  </a:lnTo>
                  <a:lnTo>
                    <a:pt x="619" y="1120"/>
                  </a:lnTo>
                  <a:lnTo>
                    <a:pt x="609" y="1124"/>
                  </a:lnTo>
                  <a:lnTo>
                    <a:pt x="599" y="1127"/>
                  </a:lnTo>
                  <a:lnTo>
                    <a:pt x="588" y="1128"/>
                  </a:lnTo>
                  <a:lnTo>
                    <a:pt x="578" y="1131"/>
                  </a:lnTo>
                  <a:lnTo>
                    <a:pt x="567" y="1132"/>
                  </a:lnTo>
                  <a:lnTo>
                    <a:pt x="556" y="1132"/>
                  </a:lnTo>
                  <a:lnTo>
                    <a:pt x="556" y="1132"/>
                  </a:lnTo>
                  <a:lnTo>
                    <a:pt x="555" y="1132"/>
                  </a:lnTo>
                  <a:lnTo>
                    <a:pt x="551" y="1132"/>
                  </a:lnTo>
                  <a:lnTo>
                    <a:pt x="546" y="1132"/>
                  </a:lnTo>
                  <a:lnTo>
                    <a:pt x="538" y="1132"/>
                  </a:lnTo>
                  <a:lnTo>
                    <a:pt x="527" y="1132"/>
                  </a:lnTo>
                  <a:lnTo>
                    <a:pt x="516" y="1132"/>
                  </a:lnTo>
                  <a:lnTo>
                    <a:pt x="503" y="1132"/>
                  </a:lnTo>
                  <a:lnTo>
                    <a:pt x="488" y="1132"/>
                  </a:lnTo>
                  <a:lnTo>
                    <a:pt x="472" y="1132"/>
                  </a:lnTo>
                  <a:lnTo>
                    <a:pt x="456" y="1132"/>
                  </a:lnTo>
                  <a:lnTo>
                    <a:pt x="438" y="1132"/>
                  </a:lnTo>
                  <a:lnTo>
                    <a:pt x="420" y="1132"/>
                  </a:lnTo>
                  <a:lnTo>
                    <a:pt x="403" y="1132"/>
                  </a:lnTo>
                  <a:lnTo>
                    <a:pt x="383" y="1132"/>
                  </a:lnTo>
                  <a:lnTo>
                    <a:pt x="365" y="1132"/>
                  </a:lnTo>
                  <a:lnTo>
                    <a:pt x="348" y="1132"/>
                  </a:lnTo>
                  <a:lnTo>
                    <a:pt x="329" y="1132"/>
                  </a:lnTo>
                  <a:lnTo>
                    <a:pt x="312" y="1132"/>
                  </a:lnTo>
                  <a:lnTo>
                    <a:pt x="296" y="1132"/>
                  </a:lnTo>
                  <a:lnTo>
                    <a:pt x="280" y="1132"/>
                  </a:lnTo>
                  <a:lnTo>
                    <a:pt x="265" y="1132"/>
                  </a:lnTo>
                  <a:lnTo>
                    <a:pt x="252" y="1132"/>
                  </a:lnTo>
                  <a:lnTo>
                    <a:pt x="240" y="1132"/>
                  </a:lnTo>
                  <a:lnTo>
                    <a:pt x="230" y="1132"/>
                  </a:lnTo>
                  <a:lnTo>
                    <a:pt x="222" y="1132"/>
                  </a:lnTo>
                  <a:lnTo>
                    <a:pt x="216" y="1132"/>
                  </a:lnTo>
                  <a:lnTo>
                    <a:pt x="213" y="1132"/>
                  </a:lnTo>
                  <a:lnTo>
                    <a:pt x="210" y="1132"/>
                  </a:lnTo>
                  <a:lnTo>
                    <a:pt x="209" y="1132"/>
                  </a:lnTo>
                  <a:lnTo>
                    <a:pt x="202" y="1132"/>
                  </a:lnTo>
                  <a:lnTo>
                    <a:pt x="193" y="1132"/>
                  </a:lnTo>
                  <a:lnTo>
                    <a:pt x="182" y="1132"/>
                  </a:lnTo>
                  <a:lnTo>
                    <a:pt x="167" y="1132"/>
                  </a:lnTo>
                  <a:lnTo>
                    <a:pt x="151" y="1132"/>
                  </a:lnTo>
                  <a:lnTo>
                    <a:pt x="133" y="1132"/>
                  </a:lnTo>
                  <a:lnTo>
                    <a:pt x="115" y="1132"/>
                  </a:lnTo>
                  <a:lnTo>
                    <a:pt x="96" y="1132"/>
                  </a:lnTo>
                  <a:lnTo>
                    <a:pt x="78" y="1132"/>
                  </a:lnTo>
                  <a:lnTo>
                    <a:pt x="61" y="1132"/>
                  </a:lnTo>
                  <a:lnTo>
                    <a:pt x="43" y="1132"/>
                  </a:lnTo>
                  <a:lnTo>
                    <a:pt x="30" y="1132"/>
                  </a:lnTo>
                  <a:lnTo>
                    <a:pt x="17" y="1132"/>
                  </a:lnTo>
                  <a:lnTo>
                    <a:pt x="8" y="1132"/>
                  </a:lnTo>
                  <a:lnTo>
                    <a:pt x="2" y="1132"/>
                  </a:lnTo>
                  <a:lnTo>
                    <a:pt x="0" y="1132"/>
                  </a:lnTo>
                  <a:lnTo>
                    <a:pt x="0" y="1131"/>
                  </a:lnTo>
                  <a:lnTo>
                    <a:pt x="0" y="1130"/>
                  </a:lnTo>
                  <a:lnTo>
                    <a:pt x="0" y="1127"/>
                  </a:lnTo>
                  <a:lnTo>
                    <a:pt x="0" y="1124"/>
                  </a:lnTo>
                  <a:lnTo>
                    <a:pt x="0" y="1119"/>
                  </a:lnTo>
                  <a:lnTo>
                    <a:pt x="0" y="1115"/>
                  </a:lnTo>
                  <a:lnTo>
                    <a:pt x="0" y="1109"/>
                  </a:lnTo>
                  <a:lnTo>
                    <a:pt x="0" y="1102"/>
                  </a:lnTo>
                  <a:lnTo>
                    <a:pt x="0" y="1094"/>
                  </a:lnTo>
                  <a:lnTo>
                    <a:pt x="0" y="1086"/>
                  </a:lnTo>
                  <a:lnTo>
                    <a:pt x="0" y="1077"/>
                  </a:lnTo>
                  <a:lnTo>
                    <a:pt x="0" y="1067"/>
                  </a:lnTo>
                  <a:lnTo>
                    <a:pt x="0" y="1057"/>
                  </a:lnTo>
                  <a:lnTo>
                    <a:pt x="0" y="1046"/>
                  </a:lnTo>
                  <a:lnTo>
                    <a:pt x="0" y="1034"/>
                  </a:lnTo>
                  <a:lnTo>
                    <a:pt x="0" y="1022"/>
                  </a:lnTo>
                  <a:lnTo>
                    <a:pt x="0" y="1010"/>
                  </a:lnTo>
                  <a:lnTo>
                    <a:pt x="0" y="996"/>
                  </a:lnTo>
                  <a:lnTo>
                    <a:pt x="0" y="982"/>
                  </a:lnTo>
                  <a:lnTo>
                    <a:pt x="0" y="968"/>
                  </a:lnTo>
                  <a:lnTo>
                    <a:pt x="0" y="953"/>
                  </a:lnTo>
                  <a:lnTo>
                    <a:pt x="0" y="938"/>
                  </a:lnTo>
                  <a:lnTo>
                    <a:pt x="0" y="923"/>
                  </a:lnTo>
                  <a:lnTo>
                    <a:pt x="0" y="907"/>
                  </a:lnTo>
                  <a:lnTo>
                    <a:pt x="0" y="891"/>
                  </a:lnTo>
                  <a:lnTo>
                    <a:pt x="0" y="875"/>
                  </a:lnTo>
                  <a:lnTo>
                    <a:pt x="0" y="858"/>
                  </a:lnTo>
                  <a:lnTo>
                    <a:pt x="0" y="842"/>
                  </a:lnTo>
                  <a:lnTo>
                    <a:pt x="0" y="824"/>
                  </a:lnTo>
                  <a:lnTo>
                    <a:pt x="0" y="807"/>
                  </a:lnTo>
                  <a:lnTo>
                    <a:pt x="0" y="790"/>
                  </a:lnTo>
                  <a:lnTo>
                    <a:pt x="0" y="771"/>
                  </a:lnTo>
                  <a:lnTo>
                    <a:pt x="0" y="754"/>
                  </a:lnTo>
                  <a:lnTo>
                    <a:pt x="0" y="737"/>
                  </a:lnTo>
                  <a:lnTo>
                    <a:pt x="0" y="720"/>
                  </a:lnTo>
                  <a:lnTo>
                    <a:pt x="0" y="701"/>
                  </a:lnTo>
                  <a:lnTo>
                    <a:pt x="0" y="684"/>
                  </a:lnTo>
                  <a:lnTo>
                    <a:pt x="0" y="667"/>
                  </a:lnTo>
                  <a:lnTo>
                    <a:pt x="0" y="648"/>
                  </a:lnTo>
                  <a:lnTo>
                    <a:pt x="0" y="631"/>
                  </a:lnTo>
                  <a:lnTo>
                    <a:pt x="0" y="614"/>
                  </a:lnTo>
                  <a:lnTo>
                    <a:pt x="0" y="596"/>
                  </a:lnTo>
                  <a:lnTo>
                    <a:pt x="0" y="580"/>
                  </a:lnTo>
                  <a:lnTo>
                    <a:pt x="0" y="563"/>
                  </a:lnTo>
                  <a:lnTo>
                    <a:pt x="0" y="547"/>
                  </a:lnTo>
                  <a:lnTo>
                    <a:pt x="0" y="531"/>
                  </a:lnTo>
                  <a:lnTo>
                    <a:pt x="0" y="515"/>
                  </a:lnTo>
                  <a:lnTo>
                    <a:pt x="0" y="500"/>
                  </a:lnTo>
                  <a:lnTo>
                    <a:pt x="0" y="485"/>
                  </a:lnTo>
                  <a:lnTo>
                    <a:pt x="0" y="470"/>
                  </a:lnTo>
                  <a:lnTo>
                    <a:pt x="0" y="456"/>
                  </a:lnTo>
                  <a:lnTo>
                    <a:pt x="0" y="442"/>
                  </a:lnTo>
                  <a:lnTo>
                    <a:pt x="0" y="428"/>
                  </a:lnTo>
                  <a:lnTo>
                    <a:pt x="0" y="416"/>
                  </a:lnTo>
                  <a:lnTo>
                    <a:pt x="0" y="404"/>
                  </a:lnTo>
                  <a:lnTo>
                    <a:pt x="0" y="392"/>
                  </a:lnTo>
                  <a:lnTo>
                    <a:pt x="0" y="381"/>
                  </a:lnTo>
                  <a:lnTo>
                    <a:pt x="0" y="371"/>
                  </a:lnTo>
                  <a:lnTo>
                    <a:pt x="0" y="361"/>
                  </a:lnTo>
                  <a:lnTo>
                    <a:pt x="0" y="352"/>
                  </a:lnTo>
                  <a:lnTo>
                    <a:pt x="0" y="344"/>
                  </a:lnTo>
                  <a:lnTo>
                    <a:pt x="0" y="336"/>
                  </a:lnTo>
                  <a:lnTo>
                    <a:pt x="0" y="329"/>
                  </a:lnTo>
                  <a:lnTo>
                    <a:pt x="0" y="323"/>
                  </a:lnTo>
                  <a:lnTo>
                    <a:pt x="0" y="319"/>
                  </a:lnTo>
                  <a:lnTo>
                    <a:pt x="0" y="314"/>
                  </a:lnTo>
                  <a:lnTo>
                    <a:pt x="0" y="311"/>
                  </a:lnTo>
                  <a:lnTo>
                    <a:pt x="0" y="308"/>
                  </a:lnTo>
                  <a:lnTo>
                    <a:pt x="0" y="307"/>
                  </a:lnTo>
                  <a:lnTo>
                    <a:pt x="0" y="306"/>
                  </a:lnTo>
                  <a:lnTo>
                    <a:pt x="0" y="295"/>
                  </a:lnTo>
                  <a:lnTo>
                    <a:pt x="1" y="283"/>
                  </a:lnTo>
                  <a:lnTo>
                    <a:pt x="2" y="273"/>
                  </a:lnTo>
                  <a:lnTo>
                    <a:pt x="3" y="261"/>
                  </a:lnTo>
                  <a:lnTo>
                    <a:pt x="4" y="251"/>
                  </a:lnTo>
                  <a:lnTo>
                    <a:pt x="7" y="239"/>
                  </a:lnTo>
                  <a:lnTo>
                    <a:pt x="9" y="229"/>
                  </a:lnTo>
                  <a:lnTo>
                    <a:pt x="12" y="219"/>
                  </a:lnTo>
                  <a:lnTo>
                    <a:pt x="15" y="208"/>
                  </a:lnTo>
                  <a:lnTo>
                    <a:pt x="19" y="198"/>
                  </a:lnTo>
                  <a:lnTo>
                    <a:pt x="23" y="187"/>
                  </a:lnTo>
                  <a:lnTo>
                    <a:pt x="26" y="178"/>
                  </a:lnTo>
                  <a:lnTo>
                    <a:pt x="31" y="169"/>
                  </a:lnTo>
                  <a:lnTo>
                    <a:pt x="37" y="159"/>
                  </a:lnTo>
                  <a:lnTo>
                    <a:pt x="41" y="149"/>
                  </a:lnTo>
                  <a:lnTo>
                    <a:pt x="47" y="141"/>
                  </a:lnTo>
                  <a:lnTo>
                    <a:pt x="53" y="132"/>
                  </a:lnTo>
                  <a:lnTo>
                    <a:pt x="58" y="124"/>
                  </a:lnTo>
                  <a:lnTo>
                    <a:pt x="64" y="115"/>
                  </a:lnTo>
                  <a:lnTo>
                    <a:pt x="71" y="107"/>
                  </a:lnTo>
                  <a:lnTo>
                    <a:pt x="78" y="99"/>
                  </a:lnTo>
                  <a:lnTo>
                    <a:pt x="85" y="92"/>
                  </a:lnTo>
                  <a:lnTo>
                    <a:pt x="92" y="84"/>
                  </a:lnTo>
                  <a:lnTo>
                    <a:pt x="100" y="77"/>
                  </a:lnTo>
                  <a:lnTo>
                    <a:pt x="108" y="70"/>
                  </a:lnTo>
                  <a:lnTo>
                    <a:pt x="116" y="64"/>
                  </a:lnTo>
                  <a:lnTo>
                    <a:pt x="124" y="57"/>
                  </a:lnTo>
                  <a:lnTo>
                    <a:pt x="133" y="52"/>
                  </a:lnTo>
                  <a:lnTo>
                    <a:pt x="141" y="46"/>
                  </a:lnTo>
                  <a:lnTo>
                    <a:pt x="151" y="40"/>
                  </a:lnTo>
                  <a:lnTo>
                    <a:pt x="160" y="35"/>
                  </a:lnTo>
                  <a:lnTo>
                    <a:pt x="169" y="31"/>
                  </a:lnTo>
                  <a:lnTo>
                    <a:pt x="179" y="26"/>
                  </a:lnTo>
                  <a:lnTo>
                    <a:pt x="189" y="22"/>
                  </a:lnTo>
                  <a:lnTo>
                    <a:pt x="199" y="18"/>
                  </a:lnTo>
                  <a:lnTo>
                    <a:pt x="208" y="15"/>
                  </a:lnTo>
                  <a:lnTo>
                    <a:pt x="219" y="11"/>
                  </a:lnTo>
                  <a:lnTo>
                    <a:pt x="230" y="9"/>
                  </a:lnTo>
                  <a:lnTo>
                    <a:pt x="240" y="7"/>
                  </a:lnTo>
                  <a:lnTo>
                    <a:pt x="251" y="4"/>
                  </a:lnTo>
                  <a:lnTo>
                    <a:pt x="262" y="2"/>
                  </a:lnTo>
                  <a:lnTo>
                    <a:pt x="273" y="1"/>
                  </a:lnTo>
                  <a:lnTo>
                    <a:pt x="284" y="0"/>
                  </a:lnTo>
                  <a:lnTo>
                    <a:pt x="296" y="0"/>
                  </a:lnTo>
                  <a:lnTo>
                    <a:pt x="307" y="0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785" name="Freeform 17"/>
            <p:cNvSpPr>
              <a:spLocks noChangeAspect="1"/>
            </p:cNvSpPr>
            <p:nvPr userDrawn="1"/>
          </p:nvSpPr>
          <p:spPr bwMode="black">
            <a:xfrm>
              <a:off x="5488" y="3962"/>
              <a:ext cx="171" cy="241"/>
            </a:xfrm>
            <a:custGeom>
              <a:avLst/>
              <a:gdLst/>
              <a:ahLst/>
              <a:cxnLst>
                <a:cxn ang="0">
                  <a:pos x="432" y="0"/>
                </a:cxn>
                <a:cxn ang="0">
                  <a:pos x="363" y="0"/>
                </a:cxn>
                <a:cxn ang="0">
                  <a:pos x="310" y="0"/>
                </a:cxn>
                <a:cxn ang="0">
                  <a:pos x="211" y="0"/>
                </a:cxn>
                <a:cxn ang="0">
                  <a:pos x="107" y="0"/>
                </a:cxn>
                <a:cxn ang="0">
                  <a:pos x="44" y="0"/>
                </a:cxn>
                <a:cxn ang="0">
                  <a:pos x="11" y="1"/>
                </a:cxn>
                <a:cxn ang="0">
                  <a:pos x="73" y="15"/>
                </a:cxn>
                <a:cxn ang="0">
                  <a:pos x="134" y="37"/>
                </a:cxn>
                <a:cxn ang="0">
                  <a:pos x="191" y="65"/>
                </a:cxn>
                <a:cxn ang="0">
                  <a:pos x="245" y="100"/>
                </a:cxn>
                <a:cxn ang="0">
                  <a:pos x="296" y="140"/>
                </a:cxn>
                <a:cxn ang="0">
                  <a:pos x="343" y="185"/>
                </a:cxn>
                <a:cxn ang="0">
                  <a:pos x="385" y="236"/>
                </a:cxn>
                <a:cxn ang="0">
                  <a:pos x="420" y="290"/>
                </a:cxn>
                <a:cxn ang="0">
                  <a:pos x="450" y="349"/>
                </a:cxn>
                <a:cxn ang="0">
                  <a:pos x="473" y="411"/>
                </a:cxn>
                <a:cxn ang="0">
                  <a:pos x="490" y="474"/>
                </a:cxn>
                <a:cxn ang="0">
                  <a:pos x="498" y="541"/>
                </a:cxn>
                <a:cxn ang="0">
                  <a:pos x="498" y="603"/>
                </a:cxn>
                <a:cxn ang="0">
                  <a:pos x="485" y="685"/>
                </a:cxn>
                <a:cxn ang="0">
                  <a:pos x="472" y="729"/>
                </a:cxn>
                <a:cxn ang="0">
                  <a:pos x="384" y="729"/>
                </a:cxn>
                <a:cxn ang="0">
                  <a:pos x="279" y="729"/>
                </a:cxn>
                <a:cxn ang="0">
                  <a:pos x="227" y="730"/>
                </a:cxn>
                <a:cxn ang="0">
                  <a:pos x="163" y="747"/>
                </a:cxn>
                <a:cxn ang="0">
                  <a:pos x="108" y="784"/>
                </a:cxn>
                <a:cxn ang="0">
                  <a:pos x="67" y="834"/>
                </a:cxn>
                <a:cxn ang="0">
                  <a:pos x="43" y="895"/>
                </a:cxn>
                <a:cxn ang="0">
                  <a:pos x="39" y="963"/>
                </a:cxn>
                <a:cxn ang="0">
                  <a:pos x="59" y="1026"/>
                </a:cxn>
                <a:cxn ang="0">
                  <a:pos x="97" y="1075"/>
                </a:cxn>
                <a:cxn ang="0">
                  <a:pos x="150" y="1111"/>
                </a:cxn>
                <a:cxn ang="0">
                  <a:pos x="214" y="1130"/>
                </a:cxn>
                <a:cxn ang="0">
                  <a:pos x="260" y="1132"/>
                </a:cxn>
                <a:cxn ang="0">
                  <a:pos x="334" y="1132"/>
                </a:cxn>
                <a:cxn ang="0">
                  <a:pos x="441" y="1132"/>
                </a:cxn>
                <a:cxn ang="0">
                  <a:pos x="541" y="1132"/>
                </a:cxn>
                <a:cxn ang="0">
                  <a:pos x="593" y="1132"/>
                </a:cxn>
                <a:cxn ang="0">
                  <a:pos x="639" y="1132"/>
                </a:cxn>
                <a:cxn ang="0">
                  <a:pos x="745" y="1132"/>
                </a:cxn>
                <a:cxn ang="0">
                  <a:pos x="806" y="1132"/>
                </a:cxn>
                <a:cxn ang="0">
                  <a:pos x="806" y="1115"/>
                </a:cxn>
                <a:cxn ang="0">
                  <a:pos x="806" y="1067"/>
                </a:cxn>
                <a:cxn ang="0">
                  <a:pos x="806" y="996"/>
                </a:cxn>
                <a:cxn ang="0">
                  <a:pos x="806" y="907"/>
                </a:cxn>
                <a:cxn ang="0">
                  <a:pos x="806" y="807"/>
                </a:cxn>
                <a:cxn ang="0">
                  <a:pos x="806" y="701"/>
                </a:cxn>
                <a:cxn ang="0">
                  <a:pos x="806" y="596"/>
                </a:cxn>
                <a:cxn ang="0">
                  <a:pos x="806" y="500"/>
                </a:cxn>
                <a:cxn ang="0">
                  <a:pos x="806" y="416"/>
                </a:cxn>
                <a:cxn ang="0">
                  <a:pos x="806" y="352"/>
                </a:cxn>
                <a:cxn ang="0">
                  <a:pos x="806" y="314"/>
                </a:cxn>
                <a:cxn ang="0">
                  <a:pos x="805" y="283"/>
                </a:cxn>
                <a:cxn ang="0">
                  <a:pos x="794" y="219"/>
                </a:cxn>
                <a:cxn ang="0">
                  <a:pos x="769" y="159"/>
                </a:cxn>
                <a:cxn ang="0">
                  <a:pos x="735" y="107"/>
                </a:cxn>
                <a:cxn ang="0">
                  <a:pos x="690" y="64"/>
                </a:cxn>
                <a:cxn ang="0">
                  <a:pos x="637" y="31"/>
                </a:cxn>
                <a:cxn ang="0">
                  <a:pos x="576" y="9"/>
                </a:cxn>
                <a:cxn ang="0">
                  <a:pos x="510" y="0"/>
                </a:cxn>
              </a:cxnLst>
              <a:rect l="0" t="0" r="r" b="b"/>
              <a:pathLst>
                <a:path w="806" h="1132">
                  <a:moveTo>
                    <a:pt x="499" y="0"/>
                  </a:moveTo>
                  <a:lnTo>
                    <a:pt x="495" y="0"/>
                  </a:lnTo>
                  <a:lnTo>
                    <a:pt x="485" y="0"/>
                  </a:lnTo>
                  <a:lnTo>
                    <a:pt x="470" y="0"/>
                  </a:lnTo>
                  <a:lnTo>
                    <a:pt x="452" y="0"/>
                  </a:lnTo>
                  <a:lnTo>
                    <a:pt x="432" y="0"/>
                  </a:lnTo>
                  <a:lnTo>
                    <a:pt x="412" y="0"/>
                  </a:lnTo>
                  <a:lnTo>
                    <a:pt x="394" y="0"/>
                  </a:lnTo>
                  <a:lnTo>
                    <a:pt x="379" y="0"/>
                  </a:lnTo>
                  <a:lnTo>
                    <a:pt x="369" y="0"/>
                  </a:lnTo>
                  <a:lnTo>
                    <a:pt x="364" y="0"/>
                  </a:lnTo>
                  <a:lnTo>
                    <a:pt x="363" y="0"/>
                  </a:lnTo>
                  <a:lnTo>
                    <a:pt x="359" y="0"/>
                  </a:lnTo>
                  <a:lnTo>
                    <a:pt x="354" y="0"/>
                  </a:lnTo>
                  <a:lnTo>
                    <a:pt x="346" y="0"/>
                  </a:lnTo>
                  <a:lnTo>
                    <a:pt x="335" y="0"/>
                  </a:lnTo>
                  <a:lnTo>
                    <a:pt x="324" y="0"/>
                  </a:lnTo>
                  <a:lnTo>
                    <a:pt x="310" y="0"/>
                  </a:lnTo>
                  <a:lnTo>
                    <a:pt x="296" y="0"/>
                  </a:lnTo>
                  <a:lnTo>
                    <a:pt x="280" y="0"/>
                  </a:lnTo>
                  <a:lnTo>
                    <a:pt x="264" y="0"/>
                  </a:lnTo>
                  <a:lnTo>
                    <a:pt x="247" y="0"/>
                  </a:lnTo>
                  <a:lnTo>
                    <a:pt x="228" y="0"/>
                  </a:lnTo>
                  <a:lnTo>
                    <a:pt x="211" y="0"/>
                  </a:lnTo>
                  <a:lnTo>
                    <a:pt x="192" y="0"/>
                  </a:lnTo>
                  <a:lnTo>
                    <a:pt x="174" y="0"/>
                  </a:lnTo>
                  <a:lnTo>
                    <a:pt x="157" y="0"/>
                  </a:lnTo>
                  <a:lnTo>
                    <a:pt x="139" y="0"/>
                  </a:lnTo>
                  <a:lnTo>
                    <a:pt x="123" y="0"/>
                  </a:lnTo>
                  <a:lnTo>
                    <a:pt x="107" y="0"/>
                  </a:lnTo>
                  <a:lnTo>
                    <a:pt x="92" y="0"/>
                  </a:lnTo>
                  <a:lnTo>
                    <a:pt x="80" y="0"/>
                  </a:lnTo>
                  <a:lnTo>
                    <a:pt x="68" y="0"/>
                  </a:lnTo>
                  <a:lnTo>
                    <a:pt x="58" y="0"/>
                  </a:lnTo>
                  <a:lnTo>
                    <a:pt x="50" y="0"/>
                  </a:lnTo>
                  <a:lnTo>
                    <a:pt x="44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29" y="0"/>
                  </a:lnTo>
                  <a:lnTo>
                    <a:pt x="9" y="0"/>
                  </a:lnTo>
                  <a:lnTo>
                    <a:pt x="0" y="0"/>
                  </a:lnTo>
                  <a:lnTo>
                    <a:pt x="11" y="1"/>
                  </a:lnTo>
                  <a:lnTo>
                    <a:pt x="21" y="3"/>
                  </a:lnTo>
                  <a:lnTo>
                    <a:pt x="31" y="4"/>
                  </a:lnTo>
                  <a:lnTo>
                    <a:pt x="42" y="7"/>
                  </a:lnTo>
                  <a:lnTo>
                    <a:pt x="52" y="9"/>
                  </a:lnTo>
                  <a:lnTo>
                    <a:pt x="62" y="12"/>
                  </a:lnTo>
                  <a:lnTo>
                    <a:pt x="73" y="15"/>
                  </a:lnTo>
                  <a:lnTo>
                    <a:pt x="83" y="18"/>
                  </a:lnTo>
                  <a:lnTo>
                    <a:pt x="93" y="22"/>
                  </a:lnTo>
                  <a:lnTo>
                    <a:pt x="104" y="25"/>
                  </a:lnTo>
                  <a:lnTo>
                    <a:pt x="114" y="29"/>
                  </a:lnTo>
                  <a:lnTo>
                    <a:pt x="123" y="32"/>
                  </a:lnTo>
                  <a:lnTo>
                    <a:pt x="134" y="37"/>
                  </a:lnTo>
                  <a:lnTo>
                    <a:pt x="143" y="41"/>
                  </a:lnTo>
                  <a:lnTo>
                    <a:pt x="153" y="46"/>
                  </a:lnTo>
                  <a:lnTo>
                    <a:pt x="163" y="50"/>
                  </a:lnTo>
                  <a:lnTo>
                    <a:pt x="173" y="55"/>
                  </a:lnTo>
                  <a:lnTo>
                    <a:pt x="182" y="60"/>
                  </a:lnTo>
                  <a:lnTo>
                    <a:pt x="191" y="65"/>
                  </a:lnTo>
                  <a:lnTo>
                    <a:pt x="201" y="70"/>
                  </a:lnTo>
                  <a:lnTo>
                    <a:pt x="210" y="76"/>
                  </a:lnTo>
                  <a:lnTo>
                    <a:pt x="219" y="82"/>
                  </a:lnTo>
                  <a:lnTo>
                    <a:pt x="228" y="87"/>
                  </a:lnTo>
                  <a:lnTo>
                    <a:pt x="237" y="93"/>
                  </a:lnTo>
                  <a:lnTo>
                    <a:pt x="245" y="100"/>
                  </a:lnTo>
                  <a:lnTo>
                    <a:pt x="255" y="106"/>
                  </a:lnTo>
                  <a:lnTo>
                    <a:pt x="263" y="113"/>
                  </a:lnTo>
                  <a:lnTo>
                    <a:pt x="272" y="118"/>
                  </a:lnTo>
                  <a:lnTo>
                    <a:pt x="280" y="125"/>
                  </a:lnTo>
                  <a:lnTo>
                    <a:pt x="288" y="132"/>
                  </a:lnTo>
                  <a:lnTo>
                    <a:pt x="296" y="140"/>
                  </a:lnTo>
                  <a:lnTo>
                    <a:pt x="304" y="147"/>
                  </a:lnTo>
                  <a:lnTo>
                    <a:pt x="312" y="154"/>
                  </a:lnTo>
                  <a:lnTo>
                    <a:pt x="320" y="162"/>
                  </a:lnTo>
                  <a:lnTo>
                    <a:pt x="328" y="170"/>
                  </a:lnTo>
                  <a:lnTo>
                    <a:pt x="335" y="177"/>
                  </a:lnTo>
                  <a:lnTo>
                    <a:pt x="343" y="185"/>
                  </a:lnTo>
                  <a:lnTo>
                    <a:pt x="350" y="193"/>
                  </a:lnTo>
                  <a:lnTo>
                    <a:pt x="357" y="201"/>
                  </a:lnTo>
                  <a:lnTo>
                    <a:pt x="364" y="211"/>
                  </a:lnTo>
                  <a:lnTo>
                    <a:pt x="371" y="219"/>
                  </a:lnTo>
                  <a:lnTo>
                    <a:pt x="378" y="227"/>
                  </a:lnTo>
                  <a:lnTo>
                    <a:pt x="385" y="236"/>
                  </a:lnTo>
                  <a:lnTo>
                    <a:pt x="391" y="245"/>
                  </a:lnTo>
                  <a:lnTo>
                    <a:pt x="397" y="253"/>
                  </a:lnTo>
                  <a:lnTo>
                    <a:pt x="403" y="262"/>
                  </a:lnTo>
                  <a:lnTo>
                    <a:pt x="409" y="272"/>
                  </a:lnTo>
                  <a:lnTo>
                    <a:pt x="415" y="281"/>
                  </a:lnTo>
                  <a:lnTo>
                    <a:pt x="420" y="290"/>
                  </a:lnTo>
                  <a:lnTo>
                    <a:pt x="426" y="300"/>
                  </a:lnTo>
                  <a:lnTo>
                    <a:pt x="431" y="310"/>
                  </a:lnTo>
                  <a:lnTo>
                    <a:pt x="437" y="319"/>
                  </a:lnTo>
                  <a:lnTo>
                    <a:pt x="441" y="329"/>
                  </a:lnTo>
                  <a:lnTo>
                    <a:pt x="446" y="338"/>
                  </a:lnTo>
                  <a:lnTo>
                    <a:pt x="450" y="349"/>
                  </a:lnTo>
                  <a:lnTo>
                    <a:pt x="455" y="359"/>
                  </a:lnTo>
                  <a:lnTo>
                    <a:pt x="458" y="369"/>
                  </a:lnTo>
                  <a:lnTo>
                    <a:pt x="463" y="379"/>
                  </a:lnTo>
                  <a:lnTo>
                    <a:pt x="467" y="389"/>
                  </a:lnTo>
                  <a:lnTo>
                    <a:pt x="470" y="399"/>
                  </a:lnTo>
                  <a:lnTo>
                    <a:pt x="473" y="411"/>
                  </a:lnTo>
                  <a:lnTo>
                    <a:pt x="477" y="421"/>
                  </a:lnTo>
                  <a:lnTo>
                    <a:pt x="479" y="432"/>
                  </a:lnTo>
                  <a:lnTo>
                    <a:pt x="483" y="442"/>
                  </a:lnTo>
                  <a:lnTo>
                    <a:pt x="485" y="452"/>
                  </a:lnTo>
                  <a:lnTo>
                    <a:pt x="487" y="464"/>
                  </a:lnTo>
                  <a:lnTo>
                    <a:pt x="490" y="474"/>
                  </a:lnTo>
                  <a:lnTo>
                    <a:pt x="492" y="486"/>
                  </a:lnTo>
                  <a:lnTo>
                    <a:pt x="493" y="496"/>
                  </a:lnTo>
                  <a:lnTo>
                    <a:pt x="495" y="508"/>
                  </a:lnTo>
                  <a:lnTo>
                    <a:pt x="496" y="519"/>
                  </a:lnTo>
                  <a:lnTo>
                    <a:pt x="498" y="530"/>
                  </a:lnTo>
                  <a:lnTo>
                    <a:pt x="498" y="541"/>
                  </a:lnTo>
                  <a:lnTo>
                    <a:pt x="499" y="553"/>
                  </a:lnTo>
                  <a:lnTo>
                    <a:pt x="499" y="564"/>
                  </a:lnTo>
                  <a:lnTo>
                    <a:pt x="499" y="576"/>
                  </a:lnTo>
                  <a:lnTo>
                    <a:pt x="499" y="576"/>
                  </a:lnTo>
                  <a:lnTo>
                    <a:pt x="499" y="589"/>
                  </a:lnTo>
                  <a:lnTo>
                    <a:pt x="498" y="603"/>
                  </a:lnTo>
                  <a:lnTo>
                    <a:pt x="496" y="618"/>
                  </a:lnTo>
                  <a:lnTo>
                    <a:pt x="494" y="632"/>
                  </a:lnTo>
                  <a:lnTo>
                    <a:pt x="492" y="646"/>
                  </a:lnTo>
                  <a:lnTo>
                    <a:pt x="490" y="659"/>
                  </a:lnTo>
                  <a:lnTo>
                    <a:pt x="487" y="672"/>
                  </a:lnTo>
                  <a:lnTo>
                    <a:pt x="485" y="685"/>
                  </a:lnTo>
                  <a:lnTo>
                    <a:pt x="483" y="697"/>
                  </a:lnTo>
                  <a:lnTo>
                    <a:pt x="482" y="708"/>
                  </a:lnTo>
                  <a:lnTo>
                    <a:pt x="480" y="718"/>
                  </a:lnTo>
                  <a:lnTo>
                    <a:pt x="479" y="729"/>
                  </a:lnTo>
                  <a:lnTo>
                    <a:pt x="478" y="729"/>
                  </a:lnTo>
                  <a:lnTo>
                    <a:pt x="472" y="729"/>
                  </a:lnTo>
                  <a:lnTo>
                    <a:pt x="463" y="729"/>
                  </a:lnTo>
                  <a:lnTo>
                    <a:pt x="450" y="729"/>
                  </a:lnTo>
                  <a:lnTo>
                    <a:pt x="437" y="729"/>
                  </a:lnTo>
                  <a:lnTo>
                    <a:pt x="420" y="729"/>
                  </a:lnTo>
                  <a:lnTo>
                    <a:pt x="402" y="729"/>
                  </a:lnTo>
                  <a:lnTo>
                    <a:pt x="384" y="729"/>
                  </a:lnTo>
                  <a:lnTo>
                    <a:pt x="364" y="729"/>
                  </a:lnTo>
                  <a:lnTo>
                    <a:pt x="346" y="729"/>
                  </a:lnTo>
                  <a:lnTo>
                    <a:pt x="327" y="729"/>
                  </a:lnTo>
                  <a:lnTo>
                    <a:pt x="309" y="729"/>
                  </a:lnTo>
                  <a:lnTo>
                    <a:pt x="293" y="729"/>
                  </a:lnTo>
                  <a:lnTo>
                    <a:pt x="279" y="729"/>
                  </a:lnTo>
                  <a:lnTo>
                    <a:pt x="266" y="729"/>
                  </a:lnTo>
                  <a:lnTo>
                    <a:pt x="257" y="729"/>
                  </a:lnTo>
                  <a:lnTo>
                    <a:pt x="251" y="729"/>
                  </a:lnTo>
                  <a:lnTo>
                    <a:pt x="249" y="729"/>
                  </a:lnTo>
                  <a:lnTo>
                    <a:pt x="239" y="729"/>
                  </a:lnTo>
                  <a:lnTo>
                    <a:pt x="227" y="730"/>
                  </a:lnTo>
                  <a:lnTo>
                    <a:pt x="216" y="731"/>
                  </a:lnTo>
                  <a:lnTo>
                    <a:pt x="205" y="733"/>
                  </a:lnTo>
                  <a:lnTo>
                    <a:pt x="194" y="736"/>
                  </a:lnTo>
                  <a:lnTo>
                    <a:pt x="183" y="739"/>
                  </a:lnTo>
                  <a:lnTo>
                    <a:pt x="173" y="744"/>
                  </a:lnTo>
                  <a:lnTo>
                    <a:pt x="163" y="747"/>
                  </a:lnTo>
                  <a:lnTo>
                    <a:pt x="153" y="753"/>
                  </a:lnTo>
                  <a:lnTo>
                    <a:pt x="144" y="758"/>
                  </a:lnTo>
                  <a:lnTo>
                    <a:pt x="135" y="763"/>
                  </a:lnTo>
                  <a:lnTo>
                    <a:pt x="126" y="770"/>
                  </a:lnTo>
                  <a:lnTo>
                    <a:pt x="116" y="776"/>
                  </a:lnTo>
                  <a:lnTo>
                    <a:pt x="108" y="784"/>
                  </a:lnTo>
                  <a:lnTo>
                    <a:pt x="100" y="791"/>
                  </a:lnTo>
                  <a:lnTo>
                    <a:pt x="93" y="799"/>
                  </a:lnTo>
                  <a:lnTo>
                    <a:pt x="87" y="807"/>
                  </a:lnTo>
                  <a:lnTo>
                    <a:pt x="80" y="815"/>
                  </a:lnTo>
                  <a:lnTo>
                    <a:pt x="73" y="824"/>
                  </a:lnTo>
                  <a:lnTo>
                    <a:pt x="67" y="834"/>
                  </a:lnTo>
                  <a:lnTo>
                    <a:pt x="62" y="843"/>
                  </a:lnTo>
                  <a:lnTo>
                    <a:pt x="58" y="853"/>
                  </a:lnTo>
                  <a:lnTo>
                    <a:pt x="53" y="864"/>
                  </a:lnTo>
                  <a:lnTo>
                    <a:pt x="50" y="874"/>
                  </a:lnTo>
                  <a:lnTo>
                    <a:pt x="46" y="884"/>
                  </a:lnTo>
                  <a:lnTo>
                    <a:pt x="43" y="895"/>
                  </a:lnTo>
                  <a:lnTo>
                    <a:pt x="42" y="906"/>
                  </a:lnTo>
                  <a:lnTo>
                    <a:pt x="39" y="917"/>
                  </a:lnTo>
                  <a:lnTo>
                    <a:pt x="38" y="928"/>
                  </a:lnTo>
                  <a:lnTo>
                    <a:pt x="38" y="940"/>
                  </a:lnTo>
                  <a:lnTo>
                    <a:pt x="38" y="951"/>
                  </a:lnTo>
                  <a:lnTo>
                    <a:pt x="39" y="963"/>
                  </a:lnTo>
                  <a:lnTo>
                    <a:pt x="42" y="974"/>
                  </a:lnTo>
                  <a:lnTo>
                    <a:pt x="44" y="986"/>
                  </a:lnTo>
                  <a:lnTo>
                    <a:pt x="46" y="996"/>
                  </a:lnTo>
                  <a:lnTo>
                    <a:pt x="50" y="1006"/>
                  </a:lnTo>
                  <a:lnTo>
                    <a:pt x="54" y="1016"/>
                  </a:lnTo>
                  <a:lnTo>
                    <a:pt x="59" y="1026"/>
                  </a:lnTo>
                  <a:lnTo>
                    <a:pt x="63" y="1035"/>
                  </a:lnTo>
                  <a:lnTo>
                    <a:pt x="69" y="1043"/>
                  </a:lnTo>
                  <a:lnTo>
                    <a:pt x="75" y="1052"/>
                  </a:lnTo>
                  <a:lnTo>
                    <a:pt x="82" y="1061"/>
                  </a:lnTo>
                  <a:lnTo>
                    <a:pt x="89" y="1069"/>
                  </a:lnTo>
                  <a:lnTo>
                    <a:pt x="97" y="1075"/>
                  </a:lnTo>
                  <a:lnTo>
                    <a:pt x="105" y="1082"/>
                  </a:lnTo>
                  <a:lnTo>
                    <a:pt x="113" y="1089"/>
                  </a:lnTo>
                  <a:lnTo>
                    <a:pt x="122" y="1095"/>
                  </a:lnTo>
                  <a:lnTo>
                    <a:pt x="131" y="1101"/>
                  </a:lnTo>
                  <a:lnTo>
                    <a:pt x="141" y="1105"/>
                  </a:lnTo>
                  <a:lnTo>
                    <a:pt x="150" y="1111"/>
                  </a:lnTo>
                  <a:lnTo>
                    <a:pt x="160" y="1115"/>
                  </a:lnTo>
                  <a:lnTo>
                    <a:pt x="171" y="1119"/>
                  </a:lnTo>
                  <a:lnTo>
                    <a:pt x="181" y="1123"/>
                  </a:lnTo>
                  <a:lnTo>
                    <a:pt x="192" y="1125"/>
                  </a:lnTo>
                  <a:lnTo>
                    <a:pt x="203" y="1127"/>
                  </a:lnTo>
                  <a:lnTo>
                    <a:pt x="214" y="1130"/>
                  </a:lnTo>
                  <a:lnTo>
                    <a:pt x="226" y="1131"/>
                  </a:lnTo>
                  <a:lnTo>
                    <a:pt x="237" y="1132"/>
                  </a:lnTo>
                  <a:lnTo>
                    <a:pt x="249" y="1132"/>
                  </a:lnTo>
                  <a:lnTo>
                    <a:pt x="251" y="1132"/>
                  </a:lnTo>
                  <a:lnTo>
                    <a:pt x="255" y="1132"/>
                  </a:lnTo>
                  <a:lnTo>
                    <a:pt x="260" y="1132"/>
                  </a:lnTo>
                  <a:lnTo>
                    <a:pt x="268" y="1132"/>
                  </a:lnTo>
                  <a:lnTo>
                    <a:pt x="279" y="1132"/>
                  </a:lnTo>
                  <a:lnTo>
                    <a:pt x="290" y="1132"/>
                  </a:lnTo>
                  <a:lnTo>
                    <a:pt x="303" y="1132"/>
                  </a:lnTo>
                  <a:lnTo>
                    <a:pt x="318" y="1132"/>
                  </a:lnTo>
                  <a:lnTo>
                    <a:pt x="334" y="1132"/>
                  </a:lnTo>
                  <a:lnTo>
                    <a:pt x="350" y="1132"/>
                  </a:lnTo>
                  <a:lnTo>
                    <a:pt x="368" y="1132"/>
                  </a:lnTo>
                  <a:lnTo>
                    <a:pt x="386" y="1132"/>
                  </a:lnTo>
                  <a:lnTo>
                    <a:pt x="403" y="1132"/>
                  </a:lnTo>
                  <a:lnTo>
                    <a:pt x="422" y="1132"/>
                  </a:lnTo>
                  <a:lnTo>
                    <a:pt x="441" y="1132"/>
                  </a:lnTo>
                  <a:lnTo>
                    <a:pt x="458" y="1132"/>
                  </a:lnTo>
                  <a:lnTo>
                    <a:pt x="477" y="1132"/>
                  </a:lnTo>
                  <a:lnTo>
                    <a:pt x="494" y="1132"/>
                  </a:lnTo>
                  <a:lnTo>
                    <a:pt x="510" y="1132"/>
                  </a:lnTo>
                  <a:lnTo>
                    <a:pt x="526" y="1132"/>
                  </a:lnTo>
                  <a:lnTo>
                    <a:pt x="541" y="1132"/>
                  </a:lnTo>
                  <a:lnTo>
                    <a:pt x="554" y="1132"/>
                  </a:lnTo>
                  <a:lnTo>
                    <a:pt x="566" y="1132"/>
                  </a:lnTo>
                  <a:lnTo>
                    <a:pt x="576" y="1132"/>
                  </a:lnTo>
                  <a:lnTo>
                    <a:pt x="584" y="1132"/>
                  </a:lnTo>
                  <a:lnTo>
                    <a:pt x="590" y="1132"/>
                  </a:lnTo>
                  <a:lnTo>
                    <a:pt x="593" y="1132"/>
                  </a:lnTo>
                  <a:lnTo>
                    <a:pt x="594" y="1132"/>
                  </a:lnTo>
                  <a:lnTo>
                    <a:pt x="597" y="1132"/>
                  </a:lnTo>
                  <a:lnTo>
                    <a:pt x="604" y="1132"/>
                  </a:lnTo>
                  <a:lnTo>
                    <a:pt x="613" y="1132"/>
                  </a:lnTo>
                  <a:lnTo>
                    <a:pt x="624" y="1132"/>
                  </a:lnTo>
                  <a:lnTo>
                    <a:pt x="639" y="1132"/>
                  </a:lnTo>
                  <a:lnTo>
                    <a:pt x="655" y="1132"/>
                  </a:lnTo>
                  <a:lnTo>
                    <a:pt x="673" y="1132"/>
                  </a:lnTo>
                  <a:lnTo>
                    <a:pt x="691" y="1132"/>
                  </a:lnTo>
                  <a:lnTo>
                    <a:pt x="710" y="1132"/>
                  </a:lnTo>
                  <a:lnTo>
                    <a:pt x="728" y="1132"/>
                  </a:lnTo>
                  <a:lnTo>
                    <a:pt x="745" y="1132"/>
                  </a:lnTo>
                  <a:lnTo>
                    <a:pt x="763" y="1132"/>
                  </a:lnTo>
                  <a:lnTo>
                    <a:pt x="776" y="1132"/>
                  </a:lnTo>
                  <a:lnTo>
                    <a:pt x="789" y="1132"/>
                  </a:lnTo>
                  <a:lnTo>
                    <a:pt x="798" y="1132"/>
                  </a:lnTo>
                  <a:lnTo>
                    <a:pt x="804" y="1132"/>
                  </a:lnTo>
                  <a:lnTo>
                    <a:pt x="806" y="1132"/>
                  </a:lnTo>
                  <a:lnTo>
                    <a:pt x="806" y="1131"/>
                  </a:lnTo>
                  <a:lnTo>
                    <a:pt x="806" y="1130"/>
                  </a:lnTo>
                  <a:lnTo>
                    <a:pt x="806" y="1127"/>
                  </a:lnTo>
                  <a:lnTo>
                    <a:pt x="806" y="1124"/>
                  </a:lnTo>
                  <a:lnTo>
                    <a:pt x="806" y="1119"/>
                  </a:lnTo>
                  <a:lnTo>
                    <a:pt x="806" y="1115"/>
                  </a:lnTo>
                  <a:lnTo>
                    <a:pt x="806" y="1109"/>
                  </a:lnTo>
                  <a:lnTo>
                    <a:pt x="806" y="1102"/>
                  </a:lnTo>
                  <a:lnTo>
                    <a:pt x="806" y="1094"/>
                  </a:lnTo>
                  <a:lnTo>
                    <a:pt x="806" y="1086"/>
                  </a:lnTo>
                  <a:lnTo>
                    <a:pt x="806" y="1077"/>
                  </a:lnTo>
                  <a:lnTo>
                    <a:pt x="806" y="1067"/>
                  </a:lnTo>
                  <a:lnTo>
                    <a:pt x="806" y="1057"/>
                  </a:lnTo>
                  <a:lnTo>
                    <a:pt x="806" y="1046"/>
                  </a:lnTo>
                  <a:lnTo>
                    <a:pt x="806" y="1034"/>
                  </a:lnTo>
                  <a:lnTo>
                    <a:pt x="806" y="1022"/>
                  </a:lnTo>
                  <a:lnTo>
                    <a:pt x="806" y="1010"/>
                  </a:lnTo>
                  <a:lnTo>
                    <a:pt x="806" y="996"/>
                  </a:lnTo>
                  <a:lnTo>
                    <a:pt x="806" y="982"/>
                  </a:lnTo>
                  <a:lnTo>
                    <a:pt x="806" y="968"/>
                  </a:lnTo>
                  <a:lnTo>
                    <a:pt x="806" y="953"/>
                  </a:lnTo>
                  <a:lnTo>
                    <a:pt x="806" y="938"/>
                  </a:lnTo>
                  <a:lnTo>
                    <a:pt x="806" y="923"/>
                  </a:lnTo>
                  <a:lnTo>
                    <a:pt x="806" y="907"/>
                  </a:lnTo>
                  <a:lnTo>
                    <a:pt x="806" y="891"/>
                  </a:lnTo>
                  <a:lnTo>
                    <a:pt x="806" y="875"/>
                  </a:lnTo>
                  <a:lnTo>
                    <a:pt x="806" y="858"/>
                  </a:lnTo>
                  <a:lnTo>
                    <a:pt x="806" y="842"/>
                  </a:lnTo>
                  <a:lnTo>
                    <a:pt x="806" y="824"/>
                  </a:lnTo>
                  <a:lnTo>
                    <a:pt x="806" y="807"/>
                  </a:lnTo>
                  <a:lnTo>
                    <a:pt x="806" y="790"/>
                  </a:lnTo>
                  <a:lnTo>
                    <a:pt x="806" y="771"/>
                  </a:lnTo>
                  <a:lnTo>
                    <a:pt x="806" y="754"/>
                  </a:lnTo>
                  <a:lnTo>
                    <a:pt x="806" y="737"/>
                  </a:lnTo>
                  <a:lnTo>
                    <a:pt x="806" y="720"/>
                  </a:lnTo>
                  <a:lnTo>
                    <a:pt x="806" y="701"/>
                  </a:lnTo>
                  <a:lnTo>
                    <a:pt x="806" y="684"/>
                  </a:lnTo>
                  <a:lnTo>
                    <a:pt x="806" y="667"/>
                  </a:lnTo>
                  <a:lnTo>
                    <a:pt x="806" y="648"/>
                  </a:lnTo>
                  <a:lnTo>
                    <a:pt x="806" y="631"/>
                  </a:lnTo>
                  <a:lnTo>
                    <a:pt x="806" y="614"/>
                  </a:lnTo>
                  <a:lnTo>
                    <a:pt x="806" y="596"/>
                  </a:lnTo>
                  <a:lnTo>
                    <a:pt x="806" y="580"/>
                  </a:lnTo>
                  <a:lnTo>
                    <a:pt x="806" y="563"/>
                  </a:lnTo>
                  <a:lnTo>
                    <a:pt x="806" y="547"/>
                  </a:lnTo>
                  <a:lnTo>
                    <a:pt x="806" y="531"/>
                  </a:lnTo>
                  <a:lnTo>
                    <a:pt x="806" y="515"/>
                  </a:lnTo>
                  <a:lnTo>
                    <a:pt x="806" y="500"/>
                  </a:lnTo>
                  <a:lnTo>
                    <a:pt x="806" y="485"/>
                  </a:lnTo>
                  <a:lnTo>
                    <a:pt x="806" y="470"/>
                  </a:lnTo>
                  <a:lnTo>
                    <a:pt x="806" y="456"/>
                  </a:lnTo>
                  <a:lnTo>
                    <a:pt x="806" y="442"/>
                  </a:lnTo>
                  <a:lnTo>
                    <a:pt x="806" y="428"/>
                  </a:lnTo>
                  <a:lnTo>
                    <a:pt x="806" y="416"/>
                  </a:lnTo>
                  <a:lnTo>
                    <a:pt x="806" y="404"/>
                  </a:lnTo>
                  <a:lnTo>
                    <a:pt x="806" y="392"/>
                  </a:lnTo>
                  <a:lnTo>
                    <a:pt x="806" y="381"/>
                  </a:lnTo>
                  <a:lnTo>
                    <a:pt x="806" y="371"/>
                  </a:lnTo>
                  <a:lnTo>
                    <a:pt x="806" y="361"/>
                  </a:lnTo>
                  <a:lnTo>
                    <a:pt x="806" y="352"/>
                  </a:lnTo>
                  <a:lnTo>
                    <a:pt x="806" y="344"/>
                  </a:lnTo>
                  <a:lnTo>
                    <a:pt x="806" y="336"/>
                  </a:lnTo>
                  <a:lnTo>
                    <a:pt x="806" y="329"/>
                  </a:lnTo>
                  <a:lnTo>
                    <a:pt x="806" y="323"/>
                  </a:lnTo>
                  <a:lnTo>
                    <a:pt x="806" y="319"/>
                  </a:lnTo>
                  <a:lnTo>
                    <a:pt x="806" y="314"/>
                  </a:lnTo>
                  <a:lnTo>
                    <a:pt x="806" y="311"/>
                  </a:lnTo>
                  <a:lnTo>
                    <a:pt x="806" y="308"/>
                  </a:lnTo>
                  <a:lnTo>
                    <a:pt x="806" y="307"/>
                  </a:lnTo>
                  <a:lnTo>
                    <a:pt x="806" y="306"/>
                  </a:lnTo>
                  <a:lnTo>
                    <a:pt x="806" y="295"/>
                  </a:lnTo>
                  <a:lnTo>
                    <a:pt x="805" y="283"/>
                  </a:lnTo>
                  <a:lnTo>
                    <a:pt x="804" y="273"/>
                  </a:lnTo>
                  <a:lnTo>
                    <a:pt x="803" y="261"/>
                  </a:lnTo>
                  <a:lnTo>
                    <a:pt x="802" y="251"/>
                  </a:lnTo>
                  <a:lnTo>
                    <a:pt x="799" y="239"/>
                  </a:lnTo>
                  <a:lnTo>
                    <a:pt x="797" y="229"/>
                  </a:lnTo>
                  <a:lnTo>
                    <a:pt x="794" y="219"/>
                  </a:lnTo>
                  <a:lnTo>
                    <a:pt x="790" y="208"/>
                  </a:lnTo>
                  <a:lnTo>
                    <a:pt x="787" y="198"/>
                  </a:lnTo>
                  <a:lnTo>
                    <a:pt x="783" y="187"/>
                  </a:lnTo>
                  <a:lnTo>
                    <a:pt x="780" y="178"/>
                  </a:lnTo>
                  <a:lnTo>
                    <a:pt x="775" y="169"/>
                  </a:lnTo>
                  <a:lnTo>
                    <a:pt x="769" y="159"/>
                  </a:lnTo>
                  <a:lnTo>
                    <a:pt x="765" y="149"/>
                  </a:lnTo>
                  <a:lnTo>
                    <a:pt x="759" y="141"/>
                  </a:lnTo>
                  <a:lnTo>
                    <a:pt x="753" y="132"/>
                  </a:lnTo>
                  <a:lnTo>
                    <a:pt x="748" y="124"/>
                  </a:lnTo>
                  <a:lnTo>
                    <a:pt x="742" y="115"/>
                  </a:lnTo>
                  <a:lnTo>
                    <a:pt x="735" y="107"/>
                  </a:lnTo>
                  <a:lnTo>
                    <a:pt x="728" y="99"/>
                  </a:lnTo>
                  <a:lnTo>
                    <a:pt x="721" y="92"/>
                  </a:lnTo>
                  <a:lnTo>
                    <a:pt x="714" y="84"/>
                  </a:lnTo>
                  <a:lnTo>
                    <a:pt x="706" y="77"/>
                  </a:lnTo>
                  <a:lnTo>
                    <a:pt x="698" y="70"/>
                  </a:lnTo>
                  <a:lnTo>
                    <a:pt x="690" y="64"/>
                  </a:lnTo>
                  <a:lnTo>
                    <a:pt x="682" y="57"/>
                  </a:lnTo>
                  <a:lnTo>
                    <a:pt x="673" y="52"/>
                  </a:lnTo>
                  <a:lnTo>
                    <a:pt x="665" y="46"/>
                  </a:lnTo>
                  <a:lnTo>
                    <a:pt x="655" y="40"/>
                  </a:lnTo>
                  <a:lnTo>
                    <a:pt x="646" y="35"/>
                  </a:lnTo>
                  <a:lnTo>
                    <a:pt x="637" y="31"/>
                  </a:lnTo>
                  <a:lnTo>
                    <a:pt x="627" y="26"/>
                  </a:lnTo>
                  <a:lnTo>
                    <a:pt x="617" y="22"/>
                  </a:lnTo>
                  <a:lnTo>
                    <a:pt x="607" y="18"/>
                  </a:lnTo>
                  <a:lnTo>
                    <a:pt x="597" y="15"/>
                  </a:lnTo>
                  <a:lnTo>
                    <a:pt x="587" y="11"/>
                  </a:lnTo>
                  <a:lnTo>
                    <a:pt x="576" y="9"/>
                  </a:lnTo>
                  <a:lnTo>
                    <a:pt x="566" y="7"/>
                  </a:lnTo>
                  <a:lnTo>
                    <a:pt x="555" y="4"/>
                  </a:lnTo>
                  <a:lnTo>
                    <a:pt x="544" y="2"/>
                  </a:lnTo>
                  <a:lnTo>
                    <a:pt x="533" y="1"/>
                  </a:lnTo>
                  <a:lnTo>
                    <a:pt x="522" y="0"/>
                  </a:lnTo>
                  <a:lnTo>
                    <a:pt x="510" y="0"/>
                  </a:lnTo>
                  <a:lnTo>
                    <a:pt x="499" y="0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8786" name="Text Box 18"/>
            <p:cNvSpPr txBox="1">
              <a:spLocks noChangeAspect="1" noChangeArrowheads="1"/>
            </p:cNvSpPr>
            <p:nvPr userDrawn="1"/>
          </p:nvSpPr>
          <p:spPr bwMode="white">
            <a:xfrm>
              <a:off x="5508" y="4127"/>
              <a:ext cx="145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500">
                  <a:solidFill>
                    <a:schemeClr val="tx2"/>
                  </a:solidFill>
                  <a:cs typeface="Times New Roman" pitchFamily="18" charset="0"/>
                </a:rPr>
                <a:t>®</a:t>
              </a:r>
              <a:endParaRPr lang="en-US" sz="500">
                <a:solidFill>
                  <a:schemeClr val="tx2"/>
                </a:solidFill>
              </a:endParaRPr>
            </a:p>
          </p:txBody>
        </p:sp>
      </p:grpSp>
      <p:pic>
        <p:nvPicPr>
          <p:cNvPr id="288787" name="Picture 19" descr="logo w name"/>
          <p:cNvPicPr>
            <a:picLocks noChangeAspect="1" noChangeArrowheads="1"/>
          </p:cNvPicPr>
          <p:nvPr/>
        </p:nvPicPr>
        <p:blipFill>
          <a:blip r:embed="rId14" cstate="print"/>
          <a:srcRect r="61925"/>
          <a:stretch>
            <a:fillRect/>
          </a:stretch>
        </p:blipFill>
        <p:spPr bwMode="hidden">
          <a:xfrm>
            <a:off x="8374063" y="6289675"/>
            <a:ext cx="622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8788" name="Text Box 20"/>
          <p:cNvSpPr txBox="1">
            <a:spLocks noChangeArrowheads="1"/>
          </p:cNvSpPr>
          <p:nvPr/>
        </p:nvSpPr>
        <p:spPr bwMode="auto">
          <a:xfrm>
            <a:off x="1371600" y="6477000"/>
            <a:ext cx="1066800" cy="2143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fr-FR" sz="800"/>
          </a:p>
        </p:txBody>
      </p:sp>
      <p:sp>
        <p:nvSpPr>
          <p:cNvPr id="288789" name="Text Box 21"/>
          <p:cNvSpPr txBox="1">
            <a:spLocks noChangeArrowheads="1"/>
          </p:cNvSpPr>
          <p:nvPr/>
        </p:nvSpPr>
        <p:spPr bwMode="auto">
          <a:xfrm>
            <a:off x="304800" y="6553200"/>
            <a:ext cx="1066800" cy="2143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fr-FR" sz="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30188" indent="-230188" algn="l" rtl="0" eaLnBrk="1" fontAlgn="base" hangingPunct="1">
        <a:spcBef>
          <a:spcPts val="1400"/>
        </a:spcBef>
        <a:spcAft>
          <a:spcPct val="0"/>
        </a:spcAft>
        <a:buClr>
          <a:schemeClr val="accent2"/>
        </a:buClr>
        <a:buSzPct val="115000"/>
        <a:buFont typeface="Arial" charset="0"/>
        <a:buChar char="•"/>
        <a:defRPr sz="1800" b="1">
          <a:solidFill>
            <a:srgbClr val="000080"/>
          </a:solidFill>
          <a:latin typeface="+mn-lt"/>
          <a:ea typeface="+mn-ea"/>
          <a:cs typeface="+mn-cs"/>
        </a:defRPr>
      </a:lvl1pPr>
      <a:lvl2pPr marL="685800" indent="-341313" algn="l" rtl="0" eaLnBrk="1" fontAlgn="base" hangingPunct="1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—"/>
        <a:defRPr sz="1800">
          <a:solidFill>
            <a:srgbClr val="000080"/>
          </a:solidFill>
          <a:latin typeface="+mn-lt"/>
        </a:defRPr>
      </a:lvl2pPr>
      <a:lvl3pPr marL="1017588" indent="-217488" algn="l" rtl="0" eaLnBrk="1" fontAlgn="base" hangingPunct="1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–"/>
        <a:defRPr sz="1800">
          <a:solidFill>
            <a:srgbClr val="000080"/>
          </a:solidFill>
          <a:latin typeface="+mn-lt"/>
        </a:defRPr>
      </a:lvl3pPr>
      <a:lvl4pPr marL="1363663" indent="-231775" algn="l" rtl="0" eaLnBrk="1" fontAlgn="base" hangingPunct="1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–"/>
        <a:defRPr sz="1800">
          <a:solidFill>
            <a:srgbClr val="000080"/>
          </a:solidFill>
          <a:latin typeface="+mn-lt"/>
        </a:defRPr>
      </a:lvl4pPr>
      <a:lvl5pPr marL="216535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62255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07975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53695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99415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7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4" Type="http://schemas.openxmlformats.org/officeDocument/2006/relationships/image" Target="../media/image2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4" Type="http://schemas.openxmlformats.org/officeDocument/2006/relationships/image" Target="../media/image3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4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4" Type="http://schemas.openxmlformats.org/officeDocument/2006/relationships/image" Target="../media/image3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Relationship Id="rId4" Type="http://schemas.openxmlformats.org/officeDocument/2006/relationships/image" Target="../media/image4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4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fr-FR" noProof="0" dirty="0" smtClean="0"/>
              <a:t>Introduction à SQL Server 2008</a:t>
            </a:r>
            <a:endParaRPr lang="fr-FR" noProof="0" dirty="0"/>
          </a:p>
        </p:txBody>
      </p:sp>
      <p:sp>
        <p:nvSpPr>
          <p:cNvPr id="64921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2263" y="398463"/>
            <a:ext cx="4267200" cy="461665"/>
          </a:xfrm>
        </p:spPr>
        <p:txBody>
          <a:bodyPr/>
          <a:lstStyle/>
          <a:p>
            <a:r>
              <a:rPr lang="fr-FR" noProof="0" smtClean="0"/>
              <a:t>Chapitre 1</a:t>
            </a:r>
            <a:endParaRPr lang="fr-FR" noProof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Objectifs du chapitre</a:t>
            </a:r>
            <a:endParaRPr lang="fr-FR" noProof="0" dirty="0"/>
          </a:p>
        </p:txBody>
      </p:sp>
      <p:sp>
        <p:nvSpPr>
          <p:cNvPr id="651267" name="Rectangle 3"/>
          <p:cNvSpPr>
            <a:spLocks noGrp="1" noChangeArrowheads="1"/>
          </p:cNvSpPr>
          <p:nvPr>
            <p:ph idx="1"/>
          </p:nvPr>
        </p:nvSpPr>
        <p:spPr>
          <a:xfrm>
            <a:off x="282575" y="1316038"/>
            <a:ext cx="8599488" cy="2628900"/>
          </a:xfrm>
          <a:noFill/>
        </p:spPr>
        <p:txBody>
          <a:bodyPr/>
          <a:lstStyle/>
          <a:p>
            <a:pPr>
              <a:buNone/>
            </a:pPr>
            <a:r>
              <a:rPr lang="fr-FR" noProof="0" smtClean="0"/>
              <a:t>Dans ce chapitre, vous allez</a:t>
            </a:r>
          </a:p>
          <a:p>
            <a:r>
              <a:rPr lang="fr-FR" noProof="0" smtClean="0"/>
              <a:t>Identifier les principaux composants de SQL Server</a:t>
            </a:r>
          </a:p>
          <a:p>
            <a:r>
              <a:rPr lang="fr-FR" noProof="0" smtClean="0"/>
              <a:t>Comparer les différentes éditions de SQL Server</a:t>
            </a:r>
          </a:p>
          <a:p>
            <a:r>
              <a:rPr lang="fr-FR" noProof="0" smtClean="0"/>
              <a:t>Définir une architecture client/serveur</a:t>
            </a:r>
          </a:p>
          <a:p>
            <a:r>
              <a:rPr lang="fr-FR" noProof="0" smtClean="0"/>
              <a:t>Installer SQL Server 2008</a:t>
            </a:r>
          </a:p>
          <a:p>
            <a:r>
              <a:rPr lang="fr-FR" noProof="0" smtClean="0"/>
              <a:t>Découvrir SQL Server Management Studio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Introduction à SQL Server 2008</a:t>
            </a:r>
            <a:endParaRPr lang="fr-FR" noProof="0" dirty="0"/>
          </a:p>
        </p:txBody>
      </p:sp>
      <p:sp>
        <p:nvSpPr>
          <p:cNvPr id="653315" name="Rectangle 3"/>
          <p:cNvSpPr>
            <a:spLocks noGrp="1" noChangeArrowheads="1"/>
          </p:cNvSpPr>
          <p:nvPr>
            <p:ph idx="1"/>
          </p:nvPr>
        </p:nvSpPr>
        <p:spPr>
          <a:xfrm>
            <a:off x="3162300" y="2176463"/>
            <a:ext cx="3989938" cy="3264996"/>
          </a:xfrm>
          <a:noFill/>
        </p:spPr>
        <p:txBody>
          <a:bodyPr lIns="0" tIns="0" rIns="0" bIns="0"/>
          <a:lstStyle/>
          <a:p>
            <a:pPr>
              <a:spcBef>
                <a:spcPts val="2500"/>
              </a:spcBef>
              <a:buNone/>
            </a:pPr>
            <a:r>
              <a:rPr lang="fr-FR" noProof="0" smtClean="0"/>
              <a:t>Découvrir SQL Server 2008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Les éditions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Architecture client/serveur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Composants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Installer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Outils de SQL Server</a:t>
            </a:r>
          </a:p>
        </p:txBody>
      </p:sp>
      <p:grpSp>
        <p:nvGrpSpPr>
          <p:cNvPr id="653316" name="Group 4"/>
          <p:cNvGrpSpPr>
            <a:grpSpLocks/>
          </p:cNvGrpSpPr>
          <p:nvPr/>
        </p:nvGrpSpPr>
        <p:grpSpPr bwMode="auto">
          <a:xfrm>
            <a:off x="2873375" y="2159000"/>
            <a:ext cx="228600" cy="311150"/>
            <a:chOff x="208" y="730"/>
            <a:chExt cx="249" cy="292"/>
          </a:xfrm>
        </p:grpSpPr>
        <p:sp>
          <p:nvSpPr>
            <p:cNvPr id="653317" name="AutoShape 5"/>
            <p:cNvSpPr>
              <a:spLocks noChangeArrowheads="1"/>
            </p:cNvSpPr>
            <p:nvPr/>
          </p:nvSpPr>
          <p:spPr bwMode="black">
            <a:xfrm rot="5400000">
              <a:off x="189" y="754"/>
              <a:ext cx="285" cy="248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29412"/>
                    <a:invGamma/>
                  </a:srgbClr>
                </a:gs>
              </a:gsLst>
              <a:lin ang="54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53318" name="Freeform 6"/>
            <p:cNvSpPr>
              <a:spLocks/>
            </p:cNvSpPr>
            <p:nvPr/>
          </p:nvSpPr>
          <p:spPr bwMode="hidden">
            <a:xfrm>
              <a:off x="209" y="730"/>
              <a:ext cx="245" cy="1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5" y="146"/>
                </a:cxn>
                <a:cxn ang="0">
                  <a:pos x="226" y="158"/>
                </a:cxn>
                <a:cxn ang="0">
                  <a:pos x="0" y="23"/>
                </a:cxn>
                <a:cxn ang="0">
                  <a:pos x="0" y="0"/>
                </a:cxn>
              </a:cxnLst>
              <a:rect l="0" t="0" r="r" b="b"/>
              <a:pathLst>
                <a:path w="245" h="158">
                  <a:moveTo>
                    <a:pt x="0" y="0"/>
                  </a:moveTo>
                  <a:lnTo>
                    <a:pt x="245" y="146"/>
                  </a:lnTo>
                  <a:lnTo>
                    <a:pt x="226" y="158"/>
                  </a:lnTo>
                  <a:lnTo>
                    <a:pt x="0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929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319" name="Freeform 7"/>
            <p:cNvSpPr>
              <a:spLocks/>
            </p:cNvSpPr>
            <p:nvPr/>
          </p:nvSpPr>
          <p:spPr bwMode="hidden">
            <a:xfrm>
              <a:off x="209" y="866"/>
              <a:ext cx="248" cy="156"/>
            </a:xfrm>
            <a:custGeom>
              <a:avLst/>
              <a:gdLst/>
              <a:ahLst/>
              <a:cxnLst>
                <a:cxn ang="0">
                  <a:pos x="248" y="12"/>
                </a:cxn>
                <a:cxn ang="0">
                  <a:pos x="0" y="156"/>
                </a:cxn>
                <a:cxn ang="0">
                  <a:pos x="3" y="131"/>
                </a:cxn>
                <a:cxn ang="0">
                  <a:pos x="229" y="0"/>
                </a:cxn>
                <a:cxn ang="0">
                  <a:pos x="248" y="12"/>
                </a:cxn>
              </a:cxnLst>
              <a:rect l="0" t="0" r="r" b="b"/>
              <a:pathLst>
                <a:path w="248" h="156">
                  <a:moveTo>
                    <a:pt x="248" y="12"/>
                  </a:moveTo>
                  <a:lnTo>
                    <a:pt x="0" y="156"/>
                  </a:lnTo>
                  <a:lnTo>
                    <a:pt x="3" y="131"/>
                  </a:lnTo>
                  <a:lnTo>
                    <a:pt x="229" y="0"/>
                  </a:lnTo>
                  <a:lnTo>
                    <a:pt x="248" y="12"/>
                  </a:lnTo>
                  <a:close/>
                </a:path>
              </a:pathLst>
            </a:custGeom>
            <a:solidFill>
              <a:srgbClr val="360000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ChangeArrowheads="1"/>
          </p:cNvSpPr>
          <p:nvPr/>
        </p:nvSpPr>
        <p:spPr bwMode="auto">
          <a:xfrm>
            <a:off x="285751" y="1312863"/>
            <a:ext cx="5034394" cy="511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30188" indent="-230188">
              <a:spcBef>
                <a:spcPts val="1200"/>
              </a:spcBef>
              <a:spcAft>
                <a:spcPts val="300"/>
              </a:spcAft>
              <a:buClr>
                <a:schemeClr val="accent2"/>
              </a:buClr>
              <a:buSzPct val="115000"/>
              <a:buFont typeface="Arial" charset="0"/>
              <a:buChar char="•"/>
            </a:pPr>
            <a:r>
              <a:rPr lang="fr-FR" sz="1800" b="1" dirty="0" smtClean="0">
                <a:solidFill>
                  <a:srgbClr val="000080"/>
                </a:solidFill>
              </a:rPr>
              <a:t>Les sociétés détiennent des informations importantes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Noms et adresses des clients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Informations sur les commandes et les ventes 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Informations sur les employés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Informations sur les taxes et la paye</a:t>
            </a:r>
          </a:p>
          <a:p>
            <a:pPr marL="230188" indent="-230188">
              <a:spcBef>
                <a:spcPts val="1200"/>
              </a:spcBef>
              <a:spcAft>
                <a:spcPts val="300"/>
              </a:spcAft>
              <a:buClr>
                <a:schemeClr val="accent2"/>
              </a:buClr>
              <a:buSzPct val="115000"/>
              <a:buFont typeface="Arial" charset="0"/>
              <a:buChar char="•"/>
            </a:pPr>
            <a:r>
              <a:rPr lang="fr-FR" sz="1800" b="1" dirty="0" smtClean="0">
                <a:solidFill>
                  <a:srgbClr val="000080"/>
                </a:solidFill>
              </a:rPr>
              <a:t>Ces informations doivent être stockées quelque part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Dossier papier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Tableau Excel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Fiche électronique</a:t>
            </a:r>
          </a:p>
          <a:p>
            <a:pPr marL="685800" lvl="1" indent="-341313">
              <a:spcBef>
                <a:spcPts val="200"/>
              </a:spcBef>
              <a:buClr>
                <a:schemeClr val="accent2"/>
              </a:buClr>
              <a:buFont typeface="Arial" charset="0"/>
              <a:buChar char="—"/>
            </a:pPr>
            <a:r>
              <a:rPr lang="fr-FR" sz="1800" dirty="0" smtClean="0">
                <a:solidFill>
                  <a:srgbClr val="000080"/>
                </a:solidFill>
              </a:rPr>
              <a:t>Base de données</a:t>
            </a:r>
          </a:p>
          <a:p>
            <a:pPr marL="230188" indent="-230188">
              <a:spcBef>
                <a:spcPts val="1200"/>
              </a:spcBef>
              <a:spcAft>
                <a:spcPts val="300"/>
              </a:spcAft>
              <a:buClr>
                <a:schemeClr val="accent2"/>
              </a:buClr>
              <a:buSzPct val="115000"/>
              <a:buFont typeface="Arial" charset="0"/>
              <a:buChar char="•"/>
            </a:pPr>
            <a:r>
              <a:rPr lang="fr-FR" sz="1800" b="1" dirty="0" smtClean="0">
                <a:solidFill>
                  <a:srgbClr val="000080"/>
                </a:solidFill>
              </a:rPr>
              <a:t>SQL Server fournit un espace de</a:t>
            </a:r>
            <a:br>
              <a:rPr lang="fr-FR" sz="1800" b="1" dirty="0" smtClean="0">
                <a:solidFill>
                  <a:srgbClr val="000080"/>
                </a:solidFill>
              </a:rPr>
            </a:br>
            <a:r>
              <a:rPr lang="fr-FR" sz="1800" b="1" dirty="0" smtClean="0">
                <a:solidFill>
                  <a:srgbClr val="000080"/>
                </a:solidFill>
              </a:rPr>
              <a:t>stockage pour les informations des sociétés</a:t>
            </a:r>
            <a:endParaRPr lang="fr-FR" sz="1800" b="1" dirty="0">
              <a:solidFill>
                <a:srgbClr val="000080"/>
              </a:solidFill>
            </a:endParaRPr>
          </a:p>
        </p:txBody>
      </p:sp>
      <p:sp>
        <p:nvSpPr>
          <p:cNvPr id="655365" name="Rectangle 5"/>
          <p:cNvSpPr>
            <a:spLocks noChangeArrowheads="1"/>
          </p:cNvSpPr>
          <p:nvPr/>
        </p:nvSpPr>
        <p:spPr bwMode="gray">
          <a:xfrm>
            <a:off x="6564313" y="1392238"/>
            <a:ext cx="1627187" cy="180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66" name="Rectangle 6"/>
          <p:cNvSpPr>
            <a:spLocks noChangeArrowheads="1"/>
          </p:cNvSpPr>
          <p:nvPr/>
        </p:nvSpPr>
        <p:spPr bwMode="gray">
          <a:xfrm>
            <a:off x="6567488" y="1392238"/>
            <a:ext cx="1622425" cy="18018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67" name="Freeform 7"/>
          <p:cNvSpPr>
            <a:spLocks/>
          </p:cNvSpPr>
          <p:nvPr/>
        </p:nvSpPr>
        <p:spPr bwMode="gray">
          <a:xfrm>
            <a:off x="7294563" y="1689100"/>
            <a:ext cx="696912" cy="1506538"/>
          </a:xfrm>
          <a:custGeom>
            <a:avLst/>
            <a:gdLst/>
            <a:ahLst/>
            <a:cxnLst>
              <a:cxn ang="0">
                <a:pos x="823" y="1899"/>
              </a:cxn>
              <a:cxn ang="0">
                <a:pos x="878" y="1881"/>
              </a:cxn>
              <a:cxn ang="0">
                <a:pos x="372" y="280"/>
              </a:cxn>
              <a:cxn ang="0">
                <a:pos x="0" y="0"/>
              </a:cxn>
              <a:cxn ang="0">
                <a:pos x="397" y="1899"/>
              </a:cxn>
              <a:cxn ang="0">
                <a:pos x="823" y="1899"/>
              </a:cxn>
            </a:cxnLst>
            <a:rect l="0" t="0" r="r" b="b"/>
            <a:pathLst>
              <a:path w="878" h="1899">
                <a:moveTo>
                  <a:pt x="823" y="1899"/>
                </a:moveTo>
                <a:lnTo>
                  <a:pt x="878" y="1881"/>
                </a:lnTo>
                <a:lnTo>
                  <a:pt x="372" y="280"/>
                </a:lnTo>
                <a:lnTo>
                  <a:pt x="0" y="0"/>
                </a:lnTo>
                <a:lnTo>
                  <a:pt x="397" y="1899"/>
                </a:lnTo>
                <a:lnTo>
                  <a:pt x="823" y="189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68" name="Freeform 8"/>
          <p:cNvSpPr>
            <a:spLocks/>
          </p:cNvSpPr>
          <p:nvPr/>
        </p:nvSpPr>
        <p:spPr bwMode="gray">
          <a:xfrm>
            <a:off x="6969125" y="1689100"/>
            <a:ext cx="639763" cy="1506538"/>
          </a:xfrm>
          <a:custGeom>
            <a:avLst/>
            <a:gdLst/>
            <a:ahLst/>
            <a:cxnLst>
              <a:cxn ang="0">
                <a:pos x="408" y="0"/>
              </a:cxn>
              <a:cxn ang="0">
                <a:pos x="0" y="347"/>
              </a:cxn>
              <a:cxn ang="0">
                <a:pos x="87" y="1899"/>
              </a:cxn>
              <a:cxn ang="0">
                <a:pos x="805" y="1899"/>
              </a:cxn>
              <a:cxn ang="0">
                <a:pos x="408" y="0"/>
              </a:cxn>
            </a:cxnLst>
            <a:rect l="0" t="0" r="r" b="b"/>
            <a:pathLst>
              <a:path w="805" h="1899">
                <a:moveTo>
                  <a:pt x="408" y="0"/>
                </a:moveTo>
                <a:lnTo>
                  <a:pt x="0" y="347"/>
                </a:lnTo>
                <a:lnTo>
                  <a:pt x="87" y="1899"/>
                </a:lnTo>
                <a:lnTo>
                  <a:pt x="805" y="1899"/>
                </a:lnTo>
                <a:lnTo>
                  <a:pt x="408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69" name="Freeform 9"/>
          <p:cNvSpPr>
            <a:spLocks/>
          </p:cNvSpPr>
          <p:nvPr/>
        </p:nvSpPr>
        <p:spPr bwMode="gray">
          <a:xfrm>
            <a:off x="6678613" y="2695575"/>
            <a:ext cx="441325" cy="431800"/>
          </a:xfrm>
          <a:custGeom>
            <a:avLst/>
            <a:gdLst/>
            <a:ahLst/>
            <a:cxnLst>
              <a:cxn ang="0">
                <a:pos x="554" y="274"/>
              </a:cxn>
              <a:cxn ang="0">
                <a:pos x="558" y="267"/>
              </a:cxn>
              <a:cxn ang="0">
                <a:pos x="553" y="260"/>
              </a:cxn>
              <a:cxn ang="0">
                <a:pos x="356" y="16"/>
              </a:cxn>
              <a:cxn ang="0">
                <a:pos x="344" y="0"/>
              </a:cxn>
              <a:cxn ang="0">
                <a:pos x="335" y="17"/>
              </a:cxn>
              <a:cxn ang="0">
                <a:pos x="322" y="40"/>
              </a:cxn>
              <a:cxn ang="0">
                <a:pos x="310" y="61"/>
              </a:cxn>
              <a:cxn ang="0">
                <a:pos x="296" y="82"/>
              </a:cxn>
              <a:cxn ang="0">
                <a:pos x="281" y="101"/>
              </a:cxn>
              <a:cxn ang="0">
                <a:pos x="265" y="119"/>
              </a:cxn>
              <a:cxn ang="0">
                <a:pos x="248" y="138"/>
              </a:cxn>
              <a:cxn ang="0">
                <a:pos x="231" y="155"/>
              </a:cxn>
              <a:cxn ang="0">
                <a:pos x="212" y="171"/>
              </a:cxn>
              <a:cxn ang="0">
                <a:pos x="191" y="185"/>
              </a:cxn>
              <a:cxn ang="0">
                <a:pos x="171" y="200"/>
              </a:cxn>
              <a:cxn ang="0">
                <a:pos x="148" y="214"/>
              </a:cxn>
              <a:cxn ang="0">
                <a:pos x="124" y="226"/>
              </a:cxn>
              <a:cxn ang="0">
                <a:pos x="99" y="239"/>
              </a:cxn>
              <a:cxn ang="0">
                <a:pos x="73" y="250"/>
              </a:cxn>
              <a:cxn ang="0">
                <a:pos x="46" y="262"/>
              </a:cxn>
              <a:cxn ang="0">
                <a:pos x="17" y="272"/>
              </a:cxn>
              <a:cxn ang="0">
                <a:pos x="0" y="277"/>
              </a:cxn>
              <a:cxn ang="0">
                <a:pos x="12" y="291"/>
              </a:cxn>
              <a:cxn ang="0">
                <a:pos x="207" y="537"/>
              </a:cxn>
              <a:cxn ang="0">
                <a:pos x="213" y="544"/>
              </a:cxn>
              <a:cxn ang="0">
                <a:pos x="222" y="541"/>
              </a:cxn>
              <a:cxn ang="0">
                <a:pos x="252" y="531"/>
              </a:cxn>
              <a:cxn ang="0">
                <a:pos x="280" y="519"/>
              </a:cxn>
              <a:cxn ang="0">
                <a:pos x="307" y="507"/>
              </a:cxn>
              <a:cxn ang="0">
                <a:pos x="334" y="494"/>
              </a:cxn>
              <a:cxn ang="0">
                <a:pos x="358" y="480"/>
              </a:cxn>
              <a:cxn ang="0">
                <a:pos x="381" y="466"/>
              </a:cxn>
              <a:cxn ang="0">
                <a:pos x="403" y="450"/>
              </a:cxn>
              <a:cxn ang="0">
                <a:pos x="425" y="434"/>
              </a:cxn>
              <a:cxn ang="0">
                <a:pos x="444" y="417"/>
              </a:cxn>
              <a:cxn ang="0">
                <a:pos x="463" y="400"/>
              </a:cxn>
              <a:cxn ang="0">
                <a:pos x="482" y="381"/>
              </a:cxn>
              <a:cxn ang="0">
                <a:pos x="497" y="362"/>
              </a:cxn>
              <a:cxn ang="0">
                <a:pos x="513" y="341"/>
              </a:cxn>
              <a:cxn ang="0">
                <a:pos x="528" y="320"/>
              </a:cxn>
              <a:cxn ang="0">
                <a:pos x="542" y="298"/>
              </a:cxn>
              <a:cxn ang="0">
                <a:pos x="554" y="274"/>
              </a:cxn>
            </a:cxnLst>
            <a:rect l="0" t="0" r="r" b="b"/>
            <a:pathLst>
              <a:path w="558" h="544">
                <a:moveTo>
                  <a:pt x="554" y="274"/>
                </a:moveTo>
                <a:lnTo>
                  <a:pt x="558" y="267"/>
                </a:lnTo>
                <a:lnTo>
                  <a:pt x="553" y="260"/>
                </a:lnTo>
                <a:lnTo>
                  <a:pt x="356" y="16"/>
                </a:lnTo>
                <a:lnTo>
                  <a:pt x="344" y="0"/>
                </a:lnTo>
                <a:lnTo>
                  <a:pt x="335" y="17"/>
                </a:lnTo>
                <a:lnTo>
                  <a:pt x="322" y="40"/>
                </a:lnTo>
                <a:lnTo>
                  <a:pt x="310" y="61"/>
                </a:lnTo>
                <a:lnTo>
                  <a:pt x="296" y="82"/>
                </a:lnTo>
                <a:lnTo>
                  <a:pt x="281" y="101"/>
                </a:lnTo>
                <a:lnTo>
                  <a:pt x="265" y="119"/>
                </a:lnTo>
                <a:lnTo>
                  <a:pt x="248" y="138"/>
                </a:lnTo>
                <a:lnTo>
                  <a:pt x="231" y="155"/>
                </a:lnTo>
                <a:lnTo>
                  <a:pt x="212" y="171"/>
                </a:lnTo>
                <a:lnTo>
                  <a:pt x="191" y="185"/>
                </a:lnTo>
                <a:lnTo>
                  <a:pt x="171" y="200"/>
                </a:lnTo>
                <a:lnTo>
                  <a:pt x="148" y="214"/>
                </a:lnTo>
                <a:lnTo>
                  <a:pt x="124" y="226"/>
                </a:lnTo>
                <a:lnTo>
                  <a:pt x="99" y="239"/>
                </a:lnTo>
                <a:lnTo>
                  <a:pt x="73" y="250"/>
                </a:lnTo>
                <a:lnTo>
                  <a:pt x="46" y="262"/>
                </a:lnTo>
                <a:lnTo>
                  <a:pt x="17" y="272"/>
                </a:lnTo>
                <a:lnTo>
                  <a:pt x="0" y="277"/>
                </a:lnTo>
                <a:lnTo>
                  <a:pt x="12" y="291"/>
                </a:lnTo>
                <a:lnTo>
                  <a:pt x="207" y="537"/>
                </a:lnTo>
                <a:lnTo>
                  <a:pt x="213" y="544"/>
                </a:lnTo>
                <a:lnTo>
                  <a:pt x="222" y="541"/>
                </a:lnTo>
                <a:lnTo>
                  <a:pt x="252" y="531"/>
                </a:lnTo>
                <a:lnTo>
                  <a:pt x="280" y="519"/>
                </a:lnTo>
                <a:lnTo>
                  <a:pt x="307" y="507"/>
                </a:lnTo>
                <a:lnTo>
                  <a:pt x="334" y="494"/>
                </a:lnTo>
                <a:lnTo>
                  <a:pt x="358" y="480"/>
                </a:lnTo>
                <a:lnTo>
                  <a:pt x="381" y="466"/>
                </a:lnTo>
                <a:lnTo>
                  <a:pt x="403" y="450"/>
                </a:lnTo>
                <a:lnTo>
                  <a:pt x="425" y="434"/>
                </a:lnTo>
                <a:lnTo>
                  <a:pt x="444" y="417"/>
                </a:lnTo>
                <a:lnTo>
                  <a:pt x="463" y="400"/>
                </a:lnTo>
                <a:lnTo>
                  <a:pt x="482" y="381"/>
                </a:lnTo>
                <a:lnTo>
                  <a:pt x="497" y="362"/>
                </a:lnTo>
                <a:lnTo>
                  <a:pt x="513" y="341"/>
                </a:lnTo>
                <a:lnTo>
                  <a:pt x="528" y="320"/>
                </a:lnTo>
                <a:lnTo>
                  <a:pt x="542" y="298"/>
                </a:lnTo>
                <a:lnTo>
                  <a:pt x="554" y="274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0" name="Freeform 10"/>
          <p:cNvSpPr>
            <a:spLocks/>
          </p:cNvSpPr>
          <p:nvPr/>
        </p:nvSpPr>
        <p:spPr bwMode="gray">
          <a:xfrm>
            <a:off x="6711950" y="2733675"/>
            <a:ext cx="384175" cy="371475"/>
          </a:xfrm>
          <a:custGeom>
            <a:avLst/>
            <a:gdLst/>
            <a:ahLst/>
            <a:cxnLst>
              <a:cxn ang="0">
                <a:pos x="180" y="468"/>
              </a:cxn>
              <a:cxn ang="0">
                <a:pos x="0" y="244"/>
              </a:cxn>
              <a:cxn ang="0">
                <a:pos x="28" y="234"/>
              </a:cxn>
              <a:cxn ang="0">
                <a:pos x="53" y="223"/>
              </a:cxn>
              <a:cxn ang="0">
                <a:pos x="78" y="212"/>
              </a:cxn>
              <a:cxn ang="0">
                <a:pos x="101" y="200"/>
              </a:cxn>
              <a:cxn ang="0">
                <a:pos x="123" y="187"/>
              </a:cxn>
              <a:cxn ang="0">
                <a:pos x="145" y="173"/>
              </a:cxn>
              <a:cxn ang="0">
                <a:pos x="165" y="160"/>
              </a:cxn>
              <a:cxn ang="0">
                <a:pos x="185" y="145"/>
              </a:cxn>
              <a:cxn ang="0">
                <a:pos x="203" y="129"/>
              </a:cxn>
              <a:cxn ang="0">
                <a:pos x="220" y="113"/>
              </a:cxn>
              <a:cxn ang="0">
                <a:pos x="237" y="96"/>
              </a:cxn>
              <a:cxn ang="0">
                <a:pos x="253" y="79"/>
              </a:cxn>
              <a:cxn ang="0">
                <a:pos x="268" y="61"/>
              </a:cxn>
              <a:cxn ang="0">
                <a:pos x="281" y="41"/>
              </a:cxn>
              <a:cxn ang="0">
                <a:pos x="294" y="21"/>
              </a:cxn>
              <a:cxn ang="0">
                <a:pos x="306" y="0"/>
              </a:cxn>
              <a:cxn ang="0">
                <a:pos x="485" y="223"/>
              </a:cxn>
              <a:cxn ang="0">
                <a:pos x="474" y="245"/>
              </a:cxn>
              <a:cxn ang="0">
                <a:pos x="461" y="266"/>
              </a:cxn>
              <a:cxn ang="0">
                <a:pos x="448" y="285"/>
              </a:cxn>
              <a:cxn ang="0">
                <a:pos x="433" y="303"/>
              </a:cxn>
              <a:cxn ang="0">
                <a:pos x="418" y="321"/>
              </a:cxn>
              <a:cxn ang="0">
                <a:pos x="401" y="338"/>
              </a:cxn>
              <a:cxn ang="0">
                <a:pos x="384" y="354"/>
              </a:cxn>
              <a:cxn ang="0">
                <a:pos x="366" y="369"/>
              </a:cxn>
              <a:cxn ang="0">
                <a:pos x="346" y="384"/>
              </a:cxn>
              <a:cxn ang="0">
                <a:pos x="326" y="399"/>
              </a:cxn>
              <a:cxn ang="0">
                <a:pos x="305" y="411"/>
              </a:cxn>
              <a:cxn ang="0">
                <a:pos x="283" y="424"/>
              </a:cxn>
              <a:cxn ang="0">
                <a:pos x="259" y="436"/>
              </a:cxn>
              <a:cxn ang="0">
                <a:pos x="234" y="448"/>
              </a:cxn>
              <a:cxn ang="0">
                <a:pos x="207" y="458"/>
              </a:cxn>
              <a:cxn ang="0">
                <a:pos x="180" y="468"/>
              </a:cxn>
            </a:cxnLst>
            <a:rect l="0" t="0" r="r" b="b"/>
            <a:pathLst>
              <a:path w="485" h="468">
                <a:moveTo>
                  <a:pt x="180" y="468"/>
                </a:moveTo>
                <a:lnTo>
                  <a:pt x="0" y="244"/>
                </a:lnTo>
                <a:lnTo>
                  <a:pt x="28" y="234"/>
                </a:lnTo>
                <a:lnTo>
                  <a:pt x="53" y="223"/>
                </a:lnTo>
                <a:lnTo>
                  <a:pt x="78" y="212"/>
                </a:lnTo>
                <a:lnTo>
                  <a:pt x="101" y="200"/>
                </a:lnTo>
                <a:lnTo>
                  <a:pt x="123" y="187"/>
                </a:lnTo>
                <a:lnTo>
                  <a:pt x="145" y="173"/>
                </a:lnTo>
                <a:lnTo>
                  <a:pt x="165" y="160"/>
                </a:lnTo>
                <a:lnTo>
                  <a:pt x="185" y="145"/>
                </a:lnTo>
                <a:lnTo>
                  <a:pt x="203" y="129"/>
                </a:lnTo>
                <a:lnTo>
                  <a:pt x="220" y="113"/>
                </a:lnTo>
                <a:lnTo>
                  <a:pt x="237" y="96"/>
                </a:lnTo>
                <a:lnTo>
                  <a:pt x="253" y="79"/>
                </a:lnTo>
                <a:lnTo>
                  <a:pt x="268" y="61"/>
                </a:lnTo>
                <a:lnTo>
                  <a:pt x="281" y="41"/>
                </a:lnTo>
                <a:lnTo>
                  <a:pt x="294" y="21"/>
                </a:lnTo>
                <a:lnTo>
                  <a:pt x="306" y="0"/>
                </a:lnTo>
                <a:lnTo>
                  <a:pt x="485" y="223"/>
                </a:lnTo>
                <a:lnTo>
                  <a:pt x="474" y="245"/>
                </a:lnTo>
                <a:lnTo>
                  <a:pt x="461" y="266"/>
                </a:lnTo>
                <a:lnTo>
                  <a:pt x="448" y="285"/>
                </a:lnTo>
                <a:lnTo>
                  <a:pt x="433" y="303"/>
                </a:lnTo>
                <a:lnTo>
                  <a:pt x="418" y="321"/>
                </a:lnTo>
                <a:lnTo>
                  <a:pt x="401" y="338"/>
                </a:lnTo>
                <a:lnTo>
                  <a:pt x="384" y="354"/>
                </a:lnTo>
                <a:lnTo>
                  <a:pt x="366" y="369"/>
                </a:lnTo>
                <a:lnTo>
                  <a:pt x="346" y="384"/>
                </a:lnTo>
                <a:lnTo>
                  <a:pt x="326" y="399"/>
                </a:lnTo>
                <a:lnTo>
                  <a:pt x="305" y="411"/>
                </a:lnTo>
                <a:lnTo>
                  <a:pt x="283" y="424"/>
                </a:lnTo>
                <a:lnTo>
                  <a:pt x="259" y="436"/>
                </a:lnTo>
                <a:lnTo>
                  <a:pt x="234" y="448"/>
                </a:lnTo>
                <a:lnTo>
                  <a:pt x="207" y="458"/>
                </a:lnTo>
                <a:lnTo>
                  <a:pt x="180" y="468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1" name="Freeform 11"/>
          <p:cNvSpPr>
            <a:spLocks/>
          </p:cNvSpPr>
          <p:nvPr/>
        </p:nvSpPr>
        <p:spPr bwMode="gray">
          <a:xfrm>
            <a:off x="7018338" y="1804988"/>
            <a:ext cx="296862" cy="487362"/>
          </a:xfrm>
          <a:custGeom>
            <a:avLst/>
            <a:gdLst/>
            <a:ahLst/>
            <a:cxnLst>
              <a:cxn ang="0">
                <a:pos x="374" y="412"/>
              </a:cxn>
              <a:cxn ang="0">
                <a:pos x="300" y="0"/>
              </a:cxn>
              <a:cxn ang="0">
                <a:pos x="0" y="240"/>
              </a:cxn>
              <a:cxn ang="0">
                <a:pos x="32" y="614"/>
              </a:cxn>
              <a:cxn ang="0">
                <a:pos x="374" y="412"/>
              </a:cxn>
            </a:cxnLst>
            <a:rect l="0" t="0" r="r" b="b"/>
            <a:pathLst>
              <a:path w="374" h="614">
                <a:moveTo>
                  <a:pt x="374" y="412"/>
                </a:moveTo>
                <a:lnTo>
                  <a:pt x="300" y="0"/>
                </a:lnTo>
                <a:lnTo>
                  <a:pt x="0" y="240"/>
                </a:lnTo>
                <a:lnTo>
                  <a:pt x="32" y="614"/>
                </a:lnTo>
                <a:lnTo>
                  <a:pt x="374" y="412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2" name="Freeform 12"/>
          <p:cNvSpPr>
            <a:spLocks/>
          </p:cNvSpPr>
          <p:nvPr/>
        </p:nvSpPr>
        <p:spPr bwMode="gray">
          <a:xfrm>
            <a:off x="7045325" y="2198688"/>
            <a:ext cx="354013" cy="508000"/>
          </a:xfrm>
          <a:custGeom>
            <a:avLst/>
            <a:gdLst/>
            <a:ahLst/>
            <a:cxnLst>
              <a:cxn ang="0">
                <a:pos x="445" y="503"/>
              </a:cxn>
              <a:cxn ang="0">
                <a:pos x="353" y="0"/>
              </a:cxn>
              <a:cxn ang="0">
                <a:pos x="0" y="195"/>
              </a:cxn>
              <a:cxn ang="0">
                <a:pos x="33" y="639"/>
              </a:cxn>
              <a:cxn ang="0">
                <a:pos x="445" y="503"/>
              </a:cxn>
            </a:cxnLst>
            <a:rect l="0" t="0" r="r" b="b"/>
            <a:pathLst>
              <a:path w="445" h="639">
                <a:moveTo>
                  <a:pt x="445" y="503"/>
                </a:moveTo>
                <a:lnTo>
                  <a:pt x="353" y="0"/>
                </a:lnTo>
                <a:lnTo>
                  <a:pt x="0" y="195"/>
                </a:lnTo>
                <a:lnTo>
                  <a:pt x="33" y="639"/>
                </a:lnTo>
                <a:lnTo>
                  <a:pt x="445" y="503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3" name="Freeform 13"/>
          <p:cNvSpPr>
            <a:spLocks/>
          </p:cNvSpPr>
          <p:nvPr/>
        </p:nvSpPr>
        <p:spPr bwMode="gray">
          <a:xfrm>
            <a:off x="7077075" y="2679700"/>
            <a:ext cx="430213" cy="498475"/>
          </a:xfrm>
          <a:custGeom>
            <a:avLst/>
            <a:gdLst/>
            <a:ahLst/>
            <a:cxnLst>
              <a:cxn ang="0">
                <a:pos x="543" y="628"/>
              </a:cxn>
              <a:cxn ang="0">
                <a:pos x="425" y="0"/>
              </a:cxn>
              <a:cxn ang="0">
                <a:pos x="0" y="124"/>
              </a:cxn>
              <a:cxn ang="0">
                <a:pos x="38" y="626"/>
              </a:cxn>
              <a:cxn ang="0">
                <a:pos x="543" y="628"/>
              </a:cxn>
            </a:cxnLst>
            <a:rect l="0" t="0" r="r" b="b"/>
            <a:pathLst>
              <a:path w="543" h="628">
                <a:moveTo>
                  <a:pt x="543" y="628"/>
                </a:moveTo>
                <a:lnTo>
                  <a:pt x="425" y="0"/>
                </a:lnTo>
                <a:lnTo>
                  <a:pt x="0" y="124"/>
                </a:lnTo>
                <a:lnTo>
                  <a:pt x="38" y="626"/>
                </a:lnTo>
                <a:lnTo>
                  <a:pt x="543" y="62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4" name="Freeform 14"/>
          <p:cNvSpPr>
            <a:spLocks/>
          </p:cNvSpPr>
          <p:nvPr/>
        </p:nvSpPr>
        <p:spPr bwMode="gray">
          <a:xfrm>
            <a:off x="7143750" y="2478088"/>
            <a:ext cx="136525" cy="131762"/>
          </a:xfrm>
          <a:custGeom>
            <a:avLst/>
            <a:gdLst/>
            <a:ahLst/>
            <a:cxnLst>
              <a:cxn ang="0">
                <a:pos x="169" y="109"/>
              </a:cxn>
              <a:cxn ang="0">
                <a:pos x="173" y="106"/>
              </a:cxn>
              <a:cxn ang="0">
                <a:pos x="173" y="101"/>
              </a:cxn>
              <a:cxn ang="0">
                <a:pos x="159" y="7"/>
              </a:cxn>
              <a:cxn ang="0">
                <a:pos x="158" y="0"/>
              </a:cxn>
              <a:cxn ang="0">
                <a:pos x="150" y="3"/>
              </a:cxn>
              <a:cxn ang="0">
                <a:pos x="5" y="63"/>
              </a:cxn>
              <a:cxn ang="0">
                <a:pos x="0" y="66"/>
              </a:cxn>
              <a:cxn ang="0">
                <a:pos x="1" y="70"/>
              </a:cxn>
              <a:cxn ang="0">
                <a:pos x="10" y="159"/>
              </a:cxn>
              <a:cxn ang="0">
                <a:pos x="12" y="167"/>
              </a:cxn>
              <a:cxn ang="0">
                <a:pos x="20" y="164"/>
              </a:cxn>
              <a:cxn ang="0">
                <a:pos x="169" y="109"/>
              </a:cxn>
            </a:cxnLst>
            <a:rect l="0" t="0" r="r" b="b"/>
            <a:pathLst>
              <a:path w="173" h="167">
                <a:moveTo>
                  <a:pt x="169" y="109"/>
                </a:moveTo>
                <a:lnTo>
                  <a:pt x="173" y="106"/>
                </a:lnTo>
                <a:lnTo>
                  <a:pt x="173" y="101"/>
                </a:lnTo>
                <a:lnTo>
                  <a:pt x="159" y="7"/>
                </a:lnTo>
                <a:lnTo>
                  <a:pt x="158" y="0"/>
                </a:lnTo>
                <a:lnTo>
                  <a:pt x="150" y="3"/>
                </a:lnTo>
                <a:lnTo>
                  <a:pt x="5" y="63"/>
                </a:lnTo>
                <a:lnTo>
                  <a:pt x="0" y="66"/>
                </a:lnTo>
                <a:lnTo>
                  <a:pt x="1" y="70"/>
                </a:lnTo>
                <a:lnTo>
                  <a:pt x="10" y="159"/>
                </a:lnTo>
                <a:lnTo>
                  <a:pt x="12" y="167"/>
                </a:lnTo>
                <a:lnTo>
                  <a:pt x="20" y="164"/>
                </a:lnTo>
                <a:lnTo>
                  <a:pt x="169" y="109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5" name="Freeform 15"/>
          <p:cNvSpPr>
            <a:spLocks/>
          </p:cNvSpPr>
          <p:nvPr/>
        </p:nvSpPr>
        <p:spPr bwMode="gray">
          <a:xfrm>
            <a:off x="7154863" y="2492375"/>
            <a:ext cx="114300" cy="103188"/>
          </a:xfrm>
          <a:custGeom>
            <a:avLst/>
            <a:gdLst/>
            <a:ahLst/>
            <a:cxnLst>
              <a:cxn ang="0">
                <a:pos x="8" y="131"/>
              </a:cxn>
              <a:cxn ang="0">
                <a:pos x="0" y="55"/>
              </a:cxn>
              <a:cxn ang="0">
                <a:pos x="132" y="0"/>
              </a:cxn>
              <a:cxn ang="0">
                <a:pos x="143" y="81"/>
              </a:cxn>
              <a:cxn ang="0">
                <a:pos x="8" y="131"/>
              </a:cxn>
            </a:cxnLst>
            <a:rect l="0" t="0" r="r" b="b"/>
            <a:pathLst>
              <a:path w="143" h="131">
                <a:moveTo>
                  <a:pt x="8" y="131"/>
                </a:moveTo>
                <a:lnTo>
                  <a:pt x="0" y="55"/>
                </a:lnTo>
                <a:lnTo>
                  <a:pt x="132" y="0"/>
                </a:lnTo>
                <a:lnTo>
                  <a:pt x="143" y="81"/>
                </a:lnTo>
                <a:lnTo>
                  <a:pt x="8" y="131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6" name="Freeform 16"/>
          <p:cNvSpPr>
            <a:spLocks/>
          </p:cNvSpPr>
          <p:nvPr/>
        </p:nvSpPr>
        <p:spPr bwMode="gray">
          <a:xfrm>
            <a:off x="7194550" y="2995613"/>
            <a:ext cx="165100" cy="119062"/>
          </a:xfrm>
          <a:custGeom>
            <a:avLst/>
            <a:gdLst/>
            <a:ahLst/>
            <a:cxnLst>
              <a:cxn ang="0">
                <a:pos x="206" y="123"/>
              </a:cxn>
              <a:cxn ang="0">
                <a:pos x="189" y="7"/>
              </a:cxn>
              <a:cxn ang="0">
                <a:pos x="188" y="0"/>
              </a:cxn>
              <a:cxn ang="0">
                <a:pos x="181" y="2"/>
              </a:cxn>
              <a:cxn ang="0">
                <a:pos x="7" y="29"/>
              </a:cxn>
              <a:cxn ang="0">
                <a:pos x="0" y="30"/>
              </a:cxn>
              <a:cxn ang="0">
                <a:pos x="0" y="36"/>
              </a:cxn>
              <a:cxn ang="0">
                <a:pos x="11" y="145"/>
              </a:cxn>
              <a:cxn ang="0">
                <a:pos x="13" y="152"/>
              </a:cxn>
              <a:cxn ang="0">
                <a:pos x="19" y="151"/>
              </a:cxn>
              <a:cxn ang="0">
                <a:pos x="199" y="130"/>
              </a:cxn>
              <a:cxn ang="0">
                <a:pos x="207" y="129"/>
              </a:cxn>
              <a:cxn ang="0">
                <a:pos x="206" y="123"/>
              </a:cxn>
            </a:cxnLst>
            <a:rect l="0" t="0" r="r" b="b"/>
            <a:pathLst>
              <a:path w="207" h="152">
                <a:moveTo>
                  <a:pt x="206" y="123"/>
                </a:moveTo>
                <a:lnTo>
                  <a:pt x="189" y="7"/>
                </a:lnTo>
                <a:lnTo>
                  <a:pt x="188" y="0"/>
                </a:lnTo>
                <a:lnTo>
                  <a:pt x="181" y="2"/>
                </a:lnTo>
                <a:lnTo>
                  <a:pt x="7" y="29"/>
                </a:lnTo>
                <a:lnTo>
                  <a:pt x="0" y="30"/>
                </a:lnTo>
                <a:lnTo>
                  <a:pt x="0" y="36"/>
                </a:lnTo>
                <a:lnTo>
                  <a:pt x="11" y="145"/>
                </a:lnTo>
                <a:lnTo>
                  <a:pt x="13" y="152"/>
                </a:lnTo>
                <a:lnTo>
                  <a:pt x="19" y="151"/>
                </a:lnTo>
                <a:lnTo>
                  <a:pt x="199" y="130"/>
                </a:lnTo>
                <a:lnTo>
                  <a:pt x="207" y="129"/>
                </a:lnTo>
                <a:lnTo>
                  <a:pt x="206" y="123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7" name="Freeform 17"/>
          <p:cNvSpPr>
            <a:spLocks/>
          </p:cNvSpPr>
          <p:nvPr/>
        </p:nvSpPr>
        <p:spPr bwMode="gray">
          <a:xfrm>
            <a:off x="7205663" y="3006725"/>
            <a:ext cx="139700" cy="96838"/>
          </a:xfrm>
          <a:custGeom>
            <a:avLst/>
            <a:gdLst/>
            <a:ahLst/>
            <a:cxnLst>
              <a:cxn ang="0">
                <a:pos x="175" y="104"/>
              </a:cxn>
              <a:cxn ang="0">
                <a:pos x="10" y="122"/>
              </a:cxn>
              <a:cxn ang="0">
                <a:pos x="0" y="25"/>
              </a:cxn>
              <a:cxn ang="0">
                <a:pos x="160" y="0"/>
              </a:cxn>
              <a:cxn ang="0">
                <a:pos x="175" y="104"/>
              </a:cxn>
            </a:cxnLst>
            <a:rect l="0" t="0" r="r" b="b"/>
            <a:pathLst>
              <a:path w="175" h="122">
                <a:moveTo>
                  <a:pt x="175" y="104"/>
                </a:moveTo>
                <a:lnTo>
                  <a:pt x="10" y="122"/>
                </a:lnTo>
                <a:lnTo>
                  <a:pt x="0" y="25"/>
                </a:lnTo>
                <a:lnTo>
                  <a:pt x="160" y="0"/>
                </a:lnTo>
                <a:lnTo>
                  <a:pt x="175" y="10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8" name="Freeform 18"/>
          <p:cNvSpPr>
            <a:spLocks/>
          </p:cNvSpPr>
          <p:nvPr/>
        </p:nvSpPr>
        <p:spPr bwMode="gray">
          <a:xfrm>
            <a:off x="7596188" y="2590800"/>
            <a:ext cx="547687" cy="595313"/>
          </a:xfrm>
          <a:custGeom>
            <a:avLst/>
            <a:gdLst/>
            <a:ahLst/>
            <a:cxnLst>
              <a:cxn ang="0">
                <a:pos x="259" y="743"/>
              </a:cxn>
              <a:cxn ang="0">
                <a:pos x="268" y="749"/>
              </a:cxn>
              <a:cxn ang="0">
                <a:pos x="278" y="745"/>
              </a:cxn>
              <a:cxn ang="0">
                <a:pos x="666" y="555"/>
              </a:cxn>
              <a:cxn ang="0">
                <a:pos x="691" y="544"/>
              </a:cxn>
              <a:cxn ang="0">
                <a:pos x="669" y="525"/>
              </a:cxn>
              <a:cxn ang="0">
                <a:pos x="643" y="503"/>
              </a:cxn>
              <a:cxn ang="0">
                <a:pos x="618" y="479"/>
              </a:cxn>
              <a:cxn ang="0">
                <a:pos x="594" y="454"/>
              </a:cxn>
              <a:cxn ang="0">
                <a:pos x="573" y="429"/>
              </a:cxn>
              <a:cxn ang="0">
                <a:pos x="553" y="401"/>
              </a:cxn>
              <a:cxn ang="0">
                <a:pos x="534" y="374"/>
              </a:cxn>
              <a:cxn ang="0">
                <a:pos x="517" y="344"/>
              </a:cxn>
              <a:cxn ang="0">
                <a:pos x="501" y="315"/>
              </a:cxn>
              <a:cxn ang="0">
                <a:pos x="487" y="283"/>
              </a:cxn>
              <a:cxn ang="0">
                <a:pos x="475" y="250"/>
              </a:cxn>
              <a:cxn ang="0">
                <a:pos x="462" y="216"/>
              </a:cxn>
              <a:cxn ang="0">
                <a:pos x="452" y="181"/>
              </a:cxn>
              <a:cxn ang="0">
                <a:pos x="444" y="144"/>
              </a:cxn>
              <a:cxn ang="0">
                <a:pos x="436" y="106"/>
              </a:cxn>
              <a:cxn ang="0">
                <a:pos x="429" y="66"/>
              </a:cxn>
              <a:cxn ang="0">
                <a:pos x="425" y="24"/>
              </a:cxn>
              <a:cxn ang="0">
                <a:pos x="421" y="0"/>
              </a:cxn>
              <a:cxn ang="0">
                <a:pos x="400" y="10"/>
              </a:cxn>
              <a:cxn ang="0">
                <a:pos x="11" y="199"/>
              </a:cxn>
              <a:cxn ang="0">
                <a:pos x="0" y="205"/>
              </a:cxn>
              <a:cxn ang="0">
                <a:pos x="1" y="216"/>
              </a:cxn>
              <a:cxn ang="0">
                <a:pos x="7" y="259"/>
              </a:cxn>
              <a:cxn ang="0">
                <a:pos x="13" y="301"/>
              </a:cxn>
              <a:cxn ang="0">
                <a:pos x="21" y="341"/>
              </a:cxn>
              <a:cxn ang="0">
                <a:pos x="30" y="380"/>
              </a:cxn>
              <a:cxn ang="0">
                <a:pos x="41" y="417"/>
              </a:cxn>
              <a:cxn ang="0">
                <a:pos x="54" y="453"/>
              </a:cxn>
              <a:cxn ang="0">
                <a:pos x="67" y="487"/>
              </a:cxn>
              <a:cxn ang="0">
                <a:pos x="82" y="520"/>
              </a:cxn>
              <a:cxn ang="0">
                <a:pos x="99" y="553"/>
              </a:cxn>
              <a:cxn ang="0">
                <a:pos x="117" y="582"/>
              </a:cxn>
              <a:cxn ang="0">
                <a:pos x="137" y="612"/>
              </a:cxn>
              <a:cxn ang="0">
                <a:pos x="158" y="640"/>
              </a:cxn>
              <a:cxn ang="0">
                <a:pos x="181" y="668"/>
              </a:cxn>
              <a:cxn ang="0">
                <a:pos x="205" y="694"/>
              </a:cxn>
              <a:cxn ang="0">
                <a:pos x="231" y="719"/>
              </a:cxn>
              <a:cxn ang="0">
                <a:pos x="259" y="743"/>
              </a:cxn>
            </a:cxnLst>
            <a:rect l="0" t="0" r="r" b="b"/>
            <a:pathLst>
              <a:path w="691" h="749">
                <a:moveTo>
                  <a:pt x="259" y="743"/>
                </a:moveTo>
                <a:lnTo>
                  <a:pt x="268" y="749"/>
                </a:lnTo>
                <a:lnTo>
                  <a:pt x="278" y="745"/>
                </a:lnTo>
                <a:lnTo>
                  <a:pt x="666" y="555"/>
                </a:lnTo>
                <a:lnTo>
                  <a:pt x="691" y="544"/>
                </a:lnTo>
                <a:lnTo>
                  <a:pt x="669" y="525"/>
                </a:lnTo>
                <a:lnTo>
                  <a:pt x="643" y="503"/>
                </a:lnTo>
                <a:lnTo>
                  <a:pt x="618" y="479"/>
                </a:lnTo>
                <a:lnTo>
                  <a:pt x="594" y="454"/>
                </a:lnTo>
                <a:lnTo>
                  <a:pt x="573" y="429"/>
                </a:lnTo>
                <a:lnTo>
                  <a:pt x="553" y="401"/>
                </a:lnTo>
                <a:lnTo>
                  <a:pt x="534" y="374"/>
                </a:lnTo>
                <a:lnTo>
                  <a:pt x="517" y="344"/>
                </a:lnTo>
                <a:lnTo>
                  <a:pt x="501" y="315"/>
                </a:lnTo>
                <a:lnTo>
                  <a:pt x="487" y="283"/>
                </a:lnTo>
                <a:lnTo>
                  <a:pt x="475" y="250"/>
                </a:lnTo>
                <a:lnTo>
                  <a:pt x="462" y="216"/>
                </a:lnTo>
                <a:lnTo>
                  <a:pt x="452" y="181"/>
                </a:lnTo>
                <a:lnTo>
                  <a:pt x="444" y="144"/>
                </a:lnTo>
                <a:lnTo>
                  <a:pt x="436" y="106"/>
                </a:lnTo>
                <a:lnTo>
                  <a:pt x="429" y="66"/>
                </a:lnTo>
                <a:lnTo>
                  <a:pt x="425" y="24"/>
                </a:lnTo>
                <a:lnTo>
                  <a:pt x="421" y="0"/>
                </a:lnTo>
                <a:lnTo>
                  <a:pt x="400" y="10"/>
                </a:lnTo>
                <a:lnTo>
                  <a:pt x="11" y="199"/>
                </a:lnTo>
                <a:lnTo>
                  <a:pt x="0" y="205"/>
                </a:lnTo>
                <a:lnTo>
                  <a:pt x="1" y="216"/>
                </a:lnTo>
                <a:lnTo>
                  <a:pt x="7" y="259"/>
                </a:lnTo>
                <a:lnTo>
                  <a:pt x="13" y="301"/>
                </a:lnTo>
                <a:lnTo>
                  <a:pt x="21" y="341"/>
                </a:lnTo>
                <a:lnTo>
                  <a:pt x="30" y="380"/>
                </a:lnTo>
                <a:lnTo>
                  <a:pt x="41" y="417"/>
                </a:lnTo>
                <a:lnTo>
                  <a:pt x="54" y="453"/>
                </a:lnTo>
                <a:lnTo>
                  <a:pt x="67" y="487"/>
                </a:lnTo>
                <a:lnTo>
                  <a:pt x="82" y="520"/>
                </a:lnTo>
                <a:lnTo>
                  <a:pt x="99" y="553"/>
                </a:lnTo>
                <a:lnTo>
                  <a:pt x="117" y="582"/>
                </a:lnTo>
                <a:lnTo>
                  <a:pt x="137" y="612"/>
                </a:lnTo>
                <a:lnTo>
                  <a:pt x="158" y="640"/>
                </a:lnTo>
                <a:lnTo>
                  <a:pt x="181" y="668"/>
                </a:lnTo>
                <a:lnTo>
                  <a:pt x="205" y="694"/>
                </a:lnTo>
                <a:lnTo>
                  <a:pt x="231" y="719"/>
                </a:lnTo>
                <a:lnTo>
                  <a:pt x="259" y="743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79" name="Freeform 19"/>
          <p:cNvSpPr>
            <a:spLocks/>
          </p:cNvSpPr>
          <p:nvPr/>
        </p:nvSpPr>
        <p:spPr bwMode="gray">
          <a:xfrm>
            <a:off x="7626350" y="2632075"/>
            <a:ext cx="468313" cy="520700"/>
          </a:xfrm>
          <a:custGeom>
            <a:avLst/>
            <a:gdLst/>
            <a:ahLst/>
            <a:cxnLst>
              <a:cxn ang="0">
                <a:pos x="0" y="173"/>
              </a:cxn>
              <a:cxn ang="0">
                <a:pos x="355" y="0"/>
              </a:cxn>
              <a:cxn ang="0">
                <a:pos x="360" y="39"/>
              </a:cxn>
              <a:cxn ang="0">
                <a:pos x="367" y="76"/>
              </a:cxn>
              <a:cxn ang="0">
                <a:pos x="375" y="113"/>
              </a:cxn>
              <a:cxn ang="0">
                <a:pos x="383" y="147"/>
              </a:cxn>
              <a:cxn ang="0">
                <a:pos x="393" y="181"/>
              </a:cxn>
              <a:cxn ang="0">
                <a:pos x="405" y="214"/>
              </a:cxn>
              <a:cxn ang="0">
                <a:pos x="418" y="246"/>
              </a:cxn>
              <a:cxn ang="0">
                <a:pos x="432" y="275"/>
              </a:cxn>
              <a:cxn ang="0">
                <a:pos x="447" y="305"/>
              </a:cxn>
              <a:cxn ang="0">
                <a:pos x="463" y="333"/>
              </a:cxn>
              <a:cxn ang="0">
                <a:pos x="481" y="361"/>
              </a:cxn>
              <a:cxn ang="0">
                <a:pos x="500" y="388"/>
              </a:cxn>
              <a:cxn ang="0">
                <a:pos x="521" y="413"/>
              </a:cxn>
              <a:cxn ang="0">
                <a:pos x="542" y="437"/>
              </a:cxn>
              <a:cxn ang="0">
                <a:pos x="565" y="461"/>
              </a:cxn>
              <a:cxn ang="0">
                <a:pos x="589" y="484"/>
              </a:cxn>
              <a:cxn ang="0">
                <a:pos x="234" y="657"/>
              </a:cxn>
              <a:cxn ang="0">
                <a:pos x="209" y="634"/>
              </a:cxn>
              <a:cxn ang="0">
                <a:pos x="186" y="611"/>
              </a:cxn>
              <a:cxn ang="0">
                <a:pos x="164" y="587"/>
              </a:cxn>
              <a:cxn ang="0">
                <a:pos x="143" y="562"/>
              </a:cxn>
              <a:cxn ang="0">
                <a:pos x="124" y="536"/>
              </a:cxn>
              <a:cxn ang="0">
                <a:pos x="107" y="509"/>
              </a:cxn>
              <a:cxn ang="0">
                <a:pos x="90" y="481"/>
              </a:cxn>
              <a:cxn ang="0">
                <a:pos x="75" y="452"/>
              </a:cxn>
              <a:cxn ang="0">
                <a:pos x="61" y="421"/>
              </a:cxn>
              <a:cxn ang="0">
                <a:pos x="49" y="390"/>
              </a:cxn>
              <a:cxn ang="0">
                <a:pos x="37" y="357"/>
              </a:cxn>
              <a:cxn ang="0">
                <a:pos x="27" y="323"/>
              </a:cxn>
              <a:cxn ang="0">
                <a:pos x="19" y="288"/>
              </a:cxn>
              <a:cxn ang="0">
                <a:pos x="11" y="252"/>
              </a:cxn>
              <a:cxn ang="0">
                <a:pos x="4" y="213"/>
              </a:cxn>
              <a:cxn ang="0">
                <a:pos x="0" y="173"/>
              </a:cxn>
            </a:cxnLst>
            <a:rect l="0" t="0" r="r" b="b"/>
            <a:pathLst>
              <a:path w="589" h="657">
                <a:moveTo>
                  <a:pt x="0" y="173"/>
                </a:moveTo>
                <a:lnTo>
                  <a:pt x="355" y="0"/>
                </a:lnTo>
                <a:lnTo>
                  <a:pt x="360" y="39"/>
                </a:lnTo>
                <a:lnTo>
                  <a:pt x="367" y="76"/>
                </a:lnTo>
                <a:lnTo>
                  <a:pt x="375" y="113"/>
                </a:lnTo>
                <a:lnTo>
                  <a:pt x="383" y="147"/>
                </a:lnTo>
                <a:lnTo>
                  <a:pt x="393" y="181"/>
                </a:lnTo>
                <a:lnTo>
                  <a:pt x="405" y="214"/>
                </a:lnTo>
                <a:lnTo>
                  <a:pt x="418" y="246"/>
                </a:lnTo>
                <a:lnTo>
                  <a:pt x="432" y="275"/>
                </a:lnTo>
                <a:lnTo>
                  <a:pt x="447" y="305"/>
                </a:lnTo>
                <a:lnTo>
                  <a:pt x="463" y="333"/>
                </a:lnTo>
                <a:lnTo>
                  <a:pt x="481" y="361"/>
                </a:lnTo>
                <a:lnTo>
                  <a:pt x="500" y="388"/>
                </a:lnTo>
                <a:lnTo>
                  <a:pt x="521" y="413"/>
                </a:lnTo>
                <a:lnTo>
                  <a:pt x="542" y="437"/>
                </a:lnTo>
                <a:lnTo>
                  <a:pt x="565" y="461"/>
                </a:lnTo>
                <a:lnTo>
                  <a:pt x="589" y="484"/>
                </a:lnTo>
                <a:lnTo>
                  <a:pt x="234" y="657"/>
                </a:lnTo>
                <a:lnTo>
                  <a:pt x="209" y="634"/>
                </a:lnTo>
                <a:lnTo>
                  <a:pt x="186" y="611"/>
                </a:lnTo>
                <a:lnTo>
                  <a:pt x="164" y="587"/>
                </a:lnTo>
                <a:lnTo>
                  <a:pt x="143" y="562"/>
                </a:lnTo>
                <a:lnTo>
                  <a:pt x="124" y="536"/>
                </a:lnTo>
                <a:lnTo>
                  <a:pt x="107" y="509"/>
                </a:lnTo>
                <a:lnTo>
                  <a:pt x="90" y="481"/>
                </a:lnTo>
                <a:lnTo>
                  <a:pt x="75" y="452"/>
                </a:lnTo>
                <a:lnTo>
                  <a:pt x="61" y="421"/>
                </a:lnTo>
                <a:lnTo>
                  <a:pt x="49" y="390"/>
                </a:lnTo>
                <a:lnTo>
                  <a:pt x="37" y="357"/>
                </a:lnTo>
                <a:lnTo>
                  <a:pt x="27" y="323"/>
                </a:lnTo>
                <a:lnTo>
                  <a:pt x="19" y="288"/>
                </a:lnTo>
                <a:lnTo>
                  <a:pt x="11" y="252"/>
                </a:lnTo>
                <a:lnTo>
                  <a:pt x="4" y="213"/>
                </a:lnTo>
                <a:lnTo>
                  <a:pt x="0" y="17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0" name="Freeform 20"/>
          <p:cNvSpPr>
            <a:spLocks/>
          </p:cNvSpPr>
          <p:nvPr/>
        </p:nvSpPr>
        <p:spPr bwMode="gray">
          <a:xfrm>
            <a:off x="7031038" y="1690688"/>
            <a:ext cx="317500" cy="317500"/>
          </a:xfrm>
          <a:custGeom>
            <a:avLst/>
            <a:gdLst/>
            <a:ahLst/>
            <a:cxnLst>
              <a:cxn ang="0">
                <a:pos x="397" y="182"/>
              </a:cxn>
              <a:cxn ang="0">
                <a:pos x="399" y="177"/>
              </a:cxn>
              <a:cxn ang="0">
                <a:pos x="395" y="172"/>
              </a:cxn>
              <a:cxn ang="0">
                <a:pos x="237" y="11"/>
              </a:cxn>
              <a:cxn ang="0">
                <a:pos x="228" y="0"/>
              </a:cxn>
              <a:cxn ang="0">
                <a:pos x="222" y="13"/>
              </a:cxn>
              <a:cxn ang="0">
                <a:pos x="215" y="30"/>
              </a:cxn>
              <a:cxn ang="0">
                <a:pos x="207" y="47"/>
              </a:cxn>
              <a:cxn ang="0">
                <a:pos x="199" y="62"/>
              </a:cxn>
              <a:cxn ang="0">
                <a:pos x="190" y="78"/>
              </a:cxn>
              <a:cxn ang="0">
                <a:pos x="180" y="93"/>
              </a:cxn>
              <a:cxn ang="0">
                <a:pos x="169" y="106"/>
              </a:cxn>
              <a:cxn ang="0">
                <a:pos x="157" y="120"/>
              </a:cxn>
              <a:cxn ang="0">
                <a:pos x="145" y="132"/>
              </a:cxn>
              <a:cxn ang="0">
                <a:pos x="132" y="145"/>
              </a:cxn>
              <a:cxn ang="0">
                <a:pos x="117" y="157"/>
              </a:cxn>
              <a:cxn ang="0">
                <a:pos x="103" y="169"/>
              </a:cxn>
              <a:cxn ang="0">
                <a:pos x="87" y="180"/>
              </a:cxn>
              <a:cxn ang="0">
                <a:pos x="70" y="190"/>
              </a:cxn>
              <a:cxn ang="0">
                <a:pos x="51" y="201"/>
              </a:cxn>
              <a:cxn ang="0">
                <a:pos x="33" y="211"/>
              </a:cxn>
              <a:cxn ang="0">
                <a:pos x="13" y="220"/>
              </a:cxn>
              <a:cxn ang="0">
                <a:pos x="0" y="225"/>
              </a:cxn>
              <a:cxn ang="0">
                <a:pos x="9" y="235"/>
              </a:cxn>
              <a:cxn ang="0">
                <a:pos x="169" y="396"/>
              </a:cxn>
              <a:cxn ang="0">
                <a:pos x="173" y="401"/>
              </a:cxn>
              <a:cxn ang="0">
                <a:pos x="179" y="399"/>
              </a:cxn>
              <a:cxn ang="0">
                <a:pos x="199" y="388"/>
              </a:cxn>
              <a:cxn ang="0">
                <a:pos x="219" y="378"/>
              </a:cxn>
              <a:cxn ang="0">
                <a:pos x="238" y="368"/>
              </a:cxn>
              <a:cxn ang="0">
                <a:pos x="255" y="357"/>
              </a:cxn>
              <a:cxn ang="0">
                <a:pos x="272" y="345"/>
              </a:cxn>
              <a:cxn ang="0">
                <a:pos x="288" y="333"/>
              </a:cxn>
              <a:cxn ang="0">
                <a:pos x="303" y="320"/>
              </a:cxn>
              <a:cxn ang="0">
                <a:pos x="318" y="308"/>
              </a:cxn>
              <a:cxn ang="0">
                <a:pos x="330" y="294"/>
              </a:cxn>
              <a:cxn ang="0">
                <a:pos x="343" y="279"/>
              </a:cxn>
              <a:cxn ang="0">
                <a:pos x="354" y="264"/>
              </a:cxn>
              <a:cxn ang="0">
                <a:pos x="364" y="250"/>
              </a:cxn>
              <a:cxn ang="0">
                <a:pos x="373" y="234"/>
              </a:cxn>
              <a:cxn ang="0">
                <a:pos x="382" y="217"/>
              </a:cxn>
              <a:cxn ang="0">
                <a:pos x="390" y="200"/>
              </a:cxn>
              <a:cxn ang="0">
                <a:pos x="397" y="182"/>
              </a:cxn>
            </a:cxnLst>
            <a:rect l="0" t="0" r="r" b="b"/>
            <a:pathLst>
              <a:path w="399" h="401">
                <a:moveTo>
                  <a:pt x="397" y="182"/>
                </a:moveTo>
                <a:lnTo>
                  <a:pt x="399" y="177"/>
                </a:lnTo>
                <a:lnTo>
                  <a:pt x="395" y="172"/>
                </a:lnTo>
                <a:lnTo>
                  <a:pt x="237" y="11"/>
                </a:lnTo>
                <a:lnTo>
                  <a:pt x="228" y="0"/>
                </a:lnTo>
                <a:lnTo>
                  <a:pt x="222" y="13"/>
                </a:lnTo>
                <a:lnTo>
                  <a:pt x="215" y="30"/>
                </a:lnTo>
                <a:lnTo>
                  <a:pt x="207" y="47"/>
                </a:lnTo>
                <a:lnTo>
                  <a:pt x="199" y="62"/>
                </a:lnTo>
                <a:lnTo>
                  <a:pt x="190" y="78"/>
                </a:lnTo>
                <a:lnTo>
                  <a:pt x="180" y="93"/>
                </a:lnTo>
                <a:lnTo>
                  <a:pt x="169" y="106"/>
                </a:lnTo>
                <a:lnTo>
                  <a:pt x="157" y="120"/>
                </a:lnTo>
                <a:lnTo>
                  <a:pt x="145" y="132"/>
                </a:lnTo>
                <a:lnTo>
                  <a:pt x="132" y="145"/>
                </a:lnTo>
                <a:lnTo>
                  <a:pt x="117" y="157"/>
                </a:lnTo>
                <a:lnTo>
                  <a:pt x="103" y="169"/>
                </a:lnTo>
                <a:lnTo>
                  <a:pt x="87" y="180"/>
                </a:lnTo>
                <a:lnTo>
                  <a:pt x="70" y="190"/>
                </a:lnTo>
                <a:lnTo>
                  <a:pt x="51" y="201"/>
                </a:lnTo>
                <a:lnTo>
                  <a:pt x="33" y="211"/>
                </a:lnTo>
                <a:lnTo>
                  <a:pt x="13" y="220"/>
                </a:lnTo>
                <a:lnTo>
                  <a:pt x="0" y="225"/>
                </a:lnTo>
                <a:lnTo>
                  <a:pt x="9" y="235"/>
                </a:lnTo>
                <a:lnTo>
                  <a:pt x="169" y="396"/>
                </a:lnTo>
                <a:lnTo>
                  <a:pt x="173" y="401"/>
                </a:lnTo>
                <a:lnTo>
                  <a:pt x="179" y="399"/>
                </a:lnTo>
                <a:lnTo>
                  <a:pt x="199" y="388"/>
                </a:lnTo>
                <a:lnTo>
                  <a:pt x="219" y="378"/>
                </a:lnTo>
                <a:lnTo>
                  <a:pt x="238" y="368"/>
                </a:lnTo>
                <a:lnTo>
                  <a:pt x="255" y="357"/>
                </a:lnTo>
                <a:lnTo>
                  <a:pt x="272" y="345"/>
                </a:lnTo>
                <a:lnTo>
                  <a:pt x="288" y="333"/>
                </a:lnTo>
                <a:lnTo>
                  <a:pt x="303" y="320"/>
                </a:lnTo>
                <a:lnTo>
                  <a:pt x="318" y="308"/>
                </a:lnTo>
                <a:lnTo>
                  <a:pt x="330" y="294"/>
                </a:lnTo>
                <a:lnTo>
                  <a:pt x="343" y="279"/>
                </a:lnTo>
                <a:lnTo>
                  <a:pt x="354" y="264"/>
                </a:lnTo>
                <a:lnTo>
                  <a:pt x="364" y="250"/>
                </a:lnTo>
                <a:lnTo>
                  <a:pt x="373" y="234"/>
                </a:lnTo>
                <a:lnTo>
                  <a:pt x="382" y="217"/>
                </a:lnTo>
                <a:lnTo>
                  <a:pt x="390" y="200"/>
                </a:lnTo>
                <a:lnTo>
                  <a:pt x="397" y="182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1" name="Freeform 21"/>
          <p:cNvSpPr>
            <a:spLocks/>
          </p:cNvSpPr>
          <p:nvPr/>
        </p:nvSpPr>
        <p:spPr bwMode="gray">
          <a:xfrm>
            <a:off x="7056438" y="1716088"/>
            <a:ext cx="274637" cy="274637"/>
          </a:xfrm>
          <a:custGeom>
            <a:avLst/>
            <a:gdLst/>
            <a:ahLst/>
            <a:cxnLst>
              <a:cxn ang="0">
                <a:pos x="146" y="346"/>
              </a:cxn>
              <a:cxn ang="0">
                <a:pos x="0" y="197"/>
              </a:cxn>
              <a:cxn ang="0">
                <a:pos x="18" y="188"/>
              </a:cxn>
              <a:cxn ang="0">
                <a:pos x="36" y="179"/>
              </a:cxn>
              <a:cxn ang="0">
                <a:pos x="52" y="169"/>
              </a:cxn>
              <a:cxn ang="0">
                <a:pos x="68" y="159"/>
              </a:cxn>
              <a:cxn ang="0">
                <a:pos x="84" y="147"/>
              </a:cxn>
              <a:cxn ang="0">
                <a:pos x="98" y="137"/>
              </a:cxn>
              <a:cxn ang="0">
                <a:pos x="111" y="124"/>
              </a:cxn>
              <a:cxn ang="0">
                <a:pos x="125" y="113"/>
              </a:cxn>
              <a:cxn ang="0">
                <a:pos x="137" y="101"/>
              </a:cxn>
              <a:cxn ang="0">
                <a:pos x="148" y="88"/>
              </a:cxn>
              <a:cxn ang="0">
                <a:pos x="158" y="74"/>
              </a:cxn>
              <a:cxn ang="0">
                <a:pos x="168" y="61"/>
              </a:cxn>
              <a:cxn ang="0">
                <a:pos x="177" y="46"/>
              </a:cxn>
              <a:cxn ang="0">
                <a:pos x="187" y="31"/>
              </a:cxn>
              <a:cxn ang="0">
                <a:pos x="195" y="16"/>
              </a:cxn>
              <a:cxn ang="0">
                <a:pos x="201" y="0"/>
              </a:cxn>
              <a:cxn ang="0">
                <a:pos x="346" y="148"/>
              </a:cxn>
              <a:cxn ang="0">
                <a:pos x="339" y="164"/>
              </a:cxn>
              <a:cxn ang="0">
                <a:pos x="332" y="180"/>
              </a:cxn>
              <a:cxn ang="0">
                <a:pos x="323" y="195"/>
              </a:cxn>
              <a:cxn ang="0">
                <a:pos x="315" y="210"/>
              </a:cxn>
              <a:cxn ang="0">
                <a:pos x="305" y="223"/>
              </a:cxn>
              <a:cxn ang="0">
                <a:pos x="295" y="237"/>
              </a:cxn>
              <a:cxn ang="0">
                <a:pos x="283" y="250"/>
              </a:cxn>
              <a:cxn ang="0">
                <a:pos x="272" y="262"/>
              </a:cxn>
              <a:cxn ang="0">
                <a:pos x="259" y="273"/>
              </a:cxn>
              <a:cxn ang="0">
                <a:pos x="246" y="285"/>
              </a:cxn>
              <a:cxn ang="0">
                <a:pos x="231" y="296"/>
              </a:cxn>
              <a:cxn ang="0">
                <a:pos x="216" y="306"/>
              </a:cxn>
              <a:cxn ang="0">
                <a:pos x="199" y="318"/>
              </a:cxn>
              <a:cxn ang="0">
                <a:pos x="182" y="327"/>
              </a:cxn>
              <a:cxn ang="0">
                <a:pos x="165" y="337"/>
              </a:cxn>
              <a:cxn ang="0">
                <a:pos x="146" y="346"/>
              </a:cxn>
            </a:cxnLst>
            <a:rect l="0" t="0" r="r" b="b"/>
            <a:pathLst>
              <a:path w="346" h="346">
                <a:moveTo>
                  <a:pt x="146" y="346"/>
                </a:moveTo>
                <a:lnTo>
                  <a:pt x="0" y="197"/>
                </a:lnTo>
                <a:lnTo>
                  <a:pt x="18" y="188"/>
                </a:lnTo>
                <a:lnTo>
                  <a:pt x="36" y="179"/>
                </a:lnTo>
                <a:lnTo>
                  <a:pt x="52" y="169"/>
                </a:lnTo>
                <a:lnTo>
                  <a:pt x="68" y="159"/>
                </a:lnTo>
                <a:lnTo>
                  <a:pt x="84" y="147"/>
                </a:lnTo>
                <a:lnTo>
                  <a:pt x="98" y="137"/>
                </a:lnTo>
                <a:lnTo>
                  <a:pt x="111" y="124"/>
                </a:lnTo>
                <a:lnTo>
                  <a:pt x="125" y="113"/>
                </a:lnTo>
                <a:lnTo>
                  <a:pt x="137" y="101"/>
                </a:lnTo>
                <a:lnTo>
                  <a:pt x="148" y="88"/>
                </a:lnTo>
                <a:lnTo>
                  <a:pt x="158" y="74"/>
                </a:lnTo>
                <a:lnTo>
                  <a:pt x="168" y="61"/>
                </a:lnTo>
                <a:lnTo>
                  <a:pt x="177" y="46"/>
                </a:lnTo>
                <a:lnTo>
                  <a:pt x="187" y="31"/>
                </a:lnTo>
                <a:lnTo>
                  <a:pt x="195" y="16"/>
                </a:lnTo>
                <a:lnTo>
                  <a:pt x="201" y="0"/>
                </a:lnTo>
                <a:lnTo>
                  <a:pt x="346" y="148"/>
                </a:lnTo>
                <a:lnTo>
                  <a:pt x="339" y="164"/>
                </a:lnTo>
                <a:lnTo>
                  <a:pt x="332" y="180"/>
                </a:lnTo>
                <a:lnTo>
                  <a:pt x="323" y="195"/>
                </a:lnTo>
                <a:lnTo>
                  <a:pt x="315" y="210"/>
                </a:lnTo>
                <a:lnTo>
                  <a:pt x="305" y="223"/>
                </a:lnTo>
                <a:lnTo>
                  <a:pt x="295" y="237"/>
                </a:lnTo>
                <a:lnTo>
                  <a:pt x="283" y="250"/>
                </a:lnTo>
                <a:lnTo>
                  <a:pt x="272" y="262"/>
                </a:lnTo>
                <a:lnTo>
                  <a:pt x="259" y="273"/>
                </a:lnTo>
                <a:lnTo>
                  <a:pt x="246" y="285"/>
                </a:lnTo>
                <a:lnTo>
                  <a:pt x="231" y="296"/>
                </a:lnTo>
                <a:lnTo>
                  <a:pt x="216" y="306"/>
                </a:lnTo>
                <a:lnTo>
                  <a:pt x="199" y="318"/>
                </a:lnTo>
                <a:lnTo>
                  <a:pt x="182" y="327"/>
                </a:lnTo>
                <a:lnTo>
                  <a:pt x="165" y="337"/>
                </a:lnTo>
                <a:lnTo>
                  <a:pt x="146" y="346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2" name="Freeform 22"/>
          <p:cNvSpPr>
            <a:spLocks/>
          </p:cNvSpPr>
          <p:nvPr/>
        </p:nvSpPr>
        <p:spPr bwMode="gray">
          <a:xfrm>
            <a:off x="6978650" y="1703388"/>
            <a:ext cx="317500" cy="317500"/>
          </a:xfrm>
          <a:custGeom>
            <a:avLst/>
            <a:gdLst/>
            <a:ahLst/>
            <a:cxnLst>
              <a:cxn ang="0">
                <a:pos x="399" y="182"/>
              </a:cxn>
              <a:cxn ang="0">
                <a:pos x="401" y="176"/>
              </a:cxn>
              <a:cxn ang="0">
                <a:pos x="397" y="171"/>
              </a:cxn>
              <a:cxn ang="0">
                <a:pos x="238" y="10"/>
              </a:cxn>
              <a:cxn ang="0">
                <a:pos x="228" y="0"/>
              </a:cxn>
              <a:cxn ang="0">
                <a:pos x="222" y="12"/>
              </a:cxn>
              <a:cxn ang="0">
                <a:pos x="215" y="29"/>
              </a:cxn>
              <a:cxn ang="0">
                <a:pos x="207" y="46"/>
              </a:cxn>
              <a:cxn ang="0">
                <a:pos x="199" y="61"/>
              </a:cxn>
              <a:cxn ang="0">
                <a:pos x="190" y="77"/>
              </a:cxn>
              <a:cxn ang="0">
                <a:pos x="180" y="92"/>
              </a:cxn>
              <a:cxn ang="0">
                <a:pos x="169" y="105"/>
              </a:cxn>
              <a:cxn ang="0">
                <a:pos x="157" y="119"/>
              </a:cxn>
              <a:cxn ang="0">
                <a:pos x="145" y="131"/>
              </a:cxn>
              <a:cxn ang="0">
                <a:pos x="132" y="144"/>
              </a:cxn>
              <a:cxn ang="0">
                <a:pos x="117" y="157"/>
              </a:cxn>
              <a:cxn ang="0">
                <a:pos x="103" y="168"/>
              </a:cxn>
              <a:cxn ang="0">
                <a:pos x="87" y="179"/>
              </a:cxn>
              <a:cxn ang="0">
                <a:pos x="70" y="190"/>
              </a:cxn>
              <a:cxn ang="0">
                <a:pos x="51" y="200"/>
              </a:cxn>
              <a:cxn ang="0">
                <a:pos x="33" y="210"/>
              </a:cxn>
              <a:cxn ang="0">
                <a:pos x="13" y="219"/>
              </a:cxn>
              <a:cxn ang="0">
                <a:pos x="0" y="224"/>
              </a:cxn>
              <a:cxn ang="0">
                <a:pos x="9" y="234"/>
              </a:cxn>
              <a:cxn ang="0">
                <a:pos x="170" y="395"/>
              </a:cxn>
              <a:cxn ang="0">
                <a:pos x="174" y="400"/>
              </a:cxn>
              <a:cxn ang="0">
                <a:pos x="180" y="398"/>
              </a:cxn>
              <a:cxn ang="0">
                <a:pos x="200" y="387"/>
              </a:cxn>
              <a:cxn ang="0">
                <a:pos x="220" y="377"/>
              </a:cxn>
              <a:cxn ang="0">
                <a:pos x="239" y="367"/>
              </a:cxn>
              <a:cxn ang="0">
                <a:pos x="256" y="356"/>
              </a:cxn>
              <a:cxn ang="0">
                <a:pos x="273" y="344"/>
              </a:cxn>
              <a:cxn ang="0">
                <a:pos x="289" y="332"/>
              </a:cxn>
              <a:cxn ang="0">
                <a:pos x="304" y="319"/>
              </a:cxn>
              <a:cxn ang="0">
                <a:pos x="318" y="307"/>
              </a:cxn>
              <a:cxn ang="0">
                <a:pos x="331" y="293"/>
              </a:cxn>
              <a:cxn ang="0">
                <a:pos x="344" y="278"/>
              </a:cxn>
              <a:cxn ang="0">
                <a:pos x="355" y="263"/>
              </a:cxn>
              <a:cxn ang="0">
                <a:pos x="365" y="249"/>
              </a:cxn>
              <a:cxn ang="0">
                <a:pos x="374" y="233"/>
              </a:cxn>
              <a:cxn ang="0">
                <a:pos x="384" y="216"/>
              </a:cxn>
              <a:cxn ang="0">
                <a:pos x="392" y="199"/>
              </a:cxn>
              <a:cxn ang="0">
                <a:pos x="399" y="182"/>
              </a:cxn>
            </a:cxnLst>
            <a:rect l="0" t="0" r="r" b="b"/>
            <a:pathLst>
              <a:path w="401" h="400">
                <a:moveTo>
                  <a:pt x="399" y="182"/>
                </a:moveTo>
                <a:lnTo>
                  <a:pt x="401" y="176"/>
                </a:lnTo>
                <a:lnTo>
                  <a:pt x="397" y="171"/>
                </a:lnTo>
                <a:lnTo>
                  <a:pt x="238" y="10"/>
                </a:lnTo>
                <a:lnTo>
                  <a:pt x="228" y="0"/>
                </a:lnTo>
                <a:lnTo>
                  <a:pt x="222" y="12"/>
                </a:lnTo>
                <a:lnTo>
                  <a:pt x="215" y="29"/>
                </a:lnTo>
                <a:lnTo>
                  <a:pt x="207" y="46"/>
                </a:lnTo>
                <a:lnTo>
                  <a:pt x="199" y="61"/>
                </a:lnTo>
                <a:lnTo>
                  <a:pt x="190" y="77"/>
                </a:lnTo>
                <a:lnTo>
                  <a:pt x="180" y="92"/>
                </a:lnTo>
                <a:lnTo>
                  <a:pt x="169" y="105"/>
                </a:lnTo>
                <a:lnTo>
                  <a:pt x="157" y="119"/>
                </a:lnTo>
                <a:lnTo>
                  <a:pt x="145" y="131"/>
                </a:lnTo>
                <a:lnTo>
                  <a:pt x="132" y="144"/>
                </a:lnTo>
                <a:lnTo>
                  <a:pt x="117" y="157"/>
                </a:lnTo>
                <a:lnTo>
                  <a:pt x="103" y="168"/>
                </a:lnTo>
                <a:lnTo>
                  <a:pt x="87" y="179"/>
                </a:lnTo>
                <a:lnTo>
                  <a:pt x="70" y="190"/>
                </a:lnTo>
                <a:lnTo>
                  <a:pt x="51" y="200"/>
                </a:lnTo>
                <a:lnTo>
                  <a:pt x="33" y="210"/>
                </a:lnTo>
                <a:lnTo>
                  <a:pt x="13" y="219"/>
                </a:lnTo>
                <a:lnTo>
                  <a:pt x="0" y="224"/>
                </a:lnTo>
                <a:lnTo>
                  <a:pt x="9" y="234"/>
                </a:lnTo>
                <a:lnTo>
                  <a:pt x="170" y="395"/>
                </a:lnTo>
                <a:lnTo>
                  <a:pt x="174" y="400"/>
                </a:lnTo>
                <a:lnTo>
                  <a:pt x="180" y="398"/>
                </a:lnTo>
                <a:lnTo>
                  <a:pt x="200" y="387"/>
                </a:lnTo>
                <a:lnTo>
                  <a:pt x="220" y="377"/>
                </a:lnTo>
                <a:lnTo>
                  <a:pt x="239" y="367"/>
                </a:lnTo>
                <a:lnTo>
                  <a:pt x="256" y="356"/>
                </a:lnTo>
                <a:lnTo>
                  <a:pt x="273" y="344"/>
                </a:lnTo>
                <a:lnTo>
                  <a:pt x="289" y="332"/>
                </a:lnTo>
                <a:lnTo>
                  <a:pt x="304" y="319"/>
                </a:lnTo>
                <a:lnTo>
                  <a:pt x="318" y="307"/>
                </a:lnTo>
                <a:lnTo>
                  <a:pt x="331" y="293"/>
                </a:lnTo>
                <a:lnTo>
                  <a:pt x="344" y="278"/>
                </a:lnTo>
                <a:lnTo>
                  <a:pt x="355" y="263"/>
                </a:lnTo>
                <a:lnTo>
                  <a:pt x="365" y="249"/>
                </a:lnTo>
                <a:lnTo>
                  <a:pt x="374" y="233"/>
                </a:lnTo>
                <a:lnTo>
                  <a:pt x="384" y="216"/>
                </a:lnTo>
                <a:lnTo>
                  <a:pt x="392" y="199"/>
                </a:lnTo>
                <a:lnTo>
                  <a:pt x="399" y="182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3" name="Freeform 23"/>
          <p:cNvSpPr>
            <a:spLocks/>
          </p:cNvSpPr>
          <p:nvPr/>
        </p:nvSpPr>
        <p:spPr bwMode="gray">
          <a:xfrm>
            <a:off x="7004050" y="1730375"/>
            <a:ext cx="276225" cy="274638"/>
          </a:xfrm>
          <a:custGeom>
            <a:avLst/>
            <a:gdLst/>
            <a:ahLst/>
            <a:cxnLst>
              <a:cxn ang="0">
                <a:pos x="146" y="345"/>
              </a:cxn>
              <a:cxn ang="0">
                <a:pos x="0" y="196"/>
              </a:cxn>
              <a:cxn ang="0">
                <a:pos x="18" y="187"/>
              </a:cxn>
              <a:cxn ang="0">
                <a:pos x="36" y="178"/>
              </a:cxn>
              <a:cxn ang="0">
                <a:pos x="52" y="168"/>
              </a:cxn>
              <a:cxn ang="0">
                <a:pos x="68" y="158"/>
              </a:cxn>
              <a:cxn ang="0">
                <a:pos x="84" y="146"/>
              </a:cxn>
              <a:cxn ang="0">
                <a:pos x="98" y="136"/>
              </a:cxn>
              <a:cxn ang="0">
                <a:pos x="112" y="124"/>
              </a:cxn>
              <a:cxn ang="0">
                <a:pos x="125" y="112"/>
              </a:cxn>
              <a:cxn ang="0">
                <a:pos x="137" y="100"/>
              </a:cxn>
              <a:cxn ang="0">
                <a:pos x="148" y="87"/>
              </a:cxn>
              <a:cxn ang="0">
                <a:pos x="159" y="73"/>
              </a:cxn>
              <a:cxn ang="0">
                <a:pos x="170" y="60"/>
              </a:cxn>
              <a:cxn ang="0">
                <a:pos x="179" y="45"/>
              </a:cxn>
              <a:cxn ang="0">
                <a:pos x="187" y="30"/>
              </a:cxn>
              <a:cxn ang="0">
                <a:pos x="196" y="15"/>
              </a:cxn>
              <a:cxn ang="0">
                <a:pos x="203" y="0"/>
              </a:cxn>
              <a:cxn ang="0">
                <a:pos x="348" y="147"/>
              </a:cxn>
              <a:cxn ang="0">
                <a:pos x="341" y="163"/>
              </a:cxn>
              <a:cxn ang="0">
                <a:pos x="333" y="179"/>
              </a:cxn>
              <a:cxn ang="0">
                <a:pos x="324" y="194"/>
              </a:cxn>
              <a:cxn ang="0">
                <a:pos x="315" y="209"/>
              </a:cxn>
              <a:cxn ang="0">
                <a:pos x="306" y="222"/>
              </a:cxn>
              <a:cxn ang="0">
                <a:pos x="296" y="236"/>
              </a:cxn>
              <a:cxn ang="0">
                <a:pos x="284" y="249"/>
              </a:cxn>
              <a:cxn ang="0">
                <a:pos x="272" y="261"/>
              </a:cxn>
              <a:cxn ang="0">
                <a:pos x="259" y="273"/>
              </a:cxn>
              <a:cxn ang="0">
                <a:pos x="246" y="284"/>
              </a:cxn>
              <a:cxn ang="0">
                <a:pos x="231" y="295"/>
              </a:cxn>
              <a:cxn ang="0">
                <a:pos x="216" y="306"/>
              </a:cxn>
              <a:cxn ang="0">
                <a:pos x="199" y="317"/>
              </a:cxn>
              <a:cxn ang="0">
                <a:pos x="182" y="326"/>
              </a:cxn>
              <a:cxn ang="0">
                <a:pos x="165" y="336"/>
              </a:cxn>
              <a:cxn ang="0">
                <a:pos x="146" y="345"/>
              </a:cxn>
            </a:cxnLst>
            <a:rect l="0" t="0" r="r" b="b"/>
            <a:pathLst>
              <a:path w="348" h="345">
                <a:moveTo>
                  <a:pt x="146" y="345"/>
                </a:moveTo>
                <a:lnTo>
                  <a:pt x="0" y="196"/>
                </a:lnTo>
                <a:lnTo>
                  <a:pt x="18" y="187"/>
                </a:lnTo>
                <a:lnTo>
                  <a:pt x="36" y="178"/>
                </a:lnTo>
                <a:lnTo>
                  <a:pt x="52" y="168"/>
                </a:lnTo>
                <a:lnTo>
                  <a:pt x="68" y="158"/>
                </a:lnTo>
                <a:lnTo>
                  <a:pt x="84" y="146"/>
                </a:lnTo>
                <a:lnTo>
                  <a:pt x="98" y="136"/>
                </a:lnTo>
                <a:lnTo>
                  <a:pt x="112" y="124"/>
                </a:lnTo>
                <a:lnTo>
                  <a:pt x="125" y="112"/>
                </a:lnTo>
                <a:lnTo>
                  <a:pt x="137" y="100"/>
                </a:lnTo>
                <a:lnTo>
                  <a:pt x="148" y="87"/>
                </a:lnTo>
                <a:lnTo>
                  <a:pt x="159" y="73"/>
                </a:lnTo>
                <a:lnTo>
                  <a:pt x="170" y="60"/>
                </a:lnTo>
                <a:lnTo>
                  <a:pt x="179" y="45"/>
                </a:lnTo>
                <a:lnTo>
                  <a:pt x="187" y="30"/>
                </a:lnTo>
                <a:lnTo>
                  <a:pt x="196" y="15"/>
                </a:lnTo>
                <a:lnTo>
                  <a:pt x="203" y="0"/>
                </a:lnTo>
                <a:lnTo>
                  <a:pt x="348" y="147"/>
                </a:lnTo>
                <a:lnTo>
                  <a:pt x="341" y="163"/>
                </a:lnTo>
                <a:lnTo>
                  <a:pt x="333" y="179"/>
                </a:lnTo>
                <a:lnTo>
                  <a:pt x="324" y="194"/>
                </a:lnTo>
                <a:lnTo>
                  <a:pt x="315" y="209"/>
                </a:lnTo>
                <a:lnTo>
                  <a:pt x="306" y="222"/>
                </a:lnTo>
                <a:lnTo>
                  <a:pt x="296" y="236"/>
                </a:lnTo>
                <a:lnTo>
                  <a:pt x="284" y="249"/>
                </a:lnTo>
                <a:lnTo>
                  <a:pt x="272" y="261"/>
                </a:lnTo>
                <a:lnTo>
                  <a:pt x="259" y="273"/>
                </a:lnTo>
                <a:lnTo>
                  <a:pt x="246" y="284"/>
                </a:lnTo>
                <a:lnTo>
                  <a:pt x="231" y="295"/>
                </a:lnTo>
                <a:lnTo>
                  <a:pt x="216" y="306"/>
                </a:lnTo>
                <a:lnTo>
                  <a:pt x="199" y="317"/>
                </a:lnTo>
                <a:lnTo>
                  <a:pt x="182" y="326"/>
                </a:lnTo>
                <a:lnTo>
                  <a:pt x="165" y="336"/>
                </a:lnTo>
                <a:lnTo>
                  <a:pt x="146" y="345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4" name="Freeform 24"/>
          <p:cNvSpPr>
            <a:spLocks/>
          </p:cNvSpPr>
          <p:nvPr/>
        </p:nvSpPr>
        <p:spPr bwMode="gray">
          <a:xfrm>
            <a:off x="6910388" y="1606550"/>
            <a:ext cx="260350" cy="296863"/>
          </a:xfrm>
          <a:custGeom>
            <a:avLst/>
            <a:gdLst/>
            <a:ahLst/>
            <a:cxnLst>
              <a:cxn ang="0">
                <a:pos x="322" y="70"/>
              </a:cxn>
              <a:cxn ang="0">
                <a:pos x="321" y="65"/>
              </a:cxn>
              <a:cxn ang="0">
                <a:pos x="315" y="62"/>
              </a:cxn>
              <a:cxn ang="0">
                <a:pos x="95" y="4"/>
              </a:cxn>
              <a:cxn ang="0">
                <a:pos x="82" y="0"/>
              </a:cxn>
              <a:cxn ang="0">
                <a:pos x="84" y="15"/>
              </a:cxn>
              <a:cxn ang="0">
                <a:pos x="89" y="51"/>
              </a:cxn>
              <a:cxn ang="0">
                <a:pos x="89" y="86"/>
              </a:cxn>
              <a:cxn ang="0">
                <a:pos x="85" y="122"/>
              </a:cxn>
              <a:cxn ang="0">
                <a:pos x="77" y="156"/>
              </a:cxn>
              <a:cxn ang="0">
                <a:pos x="66" y="191"/>
              </a:cxn>
              <a:cxn ang="0">
                <a:pos x="51" y="226"/>
              </a:cxn>
              <a:cxn ang="0">
                <a:pos x="32" y="261"/>
              </a:cxn>
              <a:cxn ang="0">
                <a:pos x="8" y="298"/>
              </a:cxn>
              <a:cxn ang="0">
                <a:pos x="0" y="309"/>
              </a:cxn>
              <a:cxn ang="0">
                <a:pos x="12" y="313"/>
              </a:cxn>
              <a:cxn ang="0">
                <a:pos x="232" y="371"/>
              </a:cxn>
              <a:cxn ang="0">
                <a:pos x="239" y="373"/>
              </a:cxn>
              <a:cxn ang="0">
                <a:pos x="242" y="367"/>
              </a:cxn>
              <a:cxn ang="0">
                <a:pos x="266" y="330"/>
              </a:cxn>
              <a:cxn ang="0">
                <a:pos x="287" y="292"/>
              </a:cxn>
              <a:cxn ang="0">
                <a:pos x="302" y="256"/>
              </a:cxn>
              <a:cxn ang="0">
                <a:pos x="315" y="218"/>
              </a:cxn>
              <a:cxn ang="0">
                <a:pos x="323" y="182"/>
              </a:cxn>
              <a:cxn ang="0">
                <a:pos x="326" y="145"/>
              </a:cxn>
              <a:cxn ang="0">
                <a:pos x="326" y="108"/>
              </a:cxn>
              <a:cxn ang="0">
                <a:pos x="322" y="70"/>
              </a:cxn>
            </a:cxnLst>
            <a:rect l="0" t="0" r="r" b="b"/>
            <a:pathLst>
              <a:path w="326" h="373">
                <a:moveTo>
                  <a:pt x="322" y="70"/>
                </a:moveTo>
                <a:lnTo>
                  <a:pt x="321" y="65"/>
                </a:lnTo>
                <a:lnTo>
                  <a:pt x="315" y="62"/>
                </a:lnTo>
                <a:lnTo>
                  <a:pt x="95" y="4"/>
                </a:lnTo>
                <a:lnTo>
                  <a:pt x="82" y="0"/>
                </a:lnTo>
                <a:lnTo>
                  <a:pt x="84" y="15"/>
                </a:lnTo>
                <a:lnTo>
                  <a:pt x="89" y="51"/>
                </a:lnTo>
                <a:lnTo>
                  <a:pt x="89" y="86"/>
                </a:lnTo>
                <a:lnTo>
                  <a:pt x="85" y="122"/>
                </a:lnTo>
                <a:lnTo>
                  <a:pt x="77" y="156"/>
                </a:lnTo>
                <a:lnTo>
                  <a:pt x="66" y="191"/>
                </a:lnTo>
                <a:lnTo>
                  <a:pt x="51" y="226"/>
                </a:lnTo>
                <a:lnTo>
                  <a:pt x="32" y="261"/>
                </a:lnTo>
                <a:lnTo>
                  <a:pt x="8" y="298"/>
                </a:lnTo>
                <a:lnTo>
                  <a:pt x="0" y="309"/>
                </a:lnTo>
                <a:lnTo>
                  <a:pt x="12" y="313"/>
                </a:lnTo>
                <a:lnTo>
                  <a:pt x="232" y="371"/>
                </a:lnTo>
                <a:lnTo>
                  <a:pt x="239" y="373"/>
                </a:lnTo>
                <a:lnTo>
                  <a:pt x="242" y="367"/>
                </a:lnTo>
                <a:lnTo>
                  <a:pt x="266" y="330"/>
                </a:lnTo>
                <a:lnTo>
                  <a:pt x="287" y="292"/>
                </a:lnTo>
                <a:lnTo>
                  <a:pt x="302" y="256"/>
                </a:lnTo>
                <a:lnTo>
                  <a:pt x="315" y="218"/>
                </a:lnTo>
                <a:lnTo>
                  <a:pt x="323" y="182"/>
                </a:lnTo>
                <a:lnTo>
                  <a:pt x="326" y="145"/>
                </a:lnTo>
                <a:lnTo>
                  <a:pt x="326" y="108"/>
                </a:lnTo>
                <a:lnTo>
                  <a:pt x="322" y="7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5" name="Freeform 25"/>
          <p:cNvSpPr>
            <a:spLocks/>
          </p:cNvSpPr>
          <p:nvPr/>
        </p:nvSpPr>
        <p:spPr bwMode="gray">
          <a:xfrm>
            <a:off x="6934200" y="1627188"/>
            <a:ext cx="222250" cy="258762"/>
          </a:xfrm>
          <a:custGeom>
            <a:avLst/>
            <a:gdLst/>
            <a:ahLst/>
            <a:cxnLst>
              <a:cxn ang="0">
                <a:pos x="202" y="326"/>
              </a:cxn>
              <a:cxn ang="0">
                <a:pos x="0" y="273"/>
              </a:cxn>
              <a:cxn ang="0">
                <a:pos x="22" y="239"/>
              </a:cxn>
              <a:cxn ang="0">
                <a:pos x="40" y="205"/>
              </a:cxn>
              <a:cxn ang="0">
                <a:pos x="55" y="170"/>
              </a:cxn>
              <a:cxn ang="0">
                <a:pos x="65" y="136"/>
              </a:cxn>
              <a:cxn ang="0">
                <a:pos x="73" y="103"/>
              </a:cxn>
              <a:cxn ang="0">
                <a:pos x="77" y="69"/>
              </a:cxn>
              <a:cxn ang="0">
                <a:pos x="78" y="35"/>
              </a:cxn>
              <a:cxn ang="0">
                <a:pos x="74" y="0"/>
              </a:cxn>
              <a:cxn ang="0">
                <a:pos x="275" y="53"/>
              </a:cxn>
              <a:cxn ang="0">
                <a:pos x="278" y="89"/>
              </a:cxn>
              <a:cxn ang="0">
                <a:pos x="279" y="123"/>
              </a:cxn>
              <a:cxn ang="0">
                <a:pos x="275" y="157"/>
              </a:cxn>
              <a:cxn ang="0">
                <a:pos x="268" y="190"/>
              </a:cxn>
              <a:cxn ang="0">
                <a:pos x="258" y="223"/>
              </a:cxn>
              <a:cxn ang="0">
                <a:pos x="243" y="257"/>
              </a:cxn>
              <a:cxn ang="0">
                <a:pos x="225" y="291"/>
              </a:cxn>
              <a:cxn ang="0">
                <a:pos x="202" y="326"/>
              </a:cxn>
            </a:cxnLst>
            <a:rect l="0" t="0" r="r" b="b"/>
            <a:pathLst>
              <a:path w="279" h="326">
                <a:moveTo>
                  <a:pt x="202" y="326"/>
                </a:moveTo>
                <a:lnTo>
                  <a:pt x="0" y="273"/>
                </a:lnTo>
                <a:lnTo>
                  <a:pt x="22" y="239"/>
                </a:lnTo>
                <a:lnTo>
                  <a:pt x="40" y="205"/>
                </a:lnTo>
                <a:lnTo>
                  <a:pt x="55" y="170"/>
                </a:lnTo>
                <a:lnTo>
                  <a:pt x="65" y="136"/>
                </a:lnTo>
                <a:lnTo>
                  <a:pt x="73" y="103"/>
                </a:lnTo>
                <a:lnTo>
                  <a:pt x="77" y="69"/>
                </a:lnTo>
                <a:lnTo>
                  <a:pt x="78" y="35"/>
                </a:lnTo>
                <a:lnTo>
                  <a:pt x="74" y="0"/>
                </a:lnTo>
                <a:lnTo>
                  <a:pt x="275" y="53"/>
                </a:lnTo>
                <a:lnTo>
                  <a:pt x="278" y="89"/>
                </a:lnTo>
                <a:lnTo>
                  <a:pt x="279" y="123"/>
                </a:lnTo>
                <a:lnTo>
                  <a:pt x="275" y="157"/>
                </a:lnTo>
                <a:lnTo>
                  <a:pt x="268" y="190"/>
                </a:lnTo>
                <a:lnTo>
                  <a:pt x="258" y="223"/>
                </a:lnTo>
                <a:lnTo>
                  <a:pt x="243" y="257"/>
                </a:lnTo>
                <a:lnTo>
                  <a:pt x="225" y="291"/>
                </a:lnTo>
                <a:lnTo>
                  <a:pt x="202" y="326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6" name="Freeform 26"/>
          <p:cNvSpPr>
            <a:spLocks/>
          </p:cNvSpPr>
          <p:nvPr/>
        </p:nvSpPr>
        <p:spPr bwMode="gray">
          <a:xfrm>
            <a:off x="6961188" y="1757363"/>
            <a:ext cx="255587" cy="293687"/>
          </a:xfrm>
          <a:custGeom>
            <a:avLst/>
            <a:gdLst/>
            <a:ahLst/>
            <a:cxnLst>
              <a:cxn ang="0">
                <a:pos x="316" y="63"/>
              </a:cxn>
              <a:cxn ang="0">
                <a:pos x="314" y="58"/>
              </a:cxn>
              <a:cxn ang="0">
                <a:pos x="309" y="57"/>
              </a:cxn>
              <a:cxn ang="0">
                <a:pos x="88" y="3"/>
              </a:cxn>
              <a:cxn ang="0">
                <a:pos x="74" y="0"/>
              </a:cxn>
              <a:cxn ang="0">
                <a:pos x="77" y="15"/>
              </a:cxn>
              <a:cxn ang="0">
                <a:pos x="81" y="51"/>
              </a:cxn>
              <a:cxn ang="0">
                <a:pos x="82" y="86"/>
              </a:cxn>
              <a:cxn ang="0">
                <a:pos x="80" y="122"/>
              </a:cxn>
              <a:cxn ang="0">
                <a:pos x="73" y="156"/>
              </a:cxn>
              <a:cxn ang="0">
                <a:pos x="63" y="191"/>
              </a:cxn>
              <a:cxn ang="0">
                <a:pos x="48" y="227"/>
              </a:cxn>
              <a:cxn ang="0">
                <a:pos x="30" y="263"/>
              </a:cxn>
              <a:cxn ang="0">
                <a:pos x="7" y="300"/>
              </a:cxn>
              <a:cxn ang="0">
                <a:pos x="0" y="310"/>
              </a:cxn>
              <a:cxn ang="0">
                <a:pos x="13" y="314"/>
              </a:cxn>
              <a:cxn ang="0">
                <a:pos x="234" y="367"/>
              </a:cxn>
              <a:cxn ang="0">
                <a:pos x="240" y="368"/>
              </a:cxn>
              <a:cxn ang="0">
                <a:pos x="244" y="364"/>
              </a:cxn>
              <a:cxn ang="0">
                <a:pos x="268" y="325"/>
              </a:cxn>
              <a:cxn ang="0">
                <a:pos x="287" y="288"/>
              </a:cxn>
              <a:cxn ang="0">
                <a:pos x="302" y="250"/>
              </a:cxn>
              <a:cxn ang="0">
                <a:pos x="312" y="213"/>
              </a:cxn>
              <a:cxn ang="0">
                <a:pos x="319" y="176"/>
              </a:cxn>
              <a:cxn ang="0">
                <a:pos x="322" y="139"/>
              </a:cxn>
              <a:cxn ang="0">
                <a:pos x="321" y="101"/>
              </a:cxn>
              <a:cxn ang="0">
                <a:pos x="316" y="63"/>
              </a:cxn>
            </a:cxnLst>
            <a:rect l="0" t="0" r="r" b="b"/>
            <a:pathLst>
              <a:path w="322" h="368">
                <a:moveTo>
                  <a:pt x="316" y="63"/>
                </a:moveTo>
                <a:lnTo>
                  <a:pt x="314" y="58"/>
                </a:lnTo>
                <a:lnTo>
                  <a:pt x="309" y="57"/>
                </a:lnTo>
                <a:lnTo>
                  <a:pt x="88" y="3"/>
                </a:lnTo>
                <a:lnTo>
                  <a:pt x="74" y="0"/>
                </a:lnTo>
                <a:lnTo>
                  <a:pt x="77" y="15"/>
                </a:lnTo>
                <a:lnTo>
                  <a:pt x="81" y="51"/>
                </a:lnTo>
                <a:lnTo>
                  <a:pt x="82" y="86"/>
                </a:lnTo>
                <a:lnTo>
                  <a:pt x="80" y="122"/>
                </a:lnTo>
                <a:lnTo>
                  <a:pt x="73" y="156"/>
                </a:lnTo>
                <a:lnTo>
                  <a:pt x="63" y="191"/>
                </a:lnTo>
                <a:lnTo>
                  <a:pt x="48" y="227"/>
                </a:lnTo>
                <a:lnTo>
                  <a:pt x="30" y="263"/>
                </a:lnTo>
                <a:lnTo>
                  <a:pt x="7" y="300"/>
                </a:lnTo>
                <a:lnTo>
                  <a:pt x="0" y="310"/>
                </a:lnTo>
                <a:lnTo>
                  <a:pt x="13" y="314"/>
                </a:lnTo>
                <a:lnTo>
                  <a:pt x="234" y="367"/>
                </a:lnTo>
                <a:lnTo>
                  <a:pt x="240" y="368"/>
                </a:lnTo>
                <a:lnTo>
                  <a:pt x="244" y="364"/>
                </a:lnTo>
                <a:lnTo>
                  <a:pt x="268" y="325"/>
                </a:lnTo>
                <a:lnTo>
                  <a:pt x="287" y="288"/>
                </a:lnTo>
                <a:lnTo>
                  <a:pt x="302" y="250"/>
                </a:lnTo>
                <a:lnTo>
                  <a:pt x="312" y="213"/>
                </a:lnTo>
                <a:lnTo>
                  <a:pt x="319" y="176"/>
                </a:lnTo>
                <a:lnTo>
                  <a:pt x="322" y="139"/>
                </a:lnTo>
                <a:lnTo>
                  <a:pt x="321" y="101"/>
                </a:lnTo>
                <a:lnTo>
                  <a:pt x="316" y="63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7" name="Freeform 27"/>
          <p:cNvSpPr>
            <a:spLocks/>
          </p:cNvSpPr>
          <p:nvPr/>
        </p:nvSpPr>
        <p:spPr bwMode="gray">
          <a:xfrm>
            <a:off x="6983413" y="1778000"/>
            <a:ext cx="217487" cy="255588"/>
          </a:xfrm>
          <a:custGeom>
            <a:avLst/>
            <a:gdLst/>
            <a:ahLst/>
            <a:cxnLst>
              <a:cxn ang="0">
                <a:pos x="201" y="323"/>
              </a:cxn>
              <a:cxn ang="0">
                <a:pos x="0" y="274"/>
              </a:cxn>
              <a:cxn ang="0">
                <a:pos x="20" y="239"/>
              </a:cxn>
              <a:cxn ang="0">
                <a:pos x="38" y="205"/>
              </a:cxn>
              <a:cxn ang="0">
                <a:pos x="51" y="170"/>
              </a:cxn>
              <a:cxn ang="0">
                <a:pos x="61" y="136"/>
              </a:cxn>
              <a:cxn ang="0">
                <a:pos x="67" y="102"/>
              </a:cxn>
              <a:cxn ang="0">
                <a:pos x="71" y="68"/>
              </a:cxn>
              <a:cxn ang="0">
                <a:pos x="71" y="34"/>
              </a:cxn>
              <a:cxn ang="0">
                <a:pos x="67" y="0"/>
              </a:cxn>
              <a:cxn ang="0">
                <a:pos x="268" y="49"/>
              </a:cxn>
              <a:cxn ang="0">
                <a:pos x="273" y="83"/>
              </a:cxn>
              <a:cxn ang="0">
                <a:pos x="273" y="117"/>
              </a:cxn>
              <a:cxn ang="0">
                <a:pos x="271" y="151"/>
              </a:cxn>
              <a:cxn ang="0">
                <a:pos x="264" y="185"/>
              </a:cxn>
              <a:cxn ang="0">
                <a:pos x="255" y="218"/>
              </a:cxn>
              <a:cxn ang="0">
                <a:pos x="240" y="252"/>
              </a:cxn>
              <a:cxn ang="0">
                <a:pos x="223" y="288"/>
              </a:cxn>
              <a:cxn ang="0">
                <a:pos x="201" y="323"/>
              </a:cxn>
            </a:cxnLst>
            <a:rect l="0" t="0" r="r" b="b"/>
            <a:pathLst>
              <a:path w="273" h="323">
                <a:moveTo>
                  <a:pt x="201" y="323"/>
                </a:moveTo>
                <a:lnTo>
                  <a:pt x="0" y="274"/>
                </a:lnTo>
                <a:lnTo>
                  <a:pt x="20" y="239"/>
                </a:lnTo>
                <a:lnTo>
                  <a:pt x="38" y="205"/>
                </a:lnTo>
                <a:lnTo>
                  <a:pt x="51" y="170"/>
                </a:lnTo>
                <a:lnTo>
                  <a:pt x="61" y="136"/>
                </a:lnTo>
                <a:lnTo>
                  <a:pt x="67" y="102"/>
                </a:lnTo>
                <a:lnTo>
                  <a:pt x="71" y="68"/>
                </a:lnTo>
                <a:lnTo>
                  <a:pt x="71" y="34"/>
                </a:lnTo>
                <a:lnTo>
                  <a:pt x="67" y="0"/>
                </a:lnTo>
                <a:lnTo>
                  <a:pt x="268" y="49"/>
                </a:lnTo>
                <a:lnTo>
                  <a:pt x="273" y="83"/>
                </a:lnTo>
                <a:lnTo>
                  <a:pt x="273" y="117"/>
                </a:lnTo>
                <a:lnTo>
                  <a:pt x="271" y="151"/>
                </a:lnTo>
                <a:lnTo>
                  <a:pt x="264" y="185"/>
                </a:lnTo>
                <a:lnTo>
                  <a:pt x="255" y="218"/>
                </a:lnTo>
                <a:lnTo>
                  <a:pt x="240" y="252"/>
                </a:lnTo>
                <a:lnTo>
                  <a:pt x="223" y="288"/>
                </a:lnTo>
                <a:lnTo>
                  <a:pt x="201" y="32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8" name="Freeform 28"/>
          <p:cNvSpPr>
            <a:spLocks/>
          </p:cNvSpPr>
          <p:nvPr/>
        </p:nvSpPr>
        <p:spPr bwMode="gray">
          <a:xfrm>
            <a:off x="6743700" y="1677988"/>
            <a:ext cx="292100" cy="315912"/>
          </a:xfrm>
          <a:custGeom>
            <a:avLst/>
            <a:gdLst/>
            <a:ahLst/>
            <a:cxnLst>
              <a:cxn ang="0">
                <a:pos x="223" y="4"/>
              </a:cxn>
              <a:cxn ang="0">
                <a:pos x="219" y="0"/>
              </a:cxn>
              <a:cxn ang="0">
                <a:pos x="213" y="3"/>
              </a:cxn>
              <a:cxn ang="0">
                <a:pos x="13" y="110"/>
              </a:cxn>
              <a:cxn ang="0">
                <a:pos x="0" y="117"/>
              </a:cxn>
              <a:cxn ang="0">
                <a:pos x="12" y="126"/>
              </a:cxn>
              <a:cxn ang="0">
                <a:pos x="39" y="150"/>
              </a:cxn>
              <a:cxn ang="0">
                <a:pos x="64" y="175"/>
              </a:cxn>
              <a:cxn ang="0">
                <a:pos x="86" y="203"/>
              </a:cxn>
              <a:cxn ang="0">
                <a:pos x="104" y="233"/>
              </a:cxn>
              <a:cxn ang="0">
                <a:pos x="119" y="267"/>
              </a:cxn>
              <a:cxn ang="0">
                <a:pos x="131" y="303"/>
              </a:cxn>
              <a:cxn ang="0">
                <a:pos x="141" y="342"/>
              </a:cxn>
              <a:cxn ang="0">
                <a:pos x="149" y="385"/>
              </a:cxn>
              <a:cxn ang="0">
                <a:pos x="152" y="398"/>
              </a:cxn>
              <a:cxn ang="0">
                <a:pos x="163" y="392"/>
              </a:cxn>
              <a:cxn ang="0">
                <a:pos x="363" y="285"/>
              </a:cxn>
              <a:cxn ang="0">
                <a:pos x="369" y="282"/>
              </a:cxn>
              <a:cxn ang="0">
                <a:pos x="368" y="275"/>
              </a:cxn>
              <a:cxn ang="0">
                <a:pos x="360" y="230"/>
              </a:cxn>
              <a:cxn ang="0">
                <a:pos x="350" y="190"/>
              </a:cxn>
              <a:cxn ang="0">
                <a:pos x="336" y="152"/>
              </a:cxn>
              <a:cxn ang="0">
                <a:pos x="320" y="117"/>
              </a:cxn>
              <a:cxn ang="0">
                <a:pos x="301" y="85"/>
              </a:cxn>
              <a:cxn ang="0">
                <a:pos x="278" y="55"/>
              </a:cxn>
              <a:cxn ang="0">
                <a:pos x="253" y="29"/>
              </a:cxn>
              <a:cxn ang="0">
                <a:pos x="223" y="4"/>
              </a:cxn>
            </a:cxnLst>
            <a:rect l="0" t="0" r="r" b="b"/>
            <a:pathLst>
              <a:path w="369" h="398">
                <a:moveTo>
                  <a:pt x="223" y="4"/>
                </a:moveTo>
                <a:lnTo>
                  <a:pt x="219" y="0"/>
                </a:lnTo>
                <a:lnTo>
                  <a:pt x="213" y="3"/>
                </a:lnTo>
                <a:lnTo>
                  <a:pt x="13" y="110"/>
                </a:lnTo>
                <a:lnTo>
                  <a:pt x="0" y="117"/>
                </a:lnTo>
                <a:lnTo>
                  <a:pt x="12" y="126"/>
                </a:lnTo>
                <a:lnTo>
                  <a:pt x="39" y="150"/>
                </a:lnTo>
                <a:lnTo>
                  <a:pt x="64" y="175"/>
                </a:lnTo>
                <a:lnTo>
                  <a:pt x="86" y="203"/>
                </a:lnTo>
                <a:lnTo>
                  <a:pt x="104" y="233"/>
                </a:lnTo>
                <a:lnTo>
                  <a:pt x="119" y="267"/>
                </a:lnTo>
                <a:lnTo>
                  <a:pt x="131" y="303"/>
                </a:lnTo>
                <a:lnTo>
                  <a:pt x="141" y="342"/>
                </a:lnTo>
                <a:lnTo>
                  <a:pt x="149" y="385"/>
                </a:lnTo>
                <a:lnTo>
                  <a:pt x="152" y="398"/>
                </a:lnTo>
                <a:lnTo>
                  <a:pt x="163" y="392"/>
                </a:lnTo>
                <a:lnTo>
                  <a:pt x="363" y="285"/>
                </a:lnTo>
                <a:lnTo>
                  <a:pt x="369" y="282"/>
                </a:lnTo>
                <a:lnTo>
                  <a:pt x="368" y="275"/>
                </a:lnTo>
                <a:lnTo>
                  <a:pt x="360" y="230"/>
                </a:lnTo>
                <a:lnTo>
                  <a:pt x="350" y="190"/>
                </a:lnTo>
                <a:lnTo>
                  <a:pt x="336" y="152"/>
                </a:lnTo>
                <a:lnTo>
                  <a:pt x="320" y="117"/>
                </a:lnTo>
                <a:lnTo>
                  <a:pt x="301" y="85"/>
                </a:lnTo>
                <a:lnTo>
                  <a:pt x="278" y="55"/>
                </a:lnTo>
                <a:lnTo>
                  <a:pt x="253" y="29"/>
                </a:lnTo>
                <a:lnTo>
                  <a:pt x="223" y="4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89" name="Freeform 29"/>
          <p:cNvSpPr>
            <a:spLocks/>
          </p:cNvSpPr>
          <p:nvPr/>
        </p:nvSpPr>
        <p:spPr bwMode="gray">
          <a:xfrm>
            <a:off x="6770688" y="1695450"/>
            <a:ext cx="250825" cy="276225"/>
          </a:xfrm>
          <a:custGeom>
            <a:avLst/>
            <a:gdLst/>
            <a:ahLst/>
            <a:cxnLst>
              <a:cxn ang="0">
                <a:pos x="317" y="249"/>
              </a:cxn>
              <a:cxn ang="0">
                <a:pos x="132" y="347"/>
              </a:cxn>
              <a:cxn ang="0">
                <a:pos x="124" y="307"/>
              </a:cxn>
              <a:cxn ang="0">
                <a:pos x="115" y="270"/>
              </a:cxn>
              <a:cxn ang="0">
                <a:pos x="103" y="236"/>
              </a:cxn>
              <a:cxn ang="0">
                <a:pos x="87" y="204"/>
              </a:cxn>
              <a:cxn ang="0">
                <a:pos x="70" y="174"/>
              </a:cxn>
              <a:cxn ang="0">
                <a:pos x="49" y="147"/>
              </a:cxn>
              <a:cxn ang="0">
                <a:pos x="27" y="121"/>
              </a:cxn>
              <a:cxn ang="0">
                <a:pos x="0" y="98"/>
              </a:cxn>
              <a:cxn ang="0">
                <a:pos x="184" y="0"/>
              </a:cxn>
              <a:cxn ang="0">
                <a:pos x="210" y="23"/>
              </a:cxn>
              <a:cxn ang="0">
                <a:pos x="234" y="48"/>
              </a:cxn>
              <a:cxn ang="0">
                <a:pos x="254" y="75"/>
              </a:cxn>
              <a:cxn ang="0">
                <a:pos x="271" y="105"/>
              </a:cxn>
              <a:cxn ang="0">
                <a:pos x="287" y="137"/>
              </a:cxn>
              <a:cxn ang="0">
                <a:pos x="300" y="171"/>
              </a:cxn>
              <a:cxn ang="0">
                <a:pos x="309" y="208"/>
              </a:cxn>
              <a:cxn ang="0">
                <a:pos x="317" y="249"/>
              </a:cxn>
            </a:cxnLst>
            <a:rect l="0" t="0" r="r" b="b"/>
            <a:pathLst>
              <a:path w="317" h="347">
                <a:moveTo>
                  <a:pt x="317" y="249"/>
                </a:moveTo>
                <a:lnTo>
                  <a:pt x="132" y="347"/>
                </a:lnTo>
                <a:lnTo>
                  <a:pt x="124" y="307"/>
                </a:lnTo>
                <a:lnTo>
                  <a:pt x="115" y="270"/>
                </a:lnTo>
                <a:lnTo>
                  <a:pt x="103" y="236"/>
                </a:lnTo>
                <a:lnTo>
                  <a:pt x="87" y="204"/>
                </a:lnTo>
                <a:lnTo>
                  <a:pt x="70" y="174"/>
                </a:lnTo>
                <a:lnTo>
                  <a:pt x="49" y="147"/>
                </a:lnTo>
                <a:lnTo>
                  <a:pt x="27" y="121"/>
                </a:lnTo>
                <a:lnTo>
                  <a:pt x="0" y="98"/>
                </a:lnTo>
                <a:lnTo>
                  <a:pt x="184" y="0"/>
                </a:lnTo>
                <a:lnTo>
                  <a:pt x="210" y="23"/>
                </a:lnTo>
                <a:lnTo>
                  <a:pt x="234" y="48"/>
                </a:lnTo>
                <a:lnTo>
                  <a:pt x="254" y="75"/>
                </a:lnTo>
                <a:lnTo>
                  <a:pt x="271" y="105"/>
                </a:lnTo>
                <a:lnTo>
                  <a:pt x="287" y="137"/>
                </a:lnTo>
                <a:lnTo>
                  <a:pt x="300" y="171"/>
                </a:lnTo>
                <a:lnTo>
                  <a:pt x="309" y="208"/>
                </a:lnTo>
                <a:lnTo>
                  <a:pt x="317" y="249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0" name="Freeform 30"/>
          <p:cNvSpPr>
            <a:spLocks/>
          </p:cNvSpPr>
          <p:nvPr/>
        </p:nvSpPr>
        <p:spPr bwMode="gray">
          <a:xfrm>
            <a:off x="6718300" y="1817688"/>
            <a:ext cx="263525" cy="230187"/>
          </a:xfrm>
          <a:custGeom>
            <a:avLst/>
            <a:gdLst/>
            <a:ahLst/>
            <a:cxnLst>
              <a:cxn ang="0">
                <a:pos x="19" y="25"/>
              </a:cxn>
              <a:cxn ang="0">
                <a:pos x="13" y="27"/>
              </a:cxn>
              <a:cxn ang="0">
                <a:pos x="13" y="34"/>
              </a:cxn>
              <a:cxn ang="0">
                <a:pos x="2" y="260"/>
              </a:cxn>
              <a:cxn ang="0">
                <a:pos x="0" y="275"/>
              </a:cxn>
              <a:cxn ang="0">
                <a:pos x="14" y="269"/>
              </a:cxn>
              <a:cxn ang="0">
                <a:pos x="31" y="263"/>
              </a:cxn>
              <a:cxn ang="0">
                <a:pos x="48" y="258"/>
              </a:cxn>
              <a:cxn ang="0">
                <a:pos x="66" y="254"/>
              </a:cxn>
              <a:cxn ang="0">
                <a:pos x="83" y="250"/>
              </a:cxn>
              <a:cxn ang="0">
                <a:pos x="101" y="248"/>
              </a:cxn>
              <a:cxn ang="0">
                <a:pos x="119" y="246"/>
              </a:cxn>
              <a:cxn ang="0">
                <a:pos x="136" y="246"/>
              </a:cxn>
              <a:cxn ang="0">
                <a:pos x="154" y="246"/>
              </a:cxn>
              <a:cxn ang="0">
                <a:pos x="172" y="248"/>
              </a:cxn>
              <a:cxn ang="0">
                <a:pos x="190" y="250"/>
              </a:cxn>
              <a:cxn ang="0">
                <a:pos x="209" y="254"/>
              </a:cxn>
              <a:cxn ang="0">
                <a:pos x="228" y="258"/>
              </a:cxn>
              <a:cxn ang="0">
                <a:pos x="247" y="263"/>
              </a:cxn>
              <a:cxn ang="0">
                <a:pos x="267" y="269"/>
              </a:cxn>
              <a:cxn ang="0">
                <a:pos x="287" y="277"/>
              </a:cxn>
              <a:cxn ang="0">
                <a:pos x="308" y="285"/>
              </a:cxn>
              <a:cxn ang="0">
                <a:pos x="320" y="290"/>
              </a:cxn>
              <a:cxn ang="0">
                <a:pos x="320" y="277"/>
              </a:cxn>
              <a:cxn ang="0">
                <a:pos x="333" y="50"/>
              </a:cxn>
              <a:cxn ang="0">
                <a:pos x="333" y="43"/>
              </a:cxn>
              <a:cxn ang="0">
                <a:pos x="327" y="41"/>
              </a:cxn>
              <a:cxn ang="0">
                <a:pos x="305" y="33"/>
              </a:cxn>
              <a:cxn ang="0">
                <a:pos x="285" y="25"/>
              </a:cxn>
              <a:cxn ang="0">
                <a:pos x="264" y="18"/>
              </a:cxn>
              <a:cxn ang="0">
                <a:pos x="244" y="12"/>
              </a:cxn>
              <a:cxn ang="0">
                <a:pos x="223" y="8"/>
              </a:cxn>
              <a:cxn ang="0">
                <a:pos x="204" y="4"/>
              </a:cxn>
              <a:cxn ang="0">
                <a:pos x="185" y="2"/>
              </a:cxn>
              <a:cxn ang="0">
                <a:pos x="165" y="1"/>
              </a:cxn>
              <a:cxn ang="0">
                <a:pos x="146" y="0"/>
              </a:cxn>
              <a:cxn ang="0">
                <a:pos x="128" y="1"/>
              </a:cxn>
              <a:cxn ang="0">
                <a:pos x="110" y="2"/>
              </a:cxn>
              <a:cxn ang="0">
                <a:pos x="91" y="4"/>
              </a:cxn>
              <a:cxn ang="0">
                <a:pos x="73" y="8"/>
              </a:cxn>
              <a:cxn ang="0">
                <a:pos x="55" y="12"/>
              </a:cxn>
              <a:cxn ang="0">
                <a:pos x="37" y="18"/>
              </a:cxn>
              <a:cxn ang="0">
                <a:pos x="19" y="25"/>
              </a:cxn>
            </a:cxnLst>
            <a:rect l="0" t="0" r="r" b="b"/>
            <a:pathLst>
              <a:path w="333" h="290">
                <a:moveTo>
                  <a:pt x="19" y="25"/>
                </a:moveTo>
                <a:lnTo>
                  <a:pt x="13" y="27"/>
                </a:lnTo>
                <a:lnTo>
                  <a:pt x="13" y="34"/>
                </a:lnTo>
                <a:lnTo>
                  <a:pt x="2" y="260"/>
                </a:lnTo>
                <a:lnTo>
                  <a:pt x="0" y="275"/>
                </a:lnTo>
                <a:lnTo>
                  <a:pt x="14" y="269"/>
                </a:lnTo>
                <a:lnTo>
                  <a:pt x="31" y="263"/>
                </a:lnTo>
                <a:lnTo>
                  <a:pt x="48" y="258"/>
                </a:lnTo>
                <a:lnTo>
                  <a:pt x="66" y="254"/>
                </a:lnTo>
                <a:lnTo>
                  <a:pt x="83" y="250"/>
                </a:lnTo>
                <a:lnTo>
                  <a:pt x="101" y="248"/>
                </a:lnTo>
                <a:lnTo>
                  <a:pt x="119" y="246"/>
                </a:lnTo>
                <a:lnTo>
                  <a:pt x="136" y="246"/>
                </a:lnTo>
                <a:lnTo>
                  <a:pt x="154" y="246"/>
                </a:lnTo>
                <a:lnTo>
                  <a:pt x="172" y="248"/>
                </a:lnTo>
                <a:lnTo>
                  <a:pt x="190" y="250"/>
                </a:lnTo>
                <a:lnTo>
                  <a:pt x="209" y="254"/>
                </a:lnTo>
                <a:lnTo>
                  <a:pt x="228" y="258"/>
                </a:lnTo>
                <a:lnTo>
                  <a:pt x="247" y="263"/>
                </a:lnTo>
                <a:lnTo>
                  <a:pt x="267" y="269"/>
                </a:lnTo>
                <a:lnTo>
                  <a:pt x="287" y="277"/>
                </a:lnTo>
                <a:lnTo>
                  <a:pt x="308" y="285"/>
                </a:lnTo>
                <a:lnTo>
                  <a:pt x="320" y="290"/>
                </a:lnTo>
                <a:lnTo>
                  <a:pt x="320" y="277"/>
                </a:lnTo>
                <a:lnTo>
                  <a:pt x="333" y="50"/>
                </a:lnTo>
                <a:lnTo>
                  <a:pt x="333" y="43"/>
                </a:lnTo>
                <a:lnTo>
                  <a:pt x="327" y="41"/>
                </a:lnTo>
                <a:lnTo>
                  <a:pt x="305" y="33"/>
                </a:lnTo>
                <a:lnTo>
                  <a:pt x="285" y="25"/>
                </a:lnTo>
                <a:lnTo>
                  <a:pt x="264" y="18"/>
                </a:lnTo>
                <a:lnTo>
                  <a:pt x="244" y="12"/>
                </a:lnTo>
                <a:lnTo>
                  <a:pt x="223" y="8"/>
                </a:lnTo>
                <a:lnTo>
                  <a:pt x="204" y="4"/>
                </a:lnTo>
                <a:lnTo>
                  <a:pt x="185" y="2"/>
                </a:lnTo>
                <a:lnTo>
                  <a:pt x="165" y="1"/>
                </a:lnTo>
                <a:lnTo>
                  <a:pt x="146" y="0"/>
                </a:lnTo>
                <a:lnTo>
                  <a:pt x="128" y="1"/>
                </a:lnTo>
                <a:lnTo>
                  <a:pt x="110" y="2"/>
                </a:lnTo>
                <a:lnTo>
                  <a:pt x="91" y="4"/>
                </a:lnTo>
                <a:lnTo>
                  <a:pt x="73" y="8"/>
                </a:lnTo>
                <a:lnTo>
                  <a:pt x="55" y="12"/>
                </a:lnTo>
                <a:lnTo>
                  <a:pt x="37" y="18"/>
                </a:lnTo>
                <a:lnTo>
                  <a:pt x="19" y="25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1" name="Freeform 31"/>
          <p:cNvSpPr>
            <a:spLocks/>
          </p:cNvSpPr>
          <p:nvPr/>
        </p:nvSpPr>
        <p:spPr bwMode="gray">
          <a:xfrm>
            <a:off x="6734175" y="1833563"/>
            <a:ext cx="231775" cy="192087"/>
          </a:xfrm>
          <a:custGeom>
            <a:avLst/>
            <a:gdLst/>
            <a:ahLst/>
            <a:cxnLst>
              <a:cxn ang="0">
                <a:pos x="292" y="37"/>
              </a:cxn>
              <a:cxn ang="0">
                <a:pos x="282" y="244"/>
              </a:cxn>
              <a:cxn ang="0">
                <a:pos x="263" y="237"/>
              </a:cxn>
              <a:cxn ang="0">
                <a:pos x="243" y="230"/>
              </a:cxn>
              <a:cxn ang="0">
                <a:pos x="225" y="224"/>
              </a:cxn>
              <a:cxn ang="0">
                <a:pos x="207" y="220"/>
              </a:cxn>
              <a:cxn ang="0">
                <a:pos x="189" y="215"/>
              </a:cxn>
              <a:cxn ang="0">
                <a:pos x="171" y="213"/>
              </a:cxn>
              <a:cxn ang="0">
                <a:pos x="152" y="211"/>
              </a:cxn>
              <a:cxn ang="0">
                <a:pos x="135" y="208"/>
              </a:cxn>
              <a:cxn ang="0">
                <a:pos x="117" y="208"/>
              </a:cxn>
              <a:cxn ang="0">
                <a:pos x="100" y="208"/>
              </a:cxn>
              <a:cxn ang="0">
                <a:pos x="83" y="210"/>
              </a:cxn>
              <a:cxn ang="0">
                <a:pos x="66" y="212"/>
              </a:cxn>
              <a:cxn ang="0">
                <a:pos x="50" y="215"/>
              </a:cxn>
              <a:cxn ang="0">
                <a:pos x="33" y="219"/>
              </a:cxn>
              <a:cxn ang="0">
                <a:pos x="16" y="223"/>
              </a:cxn>
              <a:cxn ang="0">
                <a:pos x="0" y="229"/>
              </a:cxn>
              <a:cxn ang="0">
                <a:pos x="10" y="22"/>
              </a:cxn>
              <a:cxn ang="0">
                <a:pos x="27" y="16"/>
              </a:cxn>
              <a:cxn ang="0">
                <a:pos x="43" y="10"/>
              </a:cxn>
              <a:cxn ang="0">
                <a:pos x="60" y="7"/>
              </a:cxn>
              <a:cxn ang="0">
                <a:pos x="77" y="4"/>
              </a:cxn>
              <a:cxn ang="0">
                <a:pos x="93" y="1"/>
              </a:cxn>
              <a:cxn ang="0">
                <a:pos x="110" y="0"/>
              </a:cxn>
              <a:cxn ang="0">
                <a:pos x="127" y="0"/>
              </a:cxn>
              <a:cxn ang="0">
                <a:pos x="144" y="0"/>
              </a:cxn>
              <a:cxn ang="0">
                <a:pos x="163" y="1"/>
              </a:cxn>
              <a:cxn ang="0">
                <a:pos x="180" y="4"/>
              </a:cxn>
              <a:cxn ang="0">
                <a:pos x="198" y="7"/>
              </a:cxn>
              <a:cxn ang="0">
                <a:pos x="216" y="12"/>
              </a:cxn>
              <a:cxn ang="0">
                <a:pos x="234" y="16"/>
              </a:cxn>
              <a:cxn ang="0">
                <a:pos x="254" y="22"/>
              </a:cxn>
              <a:cxn ang="0">
                <a:pos x="273" y="29"/>
              </a:cxn>
              <a:cxn ang="0">
                <a:pos x="292" y="37"/>
              </a:cxn>
            </a:cxnLst>
            <a:rect l="0" t="0" r="r" b="b"/>
            <a:pathLst>
              <a:path w="292" h="244">
                <a:moveTo>
                  <a:pt x="292" y="37"/>
                </a:moveTo>
                <a:lnTo>
                  <a:pt x="282" y="244"/>
                </a:lnTo>
                <a:lnTo>
                  <a:pt x="263" y="237"/>
                </a:lnTo>
                <a:lnTo>
                  <a:pt x="243" y="230"/>
                </a:lnTo>
                <a:lnTo>
                  <a:pt x="225" y="224"/>
                </a:lnTo>
                <a:lnTo>
                  <a:pt x="207" y="220"/>
                </a:lnTo>
                <a:lnTo>
                  <a:pt x="189" y="215"/>
                </a:lnTo>
                <a:lnTo>
                  <a:pt x="171" y="213"/>
                </a:lnTo>
                <a:lnTo>
                  <a:pt x="152" y="211"/>
                </a:lnTo>
                <a:lnTo>
                  <a:pt x="135" y="208"/>
                </a:lnTo>
                <a:lnTo>
                  <a:pt x="117" y="208"/>
                </a:lnTo>
                <a:lnTo>
                  <a:pt x="100" y="208"/>
                </a:lnTo>
                <a:lnTo>
                  <a:pt x="83" y="210"/>
                </a:lnTo>
                <a:lnTo>
                  <a:pt x="66" y="212"/>
                </a:lnTo>
                <a:lnTo>
                  <a:pt x="50" y="215"/>
                </a:lnTo>
                <a:lnTo>
                  <a:pt x="33" y="219"/>
                </a:lnTo>
                <a:lnTo>
                  <a:pt x="16" y="223"/>
                </a:lnTo>
                <a:lnTo>
                  <a:pt x="0" y="229"/>
                </a:lnTo>
                <a:lnTo>
                  <a:pt x="10" y="22"/>
                </a:lnTo>
                <a:lnTo>
                  <a:pt x="27" y="16"/>
                </a:lnTo>
                <a:lnTo>
                  <a:pt x="43" y="10"/>
                </a:lnTo>
                <a:lnTo>
                  <a:pt x="60" y="7"/>
                </a:lnTo>
                <a:lnTo>
                  <a:pt x="77" y="4"/>
                </a:lnTo>
                <a:lnTo>
                  <a:pt x="93" y="1"/>
                </a:lnTo>
                <a:lnTo>
                  <a:pt x="110" y="0"/>
                </a:lnTo>
                <a:lnTo>
                  <a:pt x="127" y="0"/>
                </a:lnTo>
                <a:lnTo>
                  <a:pt x="144" y="0"/>
                </a:lnTo>
                <a:lnTo>
                  <a:pt x="163" y="1"/>
                </a:lnTo>
                <a:lnTo>
                  <a:pt x="180" y="4"/>
                </a:lnTo>
                <a:lnTo>
                  <a:pt x="198" y="7"/>
                </a:lnTo>
                <a:lnTo>
                  <a:pt x="216" y="12"/>
                </a:lnTo>
                <a:lnTo>
                  <a:pt x="234" y="16"/>
                </a:lnTo>
                <a:lnTo>
                  <a:pt x="254" y="22"/>
                </a:lnTo>
                <a:lnTo>
                  <a:pt x="273" y="29"/>
                </a:lnTo>
                <a:lnTo>
                  <a:pt x="292" y="37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2" name="Freeform 32"/>
          <p:cNvSpPr>
            <a:spLocks/>
          </p:cNvSpPr>
          <p:nvPr/>
        </p:nvSpPr>
        <p:spPr bwMode="gray">
          <a:xfrm>
            <a:off x="6910388" y="1789113"/>
            <a:ext cx="257175" cy="295275"/>
          </a:xfrm>
          <a:custGeom>
            <a:avLst/>
            <a:gdLst/>
            <a:ahLst/>
            <a:cxnLst>
              <a:cxn ang="0">
                <a:pos x="318" y="66"/>
              </a:cxn>
              <a:cxn ang="0">
                <a:pos x="317" y="60"/>
              </a:cxn>
              <a:cxn ang="0">
                <a:pos x="311" y="59"/>
              </a:cxn>
              <a:cxn ang="0">
                <a:pos x="91" y="3"/>
              </a:cxn>
              <a:cxn ang="0">
                <a:pos x="77" y="0"/>
              </a:cxn>
              <a:cxn ang="0">
                <a:pos x="79" y="13"/>
              </a:cxn>
              <a:cxn ang="0">
                <a:pos x="84" y="50"/>
              </a:cxn>
              <a:cxn ang="0">
                <a:pos x="85" y="85"/>
              </a:cxn>
              <a:cxn ang="0">
                <a:pos x="83" y="120"/>
              </a:cxn>
              <a:cxn ang="0">
                <a:pos x="76" y="155"/>
              </a:cxn>
              <a:cxn ang="0">
                <a:pos x="65" y="191"/>
              </a:cxn>
              <a:cxn ang="0">
                <a:pos x="50" y="226"/>
              </a:cxn>
              <a:cxn ang="0">
                <a:pos x="30" y="262"/>
              </a:cxn>
              <a:cxn ang="0">
                <a:pos x="8" y="299"/>
              </a:cxn>
              <a:cxn ang="0">
                <a:pos x="0" y="310"/>
              </a:cxn>
              <a:cxn ang="0">
                <a:pos x="12" y="314"/>
              </a:cxn>
              <a:cxn ang="0">
                <a:pos x="233" y="368"/>
              </a:cxn>
              <a:cxn ang="0">
                <a:pos x="240" y="370"/>
              </a:cxn>
              <a:cxn ang="0">
                <a:pos x="243" y="365"/>
              </a:cxn>
              <a:cxn ang="0">
                <a:pos x="267" y="327"/>
              </a:cxn>
              <a:cxn ang="0">
                <a:pos x="286" y="290"/>
              </a:cxn>
              <a:cxn ang="0">
                <a:pos x="302" y="252"/>
              </a:cxn>
              <a:cxn ang="0">
                <a:pos x="314" y="215"/>
              </a:cxn>
              <a:cxn ang="0">
                <a:pos x="321" y="178"/>
              </a:cxn>
              <a:cxn ang="0">
                <a:pos x="324" y="141"/>
              </a:cxn>
              <a:cxn ang="0">
                <a:pos x="323" y="103"/>
              </a:cxn>
              <a:cxn ang="0">
                <a:pos x="318" y="66"/>
              </a:cxn>
            </a:cxnLst>
            <a:rect l="0" t="0" r="r" b="b"/>
            <a:pathLst>
              <a:path w="324" h="370">
                <a:moveTo>
                  <a:pt x="318" y="66"/>
                </a:moveTo>
                <a:lnTo>
                  <a:pt x="317" y="60"/>
                </a:lnTo>
                <a:lnTo>
                  <a:pt x="311" y="59"/>
                </a:lnTo>
                <a:lnTo>
                  <a:pt x="91" y="3"/>
                </a:lnTo>
                <a:lnTo>
                  <a:pt x="77" y="0"/>
                </a:lnTo>
                <a:lnTo>
                  <a:pt x="79" y="13"/>
                </a:lnTo>
                <a:lnTo>
                  <a:pt x="84" y="50"/>
                </a:lnTo>
                <a:lnTo>
                  <a:pt x="85" y="85"/>
                </a:lnTo>
                <a:lnTo>
                  <a:pt x="83" y="120"/>
                </a:lnTo>
                <a:lnTo>
                  <a:pt x="76" y="155"/>
                </a:lnTo>
                <a:lnTo>
                  <a:pt x="65" y="191"/>
                </a:lnTo>
                <a:lnTo>
                  <a:pt x="50" y="226"/>
                </a:lnTo>
                <a:lnTo>
                  <a:pt x="30" y="262"/>
                </a:lnTo>
                <a:lnTo>
                  <a:pt x="8" y="299"/>
                </a:lnTo>
                <a:lnTo>
                  <a:pt x="0" y="310"/>
                </a:lnTo>
                <a:lnTo>
                  <a:pt x="12" y="314"/>
                </a:lnTo>
                <a:lnTo>
                  <a:pt x="233" y="368"/>
                </a:lnTo>
                <a:lnTo>
                  <a:pt x="240" y="370"/>
                </a:lnTo>
                <a:lnTo>
                  <a:pt x="243" y="365"/>
                </a:lnTo>
                <a:lnTo>
                  <a:pt x="267" y="327"/>
                </a:lnTo>
                <a:lnTo>
                  <a:pt x="286" y="290"/>
                </a:lnTo>
                <a:lnTo>
                  <a:pt x="302" y="252"/>
                </a:lnTo>
                <a:lnTo>
                  <a:pt x="314" y="215"/>
                </a:lnTo>
                <a:lnTo>
                  <a:pt x="321" y="178"/>
                </a:lnTo>
                <a:lnTo>
                  <a:pt x="324" y="141"/>
                </a:lnTo>
                <a:lnTo>
                  <a:pt x="323" y="103"/>
                </a:lnTo>
                <a:lnTo>
                  <a:pt x="318" y="66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3" name="Freeform 33"/>
          <p:cNvSpPr>
            <a:spLocks/>
          </p:cNvSpPr>
          <p:nvPr/>
        </p:nvSpPr>
        <p:spPr bwMode="gray">
          <a:xfrm>
            <a:off x="6934200" y="1809750"/>
            <a:ext cx="219075" cy="257175"/>
          </a:xfrm>
          <a:custGeom>
            <a:avLst/>
            <a:gdLst/>
            <a:ahLst/>
            <a:cxnLst>
              <a:cxn ang="0">
                <a:pos x="203" y="324"/>
              </a:cxn>
              <a:cxn ang="0">
                <a:pos x="0" y="274"/>
              </a:cxn>
              <a:cxn ang="0">
                <a:pos x="22" y="239"/>
              </a:cxn>
              <a:cxn ang="0">
                <a:pos x="39" y="204"/>
              </a:cxn>
              <a:cxn ang="0">
                <a:pos x="54" y="170"/>
              </a:cxn>
              <a:cxn ang="0">
                <a:pos x="64" y="136"/>
              </a:cxn>
              <a:cxn ang="0">
                <a:pos x="71" y="102"/>
              </a:cxn>
              <a:cxn ang="0">
                <a:pos x="74" y="68"/>
              </a:cxn>
              <a:cxn ang="0">
                <a:pos x="74" y="34"/>
              </a:cxn>
              <a:cxn ang="0">
                <a:pos x="71" y="0"/>
              </a:cxn>
              <a:cxn ang="0">
                <a:pos x="272" y="50"/>
              </a:cxn>
              <a:cxn ang="0">
                <a:pos x="276" y="85"/>
              </a:cxn>
              <a:cxn ang="0">
                <a:pos x="277" y="119"/>
              </a:cxn>
              <a:cxn ang="0">
                <a:pos x="273" y="153"/>
              </a:cxn>
              <a:cxn ang="0">
                <a:pos x="266" y="186"/>
              </a:cxn>
              <a:cxn ang="0">
                <a:pos x="256" y="220"/>
              </a:cxn>
              <a:cxn ang="0">
                <a:pos x="243" y="254"/>
              </a:cxn>
              <a:cxn ang="0">
                <a:pos x="224" y="289"/>
              </a:cxn>
              <a:cxn ang="0">
                <a:pos x="203" y="324"/>
              </a:cxn>
            </a:cxnLst>
            <a:rect l="0" t="0" r="r" b="b"/>
            <a:pathLst>
              <a:path w="277" h="324">
                <a:moveTo>
                  <a:pt x="203" y="324"/>
                </a:moveTo>
                <a:lnTo>
                  <a:pt x="0" y="274"/>
                </a:lnTo>
                <a:lnTo>
                  <a:pt x="22" y="239"/>
                </a:lnTo>
                <a:lnTo>
                  <a:pt x="39" y="204"/>
                </a:lnTo>
                <a:lnTo>
                  <a:pt x="54" y="170"/>
                </a:lnTo>
                <a:lnTo>
                  <a:pt x="64" y="136"/>
                </a:lnTo>
                <a:lnTo>
                  <a:pt x="71" y="102"/>
                </a:lnTo>
                <a:lnTo>
                  <a:pt x="74" y="68"/>
                </a:lnTo>
                <a:lnTo>
                  <a:pt x="74" y="34"/>
                </a:lnTo>
                <a:lnTo>
                  <a:pt x="71" y="0"/>
                </a:lnTo>
                <a:lnTo>
                  <a:pt x="272" y="50"/>
                </a:lnTo>
                <a:lnTo>
                  <a:pt x="276" y="85"/>
                </a:lnTo>
                <a:lnTo>
                  <a:pt x="277" y="119"/>
                </a:lnTo>
                <a:lnTo>
                  <a:pt x="273" y="153"/>
                </a:lnTo>
                <a:lnTo>
                  <a:pt x="266" y="186"/>
                </a:lnTo>
                <a:lnTo>
                  <a:pt x="256" y="220"/>
                </a:lnTo>
                <a:lnTo>
                  <a:pt x="243" y="254"/>
                </a:lnTo>
                <a:lnTo>
                  <a:pt x="224" y="289"/>
                </a:lnTo>
                <a:lnTo>
                  <a:pt x="203" y="32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4" name="Freeform 34"/>
          <p:cNvSpPr>
            <a:spLocks/>
          </p:cNvSpPr>
          <p:nvPr/>
        </p:nvSpPr>
        <p:spPr bwMode="gray">
          <a:xfrm>
            <a:off x="6802438" y="2030413"/>
            <a:ext cx="511175" cy="261937"/>
          </a:xfrm>
          <a:custGeom>
            <a:avLst/>
            <a:gdLst/>
            <a:ahLst/>
            <a:cxnLst>
              <a:cxn ang="0">
                <a:pos x="0" y="211"/>
              </a:cxn>
              <a:cxn ang="0">
                <a:pos x="313" y="0"/>
              </a:cxn>
              <a:cxn ang="0">
                <a:pos x="645" y="129"/>
              </a:cxn>
              <a:cxn ang="0">
                <a:pos x="304" y="330"/>
              </a:cxn>
              <a:cxn ang="0">
                <a:pos x="0" y="211"/>
              </a:cxn>
            </a:cxnLst>
            <a:rect l="0" t="0" r="r" b="b"/>
            <a:pathLst>
              <a:path w="645" h="330">
                <a:moveTo>
                  <a:pt x="0" y="211"/>
                </a:moveTo>
                <a:lnTo>
                  <a:pt x="313" y="0"/>
                </a:lnTo>
                <a:lnTo>
                  <a:pt x="645" y="129"/>
                </a:lnTo>
                <a:lnTo>
                  <a:pt x="304" y="330"/>
                </a:lnTo>
                <a:lnTo>
                  <a:pt x="0" y="211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5" name="Freeform 35"/>
          <p:cNvSpPr>
            <a:spLocks/>
          </p:cNvSpPr>
          <p:nvPr/>
        </p:nvSpPr>
        <p:spPr bwMode="gray">
          <a:xfrm>
            <a:off x="7037388" y="1895475"/>
            <a:ext cx="241300" cy="225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9" y="115"/>
              </a:cxn>
              <a:cxn ang="0">
                <a:pos x="305" y="283"/>
              </a:cxn>
              <a:cxn ang="0">
                <a:pos x="19" y="172"/>
              </a:cxn>
              <a:cxn ang="0">
                <a:pos x="0" y="0"/>
              </a:cxn>
            </a:cxnLst>
            <a:rect l="0" t="0" r="r" b="b"/>
            <a:pathLst>
              <a:path w="305" h="283">
                <a:moveTo>
                  <a:pt x="0" y="0"/>
                </a:moveTo>
                <a:lnTo>
                  <a:pt x="279" y="115"/>
                </a:lnTo>
                <a:lnTo>
                  <a:pt x="305" y="283"/>
                </a:lnTo>
                <a:lnTo>
                  <a:pt x="19" y="17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6" name="Freeform 36"/>
          <p:cNvSpPr>
            <a:spLocks/>
          </p:cNvSpPr>
          <p:nvPr/>
        </p:nvSpPr>
        <p:spPr bwMode="gray">
          <a:xfrm>
            <a:off x="6794500" y="1701800"/>
            <a:ext cx="258763" cy="495300"/>
          </a:xfrm>
          <a:custGeom>
            <a:avLst/>
            <a:gdLst/>
            <a:ahLst/>
            <a:cxnLst>
              <a:cxn ang="0">
                <a:pos x="325" y="417"/>
              </a:cxn>
              <a:cxn ang="0">
                <a:pos x="305" y="0"/>
              </a:cxn>
              <a:cxn ang="0">
                <a:pos x="0" y="258"/>
              </a:cxn>
              <a:cxn ang="0">
                <a:pos x="11" y="625"/>
              </a:cxn>
              <a:cxn ang="0">
                <a:pos x="325" y="417"/>
              </a:cxn>
            </a:cxnLst>
            <a:rect l="0" t="0" r="r" b="b"/>
            <a:pathLst>
              <a:path w="325" h="625">
                <a:moveTo>
                  <a:pt x="325" y="417"/>
                </a:moveTo>
                <a:lnTo>
                  <a:pt x="305" y="0"/>
                </a:lnTo>
                <a:lnTo>
                  <a:pt x="0" y="258"/>
                </a:lnTo>
                <a:lnTo>
                  <a:pt x="11" y="625"/>
                </a:lnTo>
                <a:lnTo>
                  <a:pt x="325" y="417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7" name="Freeform 37"/>
          <p:cNvSpPr>
            <a:spLocks/>
          </p:cNvSpPr>
          <p:nvPr/>
        </p:nvSpPr>
        <p:spPr bwMode="gray">
          <a:xfrm>
            <a:off x="6869113" y="1954213"/>
            <a:ext cx="114300" cy="141287"/>
          </a:xfrm>
          <a:custGeom>
            <a:avLst/>
            <a:gdLst/>
            <a:ahLst/>
            <a:cxnLst>
              <a:cxn ang="0">
                <a:pos x="134" y="10"/>
              </a:cxn>
              <a:cxn ang="0">
                <a:pos x="133" y="0"/>
              </a:cxn>
              <a:cxn ang="0">
                <a:pos x="125" y="5"/>
              </a:cxn>
              <a:cxn ang="0">
                <a:pos x="3" y="87"/>
              </a:cxn>
              <a:cxn ang="0">
                <a:pos x="0" y="90"/>
              </a:cxn>
              <a:cxn ang="0">
                <a:pos x="0" y="93"/>
              </a:cxn>
              <a:cxn ang="0">
                <a:pos x="5" y="168"/>
              </a:cxn>
              <a:cxn ang="0">
                <a:pos x="6" y="177"/>
              </a:cxn>
              <a:cxn ang="0">
                <a:pos x="15" y="173"/>
              </a:cxn>
              <a:cxn ang="0">
                <a:pos x="139" y="94"/>
              </a:cxn>
              <a:cxn ang="0">
                <a:pos x="143" y="92"/>
              </a:cxn>
              <a:cxn ang="0">
                <a:pos x="143" y="87"/>
              </a:cxn>
              <a:cxn ang="0">
                <a:pos x="134" y="10"/>
              </a:cxn>
            </a:cxnLst>
            <a:rect l="0" t="0" r="r" b="b"/>
            <a:pathLst>
              <a:path w="143" h="177">
                <a:moveTo>
                  <a:pt x="134" y="10"/>
                </a:moveTo>
                <a:lnTo>
                  <a:pt x="133" y="0"/>
                </a:lnTo>
                <a:lnTo>
                  <a:pt x="125" y="5"/>
                </a:lnTo>
                <a:lnTo>
                  <a:pt x="3" y="87"/>
                </a:lnTo>
                <a:lnTo>
                  <a:pt x="0" y="90"/>
                </a:lnTo>
                <a:lnTo>
                  <a:pt x="0" y="93"/>
                </a:lnTo>
                <a:lnTo>
                  <a:pt x="5" y="168"/>
                </a:lnTo>
                <a:lnTo>
                  <a:pt x="6" y="177"/>
                </a:lnTo>
                <a:lnTo>
                  <a:pt x="15" y="173"/>
                </a:lnTo>
                <a:lnTo>
                  <a:pt x="139" y="94"/>
                </a:lnTo>
                <a:lnTo>
                  <a:pt x="143" y="92"/>
                </a:lnTo>
                <a:lnTo>
                  <a:pt x="143" y="87"/>
                </a:lnTo>
                <a:lnTo>
                  <a:pt x="134" y="1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8" name="Freeform 38"/>
          <p:cNvSpPr>
            <a:spLocks/>
          </p:cNvSpPr>
          <p:nvPr/>
        </p:nvSpPr>
        <p:spPr bwMode="gray">
          <a:xfrm>
            <a:off x="6880225" y="1973263"/>
            <a:ext cx="93663" cy="104775"/>
          </a:xfrm>
          <a:custGeom>
            <a:avLst/>
            <a:gdLst/>
            <a:ahLst/>
            <a:cxnLst>
              <a:cxn ang="0">
                <a:pos x="110" y="0"/>
              </a:cxn>
              <a:cxn ang="0">
                <a:pos x="118" y="62"/>
              </a:cxn>
              <a:cxn ang="0">
                <a:pos x="6" y="133"/>
              </a:cxn>
              <a:cxn ang="0">
                <a:pos x="0" y="72"/>
              </a:cxn>
              <a:cxn ang="0">
                <a:pos x="110" y="0"/>
              </a:cxn>
            </a:cxnLst>
            <a:rect l="0" t="0" r="r" b="b"/>
            <a:pathLst>
              <a:path w="118" h="133">
                <a:moveTo>
                  <a:pt x="110" y="0"/>
                </a:moveTo>
                <a:lnTo>
                  <a:pt x="118" y="62"/>
                </a:lnTo>
                <a:lnTo>
                  <a:pt x="6" y="133"/>
                </a:lnTo>
                <a:lnTo>
                  <a:pt x="0" y="72"/>
                </a:lnTo>
                <a:lnTo>
                  <a:pt x="110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399" name="Freeform 39"/>
          <p:cNvSpPr>
            <a:spLocks/>
          </p:cNvSpPr>
          <p:nvPr/>
        </p:nvSpPr>
        <p:spPr bwMode="gray">
          <a:xfrm>
            <a:off x="7310438" y="1492250"/>
            <a:ext cx="315912" cy="298450"/>
          </a:xfrm>
          <a:custGeom>
            <a:avLst/>
            <a:gdLst/>
            <a:ahLst/>
            <a:cxnLst>
              <a:cxn ang="0">
                <a:pos x="396" y="219"/>
              </a:cxn>
              <a:cxn ang="0">
                <a:pos x="399" y="214"/>
              </a:cxn>
              <a:cxn ang="0">
                <a:pos x="396" y="208"/>
              </a:cxn>
              <a:cxn ang="0">
                <a:pos x="282" y="13"/>
              </a:cxn>
              <a:cxn ang="0">
                <a:pos x="274" y="0"/>
              </a:cxn>
              <a:cxn ang="0">
                <a:pos x="266" y="12"/>
              </a:cxn>
              <a:cxn ang="0">
                <a:pos x="255" y="26"/>
              </a:cxn>
              <a:cxn ang="0">
                <a:pos x="243" y="40"/>
              </a:cxn>
              <a:cxn ang="0">
                <a:pos x="232" y="54"/>
              </a:cxn>
              <a:cxn ang="0">
                <a:pos x="219" y="66"/>
              </a:cxn>
              <a:cxn ang="0">
                <a:pos x="206" y="78"/>
              </a:cxn>
              <a:cxn ang="0">
                <a:pos x="192" y="88"/>
              </a:cxn>
              <a:cxn ang="0">
                <a:pos x="177" y="98"/>
              </a:cxn>
              <a:cxn ang="0">
                <a:pos x="162" y="107"/>
              </a:cxn>
              <a:cxn ang="0">
                <a:pos x="146" y="116"/>
              </a:cxn>
              <a:cxn ang="0">
                <a:pos x="129" y="124"/>
              </a:cxn>
              <a:cxn ang="0">
                <a:pos x="112" y="132"/>
              </a:cxn>
              <a:cxn ang="0">
                <a:pos x="94" y="139"/>
              </a:cxn>
              <a:cxn ang="0">
                <a:pos x="75" y="145"/>
              </a:cxn>
              <a:cxn ang="0">
                <a:pos x="55" y="150"/>
              </a:cxn>
              <a:cxn ang="0">
                <a:pos x="35" y="155"/>
              </a:cxn>
              <a:cxn ang="0">
                <a:pos x="13" y="160"/>
              </a:cxn>
              <a:cxn ang="0">
                <a:pos x="0" y="162"/>
              </a:cxn>
              <a:cxn ang="0">
                <a:pos x="7" y="173"/>
              </a:cxn>
              <a:cxn ang="0">
                <a:pos x="120" y="370"/>
              </a:cxn>
              <a:cxn ang="0">
                <a:pos x="124" y="376"/>
              </a:cxn>
              <a:cxn ang="0">
                <a:pos x="129" y="375"/>
              </a:cxn>
              <a:cxn ang="0">
                <a:pos x="152" y="370"/>
              </a:cxn>
              <a:cxn ang="0">
                <a:pos x="174" y="364"/>
              </a:cxn>
              <a:cxn ang="0">
                <a:pos x="194" y="359"/>
              </a:cxn>
              <a:cxn ang="0">
                <a:pos x="214" y="353"/>
              </a:cxn>
              <a:cxn ang="0">
                <a:pos x="233" y="345"/>
              </a:cxn>
              <a:cxn ang="0">
                <a:pos x="251" y="337"/>
              </a:cxn>
              <a:cxn ang="0">
                <a:pos x="269" y="329"/>
              </a:cxn>
              <a:cxn ang="0">
                <a:pos x="286" y="320"/>
              </a:cxn>
              <a:cxn ang="0">
                <a:pos x="302" y="310"/>
              </a:cxn>
              <a:cxn ang="0">
                <a:pos x="317" y="300"/>
              </a:cxn>
              <a:cxn ang="0">
                <a:pos x="332" y="288"/>
              </a:cxn>
              <a:cxn ang="0">
                <a:pos x="347" y="276"/>
              </a:cxn>
              <a:cxn ang="0">
                <a:pos x="359" y="262"/>
              </a:cxn>
              <a:cxn ang="0">
                <a:pos x="372" y="248"/>
              </a:cxn>
              <a:cxn ang="0">
                <a:pos x="384" y="235"/>
              </a:cxn>
              <a:cxn ang="0">
                <a:pos x="396" y="219"/>
              </a:cxn>
            </a:cxnLst>
            <a:rect l="0" t="0" r="r" b="b"/>
            <a:pathLst>
              <a:path w="399" h="376">
                <a:moveTo>
                  <a:pt x="396" y="219"/>
                </a:moveTo>
                <a:lnTo>
                  <a:pt x="399" y="214"/>
                </a:lnTo>
                <a:lnTo>
                  <a:pt x="396" y="208"/>
                </a:lnTo>
                <a:lnTo>
                  <a:pt x="282" y="13"/>
                </a:lnTo>
                <a:lnTo>
                  <a:pt x="274" y="0"/>
                </a:lnTo>
                <a:lnTo>
                  <a:pt x="266" y="12"/>
                </a:lnTo>
                <a:lnTo>
                  <a:pt x="255" y="26"/>
                </a:lnTo>
                <a:lnTo>
                  <a:pt x="243" y="40"/>
                </a:lnTo>
                <a:lnTo>
                  <a:pt x="232" y="54"/>
                </a:lnTo>
                <a:lnTo>
                  <a:pt x="219" y="66"/>
                </a:lnTo>
                <a:lnTo>
                  <a:pt x="206" y="78"/>
                </a:lnTo>
                <a:lnTo>
                  <a:pt x="192" y="88"/>
                </a:lnTo>
                <a:lnTo>
                  <a:pt x="177" y="98"/>
                </a:lnTo>
                <a:lnTo>
                  <a:pt x="162" y="107"/>
                </a:lnTo>
                <a:lnTo>
                  <a:pt x="146" y="116"/>
                </a:lnTo>
                <a:lnTo>
                  <a:pt x="129" y="124"/>
                </a:lnTo>
                <a:lnTo>
                  <a:pt x="112" y="132"/>
                </a:lnTo>
                <a:lnTo>
                  <a:pt x="94" y="139"/>
                </a:lnTo>
                <a:lnTo>
                  <a:pt x="75" y="145"/>
                </a:lnTo>
                <a:lnTo>
                  <a:pt x="55" y="150"/>
                </a:lnTo>
                <a:lnTo>
                  <a:pt x="35" y="155"/>
                </a:lnTo>
                <a:lnTo>
                  <a:pt x="13" y="160"/>
                </a:lnTo>
                <a:lnTo>
                  <a:pt x="0" y="162"/>
                </a:lnTo>
                <a:lnTo>
                  <a:pt x="7" y="173"/>
                </a:lnTo>
                <a:lnTo>
                  <a:pt x="120" y="370"/>
                </a:lnTo>
                <a:lnTo>
                  <a:pt x="124" y="376"/>
                </a:lnTo>
                <a:lnTo>
                  <a:pt x="129" y="375"/>
                </a:lnTo>
                <a:lnTo>
                  <a:pt x="152" y="370"/>
                </a:lnTo>
                <a:lnTo>
                  <a:pt x="174" y="364"/>
                </a:lnTo>
                <a:lnTo>
                  <a:pt x="194" y="359"/>
                </a:lnTo>
                <a:lnTo>
                  <a:pt x="214" y="353"/>
                </a:lnTo>
                <a:lnTo>
                  <a:pt x="233" y="345"/>
                </a:lnTo>
                <a:lnTo>
                  <a:pt x="251" y="337"/>
                </a:lnTo>
                <a:lnTo>
                  <a:pt x="269" y="329"/>
                </a:lnTo>
                <a:lnTo>
                  <a:pt x="286" y="320"/>
                </a:lnTo>
                <a:lnTo>
                  <a:pt x="302" y="310"/>
                </a:lnTo>
                <a:lnTo>
                  <a:pt x="317" y="300"/>
                </a:lnTo>
                <a:lnTo>
                  <a:pt x="332" y="288"/>
                </a:lnTo>
                <a:lnTo>
                  <a:pt x="347" y="276"/>
                </a:lnTo>
                <a:lnTo>
                  <a:pt x="359" y="262"/>
                </a:lnTo>
                <a:lnTo>
                  <a:pt x="372" y="248"/>
                </a:lnTo>
                <a:lnTo>
                  <a:pt x="384" y="235"/>
                </a:lnTo>
                <a:lnTo>
                  <a:pt x="396" y="219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0" name="Freeform 40"/>
          <p:cNvSpPr>
            <a:spLocks/>
          </p:cNvSpPr>
          <p:nvPr/>
        </p:nvSpPr>
        <p:spPr bwMode="gray">
          <a:xfrm>
            <a:off x="7332663" y="1519238"/>
            <a:ext cx="277812" cy="255587"/>
          </a:xfrm>
          <a:custGeom>
            <a:avLst/>
            <a:gdLst/>
            <a:ahLst/>
            <a:cxnLst>
              <a:cxn ang="0">
                <a:pos x="105" y="322"/>
              </a:cxn>
              <a:cxn ang="0">
                <a:pos x="0" y="142"/>
              </a:cxn>
              <a:cxn ang="0">
                <a:pos x="21" y="138"/>
              </a:cxn>
              <a:cxn ang="0">
                <a:pos x="40" y="133"/>
              </a:cxn>
              <a:cxn ang="0">
                <a:pos x="58" y="128"/>
              </a:cxn>
              <a:cxn ang="0">
                <a:pos x="76" y="122"/>
              </a:cxn>
              <a:cxn ang="0">
                <a:pos x="93" y="115"/>
              </a:cxn>
              <a:cxn ang="0">
                <a:pos x="110" y="108"/>
              </a:cxn>
              <a:cxn ang="0">
                <a:pos x="126" y="100"/>
              </a:cxn>
              <a:cxn ang="0">
                <a:pos x="142" y="91"/>
              </a:cxn>
              <a:cxn ang="0">
                <a:pos x="157" y="82"/>
              </a:cxn>
              <a:cxn ang="0">
                <a:pos x="171" y="73"/>
              </a:cxn>
              <a:cxn ang="0">
                <a:pos x="184" y="62"/>
              </a:cxn>
              <a:cxn ang="0">
                <a:pos x="198" y="51"/>
              </a:cxn>
              <a:cxn ang="0">
                <a:pos x="211" y="39"/>
              </a:cxn>
              <a:cxn ang="0">
                <a:pos x="222" y="28"/>
              </a:cxn>
              <a:cxn ang="0">
                <a:pos x="233" y="14"/>
              </a:cxn>
              <a:cxn ang="0">
                <a:pos x="245" y="0"/>
              </a:cxn>
              <a:cxn ang="0">
                <a:pos x="349" y="180"/>
              </a:cxn>
              <a:cxn ang="0">
                <a:pos x="339" y="194"/>
              </a:cxn>
              <a:cxn ang="0">
                <a:pos x="328" y="207"/>
              </a:cxn>
              <a:cxn ang="0">
                <a:pos x="315" y="220"/>
              </a:cxn>
              <a:cxn ang="0">
                <a:pos x="304" y="231"/>
              </a:cxn>
              <a:cxn ang="0">
                <a:pos x="290" y="243"/>
              </a:cxn>
              <a:cxn ang="0">
                <a:pos x="278" y="253"/>
              </a:cxn>
              <a:cxn ang="0">
                <a:pos x="263" y="263"/>
              </a:cxn>
              <a:cxn ang="0">
                <a:pos x="248" y="271"/>
              </a:cxn>
              <a:cxn ang="0">
                <a:pos x="233" y="280"/>
              </a:cxn>
              <a:cxn ang="0">
                <a:pos x="217" y="288"/>
              </a:cxn>
              <a:cxn ang="0">
                <a:pos x="200" y="295"/>
              </a:cxn>
              <a:cxn ang="0">
                <a:pos x="182" y="302"/>
              </a:cxn>
              <a:cxn ang="0">
                <a:pos x="164" y="307"/>
              </a:cxn>
              <a:cxn ang="0">
                <a:pos x="146" y="313"/>
              </a:cxn>
              <a:cxn ang="0">
                <a:pos x="125" y="318"/>
              </a:cxn>
              <a:cxn ang="0">
                <a:pos x="105" y="322"/>
              </a:cxn>
            </a:cxnLst>
            <a:rect l="0" t="0" r="r" b="b"/>
            <a:pathLst>
              <a:path w="349" h="322">
                <a:moveTo>
                  <a:pt x="105" y="322"/>
                </a:moveTo>
                <a:lnTo>
                  <a:pt x="0" y="142"/>
                </a:lnTo>
                <a:lnTo>
                  <a:pt x="21" y="138"/>
                </a:lnTo>
                <a:lnTo>
                  <a:pt x="40" y="133"/>
                </a:lnTo>
                <a:lnTo>
                  <a:pt x="58" y="128"/>
                </a:lnTo>
                <a:lnTo>
                  <a:pt x="76" y="122"/>
                </a:lnTo>
                <a:lnTo>
                  <a:pt x="93" y="115"/>
                </a:lnTo>
                <a:lnTo>
                  <a:pt x="110" y="108"/>
                </a:lnTo>
                <a:lnTo>
                  <a:pt x="126" y="100"/>
                </a:lnTo>
                <a:lnTo>
                  <a:pt x="142" y="91"/>
                </a:lnTo>
                <a:lnTo>
                  <a:pt x="157" y="82"/>
                </a:lnTo>
                <a:lnTo>
                  <a:pt x="171" y="73"/>
                </a:lnTo>
                <a:lnTo>
                  <a:pt x="184" y="62"/>
                </a:lnTo>
                <a:lnTo>
                  <a:pt x="198" y="51"/>
                </a:lnTo>
                <a:lnTo>
                  <a:pt x="211" y="39"/>
                </a:lnTo>
                <a:lnTo>
                  <a:pt x="222" y="28"/>
                </a:lnTo>
                <a:lnTo>
                  <a:pt x="233" y="14"/>
                </a:lnTo>
                <a:lnTo>
                  <a:pt x="245" y="0"/>
                </a:lnTo>
                <a:lnTo>
                  <a:pt x="349" y="180"/>
                </a:lnTo>
                <a:lnTo>
                  <a:pt x="339" y="194"/>
                </a:lnTo>
                <a:lnTo>
                  <a:pt x="328" y="207"/>
                </a:lnTo>
                <a:lnTo>
                  <a:pt x="315" y="220"/>
                </a:lnTo>
                <a:lnTo>
                  <a:pt x="304" y="231"/>
                </a:lnTo>
                <a:lnTo>
                  <a:pt x="290" y="243"/>
                </a:lnTo>
                <a:lnTo>
                  <a:pt x="278" y="253"/>
                </a:lnTo>
                <a:lnTo>
                  <a:pt x="263" y="263"/>
                </a:lnTo>
                <a:lnTo>
                  <a:pt x="248" y="271"/>
                </a:lnTo>
                <a:lnTo>
                  <a:pt x="233" y="280"/>
                </a:lnTo>
                <a:lnTo>
                  <a:pt x="217" y="288"/>
                </a:lnTo>
                <a:lnTo>
                  <a:pt x="200" y="295"/>
                </a:lnTo>
                <a:lnTo>
                  <a:pt x="182" y="302"/>
                </a:lnTo>
                <a:lnTo>
                  <a:pt x="164" y="307"/>
                </a:lnTo>
                <a:lnTo>
                  <a:pt x="146" y="313"/>
                </a:lnTo>
                <a:lnTo>
                  <a:pt x="125" y="318"/>
                </a:lnTo>
                <a:lnTo>
                  <a:pt x="105" y="32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1" name="Freeform 41"/>
          <p:cNvSpPr>
            <a:spLocks/>
          </p:cNvSpPr>
          <p:nvPr/>
        </p:nvSpPr>
        <p:spPr bwMode="gray">
          <a:xfrm>
            <a:off x="7702550" y="1474788"/>
            <a:ext cx="322263" cy="244475"/>
          </a:xfrm>
          <a:custGeom>
            <a:avLst/>
            <a:gdLst/>
            <a:ahLst/>
            <a:cxnLst>
              <a:cxn ang="0">
                <a:pos x="315" y="304"/>
              </a:cxn>
              <a:cxn ang="0">
                <a:pos x="321" y="303"/>
              </a:cxn>
              <a:cxn ang="0">
                <a:pos x="324" y="298"/>
              </a:cxn>
              <a:cxn ang="0">
                <a:pos x="400" y="91"/>
              </a:cxn>
              <a:cxn ang="0">
                <a:pos x="406" y="77"/>
              </a:cxn>
              <a:cxn ang="0">
                <a:pos x="390" y="79"/>
              </a:cxn>
              <a:cxn ang="0">
                <a:pos x="370" y="81"/>
              </a:cxn>
              <a:cxn ang="0">
                <a:pos x="351" y="84"/>
              </a:cxn>
              <a:cxn ang="0">
                <a:pos x="332" y="84"/>
              </a:cxn>
              <a:cxn ang="0">
                <a:pos x="314" y="84"/>
              </a:cxn>
              <a:cxn ang="0">
                <a:pos x="295" y="83"/>
              </a:cxn>
              <a:cxn ang="0">
                <a:pos x="277" y="80"/>
              </a:cxn>
              <a:cxn ang="0">
                <a:pos x="259" y="78"/>
              </a:cxn>
              <a:cxn ang="0">
                <a:pos x="241" y="73"/>
              </a:cxn>
              <a:cxn ang="0">
                <a:pos x="223" y="69"/>
              </a:cxn>
              <a:cxn ang="0">
                <a:pos x="204" y="63"/>
              </a:cxn>
              <a:cxn ang="0">
                <a:pos x="186" y="56"/>
              </a:cxn>
              <a:cxn ang="0">
                <a:pos x="168" y="48"/>
              </a:cxn>
              <a:cxn ang="0">
                <a:pos x="150" y="39"/>
              </a:cxn>
              <a:cxn ang="0">
                <a:pos x="132" y="30"/>
              </a:cxn>
              <a:cxn ang="0">
                <a:pos x="113" y="19"/>
              </a:cxn>
              <a:cxn ang="0">
                <a:pos x="95" y="7"/>
              </a:cxn>
              <a:cxn ang="0">
                <a:pos x="84" y="0"/>
              </a:cxn>
              <a:cxn ang="0">
                <a:pos x="79" y="12"/>
              </a:cxn>
              <a:cxn ang="0">
                <a:pos x="2" y="219"/>
              </a:cxn>
              <a:cxn ang="0">
                <a:pos x="0" y="225"/>
              </a:cxn>
              <a:cxn ang="0">
                <a:pos x="5" y="228"/>
              </a:cxn>
              <a:cxn ang="0">
                <a:pos x="25" y="241"/>
              </a:cxn>
              <a:cxn ang="0">
                <a:pos x="44" y="251"/>
              </a:cxn>
              <a:cxn ang="0">
                <a:pos x="62" y="261"/>
              </a:cxn>
              <a:cxn ang="0">
                <a:pos x="81" y="270"/>
              </a:cxn>
              <a:cxn ang="0">
                <a:pos x="101" y="278"/>
              </a:cxn>
              <a:cxn ang="0">
                <a:pos x="120" y="286"/>
              </a:cxn>
              <a:cxn ang="0">
                <a:pos x="138" y="292"/>
              </a:cxn>
              <a:cxn ang="0">
                <a:pos x="158" y="296"/>
              </a:cxn>
              <a:cxn ang="0">
                <a:pos x="177" y="301"/>
              </a:cxn>
              <a:cxn ang="0">
                <a:pos x="196" y="304"/>
              </a:cxn>
              <a:cxn ang="0">
                <a:pos x="216" y="307"/>
              </a:cxn>
              <a:cxn ang="0">
                <a:pos x="235" y="308"/>
              </a:cxn>
              <a:cxn ang="0">
                <a:pos x="254" y="309"/>
              </a:cxn>
              <a:cxn ang="0">
                <a:pos x="275" y="308"/>
              </a:cxn>
              <a:cxn ang="0">
                <a:pos x="294" y="307"/>
              </a:cxn>
              <a:cxn ang="0">
                <a:pos x="315" y="304"/>
              </a:cxn>
            </a:cxnLst>
            <a:rect l="0" t="0" r="r" b="b"/>
            <a:pathLst>
              <a:path w="406" h="309">
                <a:moveTo>
                  <a:pt x="315" y="304"/>
                </a:moveTo>
                <a:lnTo>
                  <a:pt x="321" y="303"/>
                </a:lnTo>
                <a:lnTo>
                  <a:pt x="324" y="298"/>
                </a:lnTo>
                <a:lnTo>
                  <a:pt x="400" y="91"/>
                </a:lnTo>
                <a:lnTo>
                  <a:pt x="406" y="77"/>
                </a:lnTo>
                <a:lnTo>
                  <a:pt x="390" y="79"/>
                </a:lnTo>
                <a:lnTo>
                  <a:pt x="370" y="81"/>
                </a:lnTo>
                <a:lnTo>
                  <a:pt x="351" y="84"/>
                </a:lnTo>
                <a:lnTo>
                  <a:pt x="332" y="84"/>
                </a:lnTo>
                <a:lnTo>
                  <a:pt x="314" y="84"/>
                </a:lnTo>
                <a:lnTo>
                  <a:pt x="295" y="83"/>
                </a:lnTo>
                <a:lnTo>
                  <a:pt x="277" y="80"/>
                </a:lnTo>
                <a:lnTo>
                  <a:pt x="259" y="78"/>
                </a:lnTo>
                <a:lnTo>
                  <a:pt x="241" y="73"/>
                </a:lnTo>
                <a:lnTo>
                  <a:pt x="223" y="69"/>
                </a:lnTo>
                <a:lnTo>
                  <a:pt x="204" y="63"/>
                </a:lnTo>
                <a:lnTo>
                  <a:pt x="186" y="56"/>
                </a:lnTo>
                <a:lnTo>
                  <a:pt x="168" y="48"/>
                </a:lnTo>
                <a:lnTo>
                  <a:pt x="150" y="39"/>
                </a:lnTo>
                <a:lnTo>
                  <a:pt x="132" y="30"/>
                </a:lnTo>
                <a:lnTo>
                  <a:pt x="113" y="19"/>
                </a:lnTo>
                <a:lnTo>
                  <a:pt x="95" y="7"/>
                </a:lnTo>
                <a:lnTo>
                  <a:pt x="84" y="0"/>
                </a:lnTo>
                <a:lnTo>
                  <a:pt x="79" y="12"/>
                </a:lnTo>
                <a:lnTo>
                  <a:pt x="2" y="219"/>
                </a:lnTo>
                <a:lnTo>
                  <a:pt x="0" y="225"/>
                </a:lnTo>
                <a:lnTo>
                  <a:pt x="5" y="228"/>
                </a:lnTo>
                <a:lnTo>
                  <a:pt x="25" y="241"/>
                </a:lnTo>
                <a:lnTo>
                  <a:pt x="44" y="251"/>
                </a:lnTo>
                <a:lnTo>
                  <a:pt x="62" y="261"/>
                </a:lnTo>
                <a:lnTo>
                  <a:pt x="81" y="270"/>
                </a:lnTo>
                <a:lnTo>
                  <a:pt x="101" y="278"/>
                </a:lnTo>
                <a:lnTo>
                  <a:pt x="120" y="286"/>
                </a:lnTo>
                <a:lnTo>
                  <a:pt x="138" y="292"/>
                </a:lnTo>
                <a:lnTo>
                  <a:pt x="158" y="296"/>
                </a:lnTo>
                <a:lnTo>
                  <a:pt x="177" y="301"/>
                </a:lnTo>
                <a:lnTo>
                  <a:pt x="196" y="304"/>
                </a:lnTo>
                <a:lnTo>
                  <a:pt x="216" y="307"/>
                </a:lnTo>
                <a:lnTo>
                  <a:pt x="235" y="308"/>
                </a:lnTo>
                <a:lnTo>
                  <a:pt x="254" y="309"/>
                </a:lnTo>
                <a:lnTo>
                  <a:pt x="275" y="308"/>
                </a:lnTo>
                <a:lnTo>
                  <a:pt x="294" y="307"/>
                </a:lnTo>
                <a:lnTo>
                  <a:pt x="315" y="304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2" name="Freeform 42"/>
          <p:cNvSpPr>
            <a:spLocks/>
          </p:cNvSpPr>
          <p:nvPr/>
        </p:nvSpPr>
        <p:spPr bwMode="gray">
          <a:xfrm>
            <a:off x="7721600" y="1497013"/>
            <a:ext cx="280988" cy="207962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1" y="0"/>
              </a:cxn>
              <a:cxn ang="0">
                <a:pos x="88" y="10"/>
              </a:cxn>
              <a:cxn ang="0">
                <a:pos x="106" y="20"/>
              </a:cxn>
              <a:cxn ang="0">
                <a:pos x="123" y="30"/>
              </a:cxn>
              <a:cxn ang="0">
                <a:pos x="140" y="38"/>
              </a:cxn>
              <a:cxn ang="0">
                <a:pos x="159" y="44"/>
              </a:cxn>
              <a:cxn ang="0">
                <a:pos x="176" y="51"/>
              </a:cxn>
              <a:cxn ang="0">
                <a:pos x="193" y="57"/>
              </a:cxn>
              <a:cxn ang="0">
                <a:pos x="211" y="61"/>
              </a:cxn>
              <a:cxn ang="0">
                <a:pos x="228" y="66"/>
              </a:cxn>
              <a:cxn ang="0">
                <a:pos x="246" y="68"/>
              </a:cxn>
              <a:cxn ang="0">
                <a:pos x="263" y="72"/>
              </a:cxn>
              <a:cxn ang="0">
                <a:pos x="281" y="73"/>
              </a:cxn>
              <a:cxn ang="0">
                <a:pos x="300" y="73"/>
              </a:cxn>
              <a:cxn ang="0">
                <a:pos x="318" y="73"/>
              </a:cxn>
              <a:cxn ang="0">
                <a:pos x="336" y="73"/>
              </a:cxn>
              <a:cxn ang="0">
                <a:pos x="354" y="71"/>
              </a:cxn>
              <a:cxn ang="0">
                <a:pos x="284" y="259"/>
              </a:cxn>
              <a:cxn ang="0">
                <a:pos x="266" y="262"/>
              </a:cxn>
              <a:cxn ang="0">
                <a:pos x="246" y="263"/>
              </a:cxn>
              <a:cxn ang="0">
                <a:pos x="229" y="263"/>
              </a:cxn>
              <a:cxn ang="0">
                <a:pos x="211" y="263"/>
              </a:cxn>
              <a:cxn ang="0">
                <a:pos x="193" y="262"/>
              </a:cxn>
              <a:cxn ang="0">
                <a:pos x="176" y="259"/>
              </a:cxn>
              <a:cxn ang="0">
                <a:pos x="157" y="257"/>
              </a:cxn>
              <a:cxn ang="0">
                <a:pos x="140" y="253"/>
              </a:cxn>
              <a:cxn ang="0">
                <a:pos x="123" y="248"/>
              </a:cxn>
              <a:cxn ang="0">
                <a:pos x="105" y="242"/>
              </a:cxn>
              <a:cxn ang="0">
                <a:pos x="88" y="235"/>
              </a:cxn>
              <a:cxn ang="0">
                <a:pos x="71" y="229"/>
              </a:cxn>
              <a:cxn ang="0">
                <a:pos x="54" y="221"/>
              </a:cxn>
              <a:cxn ang="0">
                <a:pos x="36" y="212"/>
              </a:cxn>
              <a:cxn ang="0">
                <a:pos x="19" y="201"/>
              </a:cxn>
              <a:cxn ang="0">
                <a:pos x="0" y="190"/>
              </a:cxn>
            </a:cxnLst>
            <a:rect l="0" t="0" r="r" b="b"/>
            <a:pathLst>
              <a:path w="354" h="263">
                <a:moveTo>
                  <a:pt x="0" y="190"/>
                </a:moveTo>
                <a:lnTo>
                  <a:pt x="71" y="0"/>
                </a:lnTo>
                <a:lnTo>
                  <a:pt x="88" y="10"/>
                </a:lnTo>
                <a:lnTo>
                  <a:pt x="106" y="20"/>
                </a:lnTo>
                <a:lnTo>
                  <a:pt x="123" y="30"/>
                </a:lnTo>
                <a:lnTo>
                  <a:pt x="140" y="38"/>
                </a:lnTo>
                <a:lnTo>
                  <a:pt x="159" y="44"/>
                </a:lnTo>
                <a:lnTo>
                  <a:pt x="176" y="51"/>
                </a:lnTo>
                <a:lnTo>
                  <a:pt x="193" y="57"/>
                </a:lnTo>
                <a:lnTo>
                  <a:pt x="211" y="61"/>
                </a:lnTo>
                <a:lnTo>
                  <a:pt x="228" y="66"/>
                </a:lnTo>
                <a:lnTo>
                  <a:pt x="246" y="68"/>
                </a:lnTo>
                <a:lnTo>
                  <a:pt x="263" y="72"/>
                </a:lnTo>
                <a:lnTo>
                  <a:pt x="281" y="73"/>
                </a:lnTo>
                <a:lnTo>
                  <a:pt x="300" y="73"/>
                </a:lnTo>
                <a:lnTo>
                  <a:pt x="318" y="73"/>
                </a:lnTo>
                <a:lnTo>
                  <a:pt x="336" y="73"/>
                </a:lnTo>
                <a:lnTo>
                  <a:pt x="354" y="71"/>
                </a:lnTo>
                <a:lnTo>
                  <a:pt x="284" y="259"/>
                </a:lnTo>
                <a:lnTo>
                  <a:pt x="266" y="262"/>
                </a:lnTo>
                <a:lnTo>
                  <a:pt x="246" y="263"/>
                </a:lnTo>
                <a:lnTo>
                  <a:pt x="229" y="263"/>
                </a:lnTo>
                <a:lnTo>
                  <a:pt x="211" y="263"/>
                </a:lnTo>
                <a:lnTo>
                  <a:pt x="193" y="262"/>
                </a:lnTo>
                <a:lnTo>
                  <a:pt x="176" y="259"/>
                </a:lnTo>
                <a:lnTo>
                  <a:pt x="157" y="257"/>
                </a:lnTo>
                <a:lnTo>
                  <a:pt x="140" y="253"/>
                </a:lnTo>
                <a:lnTo>
                  <a:pt x="123" y="248"/>
                </a:lnTo>
                <a:lnTo>
                  <a:pt x="105" y="242"/>
                </a:lnTo>
                <a:lnTo>
                  <a:pt x="88" y="235"/>
                </a:lnTo>
                <a:lnTo>
                  <a:pt x="71" y="229"/>
                </a:lnTo>
                <a:lnTo>
                  <a:pt x="54" y="221"/>
                </a:lnTo>
                <a:lnTo>
                  <a:pt x="36" y="212"/>
                </a:lnTo>
                <a:lnTo>
                  <a:pt x="19" y="201"/>
                </a:lnTo>
                <a:lnTo>
                  <a:pt x="0" y="19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3" name="Freeform 43"/>
          <p:cNvSpPr>
            <a:spLocks/>
          </p:cNvSpPr>
          <p:nvPr/>
        </p:nvSpPr>
        <p:spPr bwMode="gray">
          <a:xfrm>
            <a:off x="7683500" y="1763713"/>
            <a:ext cx="295275" cy="342900"/>
          </a:xfrm>
          <a:custGeom>
            <a:avLst/>
            <a:gdLst/>
            <a:ahLst/>
            <a:cxnLst>
              <a:cxn ang="0">
                <a:pos x="369" y="172"/>
              </a:cxn>
              <a:cxn ang="0">
                <a:pos x="372" y="165"/>
              </a:cxn>
              <a:cxn ang="0">
                <a:pos x="367" y="161"/>
              </a:cxn>
              <a:cxn ang="0">
                <a:pos x="207" y="9"/>
              </a:cxn>
              <a:cxn ang="0">
                <a:pos x="196" y="0"/>
              </a:cxn>
              <a:cxn ang="0">
                <a:pos x="192" y="15"/>
              </a:cxn>
              <a:cxn ang="0">
                <a:pos x="186" y="34"/>
              </a:cxn>
              <a:cxn ang="0">
                <a:pos x="181" y="52"/>
              </a:cxn>
              <a:cxn ang="0">
                <a:pos x="174" y="69"/>
              </a:cxn>
              <a:cxn ang="0">
                <a:pos x="167" y="86"/>
              </a:cxn>
              <a:cxn ang="0">
                <a:pos x="158" y="103"/>
              </a:cxn>
              <a:cxn ang="0">
                <a:pos x="149" y="119"/>
              </a:cxn>
              <a:cxn ang="0">
                <a:pos x="138" y="135"/>
              </a:cxn>
              <a:cxn ang="0">
                <a:pos x="128" y="150"/>
              </a:cxn>
              <a:cxn ang="0">
                <a:pos x="117" y="165"/>
              </a:cxn>
              <a:cxn ang="0">
                <a:pos x="104" y="179"/>
              </a:cxn>
              <a:cxn ang="0">
                <a:pos x="91" y="193"/>
              </a:cxn>
              <a:cxn ang="0">
                <a:pos x="76" y="207"/>
              </a:cxn>
              <a:cxn ang="0">
                <a:pos x="61" y="219"/>
              </a:cxn>
              <a:cxn ang="0">
                <a:pos x="45" y="233"/>
              </a:cxn>
              <a:cxn ang="0">
                <a:pos x="28" y="245"/>
              </a:cxn>
              <a:cxn ang="0">
                <a:pos x="10" y="258"/>
              </a:cxn>
              <a:cxn ang="0">
                <a:pos x="0" y="265"/>
              </a:cxn>
              <a:cxn ang="0">
                <a:pos x="9" y="274"/>
              </a:cxn>
              <a:cxn ang="0">
                <a:pos x="169" y="426"/>
              </a:cxn>
              <a:cxn ang="0">
                <a:pos x="174" y="431"/>
              </a:cxn>
              <a:cxn ang="0">
                <a:pos x="179" y="426"/>
              </a:cxn>
              <a:cxn ang="0">
                <a:pos x="198" y="414"/>
              </a:cxn>
              <a:cxn ang="0">
                <a:pos x="216" y="400"/>
              </a:cxn>
              <a:cxn ang="0">
                <a:pos x="232" y="387"/>
              </a:cxn>
              <a:cxn ang="0">
                <a:pos x="248" y="373"/>
              </a:cxn>
              <a:cxn ang="0">
                <a:pos x="262" y="359"/>
              </a:cxn>
              <a:cxn ang="0">
                <a:pos x="277" y="344"/>
              </a:cxn>
              <a:cxn ang="0">
                <a:pos x="290" y="329"/>
              </a:cxn>
              <a:cxn ang="0">
                <a:pos x="302" y="314"/>
              </a:cxn>
              <a:cxn ang="0">
                <a:pos x="314" y="298"/>
              </a:cxn>
              <a:cxn ang="0">
                <a:pos x="324" y="281"/>
              </a:cxn>
              <a:cxn ang="0">
                <a:pos x="334" y="264"/>
              </a:cxn>
              <a:cxn ang="0">
                <a:pos x="342" y="247"/>
              </a:cxn>
              <a:cxn ang="0">
                <a:pos x="350" y="228"/>
              </a:cxn>
              <a:cxn ang="0">
                <a:pos x="358" y="210"/>
              </a:cxn>
              <a:cxn ang="0">
                <a:pos x="364" y="191"/>
              </a:cxn>
              <a:cxn ang="0">
                <a:pos x="369" y="172"/>
              </a:cxn>
            </a:cxnLst>
            <a:rect l="0" t="0" r="r" b="b"/>
            <a:pathLst>
              <a:path w="372" h="431">
                <a:moveTo>
                  <a:pt x="369" y="172"/>
                </a:moveTo>
                <a:lnTo>
                  <a:pt x="372" y="165"/>
                </a:lnTo>
                <a:lnTo>
                  <a:pt x="367" y="161"/>
                </a:lnTo>
                <a:lnTo>
                  <a:pt x="207" y="9"/>
                </a:lnTo>
                <a:lnTo>
                  <a:pt x="196" y="0"/>
                </a:lnTo>
                <a:lnTo>
                  <a:pt x="192" y="15"/>
                </a:lnTo>
                <a:lnTo>
                  <a:pt x="186" y="34"/>
                </a:lnTo>
                <a:lnTo>
                  <a:pt x="181" y="52"/>
                </a:lnTo>
                <a:lnTo>
                  <a:pt x="174" y="69"/>
                </a:lnTo>
                <a:lnTo>
                  <a:pt x="167" y="86"/>
                </a:lnTo>
                <a:lnTo>
                  <a:pt x="158" y="103"/>
                </a:lnTo>
                <a:lnTo>
                  <a:pt x="149" y="119"/>
                </a:lnTo>
                <a:lnTo>
                  <a:pt x="138" y="135"/>
                </a:lnTo>
                <a:lnTo>
                  <a:pt x="128" y="150"/>
                </a:lnTo>
                <a:lnTo>
                  <a:pt x="117" y="165"/>
                </a:lnTo>
                <a:lnTo>
                  <a:pt x="104" y="179"/>
                </a:lnTo>
                <a:lnTo>
                  <a:pt x="91" y="193"/>
                </a:lnTo>
                <a:lnTo>
                  <a:pt x="76" y="207"/>
                </a:lnTo>
                <a:lnTo>
                  <a:pt x="61" y="219"/>
                </a:lnTo>
                <a:lnTo>
                  <a:pt x="45" y="233"/>
                </a:lnTo>
                <a:lnTo>
                  <a:pt x="28" y="245"/>
                </a:lnTo>
                <a:lnTo>
                  <a:pt x="10" y="258"/>
                </a:lnTo>
                <a:lnTo>
                  <a:pt x="0" y="265"/>
                </a:lnTo>
                <a:lnTo>
                  <a:pt x="9" y="274"/>
                </a:lnTo>
                <a:lnTo>
                  <a:pt x="169" y="426"/>
                </a:lnTo>
                <a:lnTo>
                  <a:pt x="174" y="431"/>
                </a:lnTo>
                <a:lnTo>
                  <a:pt x="179" y="426"/>
                </a:lnTo>
                <a:lnTo>
                  <a:pt x="198" y="414"/>
                </a:lnTo>
                <a:lnTo>
                  <a:pt x="216" y="400"/>
                </a:lnTo>
                <a:lnTo>
                  <a:pt x="232" y="387"/>
                </a:lnTo>
                <a:lnTo>
                  <a:pt x="248" y="373"/>
                </a:lnTo>
                <a:lnTo>
                  <a:pt x="262" y="359"/>
                </a:lnTo>
                <a:lnTo>
                  <a:pt x="277" y="344"/>
                </a:lnTo>
                <a:lnTo>
                  <a:pt x="290" y="329"/>
                </a:lnTo>
                <a:lnTo>
                  <a:pt x="302" y="314"/>
                </a:lnTo>
                <a:lnTo>
                  <a:pt x="314" y="298"/>
                </a:lnTo>
                <a:lnTo>
                  <a:pt x="324" y="281"/>
                </a:lnTo>
                <a:lnTo>
                  <a:pt x="334" y="264"/>
                </a:lnTo>
                <a:lnTo>
                  <a:pt x="342" y="247"/>
                </a:lnTo>
                <a:lnTo>
                  <a:pt x="350" y="228"/>
                </a:lnTo>
                <a:lnTo>
                  <a:pt x="358" y="210"/>
                </a:lnTo>
                <a:lnTo>
                  <a:pt x="364" y="191"/>
                </a:lnTo>
                <a:lnTo>
                  <a:pt x="369" y="172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4" name="Freeform 44"/>
          <p:cNvSpPr>
            <a:spLocks/>
          </p:cNvSpPr>
          <p:nvPr/>
        </p:nvSpPr>
        <p:spPr bwMode="gray">
          <a:xfrm>
            <a:off x="7707313" y="1790700"/>
            <a:ext cx="255587" cy="296863"/>
          </a:xfrm>
          <a:custGeom>
            <a:avLst/>
            <a:gdLst/>
            <a:ahLst/>
            <a:cxnLst>
              <a:cxn ang="0">
                <a:pos x="147" y="373"/>
              </a:cxn>
              <a:cxn ang="0">
                <a:pos x="0" y="233"/>
              </a:cxn>
              <a:cxn ang="0">
                <a:pos x="33" y="209"/>
              </a:cxn>
              <a:cxn ang="0">
                <a:pos x="62" y="184"/>
              </a:cxn>
              <a:cxn ang="0">
                <a:pos x="88" y="157"/>
              </a:cxn>
              <a:cxn ang="0">
                <a:pos x="112" y="128"/>
              </a:cxn>
              <a:cxn ang="0">
                <a:pos x="131" y="99"/>
              </a:cxn>
              <a:cxn ang="0">
                <a:pos x="149" y="68"/>
              </a:cxn>
              <a:cxn ang="0">
                <a:pos x="163" y="35"/>
              </a:cxn>
              <a:cxn ang="0">
                <a:pos x="175" y="0"/>
              </a:cxn>
              <a:cxn ang="0">
                <a:pos x="322" y="139"/>
              </a:cxn>
              <a:cxn ang="0">
                <a:pos x="311" y="174"/>
              </a:cxn>
              <a:cxn ang="0">
                <a:pos x="296" y="207"/>
              </a:cxn>
              <a:cxn ang="0">
                <a:pos x="279" y="239"/>
              </a:cxn>
              <a:cxn ang="0">
                <a:pos x="260" y="267"/>
              </a:cxn>
              <a:cxn ang="0">
                <a:pos x="236" y="296"/>
              </a:cxn>
              <a:cxn ang="0">
                <a:pos x="210" y="323"/>
              </a:cxn>
              <a:cxn ang="0">
                <a:pos x="180" y="348"/>
              </a:cxn>
              <a:cxn ang="0">
                <a:pos x="147" y="373"/>
              </a:cxn>
            </a:cxnLst>
            <a:rect l="0" t="0" r="r" b="b"/>
            <a:pathLst>
              <a:path w="322" h="373">
                <a:moveTo>
                  <a:pt x="147" y="373"/>
                </a:moveTo>
                <a:lnTo>
                  <a:pt x="0" y="233"/>
                </a:lnTo>
                <a:lnTo>
                  <a:pt x="33" y="209"/>
                </a:lnTo>
                <a:lnTo>
                  <a:pt x="62" y="184"/>
                </a:lnTo>
                <a:lnTo>
                  <a:pt x="88" y="157"/>
                </a:lnTo>
                <a:lnTo>
                  <a:pt x="112" y="128"/>
                </a:lnTo>
                <a:lnTo>
                  <a:pt x="131" y="99"/>
                </a:lnTo>
                <a:lnTo>
                  <a:pt x="149" y="68"/>
                </a:lnTo>
                <a:lnTo>
                  <a:pt x="163" y="35"/>
                </a:lnTo>
                <a:lnTo>
                  <a:pt x="175" y="0"/>
                </a:lnTo>
                <a:lnTo>
                  <a:pt x="322" y="139"/>
                </a:lnTo>
                <a:lnTo>
                  <a:pt x="311" y="174"/>
                </a:lnTo>
                <a:lnTo>
                  <a:pt x="296" y="207"/>
                </a:lnTo>
                <a:lnTo>
                  <a:pt x="279" y="239"/>
                </a:lnTo>
                <a:lnTo>
                  <a:pt x="260" y="267"/>
                </a:lnTo>
                <a:lnTo>
                  <a:pt x="236" y="296"/>
                </a:lnTo>
                <a:lnTo>
                  <a:pt x="210" y="323"/>
                </a:lnTo>
                <a:lnTo>
                  <a:pt x="180" y="348"/>
                </a:lnTo>
                <a:lnTo>
                  <a:pt x="147" y="373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5" name="Freeform 45"/>
          <p:cNvSpPr>
            <a:spLocks/>
          </p:cNvSpPr>
          <p:nvPr/>
        </p:nvSpPr>
        <p:spPr bwMode="gray">
          <a:xfrm>
            <a:off x="7231063" y="2085975"/>
            <a:ext cx="293687" cy="287338"/>
          </a:xfrm>
          <a:custGeom>
            <a:avLst/>
            <a:gdLst/>
            <a:ahLst/>
            <a:cxnLst>
              <a:cxn ang="0">
                <a:pos x="366" y="235"/>
              </a:cxn>
              <a:cxn ang="0">
                <a:pos x="370" y="232"/>
              </a:cxn>
              <a:cxn ang="0">
                <a:pos x="368" y="226"/>
              </a:cxn>
              <a:cxn ang="0">
                <a:pos x="307" y="14"/>
              </a:cxn>
              <a:cxn ang="0">
                <a:pos x="302" y="0"/>
              </a:cxn>
              <a:cxn ang="0">
                <a:pos x="292" y="11"/>
              </a:cxn>
              <a:cxn ang="0">
                <a:pos x="278" y="25"/>
              </a:cxn>
              <a:cxn ang="0">
                <a:pos x="263" y="37"/>
              </a:cxn>
              <a:cxn ang="0">
                <a:pos x="249" y="49"/>
              </a:cxn>
              <a:cxn ang="0">
                <a:pos x="233" y="60"/>
              </a:cxn>
              <a:cxn ang="0">
                <a:pos x="218" y="70"/>
              </a:cxn>
              <a:cxn ang="0">
                <a:pos x="202" y="80"/>
              </a:cxn>
              <a:cxn ang="0">
                <a:pos x="185" y="87"/>
              </a:cxn>
              <a:cxn ang="0">
                <a:pos x="168" y="95"/>
              </a:cxn>
              <a:cxn ang="0">
                <a:pos x="151" y="102"/>
              </a:cxn>
              <a:cxn ang="0">
                <a:pos x="133" y="109"/>
              </a:cxn>
              <a:cxn ang="0">
                <a:pos x="114" y="114"/>
              </a:cxn>
              <a:cxn ang="0">
                <a:pos x="95" y="118"/>
              </a:cxn>
              <a:cxn ang="0">
                <a:pos x="76" y="123"/>
              </a:cxn>
              <a:cxn ang="0">
                <a:pos x="55" y="125"/>
              </a:cxn>
              <a:cxn ang="0">
                <a:pos x="34" y="128"/>
              </a:cxn>
              <a:cxn ang="0">
                <a:pos x="12" y="130"/>
              </a:cxn>
              <a:cxn ang="0">
                <a:pos x="0" y="130"/>
              </a:cxn>
              <a:cxn ang="0">
                <a:pos x="3" y="142"/>
              </a:cxn>
              <a:cxn ang="0">
                <a:pos x="66" y="355"/>
              </a:cxn>
              <a:cxn ang="0">
                <a:pos x="67" y="361"/>
              </a:cxn>
              <a:cxn ang="0">
                <a:pos x="74" y="361"/>
              </a:cxn>
              <a:cxn ang="0">
                <a:pos x="96" y="358"/>
              </a:cxn>
              <a:cxn ang="0">
                <a:pos x="118" y="356"/>
              </a:cxn>
              <a:cxn ang="0">
                <a:pos x="138" y="353"/>
              </a:cxn>
              <a:cxn ang="0">
                <a:pos x="159" y="349"/>
              </a:cxn>
              <a:cxn ang="0">
                <a:pos x="179" y="343"/>
              </a:cxn>
              <a:cxn ang="0">
                <a:pos x="199" y="338"/>
              </a:cxn>
              <a:cxn ang="0">
                <a:pos x="217" y="332"/>
              </a:cxn>
              <a:cxn ang="0">
                <a:pos x="235" y="324"/>
              </a:cxn>
              <a:cxn ang="0">
                <a:pos x="253" y="316"/>
              </a:cxn>
              <a:cxn ang="0">
                <a:pos x="270" y="307"/>
              </a:cxn>
              <a:cxn ang="0">
                <a:pos x="287" y="298"/>
              </a:cxn>
              <a:cxn ang="0">
                <a:pos x="304" y="287"/>
              </a:cxn>
              <a:cxn ang="0">
                <a:pos x="320" y="275"/>
              </a:cxn>
              <a:cxn ang="0">
                <a:pos x="335" y="263"/>
              </a:cxn>
              <a:cxn ang="0">
                <a:pos x="351" y="250"/>
              </a:cxn>
              <a:cxn ang="0">
                <a:pos x="366" y="235"/>
              </a:cxn>
            </a:cxnLst>
            <a:rect l="0" t="0" r="r" b="b"/>
            <a:pathLst>
              <a:path w="370" h="361">
                <a:moveTo>
                  <a:pt x="366" y="235"/>
                </a:moveTo>
                <a:lnTo>
                  <a:pt x="370" y="232"/>
                </a:lnTo>
                <a:lnTo>
                  <a:pt x="368" y="226"/>
                </a:lnTo>
                <a:lnTo>
                  <a:pt x="307" y="14"/>
                </a:lnTo>
                <a:lnTo>
                  <a:pt x="302" y="0"/>
                </a:lnTo>
                <a:lnTo>
                  <a:pt x="292" y="11"/>
                </a:lnTo>
                <a:lnTo>
                  <a:pt x="278" y="25"/>
                </a:lnTo>
                <a:lnTo>
                  <a:pt x="263" y="37"/>
                </a:lnTo>
                <a:lnTo>
                  <a:pt x="249" y="49"/>
                </a:lnTo>
                <a:lnTo>
                  <a:pt x="233" y="60"/>
                </a:lnTo>
                <a:lnTo>
                  <a:pt x="218" y="70"/>
                </a:lnTo>
                <a:lnTo>
                  <a:pt x="202" y="80"/>
                </a:lnTo>
                <a:lnTo>
                  <a:pt x="185" y="87"/>
                </a:lnTo>
                <a:lnTo>
                  <a:pt x="168" y="95"/>
                </a:lnTo>
                <a:lnTo>
                  <a:pt x="151" y="102"/>
                </a:lnTo>
                <a:lnTo>
                  <a:pt x="133" y="109"/>
                </a:lnTo>
                <a:lnTo>
                  <a:pt x="114" y="114"/>
                </a:lnTo>
                <a:lnTo>
                  <a:pt x="95" y="118"/>
                </a:lnTo>
                <a:lnTo>
                  <a:pt x="76" y="123"/>
                </a:lnTo>
                <a:lnTo>
                  <a:pt x="55" y="125"/>
                </a:lnTo>
                <a:lnTo>
                  <a:pt x="34" y="128"/>
                </a:lnTo>
                <a:lnTo>
                  <a:pt x="12" y="130"/>
                </a:lnTo>
                <a:lnTo>
                  <a:pt x="0" y="130"/>
                </a:lnTo>
                <a:lnTo>
                  <a:pt x="3" y="142"/>
                </a:lnTo>
                <a:lnTo>
                  <a:pt x="66" y="355"/>
                </a:lnTo>
                <a:lnTo>
                  <a:pt x="67" y="361"/>
                </a:lnTo>
                <a:lnTo>
                  <a:pt x="74" y="361"/>
                </a:lnTo>
                <a:lnTo>
                  <a:pt x="96" y="358"/>
                </a:lnTo>
                <a:lnTo>
                  <a:pt x="118" y="356"/>
                </a:lnTo>
                <a:lnTo>
                  <a:pt x="138" y="353"/>
                </a:lnTo>
                <a:lnTo>
                  <a:pt x="159" y="349"/>
                </a:lnTo>
                <a:lnTo>
                  <a:pt x="179" y="343"/>
                </a:lnTo>
                <a:lnTo>
                  <a:pt x="199" y="338"/>
                </a:lnTo>
                <a:lnTo>
                  <a:pt x="217" y="332"/>
                </a:lnTo>
                <a:lnTo>
                  <a:pt x="235" y="324"/>
                </a:lnTo>
                <a:lnTo>
                  <a:pt x="253" y="316"/>
                </a:lnTo>
                <a:lnTo>
                  <a:pt x="270" y="307"/>
                </a:lnTo>
                <a:lnTo>
                  <a:pt x="287" y="298"/>
                </a:lnTo>
                <a:lnTo>
                  <a:pt x="304" y="287"/>
                </a:lnTo>
                <a:lnTo>
                  <a:pt x="320" y="275"/>
                </a:lnTo>
                <a:lnTo>
                  <a:pt x="335" y="263"/>
                </a:lnTo>
                <a:lnTo>
                  <a:pt x="351" y="250"/>
                </a:lnTo>
                <a:lnTo>
                  <a:pt x="366" y="235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6" name="Freeform 46"/>
          <p:cNvSpPr>
            <a:spLocks/>
          </p:cNvSpPr>
          <p:nvPr/>
        </p:nvSpPr>
        <p:spPr bwMode="gray">
          <a:xfrm>
            <a:off x="7250113" y="2114550"/>
            <a:ext cx="257175" cy="242888"/>
          </a:xfrm>
          <a:custGeom>
            <a:avLst/>
            <a:gdLst/>
            <a:ahLst/>
            <a:cxnLst>
              <a:cxn ang="0">
                <a:pos x="55" y="307"/>
              </a:cxn>
              <a:cxn ang="0">
                <a:pos x="0" y="113"/>
              </a:cxn>
              <a:cxn ang="0">
                <a:pos x="20" y="110"/>
              </a:cxn>
              <a:cxn ang="0">
                <a:pos x="39" y="108"/>
              </a:cxn>
              <a:cxn ang="0">
                <a:pos x="59" y="105"/>
              </a:cxn>
              <a:cxn ang="0">
                <a:pos x="77" y="101"/>
              </a:cxn>
              <a:cxn ang="0">
                <a:pos x="95" y="97"/>
              </a:cxn>
              <a:cxn ang="0">
                <a:pos x="113" y="91"/>
              </a:cxn>
              <a:cxn ang="0">
                <a:pos x="130" y="85"/>
              </a:cxn>
              <a:cxn ang="0">
                <a:pos x="147" y="79"/>
              </a:cxn>
              <a:cxn ang="0">
                <a:pos x="163" y="72"/>
              </a:cxn>
              <a:cxn ang="0">
                <a:pos x="180" y="64"/>
              </a:cxn>
              <a:cxn ang="0">
                <a:pos x="195" y="55"/>
              </a:cxn>
              <a:cxn ang="0">
                <a:pos x="211" y="46"/>
              </a:cxn>
              <a:cxn ang="0">
                <a:pos x="226" y="35"/>
              </a:cxn>
              <a:cxn ang="0">
                <a:pos x="240" y="24"/>
              </a:cxn>
              <a:cxn ang="0">
                <a:pos x="254" y="13"/>
              </a:cxn>
              <a:cxn ang="0">
                <a:pos x="268" y="0"/>
              </a:cxn>
              <a:cxn ang="0">
                <a:pos x="324" y="193"/>
              </a:cxn>
              <a:cxn ang="0">
                <a:pos x="310" y="206"/>
              </a:cxn>
              <a:cxn ang="0">
                <a:pos x="297" y="218"/>
              </a:cxn>
              <a:cxn ang="0">
                <a:pos x="282" y="230"/>
              </a:cxn>
              <a:cxn ang="0">
                <a:pos x="267" y="240"/>
              </a:cxn>
              <a:cxn ang="0">
                <a:pos x="252" y="249"/>
              </a:cxn>
              <a:cxn ang="0">
                <a:pos x="236" y="258"/>
              </a:cxn>
              <a:cxn ang="0">
                <a:pos x="220" y="266"/>
              </a:cxn>
              <a:cxn ang="0">
                <a:pos x="204" y="274"/>
              </a:cxn>
              <a:cxn ang="0">
                <a:pos x="187" y="280"/>
              </a:cxn>
              <a:cxn ang="0">
                <a:pos x="170" y="287"/>
              </a:cxn>
              <a:cxn ang="0">
                <a:pos x="153" y="291"/>
              </a:cxn>
              <a:cxn ang="0">
                <a:pos x="135" y="296"/>
              </a:cxn>
              <a:cxn ang="0">
                <a:pos x="116" y="299"/>
              </a:cxn>
              <a:cxn ang="0">
                <a:pos x="96" y="303"/>
              </a:cxn>
              <a:cxn ang="0">
                <a:pos x="76" y="305"/>
              </a:cxn>
              <a:cxn ang="0">
                <a:pos x="55" y="307"/>
              </a:cxn>
            </a:cxnLst>
            <a:rect l="0" t="0" r="r" b="b"/>
            <a:pathLst>
              <a:path w="324" h="307">
                <a:moveTo>
                  <a:pt x="55" y="307"/>
                </a:moveTo>
                <a:lnTo>
                  <a:pt x="0" y="113"/>
                </a:lnTo>
                <a:lnTo>
                  <a:pt x="20" y="110"/>
                </a:lnTo>
                <a:lnTo>
                  <a:pt x="39" y="108"/>
                </a:lnTo>
                <a:lnTo>
                  <a:pt x="59" y="105"/>
                </a:lnTo>
                <a:lnTo>
                  <a:pt x="77" y="101"/>
                </a:lnTo>
                <a:lnTo>
                  <a:pt x="95" y="97"/>
                </a:lnTo>
                <a:lnTo>
                  <a:pt x="113" y="91"/>
                </a:lnTo>
                <a:lnTo>
                  <a:pt x="130" y="85"/>
                </a:lnTo>
                <a:lnTo>
                  <a:pt x="147" y="79"/>
                </a:lnTo>
                <a:lnTo>
                  <a:pt x="163" y="72"/>
                </a:lnTo>
                <a:lnTo>
                  <a:pt x="180" y="64"/>
                </a:lnTo>
                <a:lnTo>
                  <a:pt x="195" y="55"/>
                </a:lnTo>
                <a:lnTo>
                  <a:pt x="211" y="46"/>
                </a:lnTo>
                <a:lnTo>
                  <a:pt x="226" y="35"/>
                </a:lnTo>
                <a:lnTo>
                  <a:pt x="240" y="24"/>
                </a:lnTo>
                <a:lnTo>
                  <a:pt x="254" y="13"/>
                </a:lnTo>
                <a:lnTo>
                  <a:pt x="268" y="0"/>
                </a:lnTo>
                <a:lnTo>
                  <a:pt x="324" y="193"/>
                </a:lnTo>
                <a:lnTo>
                  <a:pt x="310" y="206"/>
                </a:lnTo>
                <a:lnTo>
                  <a:pt x="297" y="218"/>
                </a:lnTo>
                <a:lnTo>
                  <a:pt x="282" y="230"/>
                </a:lnTo>
                <a:lnTo>
                  <a:pt x="267" y="240"/>
                </a:lnTo>
                <a:lnTo>
                  <a:pt x="252" y="249"/>
                </a:lnTo>
                <a:lnTo>
                  <a:pt x="236" y="258"/>
                </a:lnTo>
                <a:lnTo>
                  <a:pt x="220" y="266"/>
                </a:lnTo>
                <a:lnTo>
                  <a:pt x="204" y="274"/>
                </a:lnTo>
                <a:lnTo>
                  <a:pt x="187" y="280"/>
                </a:lnTo>
                <a:lnTo>
                  <a:pt x="170" y="287"/>
                </a:lnTo>
                <a:lnTo>
                  <a:pt x="153" y="291"/>
                </a:lnTo>
                <a:lnTo>
                  <a:pt x="135" y="296"/>
                </a:lnTo>
                <a:lnTo>
                  <a:pt x="116" y="299"/>
                </a:lnTo>
                <a:lnTo>
                  <a:pt x="96" y="303"/>
                </a:lnTo>
                <a:lnTo>
                  <a:pt x="76" y="305"/>
                </a:lnTo>
                <a:lnTo>
                  <a:pt x="55" y="307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7" name="Freeform 47"/>
          <p:cNvSpPr>
            <a:spLocks/>
          </p:cNvSpPr>
          <p:nvPr/>
        </p:nvSpPr>
        <p:spPr bwMode="gray">
          <a:xfrm>
            <a:off x="6615113" y="2197100"/>
            <a:ext cx="320675" cy="304800"/>
          </a:xfrm>
          <a:custGeom>
            <a:avLst/>
            <a:gdLst/>
            <a:ahLst/>
            <a:cxnLst>
              <a:cxn ang="0">
                <a:pos x="187" y="381"/>
              </a:cxn>
              <a:cxn ang="0">
                <a:pos x="192" y="384"/>
              </a:cxn>
              <a:cxn ang="0">
                <a:pos x="198" y="382"/>
              </a:cxn>
              <a:cxn ang="0">
                <a:pos x="391" y="275"/>
              </a:cxn>
              <a:cxn ang="0">
                <a:pos x="404" y="268"/>
              </a:cxn>
              <a:cxn ang="0">
                <a:pos x="390" y="260"/>
              </a:cxn>
              <a:cxn ang="0">
                <a:pos x="358" y="237"/>
              </a:cxn>
              <a:cxn ang="0">
                <a:pos x="330" y="214"/>
              </a:cxn>
              <a:cxn ang="0">
                <a:pos x="303" y="187"/>
              </a:cxn>
              <a:cxn ang="0">
                <a:pos x="281" y="158"/>
              </a:cxn>
              <a:cxn ang="0">
                <a:pos x="260" y="126"/>
              </a:cxn>
              <a:cxn ang="0">
                <a:pos x="242" y="92"/>
              </a:cxn>
              <a:cxn ang="0">
                <a:pos x="227" y="53"/>
              </a:cxn>
              <a:cxn ang="0">
                <a:pos x="214" y="12"/>
              </a:cxn>
              <a:cxn ang="0">
                <a:pos x="210" y="0"/>
              </a:cxn>
              <a:cxn ang="0">
                <a:pos x="199" y="5"/>
              </a:cxn>
              <a:cxn ang="0">
                <a:pos x="5" y="112"/>
              </a:cxn>
              <a:cxn ang="0">
                <a:pos x="0" y="116"/>
              </a:cxn>
              <a:cxn ang="0">
                <a:pos x="1" y="121"/>
              </a:cxn>
              <a:cxn ang="0">
                <a:pos x="8" y="143"/>
              </a:cxn>
              <a:cxn ang="0">
                <a:pos x="14" y="165"/>
              </a:cxn>
              <a:cxn ang="0">
                <a:pos x="22" y="184"/>
              </a:cxn>
              <a:cxn ang="0">
                <a:pos x="32" y="203"/>
              </a:cxn>
              <a:cxn ang="0">
                <a:pos x="41" y="222"/>
              </a:cxn>
              <a:cxn ang="0">
                <a:pos x="50" y="240"/>
              </a:cxn>
              <a:cxn ang="0">
                <a:pos x="61" y="257"/>
              </a:cxn>
              <a:cxn ang="0">
                <a:pos x="73" y="273"/>
              </a:cxn>
              <a:cxn ang="0">
                <a:pos x="84" y="289"/>
              </a:cxn>
              <a:cxn ang="0">
                <a:pos x="96" y="303"/>
              </a:cxn>
              <a:cxn ang="0">
                <a:pos x="110" y="318"/>
              </a:cxn>
              <a:cxn ang="0">
                <a:pos x="124" y="332"/>
              </a:cxn>
              <a:cxn ang="0">
                <a:pos x="138" y="346"/>
              </a:cxn>
              <a:cxn ang="0">
                <a:pos x="154" y="358"/>
              </a:cxn>
              <a:cxn ang="0">
                <a:pos x="170" y="369"/>
              </a:cxn>
              <a:cxn ang="0">
                <a:pos x="187" y="381"/>
              </a:cxn>
            </a:cxnLst>
            <a:rect l="0" t="0" r="r" b="b"/>
            <a:pathLst>
              <a:path w="404" h="384">
                <a:moveTo>
                  <a:pt x="187" y="381"/>
                </a:moveTo>
                <a:lnTo>
                  <a:pt x="192" y="384"/>
                </a:lnTo>
                <a:lnTo>
                  <a:pt x="198" y="382"/>
                </a:lnTo>
                <a:lnTo>
                  <a:pt x="391" y="275"/>
                </a:lnTo>
                <a:lnTo>
                  <a:pt x="404" y="268"/>
                </a:lnTo>
                <a:lnTo>
                  <a:pt x="390" y="260"/>
                </a:lnTo>
                <a:lnTo>
                  <a:pt x="358" y="237"/>
                </a:lnTo>
                <a:lnTo>
                  <a:pt x="330" y="214"/>
                </a:lnTo>
                <a:lnTo>
                  <a:pt x="303" y="187"/>
                </a:lnTo>
                <a:lnTo>
                  <a:pt x="281" y="158"/>
                </a:lnTo>
                <a:lnTo>
                  <a:pt x="260" y="126"/>
                </a:lnTo>
                <a:lnTo>
                  <a:pt x="242" y="92"/>
                </a:lnTo>
                <a:lnTo>
                  <a:pt x="227" y="53"/>
                </a:lnTo>
                <a:lnTo>
                  <a:pt x="214" y="12"/>
                </a:lnTo>
                <a:lnTo>
                  <a:pt x="210" y="0"/>
                </a:lnTo>
                <a:lnTo>
                  <a:pt x="199" y="5"/>
                </a:lnTo>
                <a:lnTo>
                  <a:pt x="5" y="112"/>
                </a:lnTo>
                <a:lnTo>
                  <a:pt x="0" y="116"/>
                </a:lnTo>
                <a:lnTo>
                  <a:pt x="1" y="121"/>
                </a:lnTo>
                <a:lnTo>
                  <a:pt x="8" y="143"/>
                </a:lnTo>
                <a:lnTo>
                  <a:pt x="14" y="165"/>
                </a:lnTo>
                <a:lnTo>
                  <a:pt x="22" y="184"/>
                </a:lnTo>
                <a:lnTo>
                  <a:pt x="32" y="203"/>
                </a:lnTo>
                <a:lnTo>
                  <a:pt x="41" y="222"/>
                </a:lnTo>
                <a:lnTo>
                  <a:pt x="50" y="240"/>
                </a:lnTo>
                <a:lnTo>
                  <a:pt x="61" y="257"/>
                </a:lnTo>
                <a:lnTo>
                  <a:pt x="73" y="273"/>
                </a:lnTo>
                <a:lnTo>
                  <a:pt x="84" y="289"/>
                </a:lnTo>
                <a:lnTo>
                  <a:pt x="96" y="303"/>
                </a:lnTo>
                <a:lnTo>
                  <a:pt x="110" y="318"/>
                </a:lnTo>
                <a:lnTo>
                  <a:pt x="124" y="332"/>
                </a:lnTo>
                <a:lnTo>
                  <a:pt x="138" y="346"/>
                </a:lnTo>
                <a:lnTo>
                  <a:pt x="154" y="358"/>
                </a:lnTo>
                <a:lnTo>
                  <a:pt x="170" y="369"/>
                </a:lnTo>
                <a:lnTo>
                  <a:pt x="187" y="381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8" name="Freeform 48"/>
          <p:cNvSpPr>
            <a:spLocks/>
          </p:cNvSpPr>
          <p:nvPr/>
        </p:nvSpPr>
        <p:spPr bwMode="gray">
          <a:xfrm>
            <a:off x="6632575" y="2219325"/>
            <a:ext cx="274638" cy="265113"/>
          </a:xfrm>
          <a:custGeom>
            <a:avLst/>
            <a:gdLst/>
            <a:ahLst/>
            <a:cxnLst>
              <a:cxn ang="0">
                <a:pos x="0" y="98"/>
              </a:cxn>
              <a:cxn ang="0">
                <a:pos x="178" y="0"/>
              </a:cxn>
              <a:cxn ang="0">
                <a:pos x="191" y="39"/>
              </a:cxn>
              <a:cxn ang="0">
                <a:pos x="206" y="74"/>
              </a:cxn>
              <a:cxn ang="0">
                <a:pos x="224" y="107"/>
              </a:cxn>
              <a:cxn ang="0">
                <a:pos x="244" y="138"/>
              </a:cxn>
              <a:cxn ang="0">
                <a:pos x="265" y="166"/>
              </a:cxn>
              <a:cxn ang="0">
                <a:pos x="290" y="192"/>
              </a:cxn>
              <a:cxn ang="0">
                <a:pos x="318" y="216"/>
              </a:cxn>
              <a:cxn ang="0">
                <a:pos x="347" y="239"/>
              </a:cxn>
              <a:cxn ang="0">
                <a:pos x="171" y="336"/>
              </a:cxn>
              <a:cxn ang="0">
                <a:pos x="140" y="314"/>
              </a:cxn>
              <a:cxn ang="0">
                <a:pos x="113" y="291"/>
              </a:cxn>
              <a:cxn ang="0">
                <a:pos x="88" y="265"/>
              </a:cxn>
              <a:cxn ang="0">
                <a:pos x="66" y="237"/>
              </a:cxn>
              <a:cxn ang="0">
                <a:pos x="46" y="207"/>
              </a:cxn>
              <a:cxn ang="0">
                <a:pos x="29" y="173"/>
              </a:cxn>
              <a:cxn ang="0">
                <a:pos x="14" y="138"/>
              </a:cxn>
              <a:cxn ang="0">
                <a:pos x="0" y="98"/>
              </a:cxn>
            </a:cxnLst>
            <a:rect l="0" t="0" r="r" b="b"/>
            <a:pathLst>
              <a:path w="347" h="336">
                <a:moveTo>
                  <a:pt x="0" y="98"/>
                </a:moveTo>
                <a:lnTo>
                  <a:pt x="178" y="0"/>
                </a:lnTo>
                <a:lnTo>
                  <a:pt x="191" y="39"/>
                </a:lnTo>
                <a:lnTo>
                  <a:pt x="206" y="74"/>
                </a:lnTo>
                <a:lnTo>
                  <a:pt x="224" y="107"/>
                </a:lnTo>
                <a:lnTo>
                  <a:pt x="244" y="138"/>
                </a:lnTo>
                <a:lnTo>
                  <a:pt x="265" y="166"/>
                </a:lnTo>
                <a:lnTo>
                  <a:pt x="290" y="192"/>
                </a:lnTo>
                <a:lnTo>
                  <a:pt x="318" y="216"/>
                </a:lnTo>
                <a:lnTo>
                  <a:pt x="347" y="239"/>
                </a:lnTo>
                <a:lnTo>
                  <a:pt x="171" y="336"/>
                </a:lnTo>
                <a:lnTo>
                  <a:pt x="140" y="314"/>
                </a:lnTo>
                <a:lnTo>
                  <a:pt x="113" y="291"/>
                </a:lnTo>
                <a:lnTo>
                  <a:pt x="88" y="265"/>
                </a:lnTo>
                <a:lnTo>
                  <a:pt x="66" y="237"/>
                </a:lnTo>
                <a:lnTo>
                  <a:pt x="46" y="207"/>
                </a:lnTo>
                <a:lnTo>
                  <a:pt x="29" y="173"/>
                </a:lnTo>
                <a:lnTo>
                  <a:pt x="14" y="138"/>
                </a:lnTo>
                <a:lnTo>
                  <a:pt x="0" y="98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09" name="Freeform 49"/>
          <p:cNvSpPr>
            <a:spLocks/>
          </p:cNvSpPr>
          <p:nvPr/>
        </p:nvSpPr>
        <p:spPr bwMode="gray">
          <a:xfrm>
            <a:off x="6972300" y="2452688"/>
            <a:ext cx="381000" cy="293687"/>
          </a:xfrm>
          <a:custGeom>
            <a:avLst/>
            <a:gdLst/>
            <a:ahLst/>
            <a:cxnLst>
              <a:cxn ang="0">
                <a:pos x="361" y="367"/>
              </a:cxn>
              <a:cxn ang="0">
                <a:pos x="368" y="366"/>
              </a:cxn>
              <a:cxn ang="0">
                <a:pos x="371" y="360"/>
              </a:cxn>
              <a:cxn ang="0">
                <a:pos x="473" y="126"/>
              </a:cxn>
              <a:cxn ang="0">
                <a:pos x="480" y="111"/>
              </a:cxn>
              <a:cxn ang="0">
                <a:pos x="462" y="112"/>
              </a:cxn>
              <a:cxn ang="0">
                <a:pos x="439" y="114"/>
              </a:cxn>
              <a:cxn ang="0">
                <a:pos x="418" y="115"/>
              </a:cxn>
              <a:cxn ang="0">
                <a:pos x="395" y="114"/>
              </a:cxn>
              <a:cxn ang="0">
                <a:pos x="373" y="112"/>
              </a:cxn>
              <a:cxn ang="0">
                <a:pos x="352" y="109"/>
              </a:cxn>
              <a:cxn ang="0">
                <a:pos x="331" y="106"/>
              </a:cxn>
              <a:cxn ang="0">
                <a:pos x="311" y="101"/>
              </a:cxn>
              <a:cxn ang="0">
                <a:pos x="289" y="95"/>
              </a:cxn>
              <a:cxn ang="0">
                <a:pos x="269" y="89"/>
              </a:cxn>
              <a:cxn ang="0">
                <a:pos x="248" y="81"/>
              </a:cxn>
              <a:cxn ang="0">
                <a:pos x="228" y="71"/>
              </a:cxn>
              <a:cxn ang="0">
                <a:pos x="207" y="61"/>
              </a:cxn>
              <a:cxn ang="0">
                <a:pos x="187" y="50"/>
              </a:cxn>
              <a:cxn ang="0">
                <a:pos x="166" y="37"/>
              </a:cxn>
              <a:cxn ang="0">
                <a:pos x="146" y="24"/>
              </a:cxn>
              <a:cxn ang="0">
                <a:pos x="125" y="9"/>
              </a:cxn>
              <a:cxn ang="0">
                <a:pos x="113" y="0"/>
              </a:cxn>
              <a:cxn ang="0">
                <a:pos x="107" y="13"/>
              </a:cxn>
              <a:cxn ang="0">
                <a:pos x="2" y="248"/>
              </a:cxn>
              <a:cxn ang="0">
                <a:pos x="0" y="255"/>
              </a:cxn>
              <a:cxn ang="0">
                <a:pos x="6" y="259"/>
              </a:cxn>
              <a:cxn ang="0">
                <a:pos x="28" y="274"/>
              </a:cxn>
              <a:cxn ang="0">
                <a:pos x="49" y="289"/>
              </a:cxn>
              <a:cxn ang="0">
                <a:pos x="71" y="301"/>
              </a:cxn>
              <a:cxn ang="0">
                <a:pos x="92" y="313"/>
              </a:cxn>
              <a:cxn ang="0">
                <a:pos x="114" y="324"/>
              </a:cxn>
              <a:cxn ang="0">
                <a:pos x="136" y="333"/>
              </a:cxn>
              <a:cxn ang="0">
                <a:pos x="157" y="342"/>
              </a:cxn>
              <a:cxn ang="0">
                <a:pos x="179" y="349"/>
              </a:cxn>
              <a:cxn ang="0">
                <a:pos x="200" y="355"/>
              </a:cxn>
              <a:cxn ang="0">
                <a:pos x="223" y="360"/>
              </a:cxn>
              <a:cxn ang="0">
                <a:pos x="245" y="364"/>
              </a:cxn>
              <a:cxn ang="0">
                <a:pos x="268" y="367"/>
              </a:cxn>
              <a:cxn ang="0">
                <a:pos x="290" y="368"/>
              </a:cxn>
              <a:cxn ang="0">
                <a:pos x="314" y="370"/>
              </a:cxn>
              <a:cxn ang="0">
                <a:pos x="337" y="368"/>
              </a:cxn>
              <a:cxn ang="0">
                <a:pos x="361" y="367"/>
              </a:cxn>
            </a:cxnLst>
            <a:rect l="0" t="0" r="r" b="b"/>
            <a:pathLst>
              <a:path w="480" h="370">
                <a:moveTo>
                  <a:pt x="361" y="367"/>
                </a:moveTo>
                <a:lnTo>
                  <a:pt x="368" y="366"/>
                </a:lnTo>
                <a:lnTo>
                  <a:pt x="371" y="360"/>
                </a:lnTo>
                <a:lnTo>
                  <a:pt x="473" y="126"/>
                </a:lnTo>
                <a:lnTo>
                  <a:pt x="480" y="111"/>
                </a:lnTo>
                <a:lnTo>
                  <a:pt x="462" y="112"/>
                </a:lnTo>
                <a:lnTo>
                  <a:pt x="439" y="114"/>
                </a:lnTo>
                <a:lnTo>
                  <a:pt x="418" y="115"/>
                </a:lnTo>
                <a:lnTo>
                  <a:pt x="395" y="114"/>
                </a:lnTo>
                <a:lnTo>
                  <a:pt x="373" y="112"/>
                </a:lnTo>
                <a:lnTo>
                  <a:pt x="352" y="109"/>
                </a:lnTo>
                <a:lnTo>
                  <a:pt x="331" y="106"/>
                </a:lnTo>
                <a:lnTo>
                  <a:pt x="311" y="101"/>
                </a:lnTo>
                <a:lnTo>
                  <a:pt x="289" y="95"/>
                </a:lnTo>
                <a:lnTo>
                  <a:pt x="269" y="89"/>
                </a:lnTo>
                <a:lnTo>
                  <a:pt x="248" y="81"/>
                </a:lnTo>
                <a:lnTo>
                  <a:pt x="228" y="71"/>
                </a:lnTo>
                <a:lnTo>
                  <a:pt x="207" y="61"/>
                </a:lnTo>
                <a:lnTo>
                  <a:pt x="187" y="50"/>
                </a:lnTo>
                <a:lnTo>
                  <a:pt x="166" y="37"/>
                </a:lnTo>
                <a:lnTo>
                  <a:pt x="146" y="24"/>
                </a:lnTo>
                <a:lnTo>
                  <a:pt x="125" y="9"/>
                </a:lnTo>
                <a:lnTo>
                  <a:pt x="113" y="0"/>
                </a:lnTo>
                <a:lnTo>
                  <a:pt x="107" y="13"/>
                </a:lnTo>
                <a:lnTo>
                  <a:pt x="2" y="248"/>
                </a:lnTo>
                <a:lnTo>
                  <a:pt x="0" y="255"/>
                </a:lnTo>
                <a:lnTo>
                  <a:pt x="6" y="259"/>
                </a:lnTo>
                <a:lnTo>
                  <a:pt x="28" y="274"/>
                </a:lnTo>
                <a:lnTo>
                  <a:pt x="49" y="289"/>
                </a:lnTo>
                <a:lnTo>
                  <a:pt x="71" y="301"/>
                </a:lnTo>
                <a:lnTo>
                  <a:pt x="92" y="313"/>
                </a:lnTo>
                <a:lnTo>
                  <a:pt x="114" y="324"/>
                </a:lnTo>
                <a:lnTo>
                  <a:pt x="136" y="333"/>
                </a:lnTo>
                <a:lnTo>
                  <a:pt x="157" y="342"/>
                </a:lnTo>
                <a:lnTo>
                  <a:pt x="179" y="349"/>
                </a:lnTo>
                <a:lnTo>
                  <a:pt x="200" y="355"/>
                </a:lnTo>
                <a:lnTo>
                  <a:pt x="223" y="360"/>
                </a:lnTo>
                <a:lnTo>
                  <a:pt x="245" y="364"/>
                </a:lnTo>
                <a:lnTo>
                  <a:pt x="268" y="367"/>
                </a:lnTo>
                <a:lnTo>
                  <a:pt x="290" y="368"/>
                </a:lnTo>
                <a:lnTo>
                  <a:pt x="314" y="370"/>
                </a:lnTo>
                <a:lnTo>
                  <a:pt x="337" y="368"/>
                </a:lnTo>
                <a:lnTo>
                  <a:pt x="361" y="367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0" name="Freeform 50"/>
          <p:cNvSpPr>
            <a:spLocks/>
          </p:cNvSpPr>
          <p:nvPr/>
        </p:nvSpPr>
        <p:spPr bwMode="gray">
          <a:xfrm>
            <a:off x="6994525" y="2479675"/>
            <a:ext cx="331788" cy="250825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94" y="0"/>
              </a:cxn>
              <a:cxn ang="0">
                <a:pos x="113" y="13"/>
              </a:cxn>
              <a:cxn ang="0">
                <a:pos x="134" y="26"/>
              </a:cxn>
              <a:cxn ang="0">
                <a:pos x="153" y="37"/>
              </a:cxn>
              <a:cxn ang="0">
                <a:pos x="172" y="48"/>
              </a:cxn>
              <a:cxn ang="0">
                <a:pos x="193" y="58"/>
              </a:cxn>
              <a:cxn ang="0">
                <a:pos x="212" y="66"/>
              </a:cxn>
              <a:cxn ang="0">
                <a:pos x="233" y="74"/>
              </a:cxn>
              <a:cxn ang="0">
                <a:pos x="252" y="81"/>
              </a:cxn>
              <a:cxn ang="0">
                <a:pos x="273" y="86"/>
              </a:cxn>
              <a:cxn ang="0">
                <a:pos x="293" y="91"/>
              </a:cxn>
              <a:cxn ang="0">
                <a:pos x="313" y="95"/>
              </a:cxn>
              <a:cxn ang="0">
                <a:pos x="334" y="98"/>
              </a:cxn>
              <a:cxn ang="0">
                <a:pos x="354" y="100"/>
              </a:cxn>
              <a:cxn ang="0">
                <a:pos x="376" y="101"/>
              </a:cxn>
              <a:cxn ang="0">
                <a:pos x="397" y="102"/>
              </a:cxn>
              <a:cxn ang="0">
                <a:pos x="418" y="101"/>
              </a:cxn>
              <a:cxn ang="0">
                <a:pos x="324" y="315"/>
              </a:cxn>
              <a:cxn ang="0">
                <a:pos x="302" y="316"/>
              </a:cxn>
              <a:cxn ang="0">
                <a:pos x="281" y="316"/>
              </a:cxn>
              <a:cxn ang="0">
                <a:pos x="260" y="315"/>
              </a:cxn>
              <a:cxn ang="0">
                <a:pos x="238" y="314"/>
              </a:cxn>
              <a:cxn ang="0">
                <a:pos x="218" y="310"/>
              </a:cxn>
              <a:cxn ang="0">
                <a:pos x="197" y="307"/>
              </a:cxn>
              <a:cxn ang="0">
                <a:pos x="178" y="302"/>
              </a:cxn>
              <a:cxn ang="0">
                <a:pos x="158" y="297"/>
              </a:cxn>
              <a:cxn ang="0">
                <a:pos x="138" y="290"/>
              </a:cxn>
              <a:cxn ang="0">
                <a:pos x="118" y="282"/>
              </a:cxn>
              <a:cxn ang="0">
                <a:pos x="98" y="274"/>
              </a:cxn>
              <a:cxn ang="0">
                <a:pos x="79" y="264"/>
              </a:cxn>
              <a:cxn ang="0">
                <a:pos x="59" y="252"/>
              </a:cxn>
              <a:cxn ang="0">
                <a:pos x="39" y="241"/>
              </a:cxn>
              <a:cxn ang="0">
                <a:pos x="20" y="227"/>
              </a:cxn>
              <a:cxn ang="0">
                <a:pos x="0" y="214"/>
              </a:cxn>
            </a:cxnLst>
            <a:rect l="0" t="0" r="r" b="b"/>
            <a:pathLst>
              <a:path w="418" h="316">
                <a:moveTo>
                  <a:pt x="0" y="214"/>
                </a:moveTo>
                <a:lnTo>
                  <a:pt x="94" y="0"/>
                </a:lnTo>
                <a:lnTo>
                  <a:pt x="113" y="13"/>
                </a:lnTo>
                <a:lnTo>
                  <a:pt x="134" y="26"/>
                </a:lnTo>
                <a:lnTo>
                  <a:pt x="153" y="37"/>
                </a:lnTo>
                <a:lnTo>
                  <a:pt x="172" y="48"/>
                </a:lnTo>
                <a:lnTo>
                  <a:pt x="193" y="58"/>
                </a:lnTo>
                <a:lnTo>
                  <a:pt x="212" y="66"/>
                </a:lnTo>
                <a:lnTo>
                  <a:pt x="233" y="74"/>
                </a:lnTo>
                <a:lnTo>
                  <a:pt x="252" y="81"/>
                </a:lnTo>
                <a:lnTo>
                  <a:pt x="273" y="86"/>
                </a:lnTo>
                <a:lnTo>
                  <a:pt x="293" y="91"/>
                </a:lnTo>
                <a:lnTo>
                  <a:pt x="313" y="95"/>
                </a:lnTo>
                <a:lnTo>
                  <a:pt x="334" y="98"/>
                </a:lnTo>
                <a:lnTo>
                  <a:pt x="354" y="100"/>
                </a:lnTo>
                <a:lnTo>
                  <a:pt x="376" y="101"/>
                </a:lnTo>
                <a:lnTo>
                  <a:pt x="397" y="102"/>
                </a:lnTo>
                <a:lnTo>
                  <a:pt x="418" y="101"/>
                </a:lnTo>
                <a:lnTo>
                  <a:pt x="324" y="315"/>
                </a:lnTo>
                <a:lnTo>
                  <a:pt x="302" y="316"/>
                </a:lnTo>
                <a:lnTo>
                  <a:pt x="281" y="316"/>
                </a:lnTo>
                <a:lnTo>
                  <a:pt x="260" y="315"/>
                </a:lnTo>
                <a:lnTo>
                  <a:pt x="238" y="314"/>
                </a:lnTo>
                <a:lnTo>
                  <a:pt x="218" y="310"/>
                </a:lnTo>
                <a:lnTo>
                  <a:pt x="197" y="307"/>
                </a:lnTo>
                <a:lnTo>
                  <a:pt x="178" y="302"/>
                </a:lnTo>
                <a:lnTo>
                  <a:pt x="158" y="297"/>
                </a:lnTo>
                <a:lnTo>
                  <a:pt x="138" y="290"/>
                </a:lnTo>
                <a:lnTo>
                  <a:pt x="118" y="282"/>
                </a:lnTo>
                <a:lnTo>
                  <a:pt x="98" y="274"/>
                </a:lnTo>
                <a:lnTo>
                  <a:pt x="79" y="264"/>
                </a:lnTo>
                <a:lnTo>
                  <a:pt x="59" y="252"/>
                </a:lnTo>
                <a:lnTo>
                  <a:pt x="39" y="241"/>
                </a:lnTo>
                <a:lnTo>
                  <a:pt x="20" y="227"/>
                </a:lnTo>
                <a:lnTo>
                  <a:pt x="0" y="21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1" name="Freeform 51"/>
          <p:cNvSpPr>
            <a:spLocks/>
          </p:cNvSpPr>
          <p:nvPr/>
        </p:nvSpPr>
        <p:spPr bwMode="gray">
          <a:xfrm>
            <a:off x="7710488" y="2239963"/>
            <a:ext cx="425450" cy="461962"/>
          </a:xfrm>
          <a:custGeom>
            <a:avLst/>
            <a:gdLst/>
            <a:ahLst/>
            <a:cxnLst>
              <a:cxn ang="0">
                <a:pos x="531" y="280"/>
              </a:cxn>
              <a:cxn ang="0">
                <a:pos x="536" y="272"/>
              </a:cxn>
              <a:cxn ang="0">
                <a:pos x="531" y="267"/>
              </a:cxn>
              <a:cxn ang="0">
                <a:pos x="351" y="16"/>
              </a:cxn>
              <a:cxn ang="0">
                <a:pos x="340" y="0"/>
              </a:cxn>
              <a:cxn ang="0">
                <a:pos x="331" y="20"/>
              </a:cxn>
              <a:cxn ang="0">
                <a:pos x="318" y="44"/>
              </a:cxn>
              <a:cxn ang="0">
                <a:pos x="306" y="67"/>
              </a:cxn>
              <a:cxn ang="0">
                <a:pos x="291" y="89"/>
              </a:cxn>
              <a:cxn ang="0">
                <a:pos x="276" y="111"/>
              </a:cxn>
              <a:cxn ang="0">
                <a:pos x="260" y="131"/>
              </a:cxn>
              <a:cxn ang="0">
                <a:pos x="244" y="150"/>
              </a:cxn>
              <a:cxn ang="0">
                <a:pos x="226" y="170"/>
              </a:cxn>
              <a:cxn ang="0">
                <a:pos x="208" y="187"/>
              </a:cxn>
              <a:cxn ang="0">
                <a:pos x="187" y="205"/>
              </a:cxn>
              <a:cxn ang="0">
                <a:pos x="167" y="221"/>
              </a:cxn>
              <a:cxn ang="0">
                <a:pos x="145" y="237"/>
              </a:cxn>
              <a:cxn ang="0">
                <a:pos x="122" y="252"/>
              </a:cxn>
              <a:cxn ang="0">
                <a:pos x="98" y="265"/>
              </a:cxn>
              <a:cxn ang="0">
                <a:pos x="71" y="279"/>
              </a:cxn>
              <a:cxn ang="0">
                <a:pos x="45" y="292"/>
              </a:cxn>
              <a:cxn ang="0">
                <a:pos x="17" y="304"/>
              </a:cxn>
              <a:cxn ang="0">
                <a:pos x="0" y="312"/>
              </a:cxn>
              <a:cxn ang="0">
                <a:pos x="10" y="326"/>
              </a:cxn>
              <a:cxn ang="0">
                <a:pos x="190" y="576"/>
              </a:cxn>
              <a:cxn ang="0">
                <a:pos x="195" y="583"/>
              </a:cxn>
              <a:cxn ang="0">
                <a:pos x="203" y="579"/>
              </a:cxn>
              <a:cxn ang="0">
                <a:pos x="232" y="567"/>
              </a:cxn>
              <a:cxn ang="0">
                <a:pos x="260" y="553"/>
              </a:cxn>
              <a:cxn ang="0">
                <a:pos x="286" y="540"/>
              </a:cxn>
              <a:cxn ang="0">
                <a:pos x="311" y="525"/>
              </a:cxn>
              <a:cxn ang="0">
                <a:pos x="335" y="509"/>
              </a:cxn>
              <a:cxn ang="0">
                <a:pos x="358" y="492"/>
              </a:cxn>
              <a:cxn ang="0">
                <a:pos x="381" y="475"/>
              </a:cxn>
              <a:cxn ang="0">
                <a:pos x="401" y="457"/>
              </a:cxn>
              <a:cxn ang="0">
                <a:pos x="421" y="438"/>
              </a:cxn>
              <a:cxn ang="0">
                <a:pos x="440" y="419"/>
              </a:cxn>
              <a:cxn ang="0">
                <a:pos x="457" y="397"/>
              </a:cxn>
              <a:cxn ang="0">
                <a:pos x="474" y="376"/>
              </a:cxn>
              <a:cxn ang="0">
                <a:pos x="490" y="354"/>
              </a:cxn>
              <a:cxn ang="0">
                <a:pos x="505" y="330"/>
              </a:cxn>
              <a:cxn ang="0">
                <a:pos x="519" y="305"/>
              </a:cxn>
              <a:cxn ang="0">
                <a:pos x="531" y="280"/>
              </a:cxn>
            </a:cxnLst>
            <a:rect l="0" t="0" r="r" b="b"/>
            <a:pathLst>
              <a:path w="536" h="583">
                <a:moveTo>
                  <a:pt x="531" y="280"/>
                </a:moveTo>
                <a:lnTo>
                  <a:pt x="536" y="272"/>
                </a:lnTo>
                <a:lnTo>
                  <a:pt x="531" y="267"/>
                </a:lnTo>
                <a:lnTo>
                  <a:pt x="351" y="16"/>
                </a:lnTo>
                <a:lnTo>
                  <a:pt x="340" y="0"/>
                </a:lnTo>
                <a:lnTo>
                  <a:pt x="331" y="20"/>
                </a:lnTo>
                <a:lnTo>
                  <a:pt x="318" y="44"/>
                </a:lnTo>
                <a:lnTo>
                  <a:pt x="306" y="67"/>
                </a:lnTo>
                <a:lnTo>
                  <a:pt x="291" y="89"/>
                </a:lnTo>
                <a:lnTo>
                  <a:pt x="276" y="111"/>
                </a:lnTo>
                <a:lnTo>
                  <a:pt x="260" y="131"/>
                </a:lnTo>
                <a:lnTo>
                  <a:pt x="244" y="150"/>
                </a:lnTo>
                <a:lnTo>
                  <a:pt x="226" y="170"/>
                </a:lnTo>
                <a:lnTo>
                  <a:pt x="208" y="187"/>
                </a:lnTo>
                <a:lnTo>
                  <a:pt x="187" y="205"/>
                </a:lnTo>
                <a:lnTo>
                  <a:pt x="167" y="221"/>
                </a:lnTo>
                <a:lnTo>
                  <a:pt x="145" y="237"/>
                </a:lnTo>
                <a:lnTo>
                  <a:pt x="122" y="252"/>
                </a:lnTo>
                <a:lnTo>
                  <a:pt x="98" y="265"/>
                </a:lnTo>
                <a:lnTo>
                  <a:pt x="71" y="279"/>
                </a:lnTo>
                <a:lnTo>
                  <a:pt x="45" y="292"/>
                </a:lnTo>
                <a:lnTo>
                  <a:pt x="17" y="304"/>
                </a:lnTo>
                <a:lnTo>
                  <a:pt x="0" y="312"/>
                </a:lnTo>
                <a:lnTo>
                  <a:pt x="10" y="326"/>
                </a:lnTo>
                <a:lnTo>
                  <a:pt x="190" y="576"/>
                </a:lnTo>
                <a:lnTo>
                  <a:pt x="195" y="583"/>
                </a:lnTo>
                <a:lnTo>
                  <a:pt x="203" y="579"/>
                </a:lnTo>
                <a:lnTo>
                  <a:pt x="232" y="567"/>
                </a:lnTo>
                <a:lnTo>
                  <a:pt x="260" y="553"/>
                </a:lnTo>
                <a:lnTo>
                  <a:pt x="286" y="540"/>
                </a:lnTo>
                <a:lnTo>
                  <a:pt x="311" y="525"/>
                </a:lnTo>
                <a:lnTo>
                  <a:pt x="335" y="509"/>
                </a:lnTo>
                <a:lnTo>
                  <a:pt x="358" y="492"/>
                </a:lnTo>
                <a:lnTo>
                  <a:pt x="381" y="475"/>
                </a:lnTo>
                <a:lnTo>
                  <a:pt x="401" y="457"/>
                </a:lnTo>
                <a:lnTo>
                  <a:pt x="421" y="438"/>
                </a:lnTo>
                <a:lnTo>
                  <a:pt x="440" y="419"/>
                </a:lnTo>
                <a:lnTo>
                  <a:pt x="457" y="397"/>
                </a:lnTo>
                <a:lnTo>
                  <a:pt x="474" y="376"/>
                </a:lnTo>
                <a:lnTo>
                  <a:pt x="490" y="354"/>
                </a:lnTo>
                <a:lnTo>
                  <a:pt x="505" y="330"/>
                </a:lnTo>
                <a:lnTo>
                  <a:pt x="519" y="305"/>
                </a:lnTo>
                <a:lnTo>
                  <a:pt x="531" y="28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2" name="Freeform 52"/>
          <p:cNvSpPr>
            <a:spLocks/>
          </p:cNvSpPr>
          <p:nvPr/>
        </p:nvSpPr>
        <p:spPr bwMode="gray">
          <a:xfrm>
            <a:off x="7743825" y="2279650"/>
            <a:ext cx="369888" cy="396875"/>
          </a:xfrm>
          <a:custGeom>
            <a:avLst/>
            <a:gdLst/>
            <a:ahLst/>
            <a:cxnLst>
              <a:cxn ang="0">
                <a:pos x="164" y="501"/>
              </a:cxn>
              <a:cxn ang="0">
                <a:pos x="0" y="273"/>
              </a:cxn>
              <a:cxn ang="0">
                <a:pos x="26" y="261"/>
              </a:cxn>
              <a:cxn ang="0">
                <a:pos x="51" y="248"/>
              </a:cxn>
              <a:cxn ang="0">
                <a:pos x="75" y="236"/>
              </a:cxn>
              <a:cxn ang="0">
                <a:pos x="98" y="221"/>
              </a:cxn>
              <a:cxn ang="0">
                <a:pos x="119" y="207"/>
              </a:cxn>
              <a:cxn ang="0">
                <a:pos x="141" y="191"/>
              </a:cxn>
              <a:cxn ang="0">
                <a:pos x="160" y="175"/>
              </a:cxn>
              <a:cxn ang="0">
                <a:pos x="179" y="160"/>
              </a:cxn>
              <a:cxn ang="0">
                <a:pos x="198" y="142"/>
              </a:cxn>
              <a:cxn ang="0">
                <a:pos x="215" y="124"/>
              </a:cxn>
              <a:cxn ang="0">
                <a:pos x="232" y="105"/>
              </a:cxn>
              <a:cxn ang="0">
                <a:pos x="247" y="86"/>
              </a:cxn>
              <a:cxn ang="0">
                <a:pos x="261" y="66"/>
              </a:cxn>
              <a:cxn ang="0">
                <a:pos x="276" y="45"/>
              </a:cxn>
              <a:cxn ang="0">
                <a:pos x="289" y="23"/>
              </a:cxn>
              <a:cxn ang="0">
                <a:pos x="301" y="0"/>
              </a:cxn>
              <a:cxn ang="0">
                <a:pos x="465" y="229"/>
              </a:cxn>
              <a:cxn ang="0">
                <a:pos x="453" y="252"/>
              </a:cxn>
              <a:cxn ang="0">
                <a:pos x="440" y="274"/>
              </a:cxn>
              <a:cxn ang="0">
                <a:pos x="426" y="296"/>
              </a:cxn>
              <a:cxn ang="0">
                <a:pos x="412" y="317"/>
              </a:cxn>
              <a:cxn ang="0">
                <a:pos x="397" y="336"/>
              </a:cxn>
              <a:cxn ang="0">
                <a:pos x="381" y="354"/>
              </a:cxn>
              <a:cxn ang="0">
                <a:pos x="364" y="372"/>
              </a:cxn>
              <a:cxn ang="0">
                <a:pos x="346" y="389"/>
              </a:cxn>
              <a:cxn ang="0">
                <a:pos x="326" y="405"/>
              </a:cxn>
              <a:cxn ang="0">
                <a:pos x="307" y="421"/>
              </a:cxn>
              <a:cxn ang="0">
                <a:pos x="285" y="436"/>
              </a:cxn>
              <a:cxn ang="0">
                <a:pos x="264" y="450"/>
              </a:cxn>
              <a:cxn ang="0">
                <a:pos x="240" y="463"/>
              </a:cxn>
              <a:cxn ang="0">
                <a:pos x="216" y="477"/>
              </a:cxn>
              <a:cxn ang="0">
                <a:pos x="190" y="489"/>
              </a:cxn>
              <a:cxn ang="0">
                <a:pos x="164" y="501"/>
              </a:cxn>
            </a:cxnLst>
            <a:rect l="0" t="0" r="r" b="b"/>
            <a:pathLst>
              <a:path w="465" h="501">
                <a:moveTo>
                  <a:pt x="164" y="501"/>
                </a:moveTo>
                <a:lnTo>
                  <a:pt x="0" y="273"/>
                </a:lnTo>
                <a:lnTo>
                  <a:pt x="26" y="261"/>
                </a:lnTo>
                <a:lnTo>
                  <a:pt x="51" y="248"/>
                </a:lnTo>
                <a:lnTo>
                  <a:pt x="75" y="236"/>
                </a:lnTo>
                <a:lnTo>
                  <a:pt x="98" y="221"/>
                </a:lnTo>
                <a:lnTo>
                  <a:pt x="119" y="207"/>
                </a:lnTo>
                <a:lnTo>
                  <a:pt x="141" y="191"/>
                </a:lnTo>
                <a:lnTo>
                  <a:pt x="160" y="175"/>
                </a:lnTo>
                <a:lnTo>
                  <a:pt x="179" y="160"/>
                </a:lnTo>
                <a:lnTo>
                  <a:pt x="198" y="142"/>
                </a:lnTo>
                <a:lnTo>
                  <a:pt x="215" y="124"/>
                </a:lnTo>
                <a:lnTo>
                  <a:pt x="232" y="105"/>
                </a:lnTo>
                <a:lnTo>
                  <a:pt x="247" y="86"/>
                </a:lnTo>
                <a:lnTo>
                  <a:pt x="261" y="66"/>
                </a:lnTo>
                <a:lnTo>
                  <a:pt x="276" y="45"/>
                </a:lnTo>
                <a:lnTo>
                  <a:pt x="289" y="23"/>
                </a:lnTo>
                <a:lnTo>
                  <a:pt x="301" y="0"/>
                </a:lnTo>
                <a:lnTo>
                  <a:pt x="465" y="229"/>
                </a:lnTo>
                <a:lnTo>
                  <a:pt x="453" y="252"/>
                </a:lnTo>
                <a:lnTo>
                  <a:pt x="440" y="274"/>
                </a:lnTo>
                <a:lnTo>
                  <a:pt x="426" y="296"/>
                </a:lnTo>
                <a:lnTo>
                  <a:pt x="412" y="317"/>
                </a:lnTo>
                <a:lnTo>
                  <a:pt x="397" y="336"/>
                </a:lnTo>
                <a:lnTo>
                  <a:pt x="381" y="354"/>
                </a:lnTo>
                <a:lnTo>
                  <a:pt x="364" y="372"/>
                </a:lnTo>
                <a:lnTo>
                  <a:pt x="346" y="389"/>
                </a:lnTo>
                <a:lnTo>
                  <a:pt x="326" y="405"/>
                </a:lnTo>
                <a:lnTo>
                  <a:pt x="307" y="421"/>
                </a:lnTo>
                <a:lnTo>
                  <a:pt x="285" y="436"/>
                </a:lnTo>
                <a:lnTo>
                  <a:pt x="264" y="450"/>
                </a:lnTo>
                <a:lnTo>
                  <a:pt x="240" y="463"/>
                </a:lnTo>
                <a:lnTo>
                  <a:pt x="216" y="477"/>
                </a:lnTo>
                <a:lnTo>
                  <a:pt x="190" y="489"/>
                </a:lnTo>
                <a:lnTo>
                  <a:pt x="164" y="501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3" name="Freeform 53"/>
          <p:cNvSpPr>
            <a:spLocks/>
          </p:cNvSpPr>
          <p:nvPr/>
        </p:nvSpPr>
        <p:spPr bwMode="gray">
          <a:xfrm>
            <a:off x="7485063" y="2693988"/>
            <a:ext cx="352425" cy="469900"/>
          </a:xfrm>
          <a:custGeom>
            <a:avLst/>
            <a:gdLst/>
            <a:ahLst/>
            <a:cxnLst>
              <a:cxn ang="0">
                <a:pos x="24" y="499"/>
              </a:cxn>
              <a:cxn ang="0">
                <a:pos x="26" y="508"/>
              </a:cxn>
              <a:cxn ang="0">
                <a:pos x="36" y="510"/>
              </a:cxn>
              <a:cxn ang="0">
                <a:pos x="368" y="589"/>
              </a:cxn>
              <a:cxn ang="0">
                <a:pos x="389" y="593"/>
              </a:cxn>
              <a:cxn ang="0">
                <a:pos x="382" y="570"/>
              </a:cxn>
              <a:cxn ang="0">
                <a:pos x="369" y="512"/>
              </a:cxn>
              <a:cxn ang="0">
                <a:pos x="361" y="454"/>
              </a:cxn>
              <a:cxn ang="0">
                <a:pos x="360" y="397"/>
              </a:cxn>
              <a:cxn ang="0">
                <a:pos x="363" y="341"/>
              </a:cxn>
              <a:cxn ang="0">
                <a:pos x="373" y="283"/>
              </a:cxn>
              <a:cxn ang="0">
                <a:pos x="388" y="225"/>
              </a:cxn>
              <a:cxn ang="0">
                <a:pos x="410" y="165"/>
              </a:cxn>
              <a:cxn ang="0">
                <a:pos x="437" y="104"/>
              </a:cxn>
              <a:cxn ang="0">
                <a:pos x="445" y="86"/>
              </a:cxn>
              <a:cxn ang="0">
                <a:pos x="427" y="81"/>
              </a:cxn>
              <a:cxn ang="0">
                <a:pos x="94" y="3"/>
              </a:cxn>
              <a:cxn ang="0">
                <a:pos x="84" y="0"/>
              </a:cxn>
              <a:cxn ang="0">
                <a:pos x="80" y="10"/>
              </a:cxn>
              <a:cxn ang="0">
                <a:pos x="51" y="72"/>
              </a:cxn>
              <a:cxn ang="0">
                <a:pos x="30" y="135"/>
              </a:cxn>
              <a:cxn ang="0">
                <a:pos x="14" y="196"/>
              </a:cxn>
              <a:cxn ang="0">
                <a:pos x="4" y="256"/>
              </a:cxn>
              <a:cxn ang="0">
                <a:pos x="0" y="317"/>
              </a:cxn>
              <a:cxn ang="0">
                <a:pos x="3" y="377"/>
              </a:cxn>
              <a:cxn ang="0">
                <a:pos x="10" y="437"/>
              </a:cxn>
              <a:cxn ang="0">
                <a:pos x="24" y="499"/>
              </a:cxn>
            </a:cxnLst>
            <a:rect l="0" t="0" r="r" b="b"/>
            <a:pathLst>
              <a:path w="445" h="593">
                <a:moveTo>
                  <a:pt x="24" y="499"/>
                </a:moveTo>
                <a:lnTo>
                  <a:pt x="26" y="508"/>
                </a:lnTo>
                <a:lnTo>
                  <a:pt x="36" y="510"/>
                </a:lnTo>
                <a:lnTo>
                  <a:pt x="368" y="589"/>
                </a:lnTo>
                <a:lnTo>
                  <a:pt x="389" y="593"/>
                </a:lnTo>
                <a:lnTo>
                  <a:pt x="382" y="570"/>
                </a:lnTo>
                <a:lnTo>
                  <a:pt x="369" y="512"/>
                </a:lnTo>
                <a:lnTo>
                  <a:pt x="361" y="454"/>
                </a:lnTo>
                <a:lnTo>
                  <a:pt x="360" y="397"/>
                </a:lnTo>
                <a:lnTo>
                  <a:pt x="363" y="341"/>
                </a:lnTo>
                <a:lnTo>
                  <a:pt x="373" y="283"/>
                </a:lnTo>
                <a:lnTo>
                  <a:pt x="388" y="225"/>
                </a:lnTo>
                <a:lnTo>
                  <a:pt x="410" y="165"/>
                </a:lnTo>
                <a:lnTo>
                  <a:pt x="437" y="104"/>
                </a:lnTo>
                <a:lnTo>
                  <a:pt x="445" y="86"/>
                </a:lnTo>
                <a:lnTo>
                  <a:pt x="427" y="81"/>
                </a:lnTo>
                <a:lnTo>
                  <a:pt x="94" y="3"/>
                </a:lnTo>
                <a:lnTo>
                  <a:pt x="84" y="0"/>
                </a:lnTo>
                <a:lnTo>
                  <a:pt x="80" y="10"/>
                </a:lnTo>
                <a:lnTo>
                  <a:pt x="51" y="72"/>
                </a:lnTo>
                <a:lnTo>
                  <a:pt x="30" y="135"/>
                </a:lnTo>
                <a:lnTo>
                  <a:pt x="14" y="196"/>
                </a:lnTo>
                <a:lnTo>
                  <a:pt x="4" y="256"/>
                </a:lnTo>
                <a:lnTo>
                  <a:pt x="0" y="317"/>
                </a:lnTo>
                <a:lnTo>
                  <a:pt x="3" y="377"/>
                </a:lnTo>
                <a:lnTo>
                  <a:pt x="10" y="437"/>
                </a:lnTo>
                <a:lnTo>
                  <a:pt x="24" y="499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4" name="Freeform 54"/>
          <p:cNvSpPr>
            <a:spLocks/>
          </p:cNvSpPr>
          <p:nvPr/>
        </p:nvSpPr>
        <p:spPr bwMode="gray">
          <a:xfrm>
            <a:off x="7505700" y="2720975"/>
            <a:ext cx="300038" cy="412750"/>
          </a:xfrm>
          <a:custGeom>
            <a:avLst/>
            <a:gdLst/>
            <a:ahLst/>
            <a:cxnLst>
              <a:cxn ang="0">
                <a:pos x="73" y="0"/>
              </a:cxn>
              <a:cxn ang="0">
                <a:pos x="378" y="71"/>
              </a:cxn>
              <a:cxn ang="0">
                <a:pos x="354" y="129"/>
              </a:cxn>
              <a:cxn ang="0">
                <a:pos x="335" y="185"/>
              </a:cxn>
              <a:cxn ang="0">
                <a:pos x="320" y="242"/>
              </a:cxn>
              <a:cxn ang="0">
                <a:pos x="311" y="297"/>
              </a:cxn>
              <a:cxn ang="0">
                <a:pos x="308" y="352"/>
              </a:cxn>
              <a:cxn ang="0">
                <a:pos x="308" y="408"/>
              </a:cxn>
              <a:cxn ang="0">
                <a:pos x="314" y="464"/>
              </a:cxn>
              <a:cxn ang="0">
                <a:pos x="325" y="519"/>
              </a:cxn>
              <a:cxn ang="0">
                <a:pos x="22" y="448"/>
              </a:cxn>
              <a:cxn ang="0">
                <a:pos x="10" y="392"/>
              </a:cxn>
              <a:cxn ang="0">
                <a:pos x="3" y="336"/>
              </a:cxn>
              <a:cxn ang="0">
                <a:pos x="0" y="282"/>
              </a:cxn>
              <a:cxn ang="0">
                <a:pos x="5" y="226"/>
              </a:cxn>
              <a:cxn ang="0">
                <a:pos x="14" y="171"/>
              </a:cxn>
              <a:cxn ang="0">
                <a:pos x="28" y="114"/>
              </a:cxn>
              <a:cxn ang="0">
                <a:pos x="48" y="58"/>
              </a:cxn>
              <a:cxn ang="0">
                <a:pos x="73" y="0"/>
              </a:cxn>
            </a:cxnLst>
            <a:rect l="0" t="0" r="r" b="b"/>
            <a:pathLst>
              <a:path w="378" h="519">
                <a:moveTo>
                  <a:pt x="73" y="0"/>
                </a:moveTo>
                <a:lnTo>
                  <a:pt x="378" y="71"/>
                </a:lnTo>
                <a:lnTo>
                  <a:pt x="354" y="129"/>
                </a:lnTo>
                <a:lnTo>
                  <a:pt x="335" y="185"/>
                </a:lnTo>
                <a:lnTo>
                  <a:pt x="320" y="242"/>
                </a:lnTo>
                <a:lnTo>
                  <a:pt x="311" y="297"/>
                </a:lnTo>
                <a:lnTo>
                  <a:pt x="308" y="352"/>
                </a:lnTo>
                <a:lnTo>
                  <a:pt x="308" y="408"/>
                </a:lnTo>
                <a:lnTo>
                  <a:pt x="314" y="464"/>
                </a:lnTo>
                <a:lnTo>
                  <a:pt x="325" y="519"/>
                </a:lnTo>
                <a:lnTo>
                  <a:pt x="22" y="448"/>
                </a:lnTo>
                <a:lnTo>
                  <a:pt x="10" y="392"/>
                </a:lnTo>
                <a:lnTo>
                  <a:pt x="3" y="336"/>
                </a:lnTo>
                <a:lnTo>
                  <a:pt x="0" y="282"/>
                </a:lnTo>
                <a:lnTo>
                  <a:pt x="5" y="226"/>
                </a:lnTo>
                <a:lnTo>
                  <a:pt x="14" y="171"/>
                </a:lnTo>
                <a:lnTo>
                  <a:pt x="28" y="114"/>
                </a:lnTo>
                <a:lnTo>
                  <a:pt x="48" y="58"/>
                </a:lnTo>
                <a:lnTo>
                  <a:pt x="73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5" name="Freeform 55"/>
          <p:cNvSpPr>
            <a:spLocks/>
          </p:cNvSpPr>
          <p:nvPr/>
        </p:nvSpPr>
        <p:spPr bwMode="gray">
          <a:xfrm>
            <a:off x="7866063" y="2727325"/>
            <a:ext cx="325437" cy="427038"/>
          </a:xfrm>
          <a:custGeom>
            <a:avLst/>
            <a:gdLst/>
            <a:ahLst/>
            <a:cxnLst>
              <a:cxn ang="0">
                <a:pos x="280" y="509"/>
              </a:cxn>
              <a:cxn ang="0">
                <a:pos x="259" y="499"/>
              </a:cxn>
              <a:cxn ang="0">
                <a:pos x="238" y="488"/>
              </a:cxn>
              <a:cxn ang="0">
                <a:pos x="219" y="475"/>
              </a:cxn>
              <a:cxn ang="0">
                <a:pos x="201" y="463"/>
              </a:cxn>
              <a:cxn ang="0">
                <a:pos x="182" y="448"/>
              </a:cxn>
              <a:cxn ang="0">
                <a:pos x="165" y="433"/>
              </a:cxn>
              <a:cxn ang="0">
                <a:pos x="148" y="417"/>
              </a:cxn>
              <a:cxn ang="0">
                <a:pos x="134" y="400"/>
              </a:cxn>
              <a:cxn ang="0">
                <a:pos x="118" y="382"/>
              </a:cxn>
              <a:cxn ang="0">
                <a:pos x="104" y="364"/>
              </a:cxn>
              <a:cxn ang="0">
                <a:pos x="90" y="343"/>
              </a:cxn>
              <a:cxn ang="0">
                <a:pos x="77" y="322"/>
              </a:cxn>
              <a:cxn ang="0">
                <a:pos x="64" y="299"/>
              </a:cxn>
              <a:cxn ang="0">
                <a:pos x="53" y="276"/>
              </a:cxn>
              <a:cxn ang="0">
                <a:pos x="41" y="251"/>
              </a:cxn>
              <a:cxn ang="0">
                <a:pos x="30" y="225"/>
              </a:cxn>
              <a:cxn ang="0">
                <a:pos x="238" y="40"/>
              </a:cxn>
              <a:cxn ang="0">
                <a:pos x="255" y="78"/>
              </a:cxn>
              <a:cxn ang="0">
                <a:pos x="273" y="113"/>
              </a:cxn>
              <a:cxn ang="0">
                <a:pos x="293" y="146"/>
              </a:cxn>
              <a:cxn ang="0">
                <a:pos x="313" y="177"/>
              </a:cxn>
              <a:cxn ang="0">
                <a:pos x="335" y="205"/>
              </a:cxn>
              <a:cxn ang="0">
                <a:pos x="359" y="232"/>
              </a:cxn>
              <a:cxn ang="0">
                <a:pos x="384" y="256"/>
              </a:cxn>
              <a:cxn ang="0">
                <a:pos x="410" y="277"/>
              </a:cxn>
              <a:cxn ang="0">
                <a:pos x="410" y="245"/>
              </a:cxn>
              <a:cxn ang="0">
                <a:pos x="386" y="224"/>
              </a:cxn>
              <a:cxn ang="0">
                <a:pos x="363" y="201"/>
              </a:cxn>
              <a:cxn ang="0">
                <a:pos x="342" y="175"/>
              </a:cxn>
              <a:cxn ang="0">
                <a:pos x="322" y="147"/>
              </a:cxn>
              <a:cxn ang="0">
                <a:pos x="303" y="118"/>
              </a:cxn>
              <a:cxn ang="0">
                <a:pos x="286" y="86"/>
              </a:cxn>
              <a:cxn ang="0">
                <a:pos x="270" y="52"/>
              </a:cxn>
              <a:cxn ang="0">
                <a:pos x="254" y="15"/>
              </a:cxn>
              <a:cxn ang="0">
                <a:pos x="248" y="0"/>
              </a:cxn>
              <a:cxn ang="0">
                <a:pos x="235" y="11"/>
              </a:cxn>
              <a:cxn ang="0">
                <a:pos x="6" y="212"/>
              </a:cxn>
              <a:cxn ang="0">
                <a:pos x="0" y="218"/>
              </a:cxn>
              <a:cxn ang="0">
                <a:pos x="4" y="226"/>
              </a:cxn>
              <a:cxn ang="0">
                <a:pos x="15" y="254"/>
              </a:cxn>
              <a:cxn ang="0">
                <a:pos x="28" y="282"/>
              </a:cxn>
              <a:cxn ang="0">
                <a:pos x="40" y="307"/>
              </a:cxn>
              <a:cxn ang="0">
                <a:pos x="54" y="332"/>
              </a:cxn>
              <a:cxn ang="0">
                <a:pos x="69" y="354"/>
              </a:cxn>
              <a:cxn ang="0">
                <a:pos x="84" y="377"/>
              </a:cxn>
              <a:cxn ang="0">
                <a:pos x="99" y="398"/>
              </a:cxn>
              <a:cxn ang="0">
                <a:pos x="115" y="417"/>
              </a:cxn>
              <a:cxn ang="0">
                <a:pos x="132" y="436"/>
              </a:cxn>
              <a:cxn ang="0">
                <a:pos x="151" y="453"/>
              </a:cxn>
              <a:cxn ang="0">
                <a:pos x="170" y="469"/>
              </a:cxn>
              <a:cxn ang="0">
                <a:pos x="189" y="485"/>
              </a:cxn>
              <a:cxn ang="0">
                <a:pos x="210" y="499"/>
              </a:cxn>
              <a:cxn ang="0">
                <a:pos x="231" y="513"/>
              </a:cxn>
              <a:cxn ang="0">
                <a:pos x="254" y="524"/>
              </a:cxn>
              <a:cxn ang="0">
                <a:pos x="277" y="535"/>
              </a:cxn>
              <a:cxn ang="0">
                <a:pos x="285" y="539"/>
              </a:cxn>
              <a:cxn ang="0">
                <a:pos x="291" y="533"/>
              </a:cxn>
              <a:cxn ang="0">
                <a:pos x="410" y="427"/>
              </a:cxn>
              <a:cxn ang="0">
                <a:pos x="410" y="394"/>
              </a:cxn>
              <a:cxn ang="0">
                <a:pos x="280" y="509"/>
              </a:cxn>
            </a:cxnLst>
            <a:rect l="0" t="0" r="r" b="b"/>
            <a:pathLst>
              <a:path w="410" h="539">
                <a:moveTo>
                  <a:pt x="280" y="509"/>
                </a:moveTo>
                <a:lnTo>
                  <a:pt x="259" y="499"/>
                </a:lnTo>
                <a:lnTo>
                  <a:pt x="238" y="488"/>
                </a:lnTo>
                <a:lnTo>
                  <a:pt x="219" y="475"/>
                </a:lnTo>
                <a:lnTo>
                  <a:pt x="201" y="463"/>
                </a:lnTo>
                <a:lnTo>
                  <a:pt x="182" y="448"/>
                </a:lnTo>
                <a:lnTo>
                  <a:pt x="165" y="433"/>
                </a:lnTo>
                <a:lnTo>
                  <a:pt x="148" y="417"/>
                </a:lnTo>
                <a:lnTo>
                  <a:pt x="134" y="400"/>
                </a:lnTo>
                <a:lnTo>
                  <a:pt x="118" y="382"/>
                </a:lnTo>
                <a:lnTo>
                  <a:pt x="104" y="364"/>
                </a:lnTo>
                <a:lnTo>
                  <a:pt x="90" y="343"/>
                </a:lnTo>
                <a:lnTo>
                  <a:pt x="77" y="322"/>
                </a:lnTo>
                <a:lnTo>
                  <a:pt x="64" y="299"/>
                </a:lnTo>
                <a:lnTo>
                  <a:pt x="53" y="276"/>
                </a:lnTo>
                <a:lnTo>
                  <a:pt x="41" y="251"/>
                </a:lnTo>
                <a:lnTo>
                  <a:pt x="30" y="225"/>
                </a:lnTo>
                <a:lnTo>
                  <a:pt x="238" y="40"/>
                </a:lnTo>
                <a:lnTo>
                  <a:pt x="255" y="78"/>
                </a:lnTo>
                <a:lnTo>
                  <a:pt x="273" y="113"/>
                </a:lnTo>
                <a:lnTo>
                  <a:pt x="293" y="146"/>
                </a:lnTo>
                <a:lnTo>
                  <a:pt x="313" y="177"/>
                </a:lnTo>
                <a:lnTo>
                  <a:pt x="335" y="205"/>
                </a:lnTo>
                <a:lnTo>
                  <a:pt x="359" y="232"/>
                </a:lnTo>
                <a:lnTo>
                  <a:pt x="384" y="256"/>
                </a:lnTo>
                <a:lnTo>
                  <a:pt x="410" y="277"/>
                </a:lnTo>
                <a:lnTo>
                  <a:pt x="410" y="245"/>
                </a:lnTo>
                <a:lnTo>
                  <a:pt x="386" y="224"/>
                </a:lnTo>
                <a:lnTo>
                  <a:pt x="363" y="201"/>
                </a:lnTo>
                <a:lnTo>
                  <a:pt x="342" y="175"/>
                </a:lnTo>
                <a:lnTo>
                  <a:pt x="322" y="147"/>
                </a:lnTo>
                <a:lnTo>
                  <a:pt x="303" y="118"/>
                </a:lnTo>
                <a:lnTo>
                  <a:pt x="286" y="86"/>
                </a:lnTo>
                <a:lnTo>
                  <a:pt x="270" y="52"/>
                </a:lnTo>
                <a:lnTo>
                  <a:pt x="254" y="15"/>
                </a:lnTo>
                <a:lnTo>
                  <a:pt x="248" y="0"/>
                </a:lnTo>
                <a:lnTo>
                  <a:pt x="235" y="11"/>
                </a:lnTo>
                <a:lnTo>
                  <a:pt x="6" y="212"/>
                </a:lnTo>
                <a:lnTo>
                  <a:pt x="0" y="218"/>
                </a:lnTo>
                <a:lnTo>
                  <a:pt x="4" y="226"/>
                </a:lnTo>
                <a:lnTo>
                  <a:pt x="15" y="254"/>
                </a:lnTo>
                <a:lnTo>
                  <a:pt x="28" y="282"/>
                </a:lnTo>
                <a:lnTo>
                  <a:pt x="40" y="307"/>
                </a:lnTo>
                <a:lnTo>
                  <a:pt x="54" y="332"/>
                </a:lnTo>
                <a:lnTo>
                  <a:pt x="69" y="354"/>
                </a:lnTo>
                <a:lnTo>
                  <a:pt x="84" y="377"/>
                </a:lnTo>
                <a:lnTo>
                  <a:pt x="99" y="398"/>
                </a:lnTo>
                <a:lnTo>
                  <a:pt x="115" y="417"/>
                </a:lnTo>
                <a:lnTo>
                  <a:pt x="132" y="436"/>
                </a:lnTo>
                <a:lnTo>
                  <a:pt x="151" y="453"/>
                </a:lnTo>
                <a:lnTo>
                  <a:pt x="170" y="469"/>
                </a:lnTo>
                <a:lnTo>
                  <a:pt x="189" y="485"/>
                </a:lnTo>
                <a:lnTo>
                  <a:pt x="210" y="499"/>
                </a:lnTo>
                <a:lnTo>
                  <a:pt x="231" y="513"/>
                </a:lnTo>
                <a:lnTo>
                  <a:pt x="254" y="524"/>
                </a:lnTo>
                <a:lnTo>
                  <a:pt x="277" y="535"/>
                </a:lnTo>
                <a:lnTo>
                  <a:pt x="285" y="539"/>
                </a:lnTo>
                <a:lnTo>
                  <a:pt x="291" y="533"/>
                </a:lnTo>
                <a:lnTo>
                  <a:pt x="410" y="427"/>
                </a:lnTo>
                <a:lnTo>
                  <a:pt x="410" y="394"/>
                </a:lnTo>
                <a:lnTo>
                  <a:pt x="280" y="509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6" name="Freeform 56"/>
          <p:cNvSpPr>
            <a:spLocks/>
          </p:cNvSpPr>
          <p:nvPr/>
        </p:nvSpPr>
        <p:spPr bwMode="gray">
          <a:xfrm>
            <a:off x="7889875" y="2759075"/>
            <a:ext cx="301625" cy="373063"/>
          </a:xfrm>
          <a:custGeom>
            <a:avLst/>
            <a:gdLst/>
            <a:ahLst/>
            <a:cxnLst>
              <a:cxn ang="0">
                <a:pos x="208" y="0"/>
              </a:cxn>
              <a:cxn ang="0">
                <a:pos x="0" y="185"/>
              </a:cxn>
              <a:cxn ang="0">
                <a:pos x="11" y="211"/>
              </a:cxn>
              <a:cxn ang="0">
                <a:pos x="23" y="236"/>
              </a:cxn>
              <a:cxn ang="0">
                <a:pos x="34" y="259"/>
              </a:cxn>
              <a:cxn ang="0">
                <a:pos x="47" y="282"/>
              </a:cxn>
              <a:cxn ang="0">
                <a:pos x="60" y="303"/>
              </a:cxn>
              <a:cxn ang="0">
                <a:pos x="74" y="324"/>
              </a:cxn>
              <a:cxn ang="0">
                <a:pos x="88" y="342"/>
              </a:cxn>
              <a:cxn ang="0">
                <a:pos x="104" y="360"/>
              </a:cxn>
              <a:cxn ang="0">
                <a:pos x="118" y="377"/>
              </a:cxn>
              <a:cxn ang="0">
                <a:pos x="135" y="393"/>
              </a:cxn>
              <a:cxn ang="0">
                <a:pos x="152" y="408"/>
              </a:cxn>
              <a:cxn ang="0">
                <a:pos x="171" y="423"/>
              </a:cxn>
              <a:cxn ang="0">
                <a:pos x="189" y="435"/>
              </a:cxn>
              <a:cxn ang="0">
                <a:pos x="208" y="448"/>
              </a:cxn>
              <a:cxn ang="0">
                <a:pos x="229" y="459"/>
              </a:cxn>
              <a:cxn ang="0">
                <a:pos x="250" y="469"/>
              </a:cxn>
              <a:cxn ang="0">
                <a:pos x="380" y="354"/>
              </a:cxn>
              <a:cxn ang="0">
                <a:pos x="380" y="237"/>
              </a:cxn>
              <a:cxn ang="0">
                <a:pos x="354" y="216"/>
              </a:cxn>
              <a:cxn ang="0">
                <a:pos x="329" y="192"/>
              </a:cxn>
              <a:cxn ang="0">
                <a:pos x="305" y="165"/>
              </a:cxn>
              <a:cxn ang="0">
                <a:pos x="283" y="137"/>
              </a:cxn>
              <a:cxn ang="0">
                <a:pos x="263" y="106"/>
              </a:cxn>
              <a:cxn ang="0">
                <a:pos x="243" y="73"/>
              </a:cxn>
              <a:cxn ang="0">
                <a:pos x="225" y="38"/>
              </a:cxn>
              <a:cxn ang="0">
                <a:pos x="208" y="0"/>
              </a:cxn>
            </a:cxnLst>
            <a:rect l="0" t="0" r="r" b="b"/>
            <a:pathLst>
              <a:path w="380" h="469">
                <a:moveTo>
                  <a:pt x="208" y="0"/>
                </a:moveTo>
                <a:lnTo>
                  <a:pt x="0" y="185"/>
                </a:lnTo>
                <a:lnTo>
                  <a:pt x="11" y="211"/>
                </a:lnTo>
                <a:lnTo>
                  <a:pt x="23" y="236"/>
                </a:lnTo>
                <a:lnTo>
                  <a:pt x="34" y="259"/>
                </a:lnTo>
                <a:lnTo>
                  <a:pt x="47" y="282"/>
                </a:lnTo>
                <a:lnTo>
                  <a:pt x="60" y="303"/>
                </a:lnTo>
                <a:lnTo>
                  <a:pt x="74" y="324"/>
                </a:lnTo>
                <a:lnTo>
                  <a:pt x="88" y="342"/>
                </a:lnTo>
                <a:lnTo>
                  <a:pt x="104" y="360"/>
                </a:lnTo>
                <a:lnTo>
                  <a:pt x="118" y="377"/>
                </a:lnTo>
                <a:lnTo>
                  <a:pt x="135" y="393"/>
                </a:lnTo>
                <a:lnTo>
                  <a:pt x="152" y="408"/>
                </a:lnTo>
                <a:lnTo>
                  <a:pt x="171" y="423"/>
                </a:lnTo>
                <a:lnTo>
                  <a:pt x="189" y="435"/>
                </a:lnTo>
                <a:lnTo>
                  <a:pt x="208" y="448"/>
                </a:lnTo>
                <a:lnTo>
                  <a:pt x="229" y="459"/>
                </a:lnTo>
                <a:lnTo>
                  <a:pt x="250" y="469"/>
                </a:lnTo>
                <a:lnTo>
                  <a:pt x="380" y="354"/>
                </a:lnTo>
                <a:lnTo>
                  <a:pt x="380" y="237"/>
                </a:lnTo>
                <a:lnTo>
                  <a:pt x="354" y="216"/>
                </a:lnTo>
                <a:lnTo>
                  <a:pt x="329" y="192"/>
                </a:lnTo>
                <a:lnTo>
                  <a:pt x="305" y="165"/>
                </a:lnTo>
                <a:lnTo>
                  <a:pt x="283" y="137"/>
                </a:lnTo>
                <a:lnTo>
                  <a:pt x="263" y="106"/>
                </a:lnTo>
                <a:lnTo>
                  <a:pt x="243" y="73"/>
                </a:lnTo>
                <a:lnTo>
                  <a:pt x="225" y="38"/>
                </a:lnTo>
                <a:lnTo>
                  <a:pt x="208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7" name="Freeform 57"/>
          <p:cNvSpPr>
            <a:spLocks/>
          </p:cNvSpPr>
          <p:nvPr/>
        </p:nvSpPr>
        <p:spPr bwMode="gray">
          <a:xfrm>
            <a:off x="6564313" y="2744788"/>
            <a:ext cx="198437" cy="441325"/>
          </a:xfrm>
          <a:custGeom>
            <a:avLst/>
            <a:gdLst/>
            <a:ahLst/>
            <a:cxnLst>
              <a:cxn ang="0">
                <a:pos x="241" y="186"/>
              </a:cxn>
              <a:cxn ang="0">
                <a:pos x="0" y="0"/>
              </a:cxn>
              <a:cxn ang="0">
                <a:pos x="0" y="38"/>
              </a:cxn>
              <a:cxn ang="0">
                <a:pos x="215" y="204"/>
              </a:cxn>
              <a:cxn ang="0">
                <a:pos x="208" y="228"/>
              </a:cxn>
              <a:cxn ang="0">
                <a:pos x="201" y="251"/>
              </a:cxn>
              <a:cxn ang="0">
                <a:pos x="193" y="272"/>
              </a:cxn>
              <a:cxn ang="0">
                <a:pos x="184" y="294"/>
              </a:cxn>
              <a:cxn ang="0">
                <a:pos x="174" y="315"/>
              </a:cxn>
              <a:cxn ang="0">
                <a:pos x="164" y="336"/>
              </a:cxn>
              <a:cxn ang="0">
                <a:pos x="151" y="356"/>
              </a:cxn>
              <a:cxn ang="0">
                <a:pos x="139" y="376"/>
              </a:cxn>
              <a:cxn ang="0">
                <a:pos x="125" y="395"/>
              </a:cxn>
              <a:cxn ang="0">
                <a:pos x="110" y="413"/>
              </a:cxn>
              <a:cxn ang="0">
                <a:pos x="94" y="433"/>
              </a:cxn>
              <a:cxn ang="0">
                <a:pos x="78" y="450"/>
              </a:cxn>
              <a:cxn ang="0">
                <a:pos x="60" y="468"/>
              </a:cxn>
              <a:cxn ang="0">
                <a:pos x="41" y="485"/>
              </a:cxn>
              <a:cxn ang="0">
                <a:pos x="22" y="502"/>
              </a:cxn>
              <a:cxn ang="0">
                <a:pos x="0" y="519"/>
              </a:cxn>
              <a:cxn ang="0">
                <a:pos x="0" y="555"/>
              </a:cxn>
              <a:cxn ang="0">
                <a:pos x="25" y="537"/>
              </a:cxn>
              <a:cxn ang="0">
                <a:pos x="48" y="518"/>
              </a:cxn>
              <a:cxn ang="0">
                <a:pos x="69" y="499"/>
              </a:cxn>
              <a:cxn ang="0">
                <a:pos x="90" y="479"/>
              </a:cxn>
              <a:cxn ang="0">
                <a:pos x="110" y="459"/>
              </a:cxn>
              <a:cxn ang="0">
                <a:pos x="129" y="438"/>
              </a:cxn>
              <a:cxn ang="0">
                <a:pos x="146" y="417"/>
              </a:cxn>
              <a:cxn ang="0">
                <a:pos x="162" y="395"/>
              </a:cxn>
              <a:cxn ang="0">
                <a:pos x="175" y="373"/>
              </a:cxn>
              <a:cxn ang="0">
                <a:pos x="189" y="351"/>
              </a:cxn>
              <a:cxn ang="0">
                <a:pos x="201" y="327"/>
              </a:cxn>
              <a:cxn ang="0">
                <a:pos x="213" y="303"/>
              </a:cxn>
              <a:cxn ang="0">
                <a:pos x="223" y="279"/>
              </a:cxn>
              <a:cxn ang="0">
                <a:pos x="232" y="254"/>
              </a:cxn>
              <a:cxn ang="0">
                <a:pos x="240" y="228"/>
              </a:cxn>
              <a:cxn ang="0">
                <a:pos x="247" y="202"/>
              </a:cxn>
              <a:cxn ang="0">
                <a:pos x="249" y="191"/>
              </a:cxn>
              <a:cxn ang="0">
                <a:pos x="241" y="186"/>
              </a:cxn>
            </a:cxnLst>
            <a:rect l="0" t="0" r="r" b="b"/>
            <a:pathLst>
              <a:path w="249" h="555">
                <a:moveTo>
                  <a:pt x="241" y="186"/>
                </a:moveTo>
                <a:lnTo>
                  <a:pt x="0" y="0"/>
                </a:lnTo>
                <a:lnTo>
                  <a:pt x="0" y="38"/>
                </a:lnTo>
                <a:lnTo>
                  <a:pt x="215" y="204"/>
                </a:lnTo>
                <a:lnTo>
                  <a:pt x="208" y="228"/>
                </a:lnTo>
                <a:lnTo>
                  <a:pt x="201" y="251"/>
                </a:lnTo>
                <a:lnTo>
                  <a:pt x="193" y="272"/>
                </a:lnTo>
                <a:lnTo>
                  <a:pt x="184" y="294"/>
                </a:lnTo>
                <a:lnTo>
                  <a:pt x="174" y="315"/>
                </a:lnTo>
                <a:lnTo>
                  <a:pt x="164" y="336"/>
                </a:lnTo>
                <a:lnTo>
                  <a:pt x="151" y="356"/>
                </a:lnTo>
                <a:lnTo>
                  <a:pt x="139" y="376"/>
                </a:lnTo>
                <a:lnTo>
                  <a:pt x="125" y="395"/>
                </a:lnTo>
                <a:lnTo>
                  <a:pt x="110" y="413"/>
                </a:lnTo>
                <a:lnTo>
                  <a:pt x="94" y="433"/>
                </a:lnTo>
                <a:lnTo>
                  <a:pt x="78" y="450"/>
                </a:lnTo>
                <a:lnTo>
                  <a:pt x="60" y="468"/>
                </a:lnTo>
                <a:lnTo>
                  <a:pt x="41" y="485"/>
                </a:lnTo>
                <a:lnTo>
                  <a:pt x="22" y="502"/>
                </a:lnTo>
                <a:lnTo>
                  <a:pt x="0" y="519"/>
                </a:lnTo>
                <a:lnTo>
                  <a:pt x="0" y="555"/>
                </a:lnTo>
                <a:lnTo>
                  <a:pt x="25" y="537"/>
                </a:lnTo>
                <a:lnTo>
                  <a:pt x="48" y="518"/>
                </a:lnTo>
                <a:lnTo>
                  <a:pt x="69" y="499"/>
                </a:lnTo>
                <a:lnTo>
                  <a:pt x="90" y="479"/>
                </a:lnTo>
                <a:lnTo>
                  <a:pt x="110" y="459"/>
                </a:lnTo>
                <a:lnTo>
                  <a:pt x="129" y="438"/>
                </a:lnTo>
                <a:lnTo>
                  <a:pt x="146" y="417"/>
                </a:lnTo>
                <a:lnTo>
                  <a:pt x="162" y="395"/>
                </a:lnTo>
                <a:lnTo>
                  <a:pt x="175" y="373"/>
                </a:lnTo>
                <a:lnTo>
                  <a:pt x="189" y="351"/>
                </a:lnTo>
                <a:lnTo>
                  <a:pt x="201" y="327"/>
                </a:lnTo>
                <a:lnTo>
                  <a:pt x="213" y="303"/>
                </a:lnTo>
                <a:lnTo>
                  <a:pt x="223" y="279"/>
                </a:lnTo>
                <a:lnTo>
                  <a:pt x="232" y="254"/>
                </a:lnTo>
                <a:lnTo>
                  <a:pt x="240" y="228"/>
                </a:lnTo>
                <a:lnTo>
                  <a:pt x="247" y="202"/>
                </a:lnTo>
                <a:lnTo>
                  <a:pt x="249" y="191"/>
                </a:lnTo>
                <a:lnTo>
                  <a:pt x="241" y="186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8" name="Freeform 58"/>
          <p:cNvSpPr>
            <a:spLocks/>
          </p:cNvSpPr>
          <p:nvPr/>
        </p:nvSpPr>
        <p:spPr bwMode="gray">
          <a:xfrm>
            <a:off x="6564313" y="2774950"/>
            <a:ext cx="171450" cy="382588"/>
          </a:xfrm>
          <a:custGeom>
            <a:avLst/>
            <a:gdLst/>
            <a:ahLst/>
            <a:cxnLst>
              <a:cxn ang="0">
                <a:pos x="215" y="166"/>
              </a:cxn>
              <a:cxn ang="0">
                <a:pos x="0" y="0"/>
              </a:cxn>
              <a:cxn ang="0">
                <a:pos x="0" y="481"/>
              </a:cxn>
              <a:cxn ang="0">
                <a:pos x="22" y="464"/>
              </a:cxn>
              <a:cxn ang="0">
                <a:pos x="41" y="447"/>
              </a:cxn>
              <a:cxn ang="0">
                <a:pos x="60" y="430"/>
              </a:cxn>
              <a:cxn ang="0">
                <a:pos x="78" y="412"/>
              </a:cxn>
              <a:cxn ang="0">
                <a:pos x="94" y="395"/>
              </a:cxn>
              <a:cxn ang="0">
                <a:pos x="110" y="375"/>
              </a:cxn>
              <a:cxn ang="0">
                <a:pos x="125" y="357"/>
              </a:cxn>
              <a:cxn ang="0">
                <a:pos x="139" y="338"/>
              </a:cxn>
              <a:cxn ang="0">
                <a:pos x="151" y="318"/>
              </a:cxn>
              <a:cxn ang="0">
                <a:pos x="164" y="298"/>
              </a:cxn>
              <a:cxn ang="0">
                <a:pos x="174" y="277"/>
              </a:cxn>
              <a:cxn ang="0">
                <a:pos x="184" y="256"/>
              </a:cxn>
              <a:cxn ang="0">
                <a:pos x="193" y="234"/>
              </a:cxn>
              <a:cxn ang="0">
                <a:pos x="201" y="213"/>
              </a:cxn>
              <a:cxn ang="0">
                <a:pos x="208" y="190"/>
              </a:cxn>
              <a:cxn ang="0">
                <a:pos x="215" y="166"/>
              </a:cxn>
            </a:cxnLst>
            <a:rect l="0" t="0" r="r" b="b"/>
            <a:pathLst>
              <a:path w="215" h="481">
                <a:moveTo>
                  <a:pt x="215" y="166"/>
                </a:moveTo>
                <a:lnTo>
                  <a:pt x="0" y="0"/>
                </a:lnTo>
                <a:lnTo>
                  <a:pt x="0" y="481"/>
                </a:lnTo>
                <a:lnTo>
                  <a:pt x="22" y="464"/>
                </a:lnTo>
                <a:lnTo>
                  <a:pt x="41" y="447"/>
                </a:lnTo>
                <a:lnTo>
                  <a:pt x="60" y="430"/>
                </a:lnTo>
                <a:lnTo>
                  <a:pt x="78" y="412"/>
                </a:lnTo>
                <a:lnTo>
                  <a:pt x="94" y="395"/>
                </a:lnTo>
                <a:lnTo>
                  <a:pt x="110" y="375"/>
                </a:lnTo>
                <a:lnTo>
                  <a:pt x="125" y="357"/>
                </a:lnTo>
                <a:lnTo>
                  <a:pt x="139" y="338"/>
                </a:lnTo>
                <a:lnTo>
                  <a:pt x="151" y="318"/>
                </a:lnTo>
                <a:lnTo>
                  <a:pt x="164" y="298"/>
                </a:lnTo>
                <a:lnTo>
                  <a:pt x="174" y="277"/>
                </a:lnTo>
                <a:lnTo>
                  <a:pt x="184" y="256"/>
                </a:lnTo>
                <a:lnTo>
                  <a:pt x="193" y="234"/>
                </a:lnTo>
                <a:lnTo>
                  <a:pt x="201" y="213"/>
                </a:lnTo>
                <a:lnTo>
                  <a:pt x="208" y="190"/>
                </a:lnTo>
                <a:lnTo>
                  <a:pt x="215" y="166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19" name="Freeform 59"/>
          <p:cNvSpPr>
            <a:spLocks/>
          </p:cNvSpPr>
          <p:nvPr/>
        </p:nvSpPr>
        <p:spPr bwMode="gray">
          <a:xfrm>
            <a:off x="6564313" y="2741613"/>
            <a:ext cx="396875" cy="452437"/>
          </a:xfrm>
          <a:custGeom>
            <a:avLst/>
            <a:gdLst/>
            <a:ahLst/>
            <a:cxnLst>
              <a:cxn ang="0">
                <a:pos x="234" y="18"/>
              </a:cxn>
              <a:cxn ang="0">
                <a:pos x="208" y="23"/>
              </a:cxn>
              <a:cxn ang="0">
                <a:pos x="190" y="60"/>
              </a:cxn>
              <a:cxn ang="0">
                <a:pos x="170" y="95"/>
              </a:cxn>
              <a:cxn ang="0">
                <a:pos x="147" y="128"/>
              </a:cxn>
              <a:cxn ang="0">
                <a:pos x="123" y="160"/>
              </a:cxn>
              <a:cxn ang="0">
                <a:pos x="96" y="190"/>
              </a:cxn>
              <a:cxn ang="0">
                <a:pos x="66" y="217"/>
              </a:cxn>
              <a:cxn ang="0">
                <a:pos x="34" y="243"/>
              </a:cxn>
              <a:cxn ang="0">
                <a:pos x="0" y="268"/>
              </a:cxn>
              <a:cxn ang="0">
                <a:pos x="19" y="293"/>
              </a:cxn>
              <a:cxn ang="0">
                <a:pos x="55" y="267"/>
              </a:cxn>
              <a:cxn ang="0">
                <a:pos x="88" y="240"/>
              </a:cxn>
              <a:cxn ang="0">
                <a:pos x="118" y="210"/>
              </a:cxn>
              <a:cxn ang="0">
                <a:pos x="147" y="180"/>
              </a:cxn>
              <a:cxn ang="0">
                <a:pos x="172" y="148"/>
              </a:cxn>
              <a:cxn ang="0">
                <a:pos x="196" y="113"/>
              </a:cxn>
              <a:cxn ang="0">
                <a:pos x="217" y="76"/>
              </a:cxn>
              <a:cxn ang="0">
                <a:pos x="462" y="325"/>
              </a:cxn>
              <a:cxn ang="0">
                <a:pos x="443" y="363"/>
              </a:cxn>
              <a:cxn ang="0">
                <a:pos x="422" y="398"/>
              </a:cxn>
              <a:cxn ang="0">
                <a:pos x="398" y="431"/>
              </a:cxn>
              <a:cxn ang="0">
                <a:pos x="373" y="463"/>
              </a:cxn>
              <a:cxn ang="0">
                <a:pos x="345" y="492"/>
              </a:cxn>
              <a:cxn ang="0">
                <a:pos x="314" y="520"/>
              </a:cxn>
              <a:cxn ang="0">
                <a:pos x="281" y="546"/>
              </a:cxn>
              <a:cxn ang="0">
                <a:pos x="246" y="570"/>
              </a:cxn>
              <a:cxn ang="0">
                <a:pos x="317" y="557"/>
              </a:cxn>
              <a:cxn ang="0">
                <a:pos x="348" y="532"/>
              </a:cxn>
              <a:cxn ang="0">
                <a:pos x="375" y="505"/>
              </a:cxn>
              <a:cxn ang="0">
                <a:pos x="403" y="477"/>
              </a:cxn>
              <a:cxn ang="0">
                <a:pos x="427" y="447"/>
              </a:cxn>
              <a:cxn ang="0">
                <a:pos x="448" y="415"/>
              </a:cxn>
              <a:cxn ang="0">
                <a:pos x="469" y="382"/>
              </a:cxn>
              <a:cxn ang="0">
                <a:pos x="487" y="347"/>
              </a:cxn>
              <a:cxn ang="0">
                <a:pos x="499" y="320"/>
              </a:cxn>
            </a:cxnLst>
            <a:rect l="0" t="0" r="r" b="b"/>
            <a:pathLst>
              <a:path w="499" h="570">
                <a:moveTo>
                  <a:pt x="493" y="312"/>
                </a:moveTo>
                <a:lnTo>
                  <a:pt x="234" y="18"/>
                </a:lnTo>
                <a:lnTo>
                  <a:pt x="218" y="0"/>
                </a:lnTo>
                <a:lnTo>
                  <a:pt x="208" y="23"/>
                </a:lnTo>
                <a:lnTo>
                  <a:pt x="199" y="42"/>
                </a:lnTo>
                <a:lnTo>
                  <a:pt x="190" y="60"/>
                </a:lnTo>
                <a:lnTo>
                  <a:pt x="180" y="78"/>
                </a:lnTo>
                <a:lnTo>
                  <a:pt x="170" y="95"/>
                </a:lnTo>
                <a:lnTo>
                  <a:pt x="158" y="113"/>
                </a:lnTo>
                <a:lnTo>
                  <a:pt x="147" y="128"/>
                </a:lnTo>
                <a:lnTo>
                  <a:pt x="135" y="144"/>
                </a:lnTo>
                <a:lnTo>
                  <a:pt x="123" y="160"/>
                </a:lnTo>
                <a:lnTo>
                  <a:pt x="109" y="175"/>
                </a:lnTo>
                <a:lnTo>
                  <a:pt x="96" y="190"/>
                </a:lnTo>
                <a:lnTo>
                  <a:pt x="81" y="204"/>
                </a:lnTo>
                <a:lnTo>
                  <a:pt x="66" y="217"/>
                </a:lnTo>
                <a:lnTo>
                  <a:pt x="51" y="231"/>
                </a:lnTo>
                <a:lnTo>
                  <a:pt x="34" y="243"/>
                </a:lnTo>
                <a:lnTo>
                  <a:pt x="17" y="256"/>
                </a:lnTo>
                <a:lnTo>
                  <a:pt x="0" y="268"/>
                </a:lnTo>
                <a:lnTo>
                  <a:pt x="0" y="306"/>
                </a:lnTo>
                <a:lnTo>
                  <a:pt x="19" y="293"/>
                </a:lnTo>
                <a:lnTo>
                  <a:pt x="38" y="281"/>
                </a:lnTo>
                <a:lnTo>
                  <a:pt x="55" y="267"/>
                </a:lnTo>
                <a:lnTo>
                  <a:pt x="72" y="254"/>
                </a:lnTo>
                <a:lnTo>
                  <a:pt x="88" y="240"/>
                </a:lnTo>
                <a:lnTo>
                  <a:pt x="104" y="225"/>
                </a:lnTo>
                <a:lnTo>
                  <a:pt x="118" y="210"/>
                </a:lnTo>
                <a:lnTo>
                  <a:pt x="133" y="196"/>
                </a:lnTo>
                <a:lnTo>
                  <a:pt x="147" y="180"/>
                </a:lnTo>
                <a:lnTo>
                  <a:pt x="159" y="164"/>
                </a:lnTo>
                <a:lnTo>
                  <a:pt x="172" y="148"/>
                </a:lnTo>
                <a:lnTo>
                  <a:pt x="184" y="131"/>
                </a:lnTo>
                <a:lnTo>
                  <a:pt x="196" y="113"/>
                </a:lnTo>
                <a:lnTo>
                  <a:pt x="207" y="95"/>
                </a:lnTo>
                <a:lnTo>
                  <a:pt x="217" y="76"/>
                </a:lnTo>
                <a:lnTo>
                  <a:pt x="226" y="58"/>
                </a:lnTo>
                <a:lnTo>
                  <a:pt x="462" y="325"/>
                </a:lnTo>
                <a:lnTo>
                  <a:pt x="453" y="345"/>
                </a:lnTo>
                <a:lnTo>
                  <a:pt x="443" y="363"/>
                </a:lnTo>
                <a:lnTo>
                  <a:pt x="432" y="381"/>
                </a:lnTo>
                <a:lnTo>
                  <a:pt x="422" y="398"/>
                </a:lnTo>
                <a:lnTo>
                  <a:pt x="411" y="415"/>
                </a:lnTo>
                <a:lnTo>
                  <a:pt x="398" y="431"/>
                </a:lnTo>
                <a:lnTo>
                  <a:pt x="386" y="447"/>
                </a:lnTo>
                <a:lnTo>
                  <a:pt x="373" y="463"/>
                </a:lnTo>
                <a:lnTo>
                  <a:pt x="359" y="478"/>
                </a:lnTo>
                <a:lnTo>
                  <a:pt x="345" y="492"/>
                </a:lnTo>
                <a:lnTo>
                  <a:pt x="330" y="506"/>
                </a:lnTo>
                <a:lnTo>
                  <a:pt x="314" y="520"/>
                </a:lnTo>
                <a:lnTo>
                  <a:pt x="298" y="532"/>
                </a:lnTo>
                <a:lnTo>
                  <a:pt x="281" y="546"/>
                </a:lnTo>
                <a:lnTo>
                  <a:pt x="264" y="558"/>
                </a:lnTo>
                <a:lnTo>
                  <a:pt x="246" y="570"/>
                </a:lnTo>
                <a:lnTo>
                  <a:pt x="301" y="570"/>
                </a:lnTo>
                <a:lnTo>
                  <a:pt x="317" y="557"/>
                </a:lnTo>
                <a:lnTo>
                  <a:pt x="333" y="545"/>
                </a:lnTo>
                <a:lnTo>
                  <a:pt x="348" y="532"/>
                </a:lnTo>
                <a:lnTo>
                  <a:pt x="362" y="519"/>
                </a:lnTo>
                <a:lnTo>
                  <a:pt x="375" y="505"/>
                </a:lnTo>
                <a:lnTo>
                  <a:pt x="389" y="491"/>
                </a:lnTo>
                <a:lnTo>
                  <a:pt x="403" y="477"/>
                </a:lnTo>
                <a:lnTo>
                  <a:pt x="414" y="462"/>
                </a:lnTo>
                <a:lnTo>
                  <a:pt x="427" y="447"/>
                </a:lnTo>
                <a:lnTo>
                  <a:pt x="438" y="431"/>
                </a:lnTo>
                <a:lnTo>
                  <a:pt x="448" y="415"/>
                </a:lnTo>
                <a:lnTo>
                  <a:pt x="460" y="399"/>
                </a:lnTo>
                <a:lnTo>
                  <a:pt x="469" y="382"/>
                </a:lnTo>
                <a:lnTo>
                  <a:pt x="479" y="365"/>
                </a:lnTo>
                <a:lnTo>
                  <a:pt x="487" y="347"/>
                </a:lnTo>
                <a:lnTo>
                  <a:pt x="496" y="329"/>
                </a:lnTo>
                <a:lnTo>
                  <a:pt x="499" y="320"/>
                </a:lnTo>
                <a:lnTo>
                  <a:pt x="493" y="312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0" name="Freeform 60"/>
          <p:cNvSpPr>
            <a:spLocks/>
          </p:cNvSpPr>
          <p:nvPr/>
        </p:nvSpPr>
        <p:spPr bwMode="gray">
          <a:xfrm>
            <a:off x="6564313" y="2787650"/>
            <a:ext cx="366712" cy="406400"/>
          </a:xfrm>
          <a:custGeom>
            <a:avLst/>
            <a:gdLst/>
            <a:ahLst/>
            <a:cxnLst>
              <a:cxn ang="0">
                <a:pos x="462" y="267"/>
              </a:cxn>
              <a:cxn ang="0">
                <a:pos x="226" y="0"/>
              </a:cxn>
              <a:cxn ang="0">
                <a:pos x="217" y="18"/>
              </a:cxn>
              <a:cxn ang="0">
                <a:pos x="207" y="37"/>
              </a:cxn>
              <a:cxn ang="0">
                <a:pos x="196" y="55"/>
              </a:cxn>
              <a:cxn ang="0">
                <a:pos x="184" y="73"/>
              </a:cxn>
              <a:cxn ang="0">
                <a:pos x="172" y="90"/>
              </a:cxn>
              <a:cxn ang="0">
                <a:pos x="159" y="106"/>
              </a:cxn>
              <a:cxn ang="0">
                <a:pos x="147" y="122"/>
              </a:cxn>
              <a:cxn ang="0">
                <a:pos x="133" y="138"/>
              </a:cxn>
              <a:cxn ang="0">
                <a:pos x="118" y="152"/>
              </a:cxn>
              <a:cxn ang="0">
                <a:pos x="104" y="167"/>
              </a:cxn>
              <a:cxn ang="0">
                <a:pos x="88" y="182"/>
              </a:cxn>
              <a:cxn ang="0">
                <a:pos x="72" y="196"/>
              </a:cxn>
              <a:cxn ang="0">
                <a:pos x="55" y="209"/>
              </a:cxn>
              <a:cxn ang="0">
                <a:pos x="38" y="223"/>
              </a:cxn>
              <a:cxn ang="0">
                <a:pos x="19" y="235"/>
              </a:cxn>
              <a:cxn ang="0">
                <a:pos x="0" y="248"/>
              </a:cxn>
              <a:cxn ang="0">
                <a:pos x="0" y="478"/>
              </a:cxn>
              <a:cxn ang="0">
                <a:pos x="31" y="512"/>
              </a:cxn>
              <a:cxn ang="0">
                <a:pos x="246" y="512"/>
              </a:cxn>
              <a:cxn ang="0">
                <a:pos x="264" y="500"/>
              </a:cxn>
              <a:cxn ang="0">
                <a:pos x="281" y="488"/>
              </a:cxn>
              <a:cxn ang="0">
                <a:pos x="298" y="474"/>
              </a:cxn>
              <a:cxn ang="0">
                <a:pos x="314" y="462"/>
              </a:cxn>
              <a:cxn ang="0">
                <a:pos x="330" y="448"/>
              </a:cxn>
              <a:cxn ang="0">
                <a:pos x="345" y="434"/>
              </a:cxn>
              <a:cxn ang="0">
                <a:pos x="359" y="420"/>
              </a:cxn>
              <a:cxn ang="0">
                <a:pos x="373" y="405"/>
              </a:cxn>
              <a:cxn ang="0">
                <a:pos x="386" y="389"/>
              </a:cxn>
              <a:cxn ang="0">
                <a:pos x="398" y="373"/>
              </a:cxn>
              <a:cxn ang="0">
                <a:pos x="411" y="357"/>
              </a:cxn>
              <a:cxn ang="0">
                <a:pos x="422" y="340"/>
              </a:cxn>
              <a:cxn ang="0">
                <a:pos x="432" y="323"/>
              </a:cxn>
              <a:cxn ang="0">
                <a:pos x="443" y="305"/>
              </a:cxn>
              <a:cxn ang="0">
                <a:pos x="453" y="287"/>
              </a:cxn>
              <a:cxn ang="0">
                <a:pos x="462" y="267"/>
              </a:cxn>
            </a:cxnLst>
            <a:rect l="0" t="0" r="r" b="b"/>
            <a:pathLst>
              <a:path w="462" h="512">
                <a:moveTo>
                  <a:pt x="462" y="267"/>
                </a:moveTo>
                <a:lnTo>
                  <a:pt x="226" y="0"/>
                </a:lnTo>
                <a:lnTo>
                  <a:pt x="217" y="18"/>
                </a:lnTo>
                <a:lnTo>
                  <a:pt x="207" y="37"/>
                </a:lnTo>
                <a:lnTo>
                  <a:pt x="196" y="55"/>
                </a:lnTo>
                <a:lnTo>
                  <a:pt x="184" y="73"/>
                </a:lnTo>
                <a:lnTo>
                  <a:pt x="172" y="90"/>
                </a:lnTo>
                <a:lnTo>
                  <a:pt x="159" y="106"/>
                </a:lnTo>
                <a:lnTo>
                  <a:pt x="147" y="122"/>
                </a:lnTo>
                <a:lnTo>
                  <a:pt x="133" y="138"/>
                </a:lnTo>
                <a:lnTo>
                  <a:pt x="118" y="152"/>
                </a:lnTo>
                <a:lnTo>
                  <a:pt x="104" y="167"/>
                </a:lnTo>
                <a:lnTo>
                  <a:pt x="88" y="182"/>
                </a:lnTo>
                <a:lnTo>
                  <a:pt x="72" y="196"/>
                </a:lnTo>
                <a:lnTo>
                  <a:pt x="55" y="209"/>
                </a:lnTo>
                <a:lnTo>
                  <a:pt x="38" y="223"/>
                </a:lnTo>
                <a:lnTo>
                  <a:pt x="19" y="235"/>
                </a:lnTo>
                <a:lnTo>
                  <a:pt x="0" y="248"/>
                </a:lnTo>
                <a:lnTo>
                  <a:pt x="0" y="478"/>
                </a:lnTo>
                <a:lnTo>
                  <a:pt x="31" y="512"/>
                </a:lnTo>
                <a:lnTo>
                  <a:pt x="246" y="512"/>
                </a:lnTo>
                <a:lnTo>
                  <a:pt x="264" y="500"/>
                </a:lnTo>
                <a:lnTo>
                  <a:pt x="281" y="488"/>
                </a:lnTo>
                <a:lnTo>
                  <a:pt x="298" y="474"/>
                </a:lnTo>
                <a:lnTo>
                  <a:pt x="314" y="462"/>
                </a:lnTo>
                <a:lnTo>
                  <a:pt x="330" y="448"/>
                </a:lnTo>
                <a:lnTo>
                  <a:pt x="345" y="434"/>
                </a:lnTo>
                <a:lnTo>
                  <a:pt x="359" y="420"/>
                </a:lnTo>
                <a:lnTo>
                  <a:pt x="373" y="405"/>
                </a:lnTo>
                <a:lnTo>
                  <a:pt x="386" y="389"/>
                </a:lnTo>
                <a:lnTo>
                  <a:pt x="398" y="373"/>
                </a:lnTo>
                <a:lnTo>
                  <a:pt x="411" y="357"/>
                </a:lnTo>
                <a:lnTo>
                  <a:pt x="422" y="340"/>
                </a:lnTo>
                <a:lnTo>
                  <a:pt x="432" y="323"/>
                </a:lnTo>
                <a:lnTo>
                  <a:pt x="443" y="305"/>
                </a:lnTo>
                <a:lnTo>
                  <a:pt x="453" y="287"/>
                </a:lnTo>
                <a:lnTo>
                  <a:pt x="462" y="267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1" name="Freeform 61"/>
          <p:cNvSpPr>
            <a:spLocks/>
          </p:cNvSpPr>
          <p:nvPr/>
        </p:nvSpPr>
        <p:spPr bwMode="gray">
          <a:xfrm>
            <a:off x="6564313" y="3060700"/>
            <a:ext cx="442912" cy="133350"/>
          </a:xfrm>
          <a:custGeom>
            <a:avLst/>
            <a:gdLst/>
            <a:ahLst/>
            <a:cxnLst>
              <a:cxn ang="0">
                <a:pos x="512" y="51"/>
              </a:cxn>
              <a:cxn ang="0">
                <a:pos x="521" y="169"/>
              </a:cxn>
              <a:cxn ang="0">
                <a:pos x="559" y="169"/>
              </a:cxn>
              <a:cxn ang="0">
                <a:pos x="548" y="24"/>
              </a:cxn>
              <a:cxn ang="0">
                <a:pos x="546" y="0"/>
              </a:cxn>
              <a:cxn ang="0">
                <a:pos x="520" y="12"/>
              </a:cxn>
              <a:cxn ang="0">
                <a:pos x="490" y="24"/>
              </a:cxn>
              <a:cxn ang="0">
                <a:pos x="461" y="36"/>
              </a:cxn>
              <a:cxn ang="0">
                <a:pos x="430" y="46"/>
              </a:cxn>
              <a:cxn ang="0">
                <a:pos x="400" y="55"/>
              </a:cxn>
              <a:cxn ang="0">
                <a:pos x="370" y="63"/>
              </a:cxn>
              <a:cxn ang="0">
                <a:pos x="338" y="69"/>
              </a:cxn>
              <a:cxn ang="0">
                <a:pos x="307" y="73"/>
              </a:cxn>
              <a:cxn ang="0">
                <a:pos x="275" y="77"/>
              </a:cxn>
              <a:cxn ang="0">
                <a:pos x="243" y="79"/>
              </a:cxn>
              <a:cxn ang="0">
                <a:pos x="210" y="80"/>
              </a:cxn>
              <a:cxn ang="0">
                <a:pos x="177" y="80"/>
              </a:cxn>
              <a:cxn ang="0">
                <a:pos x="143" y="79"/>
              </a:cxn>
              <a:cxn ang="0">
                <a:pos x="108" y="76"/>
              </a:cxn>
              <a:cxn ang="0">
                <a:pos x="73" y="72"/>
              </a:cxn>
              <a:cxn ang="0">
                <a:pos x="36" y="66"/>
              </a:cxn>
              <a:cxn ang="0">
                <a:pos x="0" y="60"/>
              </a:cxn>
              <a:cxn ang="0">
                <a:pos x="0" y="91"/>
              </a:cxn>
              <a:cxn ang="0">
                <a:pos x="35" y="97"/>
              </a:cxn>
              <a:cxn ang="0">
                <a:pos x="71" y="103"/>
              </a:cxn>
              <a:cxn ang="0">
                <a:pos x="106" y="106"/>
              </a:cxn>
              <a:cxn ang="0">
                <a:pos x="139" y="110"/>
              </a:cxn>
              <a:cxn ang="0">
                <a:pos x="173" y="111"/>
              </a:cxn>
              <a:cxn ang="0">
                <a:pos x="206" y="111"/>
              </a:cxn>
              <a:cxn ang="0">
                <a:pos x="238" y="111"/>
              </a:cxn>
              <a:cxn ang="0">
                <a:pos x="270" y="109"/>
              </a:cxn>
              <a:cxn ang="0">
                <a:pos x="301" y="105"/>
              </a:cxn>
              <a:cxn ang="0">
                <a:pos x="332" y="101"/>
              </a:cxn>
              <a:cxn ang="0">
                <a:pos x="363" y="96"/>
              </a:cxn>
              <a:cxn ang="0">
                <a:pos x="394" y="89"/>
              </a:cxn>
              <a:cxn ang="0">
                <a:pos x="423" y="81"/>
              </a:cxn>
              <a:cxn ang="0">
                <a:pos x="454" y="72"/>
              </a:cxn>
              <a:cxn ang="0">
                <a:pos x="482" y="62"/>
              </a:cxn>
              <a:cxn ang="0">
                <a:pos x="512" y="51"/>
              </a:cxn>
            </a:cxnLst>
            <a:rect l="0" t="0" r="r" b="b"/>
            <a:pathLst>
              <a:path w="559" h="169">
                <a:moveTo>
                  <a:pt x="512" y="51"/>
                </a:moveTo>
                <a:lnTo>
                  <a:pt x="521" y="169"/>
                </a:lnTo>
                <a:lnTo>
                  <a:pt x="559" y="169"/>
                </a:lnTo>
                <a:lnTo>
                  <a:pt x="548" y="24"/>
                </a:lnTo>
                <a:lnTo>
                  <a:pt x="546" y="0"/>
                </a:lnTo>
                <a:lnTo>
                  <a:pt x="520" y="12"/>
                </a:lnTo>
                <a:lnTo>
                  <a:pt x="490" y="24"/>
                </a:lnTo>
                <a:lnTo>
                  <a:pt x="461" y="36"/>
                </a:lnTo>
                <a:lnTo>
                  <a:pt x="430" y="46"/>
                </a:lnTo>
                <a:lnTo>
                  <a:pt x="400" y="55"/>
                </a:lnTo>
                <a:lnTo>
                  <a:pt x="370" y="63"/>
                </a:lnTo>
                <a:lnTo>
                  <a:pt x="338" y="69"/>
                </a:lnTo>
                <a:lnTo>
                  <a:pt x="307" y="73"/>
                </a:lnTo>
                <a:lnTo>
                  <a:pt x="275" y="77"/>
                </a:lnTo>
                <a:lnTo>
                  <a:pt x="243" y="79"/>
                </a:lnTo>
                <a:lnTo>
                  <a:pt x="210" y="80"/>
                </a:lnTo>
                <a:lnTo>
                  <a:pt x="177" y="80"/>
                </a:lnTo>
                <a:lnTo>
                  <a:pt x="143" y="79"/>
                </a:lnTo>
                <a:lnTo>
                  <a:pt x="108" y="76"/>
                </a:lnTo>
                <a:lnTo>
                  <a:pt x="73" y="72"/>
                </a:lnTo>
                <a:lnTo>
                  <a:pt x="36" y="66"/>
                </a:lnTo>
                <a:lnTo>
                  <a:pt x="0" y="60"/>
                </a:lnTo>
                <a:lnTo>
                  <a:pt x="0" y="91"/>
                </a:lnTo>
                <a:lnTo>
                  <a:pt x="35" y="97"/>
                </a:lnTo>
                <a:lnTo>
                  <a:pt x="71" y="103"/>
                </a:lnTo>
                <a:lnTo>
                  <a:pt x="106" y="106"/>
                </a:lnTo>
                <a:lnTo>
                  <a:pt x="139" y="110"/>
                </a:lnTo>
                <a:lnTo>
                  <a:pt x="173" y="111"/>
                </a:lnTo>
                <a:lnTo>
                  <a:pt x="206" y="111"/>
                </a:lnTo>
                <a:lnTo>
                  <a:pt x="238" y="111"/>
                </a:lnTo>
                <a:lnTo>
                  <a:pt x="270" y="109"/>
                </a:lnTo>
                <a:lnTo>
                  <a:pt x="301" y="105"/>
                </a:lnTo>
                <a:lnTo>
                  <a:pt x="332" y="101"/>
                </a:lnTo>
                <a:lnTo>
                  <a:pt x="363" y="96"/>
                </a:lnTo>
                <a:lnTo>
                  <a:pt x="394" y="89"/>
                </a:lnTo>
                <a:lnTo>
                  <a:pt x="423" y="81"/>
                </a:lnTo>
                <a:lnTo>
                  <a:pt x="454" y="72"/>
                </a:lnTo>
                <a:lnTo>
                  <a:pt x="482" y="62"/>
                </a:lnTo>
                <a:lnTo>
                  <a:pt x="512" y="51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2" name="Freeform 62"/>
          <p:cNvSpPr>
            <a:spLocks/>
          </p:cNvSpPr>
          <p:nvPr/>
        </p:nvSpPr>
        <p:spPr bwMode="gray">
          <a:xfrm>
            <a:off x="6564313" y="3100388"/>
            <a:ext cx="414337" cy="93662"/>
          </a:xfrm>
          <a:custGeom>
            <a:avLst/>
            <a:gdLst/>
            <a:ahLst/>
            <a:cxnLst>
              <a:cxn ang="0">
                <a:pos x="512" y="0"/>
              </a:cxn>
              <a:cxn ang="0">
                <a:pos x="482" y="11"/>
              </a:cxn>
              <a:cxn ang="0">
                <a:pos x="454" y="21"/>
              </a:cxn>
              <a:cxn ang="0">
                <a:pos x="423" y="30"/>
              </a:cxn>
              <a:cxn ang="0">
                <a:pos x="394" y="38"/>
              </a:cxn>
              <a:cxn ang="0">
                <a:pos x="363" y="45"/>
              </a:cxn>
              <a:cxn ang="0">
                <a:pos x="332" y="50"/>
              </a:cxn>
              <a:cxn ang="0">
                <a:pos x="301" y="54"/>
              </a:cxn>
              <a:cxn ang="0">
                <a:pos x="270" y="58"/>
              </a:cxn>
              <a:cxn ang="0">
                <a:pos x="238" y="60"/>
              </a:cxn>
              <a:cxn ang="0">
                <a:pos x="206" y="60"/>
              </a:cxn>
              <a:cxn ang="0">
                <a:pos x="173" y="60"/>
              </a:cxn>
              <a:cxn ang="0">
                <a:pos x="139" y="59"/>
              </a:cxn>
              <a:cxn ang="0">
                <a:pos x="106" y="55"/>
              </a:cxn>
              <a:cxn ang="0">
                <a:pos x="71" y="52"/>
              </a:cxn>
              <a:cxn ang="0">
                <a:pos x="35" y="46"/>
              </a:cxn>
              <a:cxn ang="0">
                <a:pos x="0" y="40"/>
              </a:cxn>
              <a:cxn ang="0">
                <a:pos x="0" y="118"/>
              </a:cxn>
              <a:cxn ang="0">
                <a:pos x="521" y="118"/>
              </a:cxn>
              <a:cxn ang="0">
                <a:pos x="512" y="0"/>
              </a:cxn>
            </a:cxnLst>
            <a:rect l="0" t="0" r="r" b="b"/>
            <a:pathLst>
              <a:path w="521" h="118">
                <a:moveTo>
                  <a:pt x="512" y="0"/>
                </a:moveTo>
                <a:lnTo>
                  <a:pt x="482" y="11"/>
                </a:lnTo>
                <a:lnTo>
                  <a:pt x="454" y="21"/>
                </a:lnTo>
                <a:lnTo>
                  <a:pt x="423" y="30"/>
                </a:lnTo>
                <a:lnTo>
                  <a:pt x="394" y="38"/>
                </a:lnTo>
                <a:lnTo>
                  <a:pt x="363" y="45"/>
                </a:lnTo>
                <a:lnTo>
                  <a:pt x="332" y="50"/>
                </a:lnTo>
                <a:lnTo>
                  <a:pt x="301" y="54"/>
                </a:lnTo>
                <a:lnTo>
                  <a:pt x="270" y="58"/>
                </a:lnTo>
                <a:lnTo>
                  <a:pt x="238" y="60"/>
                </a:lnTo>
                <a:lnTo>
                  <a:pt x="206" y="60"/>
                </a:lnTo>
                <a:lnTo>
                  <a:pt x="173" y="60"/>
                </a:lnTo>
                <a:lnTo>
                  <a:pt x="139" y="59"/>
                </a:lnTo>
                <a:lnTo>
                  <a:pt x="106" y="55"/>
                </a:lnTo>
                <a:lnTo>
                  <a:pt x="71" y="52"/>
                </a:lnTo>
                <a:lnTo>
                  <a:pt x="35" y="46"/>
                </a:lnTo>
                <a:lnTo>
                  <a:pt x="0" y="40"/>
                </a:lnTo>
                <a:lnTo>
                  <a:pt x="0" y="118"/>
                </a:lnTo>
                <a:lnTo>
                  <a:pt x="521" y="118"/>
                </a:lnTo>
                <a:lnTo>
                  <a:pt x="512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3" name="Freeform 63"/>
          <p:cNvSpPr>
            <a:spLocks/>
          </p:cNvSpPr>
          <p:nvPr/>
        </p:nvSpPr>
        <p:spPr bwMode="gray">
          <a:xfrm>
            <a:off x="6965950" y="3016250"/>
            <a:ext cx="307975" cy="179388"/>
          </a:xfrm>
          <a:custGeom>
            <a:avLst/>
            <a:gdLst/>
            <a:ahLst/>
            <a:cxnLst>
              <a:cxn ang="0">
                <a:pos x="244" y="58"/>
              </a:cxn>
              <a:cxn ang="0">
                <a:pos x="349" y="225"/>
              </a:cxn>
              <a:cxn ang="0">
                <a:pos x="387" y="225"/>
              </a:cxn>
              <a:cxn ang="0">
                <a:pos x="257" y="20"/>
              </a:cxn>
              <a:cxn ang="0">
                <a:pos x="244" y="0"/>
              </a:cxn>
              <a:cxn ang="0">
                <a:pos x="230" y="20"/>
              </a:cxn>
              <a:cxn ang="0">
                <a:pos x="219" y="37"/>
              </a:cxn>
              <a:cxn ang="0">
                <a:pos x="207" y="53"/>
              </a:cxn>
              <a:cxn ang="0">
                <a:pos x="196" y="68"/>
              </a:cxn>
              <a:cxn ang="0">
                <a:pos x="183" y="84"/>
              </a:cxn>
              <a:cxn ang="0">
                <a:pos x="171" y="98"/>
              </a:cxn>
              <a:cxn ang="0">
                <a:pos x="157" y="112"/>
              </a:cxn>
              <a:cxn ang="0">
                <a:pos x="144" y="125"/>
              </a:cxn>
              <a:cxn ang="0">
                <a:pos x="130" y="139"/>
              </a:cxn>
              <a:cxn ang="0">
                <a:pos x="115" y="151"/>
              </a:cxn>
              <a:cxn ang="0">
                <a:pos x="100" y="162"/>
              </a:cxn>
              <a:cxn ang="0">
                <a:pos x="86" y="175"/>
              </a:cxn>
              <a:cxn ang="0">
                <a:pos x="70" y="185"/>
              </a:cxn>
              <a:cxn ang="0">
                <a:pos x="53" y="197"/>
              </a:cxn>
              <a:cxn ang="0">
                <a:pos x="36" y="206"/>
              </a:cxn>
              <a:cxn ang="0">
                <a:pos x="18" y="216"/>
              </a:cxn>
              <a:cxn ang="0">
                <a:pos x="0" y="225"/>
              </a:cxn>
              <a:cxn ang="0">
                <a:pos x="65" y="225"/>
              </a:cxn>
              <a:cxn ang="0">
                <a:pos x="91" y="208"/>
              </a:cxn>
              <a:cxn ang="0">
                <a:pos x="116" y="190"/>
              </a:cxn>
              <a:cxn ang="0">
                <a:pos x="140" y="172"/>
              </a:cxn>
              <a:cxn ang="0">
                <a:pos x="163" y="151"/>
              </a:cxn>
              <a:cxn ang="0">
                <a:pos x="185" y="129"/>
              </a:cxn>
              <a:cxn ang="0">
                <a:pos x="205" y="107"/>
              </a:cxn>
              <a:cxn ang="0">
                <a:pos x="224" y="83"/>
              </a:cxn>
              <a:cxn ang="0">
                <a:pos x="244" y="58"/>
              </a:cxn>
            </a:cxnLst>
            <a:rect l="0" t="0" r="r" b="b"/>
            <a:pathLst>
              <a:path w="387" h="225">
                <a:moveTo>
                  <a:pt x="244" y="58"/>
                </a:moveTo>
                <a:lnTo>
                  <a:pt x="349" y="225"/>
                </a:lnTo>
                <a:lnTo>
                  <a:pt x="387" y="225"/>
                </a:lnTo>
                <a:lnTo>
                  <a:pt x="257" y="20"/>
                </a:lnTo>
                <a:lnTo>
                  <a:pt x="244" y="0"/>
                </a:lnTo>
                <a:lnTo>
                  <a:pt x="230" y="20"/>
                </a:lnTo>
                <a:lnTo>
                  <a:pt x="219" y="37"/>
                </a:lnTo>
                <a:lnTo>
                  <a:pt x="207" y="53"/>
                </a:lnTo>
                <a:lnTo>
                  <a:pt x="196" y="68"/>
                </a:lnTo>
                <a:lnTo>
                  <a:pt x="183" y="84"/>
                </a:lnTo>
                <a:lnTo>
                  <a:pt x="171" y="98"/>
                </a:lnTo>
                <a:lnTo>
                  <a:pt x="157" y="112"/>
                </a:lnTo>
                <a:lnTo>
                  <a:pt x="144" y="125"/>
                </a:lnTo>
                <a:lnTo>
                  <a:pt x="130" y="139"/>
                </a:lnTo>
                <a:lnTo>
                  <a:pt x="115" y="151"/>
                </a:lnTo>
                <a:lnTo>
                  <a:pt x="100" y="162"/>
                </a:lnTo>
                <a:lnTo>
                  <a:pt x="86" y="175"/>
                </a:lnTo>
                <a:lnTo>
                  <a:pt x="70" y="185"/>
                </a:lnTo>
                <a:lnTo>
                  <a:pt x="53" y="197"/>
                </a:lnTo>
                <a:lnTo>
                  <a:pt x="36" y="206"/>
                </a:lnTo>
                <a:lnTo>
                  <a:pt x="18" y="216"/>
                </a:lnTo>
                <a:lnTo>
                  <a:pt x="0" y="225"/>
                </a:lnTo>
                <a:lnTo>
                  <a:pt x="65" y="225"/>
                </a:lnTo>
                <a:lnTo>
                  <a:pt x="91" y="208"/>
                </a:lnTo>
                <a:lnTo>
                  <a:pt x="116" y="190"/>
                </a:lnTo>
                <a:lnTo>
                  <a:pt x="140" y="172"/>
                </a:lnTo>
                <a:lnTo>
                  <a:pt x="163" y="151"/>
                </a:lnTo>
                <a:lnTo>
                  <a:pt x="185" y="129"/>
                </a:lnTo>
                <a:lnTo>
                  <a:pt x="205" y="107"/>
                </a:lnTo>
                <a:lnTo>
                  <a:pt x="224" y="83"/>
                </a:lnTo>
                <a:lnTo>
                  <a:pt x="244" y="58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4" name="Freeform 64"/>
          <p:cNvSpPr>
            <a:spLocks/>
          </p:cNvSpPr>
          <p:nvPr/>
        </p:nvSpPr>
        <p:spPr bwMode="gray">
          <a:xfrm>
            <a:off x="7018338" y="3062288"/>
            <a:ext cx="225425" cy="133350"/>
          </a:xfrm>
          <a:custGeom>
            <a:avLst/>
            <a:gdLst/>
            <a:ahLst/>
            <a:cxnLst>
              <a:cxn ang="0">
                <a:pos x="0" y="167"/>
              </a:cxn>
              <a:cxn ang="0">
                <a:pos x="284" y="167"/>
              </a:cxn>
              <a:cxn ang="0">
                <a:pos x="179" y="0"/>
              </a:cxn>
              <a:cxn ang="0">
                <a:pos x="159" y="25"/>
              </a:cxn>
              <a:cxn ang="0">
                <a:pos x="140" y="49"/>
              </a:cxn>
              <a:cxn ang="0">
                <a:pos x="120" y="71"/>
              </a:cxn>
              <a:cxn ang="0">
                <a:pos x="98" y="93"/>
              </a:cxn>
              <a:cxn ang="0">
                <a:pos x="75" y="114"/>
              </a:cxn>
              <a:cxn ang="0">
                <a:pos x="51" y="132"/>
              </a:cxn>
              <a:cxn ang="0">
                <a:pos x="26" y="150"/>
              </a:cxn>
              <a:cxn ang="0">
                <a:pos x="0" y="167"/>
              </a:cxn>
            </a:cxnLst>
            <a:rect l="0" t="0" r="r" b="b"/>
            <a:pathLst>
              <a:path w="284" h="167">
                <a:moveTo>
                  <a:pt x="0" y="167"/>
                </a:moveTo>
                <a:lnTo>
                  <a:pt x="284" y="167"/>
                </a:lnTo>
                <a:lnTo>
                  <a:pt x="179" y="0"/>
                </a:lnTo>
                <a:lnTo>
                  <a:pt x="159" y="25"/>
                </a:lnTo>
                <a:lnTo>
                  <a:pt x="140" y="49"/>
                </a:lnTo>
                <a:lnTo>
                  <a:pt x="120" y="71"/>
                </a:lnTo>
                <a:lnTo>
                  <a:pt x="98" y="93"/>
                </a:lnTo>
                <a:lnTo>
                  <a:pt x="75" y="114"/>
                </a:lnTo>
                <a:lnTo>
                  <a:pt x="51" y="132"/>
                </a:lnTo>
                <a:lnTo>
                  <a:pt x="26" y="150"/>
                </a:lnTo>
                <a:lnTo>
                  <a:pt x="0" y="167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5" name="Freeform 65"/>
          <p:cNvSpPr>
            <a:spLocks/>
          </p:cNvSpPr>
          <p:nvPr/>
        </p:nvSpPr>
        <p:spPr bwMode="gray">
          <a:xfrm>
            <a:off x="6796088" y="2730500"/>
            <a:ext cx="611187" cy="463550"/>
          </a:xfrm>
          <a:custGeom>
            <a:avLst/>
            <a:gdLst/>
            <a:ahLst/>
            <a:cxnLst>
              <a:cxn ang="0">
                <a:pos x="95" y="304"/>
              </a:cxn>
              <a:cxn ang="0">
                <a:pos x="170" y="288"/>
              </a:cxn>
              <a:cxn ang="0">
                <a:pos x="240" y="267"/>
              </a:cxn>
              <a:cxn ang="0">
                <a:pos x="306" y="242"/>
              </a:cxn>
              <a:cxn ang="0">
                <a:pos x="368" y="213"/>
              </a:cxn>
              <a:cxn ang="0">
                <a:pos x="423" y="178"/>
              </a:cxn>
              <a:cxn ang="0">
                <a:pos x="477" y="137"/>
              </a:cxn>
              <a:cxn ang="0">
                <a:pos x="526" y="91"/>
              </a:cxn>
              <a:cxn ang="0">
                <a:pos x="727" y="428"/>
              </a:cxn>
              <a:cxn ang="0">
                <a:pos x="706" y="452"/>
              </a:cxn>
              <a:cxn ang="0">
                <a:pos x="684" y="475"/>
              </a:cxn>
              <a:cxn ang="0">
                <a:pos x="661" y="496"/>
              </a:cxn>
              <a:cxn ang="0">
                <a:pos x="638" y="517"/>
              </a:cxn>
              <a:cxn ang="0">
                <a:pos x="613" y="536"/>
              </a:cxn>
              <a:cxn ang="0">
                <a:pos x="588" y="553"/>
              </a:cxn>
              <a:cxn ang="0">
                <a:pos x="562" y="570"/>
              </a:cxn>
              <a:cxn ang="0">
                <a:pos x="535" y="585"/>
              </a:cxn>
              <a:cxn ang="0">
                <a:pos x="626" y="570"/>
              </a:cxn>
              <a:cxn ang="0">
                <a:pos x="668" y="537"/>
              </a:cxn>
              <a:cxn ang="0">
                <a:pos x="708" y="502"/>
              </a:cxn>
              <a:cxn ang="0">
                <a:pos x="744" y="462"/>
              </a:cxn>
              <a:cxn ang="0">
                <a:pos x="770" y="432"/>
              </a:cxn>
              <a:cxn ang="0">
                <a:pos x="569" y="25"/>
              </a:cxn>
              <a:cxn ang="0">
                <a:pos x="538" y="22"/>
              </a:cxn>
              <a:cxn ang="0">
                <a:pos x="491" y="75"/>
              </a:cxn>
              <a:cxn ang="0">
                <a:pos x="439" y="121"/>
              </a:cxn>
              <a:cxn ang="0">
                <a:pos x="384" y="162"/>
              </a:cxn>
              <a:cxn ang="0">
                <a:pos x="323" y="196"/>
              </a:cxn>
              <a:cxn ang="0">
                <a:pos x="258" y="224"/>
              </a:cxn>
              <a:cxn ang="0">
                <a:pos x="187" y="247"/>
              </a:cxn>
              <a:cxn ang="0">
                <a:pos x="109" y="265"/>
              </a:cxn>
              <a:cxn ang="0">
                <a:pos x="25" y="278"/>
              </a:cxn>
              <a:cxn ang="0">
                <a:pos x="12" y="303"/>
              </a:cxn>
              <a:cxn ang="0">
                <a:pos x="191" y="585"/>
              </a:cxn>
            </a:cxnLst>
            <a:rect l="0" t="0" r="r" b="b"/>
            <a:pathLst>
              <a:path w="770" h="585">
                <a:moveTo>
                  <a:pt x="55" y="310"/>
                </a:moveTo>
                <a:lnTo>
                  <a:pt x="95" y="304"/>
                </a:lnTo>
                <a:lnTo>
                  <a:pt x="133" y="297"/>
                </a:lnTo>
                <a:lnTo>
                  <a:pt x="170" y="288"/>
                </a:lnTo>
                <a:lnTo>
                  <a:pt x="206" y="279"/>
                </a:lnTo>
                <a:lnTo>
                  <a:pt x="240" y="267"/>
                </a:lnTo>
                <a:lnTo>
                  <a:pt x="273" y="256"/>
                </a:lnTo>
                <a:lnTo>
                  <a:pt x="306" y="242"/>
                </a:lnTo>
                <a:lnTo>
                  <a:pt x="337" y="229"/>
                </a:lnTo>
                <a:lnTo>
                  <a:pt x="368" y="213"/>
                </a:lnTo>
                <a:lnTo>
                  <a:pt x="396" y="196"/>
                </a:lnTo>
                <a:lnTo>
                  <a:pt x="423" y="178"/>
                </a:lnTo>
                <a:lnTo>
                  <a:pt x="451" y="158"/>
                </a:lnTo>
                <a:lnTo>
                  <a:pt x="477" y="137"/>
                </a:lnTo>
                <a:lnTo>
                  <a:pt x="502" y="115"/>
                </a:lnTo>
                <a:lnTo>
                  <a:pt x="526" y="91"/>
                </a:lnTo>
                <a:lnTo>
                  <a:pt x="549" y="66"/>
                </a:lnTo>
                <a:lnTo>
                  <a:pt x="727" y="428"/>
                </a:lnTo>
                <a:lnTo>
                  <a:pt x="717" y="440"/>
                </a:lnTo>
                <a:lnTo>
                  <a:pt x="706" y="452"/>
                </a:lnTo>
                <a:lnTo>
                  <a:pt x="695" y="463"/>
                </a:lnTo>
                <a:lnTo>
                  <a:pt x="684" y="475"/>
                </a:lnTo>
                <a:lnTo>
                  <a:pt x="673" y="486"/>
                </a:lnTo>
                <a:lnTo>
                  <a:pt x="661" y="496"/>
                </a:lnTo>
                <a:lnTo>
                  <a:pt x="650" y="506"/>
                </a:lnTo>
                <a:lnTo>
                  <a:pt x="638" y="517"/>
                </a:lnTo>
                <a:lnTo>
                  <a:pt x="626" y="526"/>
                </a:lnTo>
                <a:lnTo>
                  <a:pt x="613" y="536"/>
                </a:lnTo>
                <a:lnTo>
                  <a:pt x="601" y="545"/>
                </a:lnTo>
                <a:lnTo>
                  <a:pt x="588" y="553"/>
                </a:lnTo>
                <a:lnTo>
                  <a:pt x="576" y="562"/>
                </a:lnTo>
                <a:lnTo>
                  <a:pt x="562" y="570"/>
                </a:lnTo>
                <a:lnTo>
                  <a:pt x="549" y="577"/>
                </a:lnTo>
                <a:lnTo>
                  <a:pt x="535" y="585"/>
                </a:lnTo>
                <a:lnTo>
                  <a:pt x="604" y="585"/>
                </a:lnTo>
                <a:lnTo>
                  <a:pt x="626" y="570"/>
                </a:lnTo>
                <a:lnTo>
                  <a:pt x="648" y="554"/>
                </a:lnTo>
                <a:lnTo>
                  <a:pt x="668" y="537"/>
                </a:lnTo>
                <a:lnTo>
                  <a:pt x="688" y="520"/>
                </a:lnTo>
                <a:lnTo>
                  <a:pt x="708" y="502"/>
                </a:lnTo>
                <a:lnTo>
                  <a:pt x="726" y="482"/>
                </a:lnTo>
                <a:lnTo>
                  <a:pt x="744" y="462"/>
                </a:lnTo>
                <a:lnTo>
                  <a:pt x="762" y="442"/>
                </a:lnTo>
                <a:lnTo>
                  <a:pt x="770" y="432"/>
                </a:lnTo>
                <a:lnTo>
                  <a:pt x="765" y="422"/>
                </a:lnTo>
                <a:lnTo>
                  <a:pt x="569" y="25"/>
                </a:lnTo>
                <a:lnTo>
                  <a:pt x="557" y="0"/>
                </a:lnTo>
                <a:lnTo>
                  <a:pt x="538" y="22"/>
                </a:lnTo>
                <a:lnTo>
                  <a:pt x="516" y="49"/>
                </a:lnTo>
                <a:lnTo>
                  <a:pt x="491" y="75"/>
                </a:lnTo>
                <a:lnTo>
                  <a:pt x="466" y="99"/>
                </a:lnTo>
                <a:lnTo>
                  <a:pt x="439" y="121"/>
                </a:lnTo>
                <a:lnTo>
                  <a:pt x="412" y="142"/>
                </a:lnTo>
                <a:lnTo>
                  <a:pt x="384" y="162"/>
                </a:lnTo>
                <a:lnTo>
                  <a:pt x="354" y="180"/>
                </a:lnTo>
                <a:lnTo>
                  <a:pt x="323" y="196"/>
                </a:lnTo>
                <a:lnTo>
                  <a:pt x="291" y="211"/>
                </a:lnTo>
                <a:lnTo>
                  <a:pt x="258" y="224"/>
                </a:lnTo>
                <a:lnTo>
                  <a:pt x="223" y="237"/>
                </a:lnTo>
                <a:lnTo>
                  <a:pt x="187" y="247"/>
                </a:lnTo>
                <a:lnTo>
                  <a:pt x="149" y="257"/>
                </a:lnTo>
                <a:lnTo>
                  <a:pt x="109" y="265"/>
                </a:lnTo>
                <a:lnTo>
                  <a:pt x="68" y="272"/>
                </a:lnTo>
                <a:lnTo>
                  <a:pt x="25" y="278"/>
                </a:lnTo>
                <a:lnTo>
                  <a:pt x="0" y="280"/>
                </a:lnTo>
                <a:lnTo>
                  <a:pt x="12" y="303"/>
                </a:lnTo>
                <a:lnTo>
                  <a:pt x="152" y="585"/>
                </a:lnTo>
                <a:lnTo>
                  <a:pt x="191" y="585"/>
                </a:lnTo>
                <a:lnTo>
                  <a:pt x="55" y="31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6" name="Freeform 66"/>
          <p:cNvSpPr>
            <a:spLocks/>
          </p:cNvSpPr>
          <p:nvPr/>
        </p:nvSpPr>
        <p:spPr bwMode="gray">
          <a:xfrm>
            <a:off x="6838950" y="2782888"/>
            <a:ext cx="533400" cy="411162"/>
          </a:xfrm>
          <a:custGeom>
            <a:avLst/>
            <a:gdLst/>
            <a:ahLst/>
            <a:cxnLst>
              <a:cxn ang="0">
                <a:pos x="672" y="362"/>
              </a:cxn>
              <a:cxn ang="0">
                <a:pos x="494" y="0"/>
              </a:cxn>
              <a:cxn ang="0">
                <a:pos x="471" y="25"/>
              </a:cxn>
              <a:cxn ang="0">
                <a:pos x="447" y="49"/>
              </a:cxn>
              <a:cxn ang="0">
                <a:pos x="422" y="71"/>
              </a:cxn>
              <a:cxn ang="0">
                <a:pos x="396" y="92"/>
              </a:cxn>
              <a:cxn ang="0">
                <a:pos x="368" y="112"/>
              </a:cxn>
              <a:cxn ang="0">
                <a:pos x="341" y="130"/>
              </a:cxn>
              <a:cxn ang="0">
                <a:pos x="313" y="147"/>
              </a:cxn>
              <a:cxn ang="0">
                <a:pos x="282" y="163"/>
              </a:cxn>
              <a:cxn ang="0">
                <a:pos x="251" y="176"/>
              </a:cxn>
              <a:cxn ang="0">
                <a:pos x="218" y="190"/>
              </a:cxn>
              <a:cxn ang="0">
                <a:pos x="185" y="201"/>
              </a:cxn>
              <a:cxn ang="0">
                <a:pos x="151" y="213"/>
              </a:cxn>
              <a:cxn ang="0">
                <a:pos x="115" y="222"/>
              </a:cxn>
              <a:cxn ang="0">
                <a:pos x="78" y="231"/>
              </a:cxn>
              <a:cxn ang="0">
                <a:pos x="40" y="238"/>
              </a:cxn>
              <a:cxn ang="0">
                <a:pos x="0" y="244"/>
              </a:cxn>
              <a:cxn ang="0">
                <a:pos x="136" y="519"/>
              </a:cxn>
              <a:cxn ang="0">
                <a:pos x="480" y="519"/>
              </a:cxn>
              <a:cxn ang="0">
                <a:pos x="494" y="511"/>
              </a:cxn>
              <a:cxn ang="0">
                <a:pos x="507" y="504"/>
              </a:cxn>
              <a:cxn ang="0">
                <a:pos x="521" y="496"/>
              </a:cxn>
              <a:cxn ang="0">
                <a:pos x="533" y="487"/>
              </a:cxn>
              <a:cxn ang="0">
                <a:pos x="546" y="479"/>
              </a:cxn>
              <a:cxn ang="0">
                <a:pos x="558" y="470"/>
              </a:cxn>
              <a:cxn ang="0">
                <a:pos x="571" y="460"/>
              </a:cxn>
              <a:cxn ang="0">
                <a:pos x="583" y="451"/>
              </a:cxn>
              <a:cxn ang="0">
                <a:pos x="595" y="440"/>
              </a:cxn>
              <a:cxn ang="0">
                <a:pos x="606" y="430"/>
              </a:cxn>
              <a:cxn ang="0">
                <a:pos x="618" y="420"/>
              </a:cxn>
              <a:cxn ang="0">
                <a:pos x="629" y="409"/>
              </a:cxn>
              <a:cxn ang="0">
                <a:pos x="640" y="397"/>
              </a:cxn>
              <a:cxn ang="0">
                <a:pos x="651" y="386"/>
              </a:cxn>
              <a:cxn ang="0">
                <a:pos x="662" y="374"/>
              </a:cxn>
              <a:cxn ang="0">
                <a:pos x="672" y="362"/>
              </a:cxn>
            </a:cxnLst>
            <a:rect l="0" t="0" r="r" b="b"/>
            <a:pathLst>
              <a:path w="672" h="519">
                <a:moveTo>
                  <a:pt x="672" y="362"/>
                </a:moveTo>
                <a:lnTo>
                  <a:pt x="494" y="0"/>
                </a:lnTo>
                <a:lnTo>
                  <a:pt x="471" y="25"/>
                </a:lnTo>
                <a:lnTo>
                  <a:pt x="447" y="49"/>
                </a:lnTo>
                <a:lnTo>
                  <a:pt x="422" y="71"/>
                </a:lnTo>
                <a:lnTo>
                  <a:pt x="396" y="92"/>
                </a:lnTo>
                <a:lnTo>
                  <a:pt x="368" y="112"/>
                </a:lnTo>
                <a:lnTo>
                  <a:pt x="341" y="130"/>
                </a:lnTo>
                <a:lnTo>
                  <a:pt x="313" y="147"/>
                </a:lnTo>
                <a:lnTo>
                  <a:pt x="282" y="163"/>
                </a:lnTo>
                <a:lnTo>
                  <a:pt x="251" y="176"/>
                </a:lnTo>
                <a:lnTo>
                  <a:pt x="218" y="190"/>
                </a:lnTo>
                <a:lnTo>
                  <a:pt x="185" y="201"/>
                </a:lnTo>
                <a:lnTo>
                  <a:pt x="151" y="213"/>
                </a:lnTo>
                <a:lnTo>
                  <a:pt x="115" y="222"/>
                </a:lnTo>
                <a:lnTo>
                  <a:pt x="78" y="231"/>
                </a:lnTo>
                <a:lnTo>
                  <a:pt x="40" y="238"/>
                </a:lnTo>
                <a:lnTo>
                  <a:pt x="0" y="244"/>
                </a:lnTo>
                <a:lnTo>
                  <a:pt x="136" y="519"/>
                </a:lnTo>
                <a:lnTo>
                  <a:pt x="480" y="519"/>
                </a:lnTo>
                <a:lnTo>
                  <a:pt x="494" y="511"/>
                </a:lnTo>
                <a:lnTo>
                  <a:pt x="507" y="504"/>
                </a:lnTo>
                <a:lnTo>
                  <a:pt x="521" y="496"/>
                </a:lnTo>
                <a:lnTo>
                  <a:pt x="533" y="487"/>
                </a:lnTo>
                <a:lnTo>
                  <a:pt x="546" y="479"/>
                </a:lnTo>
                <a:lnTo>
                  <a:pt x="558" y="470"/>
                </a:lnTo>
                <a:lnTo>
                  <a:pt x="571" y="460"/>
                </a:lnTo>
                <a:lnTo>
                  <a:pt x="583" y="451"/>
                </a:lnTo>
                <a:lnTo>
                  <a:pt x="595" y="440"/>
                </a:lnTo>
                <a:lnTo>
                  <a:pt x="606" y="430"/>
                </a:lnTo>
                <a:lnTo>
                  <a:pt x="618" y="420"/>
                </a:lnTo>
                <a:lnTo>
                  <a:pt x="629" y="409"/>
                </a:lnTo>
                <a:lnTo>
                  <a:pt x="640" y="397"/>
                </a:lnTo>
                <a:lnTo>
                  <a:pt x="651" y="386"/>
                </a:lnTo>
                <a:lnTo>
                  <a:pt x="662" y="374"/>
                </a:lnTo>
                <a:lnTo>
                  <a:pt x="672" y="36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7" name="Freeform 67"/>
          <p:cNvSpPr>
            <a:spLocks/>
          </p:cNvSpPr>
          <p:nvPr/>
        </p:nvSpPr>
        <p:spPr bwMode="gray">
          <a:xfrm>
            <a:off x="7218363" y="2851150"/>
            <a:ext cx="458787" cy="344488"/>
          </a:xfrm>
          <a:custGeom>
            <a:avLst/>
            <a:gdLst/>
            <a:ahLst/>
            <a:cxnLst>
              <a:cxn ang="0">
                <a:pos x="231" y="52"/>
              </a:cxn>
              <a:cxn ang="0">
                <a:pos x="545" y="220"/>
              </a:cxn>
              <a:cxn ang="0">
                <a:pos x="541" y="248"/>
              </a:cxn>
              <a:cxn ang="0">
                <a:pos x="537" y="277"/>
              </a:cxn>
              <a:cxn ang="0">
                <a:pos x="532" y="304"/>
              </a:cxn>
              <a:cxn ang="0">
                <a:pos x="525" y="331"/>
              </a:cxn>
              <a:cxn ang="0">
                <a:pos x="516" y="358"/>
              </a:cxn>
              <a:cxn ang="0">
                <a:pos x="507" y="384"/>
              </a:cxn>
              <a:cxn ang="0">
                <a:pos x="497" y="410"/>
              </a:cxn>
              <a:cxn ang="0">
                <a:pos x="484" y="435"/>
              </a:cxn>
              <a:cxn ang="0">
                <a:pos x="519" y="435"/>
              </a:cxn>
              <a:cxn ang="0">
                <a:pos x="531" y="409"/>
              </a:cxn>
              <a:cxn ang="0">
                <a:pos x="541" y="382"/>
              </a:cxn>
              <a:cxn ang="0">
                <a:pos x="550" y="355"/>
              </a:cxn>
              <a:cxn ang="0">
                <a:pos x="558" y="327"/>
              </a:cxn>
              <a:cxn ang="0">
                <a:pos x="565" y="300"/>
              </a:cxn>
              <a:cxn ang="0">
                <a:pos x="571" y="271"/>
              </a:cxn>
              <a:cxn ang="0">
                <a:pos x="574" y="242"/>
              </a:cxn>
              <a:cxn ang="0">
                <a:pos x="577" y="212"/>
              </a:cxn>
              <a:cxn ang="0">
                <a:pos x="578" y="202"/>
              </a:cxn>
              <a:cxn ang="0">
                <a:pos x="569" y="197"/>
              </a:cxn>
              <a:cxn ang="0">
                <a:pos x="224" y="12"/>
              </a:cxn>
              <a:cxn ang="0">
                <a:pos x="202" y="0"/>
              </a:cxn>
              <a:cxn ang="0">
                <a:pos x="201" y="25"/>
              </a:cxn>
              <a:cxn ang="0">
                <a:pos x="199" y="54"/>
              </a:cxn>
              <a:cxn ang="0">
                <a:pos x="194" y="82"/>
              </a:cxn>
              <a:cxn ang="0">
                <a:pos x="190" y="111"/>
              </a:cxn>
              <a:cxn ang="0">
                <a:pos x="183" y="137"/>
              </a:cxn>
              <a:cxn ang="0">
                <a:pos x="176" y="164"/>
              </a:cxn>
              <a:cxn ang="0">
                <a:pos x="167" y="190"/>
              </a:cxn>
              <a:cxn ang="0">
                <a:pos x="157" y="215"/>
              </a:cxn>
              <a:cxn ang="0">
                <a:pos x="145" y="242"/>
              </a:cxn>
              <a:cxn ang="0">
                <a:pos x="132" y="267"/>
              </a:cxn>
              <a:cxn ang="0">
                <a:pos x="117" y="291"/>
              </a:cxn>
              <a:cxn ang="0">
                <a:pos x="101" y="316"/>
              </a:cxn>
              <a:cxn ang="0">
                <a:pos x="84" y="339"/>
              </a:cxn>
              <a:cxn ang="0">
                <a:pos x="66" y="363"/>
              </a:cxn>
              <a:cxn ang="0">
                <a:pos x="45" y="387"/>
              </a:cxn>
              <a:cxn ang="0">
                <a:pos x="24" y="411"/>
              </a:cxn>
              <a:cxn ang="0">
                <a:pos x="0" y="435"/>
              </a:cxn>
              <a:cxn ang="0">
                <a:pos x="44" y="435"/>
              </a:cxn>
              <a:cxn ang="0">
                <a:pos x="65" y="413"/>
              </a:cxn>
              <a:cxn ang="0">
                <a:pos x="84" y="391"/>
              </a:cxn>
              <a:cxn ang="0">
                <a:pos x="101" y="368"/>
              </a:cxn>
              <a:cxn ang="0">
                <a:pos x="118" y="345"/>
              </a:cxn>
              <a:cxn ang="0">
                <a:pos x="134" y="322"/>
              </a:cxn>
              <a:cxn ang="0">
                <a:pos x="149" y="300"/>
              </a:cxn>
              <a:cxn ang="0">
                <a:pos x="161" y="277"/>
              </a:cxn>
              <a:cxn ang="0">
                <a:pos x="174" y="253"/>
              </a:cxn>
              <a:cxn ang="0">
                <a:pos x="185" y="229"/>
              </a:cxn>
              <a:cxn ang="0">
                <a:pos x="194" y="204"/>
              </a:cxn>
              <a:cxn ang="0">
                <a:pos x="203" y="180"/>
              </a:cxn>
              <a:cxn ang="0">
                <a:pos x="211" y="155"/>
              </a:cxn>
              <a:cxn ang="0">
                <a:pos x="217" y="130"/>
              </a:cxn>
              <a:cxn ang="0">
                <a:pos x="223" y="104"/>
              </a:cxn>
              <a:cxn ang="0">
                <a:pos x="227" y="78"/>
              </a:cxn>
              <a:cxn ang="0">
                <a:pos x="231" y="52"/>
              </a:cxn>
            </a:cxnLst>
            <a:rect l="0" t="0" r="r" b="b"/>
            <a:pathLst>
              <a:path w="578" h="435">
                <a:moveTo>
                  <a:pt x="231" y="52"/>
                </a:moveTo>
                <a:lnTo>
                  <a:pt x="545" y="220"/>
                </a:lnTo>
                <a:lnTo>
                  <a:pt x="541" y="248"/>
                </a:lnTo>
                <a:lnTo>
                  <a:pt x="537" y="277"/>
                </a:lnTo>
                <a:lnTo>
                  <a:pt x="532" y="304"/>
                </a:lnTo>
                <a:lnTo>
                  <a:pt x="525" y="331"/>
                </a:lnTo>
                <a:lnTo>
                  <a:pt x="516" y="358"/>
                </a:lnTo>
                <a:lnTo>
                  <a:pt x="507" y="384"/>
                </a:lnTo>
                <a:lnTo>
                  <a:pt x="497" y="410"/>
                </a:lnTo>
                <a:lnTo>
                  <a:pt x="484" y="435"/>
                </a:lnTo>
                <a:lnTo>
                  <a:pt x="519" y="435"/>
                </a:lnTo>
                <a:lnTo>
                  <a:pt x="531" y="409"/>
                </a:lnTo>
                <a:lnTo>
                  <a:pt x="541" y="382"/>
                </a:lnTo>
                <a:lnTo>
                  <a:pt x="550" y="355"/>
                </a:lnTo>
                <a:lnTo>
                  <a:pt x="558" y="327"/>
                </a:lnTo>
                <a:lnTo>
                  <a:pt x="565" y="300"/>
                </a:lnTo>
                <a:lnTo>
                  <a:pt x="571" y="271"/>
                </a:lnTo>
                <a:lnTo>
                  <a:pt x="574" y="242"/>
                </a:lnTo>
                <a:lnTo>
                  <a:pt x="577" y="212"/>
                </a:lnTo>
                <a:lnTo>
                  <a:pt x="578" y="202"/>
                </a:lnTo>
                <a:lnTo>
                  <a:pt x="569" y="197"/>
                </a:lnTo>
                <a:lnTo>
                  <a:pt x="224" y="12"/>
                </a:lnTo>
                <a:lnTo>
                  <a:pt x="202" y="0"/>
                </a:lnTo>
                <a:lnTo>
                  <a:pt x="201" y="25"/>
                </a:lnTo>
                <a:lnTo>
                  <a:pt x="199" y="54"/>
                </a:lnTo>
                <a:lnTo>
                  <a:pt x="194" y="82"/>
                </a:lnTo>
                <a:lnTo>
                  <a:pt x="190" y="111"/>
                </a:lnTo>
                <a:lnTo>
                  <a:pt x="183" y="137"/>
                </a:lnTo>
                <a:lnTo>
                  <a:pt x="176" y="164"/>
                </a:lnTo>
                <a:lnTo>
                  <a:pt x="167" y="190"/>
                </a:lnTo>
                <a:lnTo>
                  <a:pt x="157" y="215"/>
                </a:lnTo>
                <a:lnTo>
                  <a:pt x="145" y="242"/>
                </a:lnTo>
                <a:lnTo>
                  <a:pt x="132" y="267"/>
                </a:lnTo>
                <a:lnTo>
                  <a:pt x="117" y="291"/>
                </a:lnTo>
                <a:lnTo>
                  <a:pt x="101" y="316"/>
                </a:lnTo>
                <a:lnTo>
                  <a:pt x="84" y="339"/>
                </a:lnTo>
                <a:lnTo>
                  <a:pt x="66" y="363"/>
                </a:lnTo>
                <a:lnTo>
                  <a:pt x="45" y="387"/>
                </a:lnTo>
                <a:lnTo>
                  <a:pt x="24" y="411"/>
                </a:lnTo>
                <a:lnTo>
                  <a:pt x="0" y="435"/>
                </a:lnTo>
                <a:lnTo>
                  <a:pt x="44" y="435"/>
                </a:lnTo>
                <a:lnTo>
                  <a:pt x="65" y="413"/>
                </a:lnTo>
                <a:lnTo>
                  <a:pt x="84" y="391"/>
                </a:lnTo>
                <a:lnTo>
                  <a:pt x="101" y="368"/>
                </a:lnTo>
                <a:lnTo>
                  <a:pt x="118" y="345"/>
                </a:lnTo>
                <a:lnTo>
                  <a:pt x="134" y="322"/>
                </a:lnTo>
                <a:lnTo>
                  <a:pt x="149" y="300"/>
                </a:lnTo>
                <a:lnTo>
                  <a:pt x="161" y="277"/>
                </a:lnTo>
                <a:lnTo>
                  <a:pt x="174" y="253"/>
                </a:lnTo>
                <a:lnTo>
                  <a:pt x="185" y="229"/>
                </a:lnTo>
                <a:lnTo>
                  <a:pt x="194" y="204"/>
                </a:lnTo>
                <a:lnTo>
                  <a:pt x="203" y="180"/>
                </a:lnTo>
                <a:lnTo>
                  <a:pt x="211" y="155"/>
                </a:lnTo>
                <a:lnTo>
                  <a:pt x="217" y="130"/>
                </a:lnTo>
                <a:lnTo>
                  <a:pt x="223" y="104"/>
                </a:lnTo>
                <a:lnTo>
                  <a:pt x="227" y="78"/>
                </a:lnTo>
                <a:lnTo>
                  <a:pt x="231" y="52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8" name="Freeform 68"/>
          <p:cNvSpPr>
            <a:spLocks/>
          </p:cNvSpPr>
          <p:nvPr/>
        </p:nvSpPr>
        <p:spPr bwMode="gray">
          <a:xfrm>
            <a:off x="7254875" y="2890838"/>
            <a:ext cx="396875" cy="304800"/>
          </a:xfrm>
          <a:custGeom>
            <a:avLst/>
            <a:gdLst/>
            <a:ahLst/>
            <a:cxnLst>
              <a:cxn ang="0">
                <a:pos x="187" y="0"/>
              </a:cxn>
              <a:cxn ang="0">
                <a:pos x="183" y="26"/>
              </a:cxn>
              <a:cxn ang="0">
                <a:pos x="179" y="52"/>
              </a:cxn>
              <a:cxn ang="0">
                <a:pos x="173" y="78"/>
              </a:cxn>
              <a:cxn ang="0">
                <a:pos x="167" y="103"/>
              </a:cxn>
              <a:cxn ang="0">
                <a:pos x="159" y="128"/>
              </a:cxn>
              <a:cxn ang="0">
                <a:pos x="150" y="152"/>
              </a:cxn>
              <a:cxn ang="0">
                <a:pos x="141" y="177"/>
              </a:cxn>
              <a:cxn ang="0">
                <a:pos x="130" y="201"/>
              </a:cxn>
              <a:cxn ang="0">
                <a:pos x="117" y="225"/>
              </a:cxn>
              <a:cxn ang="0">
                <a:pos x="105" y="248"/>
              </a:cxn>
              <a:cxn ang="0">
                <a:pos x="90" y="270"/>
              </a:cxn>
              <a:cxn ang="0">
                <a:pos x="74" y="293"/>
              </a:cxn>
              <a:cxn ang="0">
                <a:pos x="57" y="316"/>
              </a:cxn>
              <a:cxn ang="0">
                <a:pos x="40" y="339"/>
              </a:cxn>
              <a:cxn ang="0">
                <a:pos x="21" y="361"/>
              </a:cxn>
              <a:cxn ang="0">
                <a:pos x="0" y="383"/>
              </a:cxn>
              <a:cxn ang="0">
                <a:pos x="440" y="383"/>
              </a:cxn>
              <a:cxn ang="0">
                <a:pos x="453" y="358"/>
              </a:cxn>
              <a:cxn ang="0">
                <a:pos x="463" y="332"/>
              </a:cxn>
              <a:cxn ang="0">
                <a:pos x="472" y="306"/>
              </a:cxn>
              <a:cxn ang="0">
                <a:pos x="481" y="279"/>
              </a:cxn>
              <a:cxn ang="0">
                <a:pos x="488" y="252"/>
              </a:cxn>
              <a:cxn ang="0">
                <a:pos x="493" y="225"/>
              </a:cxn>
              <a:cxn ang="0">
                <a:pos x="497" y="196"/>
              </a:cxn>
              <a:cxn ang="0">
                <a:pos x="501" y="168"/>
              </a:cxn>
              <a:cxn ang="0">
                <a:pos x="187" y="0"/>
              </a:cxn>
            </a:cxnLst>
            <a:rect l="0" t="0" r="r" b="b"/>
            <a:pathLst>
              <a:path w="501" h="383">
                <a:moveTo>
                  <a:pt x="187" y="0"/>
                </a:moveTo>
                <a:lnTo>
                  <a:pt x="183" y="26"/>
                </a:lnTo>
                <a:lnTo>
                  <a:pt x="179" y="52"/>
                </a:lnTo>
                <a:lnTo>
                  <a:pt x="173" y="78"/>
                </a:lnTo>
                <a:lnTo>
                  <a:pt x="167" y="103"/>
                </a:lnTo>
                <a:lnTo>
                  <a:pt x="159" y="128"/>
                </a:lnTo>
                <a:lnTo>
                  <a:pt x="150" y="152"/>
                </a:lnTo>
                <a:lnTo>
                  <a:pt x="141" y="177"/>
                </a:lnTo>
                <a:lnTo>
                  <a:pt x="130" y="201"/>
                </a:lnTo>
                <a:lnTo>
                  <a:pt x="117" y="225"/>
                </a:lnTo>
                <a:lnTo>
                  <a:pt x="105" y="248"/>
                </a:lnTo>
                <a:lnTo>
                  <a:pt x="90" y="270"/>
                </a:lnTo>
                <a:lnTo>
                  <a:pt x="74" y="293"/>
                </a:lnTo>
                <a:lnTo>
                  <a:pt x="57" y="316"/>
                </a:lnTo>
                <a:lnTo>
                  <a:pt x="40" y="339"/>
                </a:lnTo>
                <a:lnTo>
                  <a:pt x="21" y="361"/>
                </a:lnTo>
                <a:lnTo>
                  <a:pt x="0" y="383"/>
                </a:lnTo>
                <a:lnTo>
                  <a:pt x="440" y="383"/>
                </a:lnTo>
                <a:lnTo>
                  <a:pt x="453" y="358"/>
                </a:lnTo>
                <a:lnTo>
                  <a:pt x="463" y="332"/>
                </a:lnTo>
                <a:lnTo>
                  <a:pt x="472" y="306"/>
                </a:lnTo>
                <a:lnTo>
                  <a:pt x="481" y="279"/>
                </a:lnTo>
                <a:lnTo>
                  <a:pt x="488" y="252"/>
                </a:lnTo>
                <a:lnTo>
                  <a:pt x="493" y="225"/>
                </a:lnTo>
                <a:lnTo>
                  <a:pt x="497" y="196"/>
                </a:lnTo>
                <a:lnTo>
                  <a:pt x="501" y="168"/>
                </a:lnTo>
                <a:lnTo>
                  <a:pt x="187" y="0"/>
                </a:lnTo>
                <a:close/>
              </a:path>
            </a:pathLst>
          </a:custGeom>
          <a:solidFill>
            <a:srgbClr val="CCDDA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29" name="Freeform 69"/>
          <p:cNvSpPr>
            <a:spLocks/>
          </p:cNvSpPr>
          <p:nvPr/>
        </p:nvSpPr>
        <p:spPr bwMode="gray">
          <a:xfrm>
            <a:off x="7458075" y="2870200"/>
            <a:ext cx="414338" cy="325438"/>
          </a:xfrm>
          <a:custGeom>
            <a:avLst/>
            <a:gdLst/>
            <a:ahLst/>
            <a:cxnLst>
              <a:cxn ang="0">
                <a:pos x="209" y="38"/>
              </a:cxn>
              <a:cxn ang="0">
                <a:pos x="478" y="198"/>
              </a:cxn>
              <a:cxn ang="0">
                <a:pos x="455" y="223"/>
              </a:cxn>
              <a:cxn ang="0">
                <a:pos x="434" y="250"/>
              </a:cxn>
              <a:cxn ang="0">
                <a:pos x="414" y="276"/>
              </a:cxn>
              <a:cxn ang="0">
                <a:pos x="396" y="302"/>
              </a:cxn>
              <a:cxn ang="0">
                <a:pos x="379" y="328"/>
              </a:cxn>
              <a:cxn ang="0">
                <a:pos x="364" y="355"/>
              </a:cxn>
              <a:cxn ang="0">
                <a:pos x="350" y="383"/>
              </a:cxn>
              <a:cxn ang="0">
                <a:pos x="338" y="410"/>
              </a:cxn>
              <a:cxn ang="0">
                <a:pos x="368" y="410"/>
              </a:cxn>
              <a:cxn ang="0">
                <a:pos x="380" y="384"/>
              </a:cxn>
              <a:cxn ang="0">
                <a:pos x="394" y="358"/>
              </a:cxn>
              <a:cxn ang="0">
                <a:pos x="409" y="331"/>
              </a:cxn>
              <a:cxn ang="0">
                <a:pos x="426" y="306"/>
              </a:cxn>
              <a:cxn ang="0">
                <a:pos x="445" y="281"/>
              </a:cxn>
              <a:cxn ang="0">
                <a:pos x="464" y="255"/>
              </a:cxn>
              <a:cxn ang="0">
                <a:pos x="486" y="230"/>
              </a:cxn>
              <a:cxn ang="0">
                <a:pos x="510" y="205"/>
              </a:cxn>
              <a:cxn ang="0">
                <a:pos x="523" y="192"/>
              </a:cxn>
              <a:cxn ang="0">
                <a:pos x="506" y="181"/>
              </a:cxn>
              <a:cxn ang="0">
                <a:pos x="213" y="6"/>
              </a:cxn>
              <a:cxn ang="0">
                <a:pos x="205" y="0"/>
              </a:cxn>
              <a:cxn ang="0">
                <a:pos x="198" y="7"/>
              </a:cxn>
              <a:cxn ang="0">
                <a:pos x="176" y="30"/>
              </a:cxn>
              <a:cxn ang="0">
                <a:pos x="156" y="54"/>
              </a:cxn>
              <a:cxn ang="0">
                <a:pos x="138" y="78"/>
              </a:cxn>
              <a:cxn ang="0">
                <a:pos x="120" y="102"/>
              </a:cxn>
              <a:cxn ang="0">
                <a:pos x="102" y="126"/>
              </a:cxn>
              <a:cxn ang="0">
                <a:pos x="88" y="149"/>
              </a:cxn>
              <a:cxn ang="0">
                <a:pos x="74" y="174"/>
              </a:cxn>
              <a:cxn ang="0">
                <a:pos x="60" y="200"/>
              </a:cxn>
              <a:cxn ang="0">
                <a:pos x="49" y="225"/>
              </a:cxn>
              <a:cxn ang="0">
                <a:pos x="39" y="250"/>
              </a:cxn>
              <a:cxn ang="0">
                <a:pos x="30" y="276"/>
              </a:cxn>
              <a:cxn ang="0">
                <a:pos x="21" y="302"/>
              </a:cxn>
              <a:cxn ang="0">
                <a:pos x="14" y="328"/>
              </a:cxn>
              <a:cxn ang="0">
                <a:pos x="8" y="355"/>
              </a:cxn>
              <a:cxn ang="0">
                <a:pos x="4" y="383"/>
              </a:cxn>
              <a:cxn ang="0">
                <a:pos x="0" y="410"/>
              </a:cxn>
              <a:cxn ang="0">
                <a:pos x="27" y="410"/>
              </a:cxn>
              <a:cxn ang="0">
                <a:pos x="31" y="384"/>
              </a:cxn>
              <a:cxn ang="0">
                <a:pos x="35" y="359"/>
              </a:cxn>
              <a:cxn ang="0">
                <a:pos x="40" y="334"/>
              </a:cxn>
              <a:cxn ang="0">
                <a:pos x="47" y="310"/>
              </a:cxn>
              <a:cxn ang="0">
                <a:pos x="54" y="286"/>
              </a:cxn>
              <a:cxn ang="0">
                <a:pos x="63" y="262"/>
              </a:cxn>
              <a:cxn ang="0">
                <a:pos x="72" y="238"/>
              </a:cxn>
              <a:cxn ang="0">
                <a:pos x="83" y="215"/>
              </a:cxn>
              <a:cxn ang="0">
                <a:pos x="95" y="193"/>
              </a:cxn>
              <a:cxn ang="0">
                <a:pos x="107" y="170"/>
              </a:cxn>
              <a:cxn ang="0">
                <a:pos x="122" y="147"/>
              </a:cxn>
              <a:cxn ang="0">
                <a:pos x="137" y="126"/>
              </a:cxn>
              <a:cxn ang="0">
                <a:pos x="153" y="104"/>
              </a:cxn>
              <a:cxn ang="0">
                <a:pos x="171" y="81"/>
              </a:cxn>
              <a:cxn ang="0">
                <a:pos x="189" y="60"/>
              </a:cxn>
              <a:cxn ang="0">
                <a:pos x="209" y="38"/>
              </a:cxn>
            </a:cxnLst>
            <a:rect l="0" t="0" r="r" b="b"/>
            <a:pathLst>
              <a:path w="523" h="410">
                <a:moveTo>
                  <a:pt x="209" y="38"/>
                </a:moveTo>
                <a:lnTo>
                  <a:pt x="478" y="198"/>
                </a:lnTo>
                <a:lnTo>
                  <a:pt x="455" y="223"/>
                </a:lnTo>
                <a:lnTo>
                  <a:pt x="434" y="250"/>
                </a:lnTo>
                <a:lnTo>
                  <a:pt x="414" y="276"/>
                </a:lnTo>
                <a:lnTo>
                  <a:pt x="396" y="302"/>
                </a:lnTo>
                <a:lnTo>
                  <a:pt x="379" y="328"/>
                </a:lnTo>
                <a:lnTo>
                  <a:pt x="364" y="355"/>
                </a:lnTo>
                <a:lnTo>
                  <a:pt x="350" y="383"/>
                </a:lnTo>
                <a:lnTo>
                  <a:pt x="338" y="410"/>
                </a:lnTo>
                <a:lnTo>
                  <a:pt x="368" y="410"/>
                </a:lnTo>
                <a:lnTo>
                  <a:pt x="380" y="384"/>
                </a:lnTo>
                <a:lnTo>
                  <a:pt x="394" y="358"/>
                </a:lnTo>
                <a:lnTo>
                  <a:pt x="409" y="331"/>
                </a:lnTo>
                <a:lnTo>
                  <a:pt x="426" y="306"/>
                </a:lnTo>
                <a:lnTo>
                  <a:pt x="445" y="281"/>
                </a:lnTo>
                <a:lnTo>
                  <a:pt x="464" y="255"/>
                </a:lnTo>
                <a:lnTo>
                  <a:pt x="486" y="230"/>
                </a:lnTo>
                <a:lnTo>
                  <a:pt x="510" y="205"/>
                </a:lnTo>
                <a:lnTo>
                  <a:pt x="523" y="192"/>
                </a:lnTo>
                <a:lnTo>
                  <a:pt x="506" y="181"/>
                </a:lnTo>
                <a:lnTo>
                  <a:pt x="213" y="6"/>
                </a:lnTo>
                <a:lnTo>
                  <a:pt x="205" y="0"/>
                </a:lnTo>
                <a:lnTo>
                  <a:pt x="198" y="7"/>
                </a:lnTo>
                <a:lnTo>
                  <a:pt x="176" y="30"/>
                </a:lnTo>
                <a:lnTo>
                  <a:pt x="156" y="54"/>
                </a:lnTo>
                <a:lnTo>
                  <a:pt x="138" y="78"/>
                </a:lnTo>
                <a:lnTo>
                  <a:pt x="120" y="102"/>
                </a:lnTo>
                <a:lnTo>
                  <a:pt x="102" y="126"/>
                </a:lnTo>
                <a:lnTo>
                  <a:pt x="88" y="149"/>
                </a:lnTo>
                <a:lnTo>
                  <a:pt x="74" y="174"/>
                </a:lnTo>
                <a:lnTo>
                  <a:pt x="60" y="200"/>
                </a:lnTo>
                <a:lnTo>
                  <a:pt x="49" y="225"/>
                </a:lnTo>
                <a:lnTo>
                  <a:pt x="39" y="250"/>
                </a:lnTo>
                <a:lnTo>
                  <a:pt x="30" y="276"/>
                </a:lnTo>
                <a:lnTo>
                  <a:pt x="21" y="302"/>
                </a:lnTo>
                <a:lnTo>
                  <a:pt x="14" y="328"/>
                </a:lnTo>
                <a:lnTo>
                  <a:pt x="8" y="355"/>
                </a:lnTo>
                <a:lnTo>
                  <a:pt x="4" y="383"/>
                </a:lnTo>
                <a:lnTo>
                  <a:pt x="0" y="410"/>
                </a:lnTo>
                <a:lnTo>
                  <a:pt x="27" y="410"/>
                </a:lnTo>
                <a:lnTo>
                  <a:pt x="31" y="384"/>
                </a:lnTo>
                <a:lnTo>
                  <a:pt x="35" y="359"/>
                </a:lnTo>
                <a:lnTo>
                  <a:pt x="40" y="334"/>
                </a:lnTo>
                <a:lnTo>
                  <a:pt x="47" y="310"/>
                </a:lnTo>
                <a:lnTo>
                  <a:pt x="54" y="286"/>
                </a:lnTo>
                <a:lnTo>
                  <a:pt x="63" y="262"/>
                </a:lnTo>
                <a:lnTo>
                  <a:pt x="72" y="238"/>
                </a:lnTo>
                <a:lnTo>
                  <a:pt x="83" y="215"/>
                </a:lnTo>
                <a:lnTo>
                  <a:pt x="95" y="193"/>
                </a:lnTo>
                <a:lnTo>
                  <a:pt x="107" y="170"/>
                </a:lnTo>
                <a:lnTo>
                  <a:pt x="122" y="147"/>
                </a:lnTo>
                <a:lnTo>
                  <a:pt x="137" y="126"/>
                </a:lnTo>
                <a:lnTo>
                  <a:pt x="153" y="104"/>
                </a:lnTo>
                <a:lnTo>
                  <a:pt x="171" y="81"/>
                </a:lnTo>
                <a:lnTo>
                  <a:pt x="189" y="60"/>
                </a:lnTo>
                <a:lnTo>
                  <a:pt x="209" y="38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0" name="Freeform 70"/>
          <p:cNvSpPr>
            <a:spLocks/>
          </p:cNvSpPr>
          <p:nvPr/>
        </p:nvSpPr>
        <p:spPr bwMode="gray">
          <a:xfrm>
            <a:off x="7478713" y="2900363"/>
            <a:ext cx="357187" cy="295275"/>
          </a:xfrm>
          <a:custGeom>
            <a:avLst/>
            <a:gdLst/>
            <a:ahLst/>
            <a:cxnLst>
              <a:cxn ang="0">
                <a:pos x="182" y="0"/>
              </a:cxn>
              <a:cxn ang="0">
                <a:pos x="162" y="22"/>
              </a:cxn>
              <a:cxn ang="0">
                <a:pos x="144" y="43"/>
              </a:cxn>
              <a:cxn ang="0">
                <a:pos x="126" y="66"/>
              </a:cxn>
              <a:cxn ang="0">
                <a:pos x="110" y="88"/>
              </a:cxn>
              <a:cxn ang="0">
                <a:pos x="95" y="109"/>
              </a:cxn>
              <a:cxn ang="0">
                <a:pos x="80" y="132"/>
              </a:cxn>
              <a:cxn ang="0">
                <a:pos x="68" y="155"/>
              </a:cxn>
              <a:cxn ang="0">
                <a:pos x="56" y="177"/>
              </a:cxn>
              <a:cxn ang="0">
                <a:pos x="45" y="200"/>
              </a:cxn>
              <a:cxn ang="0">
                <a:pos x="36" y="224"/>
              </a:cxn>
              <a:cxn ang="0">
                <a:pos x="27" y="248"/>
              </a:cxn>
              <a:cxn ang="0">
                <a:pos x="20" y="272"/>
              </a:cxn>
              <a:cxn ang="0">
                <a:pos x="13" y="296"/>
              </a:cxn>
              <a:cxn ang="0">
                <a:pos x="8" y="321"/>
              </a:cxn>
              <a:cxn ang="0">
                <a:pos x="4" y="346"/>
              </a:cxn>
              <a:cxn ang="0">
                <a:pos x="0" y="372"/>
              </a:cxn>
              <a:cxn ang="0">
                <a:pos x="311" y="372"/>
              </a:cxn>
              <a:cxn ang="0">
                <a:pos x="323" y="345"/>
              </a:cxn>
              <a:cxn ang="0">
                <a:pos x="337" y="317"/>
              </a:cxn>
              <a:cxn ang="0">
                <a:pos x="352" y="290"/>
              </a:cxn>
              <a:cxn ang="0">
                <a:pos x="369" y="264"/>
              </a:cxn>
              <a:cxn ang="0">
                <a:pos x="387" y="238"/>
              </a:cxn>
              <a:cxn ang="0">
                <a:pos x="407" y="212"/>
              </a:cxn>
              <a:cxn ang="0">
                <a:pos x="428" y="185"/>
              </a:cxn>
              <a:cxn ang="0">
                <a:pos x="451" y="160"/>
              </a:cxn>
              <a:cxn ang="0">
                <a:pos x="182" y="0"/>
              </a:cxn>
            </a:cxnLst>
            <a:rect l="0" t="0" r="r" b="b"/>
            <a:pathLst>
              <a:path w="451" h="372">
                <a:moveTo>
                  <a:pt x="182" y="0"/>
                </a:moveTo>
                <a:lnTo>
                  <a:pt x="162" y="22"/>
                </a:lnTo>
                <a:lnTo>
                  <a:pt x="144" y="43"/>
                </a:lnTo>
                <a:lnTo>
                  <a:pt x="126" y="66"/>
                </a:lnTo>
                <a:lnTo>
                  <a:pt x="110" y="88"/>
                </a:lnTo>
                <a:lnTo>
                  <a:pt x="95" y="109"/>
                </a:lnTo>
                <a:lnTo>
                  <a:pt x="80" y="132"/>
                </a:lnTo>
                <a:lnTo>
                  <a:pt x="68" y="155"/>
                </a:lnTo>
                <a:lnTo>
                  <a:pt x="56" y="177"/>
                </a:lnTo>
                <a:lnTo>
                  <a:pt x="45" y="200"/>
                </a:lnTo>
                <a:lnTo>
                  <a:pt x="36" y="224"/>
                </a:lnTo>
                <a:lnTo>
                  <a:pt x="27" y="248"/>
                </a:lnTo>
                <a:lnTo>
                  <a:pt x="20" y="272"/>
                </a:lnTo>
                <a:lnTo>
                  <a:pt x="13" y="296"/>
                </a:lnTo>
                <a:lnTo>
                  <a:pt x="8" y="321"/>
                </a:lnTo>
                <a:lnTo>
                  <a:pt x="4" y="346"/>
                </a:lnTo>
                <a:lnTo>
                  <a:pt x="0" y="372"/>
                </a:lnTo>
                <a:lnTo>
                  <a:pt x="311" y="372"/>
                </a:lnTo>
                <a:lnTo>
                  <a:pt x="323" y="345"/>
                </a:lnTo>
                <a:lnTo>
                  <a:pt x="337" y="317"/>
                </a:lnTo>
                <a:lnTo>
                  <a:pt x="352" y="290"/>
                </a:lnTo>
                <a:lnTo>
                  <a:pt x="369" y="264"/>
                </a:lnTo>
                <a:lnTo>
                  <a:pt x="387" y="238"/>
                </a:lnTo>
                <a:lnTo>
                  <a:pt x="407" y="212"/>
                </a:lnTo>
                <a:lnTo>
                  <a:pt x="428" y="185"/>
                </a:lnTo>
                <a:lnTo>
                  <a:pt x="451" y="160"/>
                </a:lnTo>
                <a:lnTo>
                  <a:pt x="182" y="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1" name="Freeform 71"/>
          <p:cNvSpPr>
            <a:spLocks/>
          </p:cNvSpPr>
          <p:nvPr/>
        </p:nvSpPr>
        <p:spPr bwMode="gray">
          <a:xfrm>
            <a:off x="7151688" y="2689225"/>
            <a:ext cx="523875" cy="506413"/>
          </a:xfrm>
          <a:custGeom>
            <a:avLst/>
            <a:gdLst/>
            <a:ahLst/>
            <a:cxnLst>
              <a:cxn ang="0">
                <a:pos x="660" y="181"/>
              </a:cxn>
              <a:cxn ang="0">
                <a:pos x="649" y="175"/>
              </a:cxn>
              <a:cxn ang="0">
                <a:pos x="258" y="10"/>
              </a:cxn>
              <a:cxn ang="0">
                <a:pos x="235" y="0"/>
              </a:cxn>
              <a:cxn ang="0">
                <a:pos x="234" y="25"/>
              </a:cxn>
              <a:cxn ang="0">
                <a:pos x="231" y="66"/>
              </a:cxn>
              <a:cxn ang="0">
                <a:pos x="227" y="106"/>
              </a:cxn>
              <a:cxn ang="0">
                <a:pos x="221" y="144"/>
              </a:cxn>
              <a:cxn ang="0">
                <a:pos x="214" y="181"/>
              </a:cxn>
              <a:cxn ang="0">
                <a:pos x="206" y="216"/>
              </a:cxn>
              <a:cxn ang="0">
                <a:pos x="197" y="250"/>
              </a:cxn>
              <a:cxn ang="0">
                <a:pos x="187" y="283"/>
              </a:cxn>
              <a:cxn ang="0">
                <a:pos x="175" y="315"/>
              </a:cxn>
              <a:cxn ang="0">
                <a:pos x="161" y="346"/>
              </a:cxn>
              <a:cxn ang="0">
                <a:pos x="145" y="375"/>
              </a:cxn>
              <a:cxn ang="0">
                <a:pos x="129" y="404"/>
              </a:cxn>
              <a:cxn ang="0">
                <a:pos x="110" y="431"/>
              </a:cxn>
              <a:cxn ang="0">
                <a:pos x="90" y="458"/>
              </a:cxn>
              <a:cxn ang="0">
                <a:pos x="69" y="483"/>
              </a:cxn>
              <a:cxn ang="0">
                <a:pos x="46" y="508"/>
              </a:cxn>
              <a:cxn ang="0">
                <a:pos x="21" y="532"/>
              </a:cxn>
              <a:cxn ang="0">
                <a:pos x="0" y="551"/>
              </a:cxn>
              <a:cxn ang="0">
                <a:pos x="25" y="561"/>
              </a:cxn>
              <a:cxn ang="0">
                <a:pos x="206" y="637"/>
              </a:cxn>
              <a:cxn ang="0">
                <a:pos x="294" y="637"/>
              </a:cxn>
              <a:cxn ang="0">
                <a:pos x="63" y="539"/>
              </a:cxn>
              <a:cxn ang="0">
                <a:pos x="86" y="515"/>
              </a:cxn>
              <a:cxn ang="0">
                <a:pos x="106" y="491"/>
              </a:cxn>
              <a:cxn ang="0">
                <a:pos x="127" y="466"/>
              </a:cxn>
              <a:cxn ang="0">
                <a:pos x="145" y="440"/>
              </a:cxn>
              <a:cxn ang="0">
                <a:pos x="162" y="413"/>
              </a:cxn>
              <a:cxn ang="0">
                <a:pos x="178" y="386"/>
              </a:cxn>
              <a:cxn ang="0">
                <a:pos x="193" y="356"/>
              </a:cxn>
              <a:cxn ang="0">
                <a:pos x="206" y="326"/>
              </a:cxn>
              <a:cxn ang="0">
                <a:pos x="218" y="296"/>
              </a:cxn>
              <a:cxn ang="0">
                <a:pos x="228" y="264"/>
              </a:cxn>
              <a:cxn ang="0">
                <a:pos x="238" y="232"/>
              </a:cxn>
              <a:cxn ang="0">
                <a:pos x="246" y="198"/>
              </a:cxn>
              <a:cxn ang="0">
                <a:pos x="253" y="163"/>
              </a:cxn>
              <a:cxn ang="0">
                <a:pos x="259" y="127"/>
              </a:cxn>
              <a:cxn ang="0">
                <a:pos x="263" y="90"/>
              </a:cxn>
              <a:cxn ang="0">
                <a:pos x="267" y="51"/>
              </a:cxn>
              <a:cxn ang="0">
                <a:pos x="625" y="202"/>
              </a:cxn>
              <a:cxn ang="0">
                <a:pos x="619" y="270"/>
              </a:cxn>
              <a:cxn ang="0">
                <a:pos x="609" y="332"/>
              </a:cxn>
              <a:cxn ang="0">
                <a:pos x="595" y="391"/>
              </a:cxn>
              <a:cxn ang="0">
                <a:pos x="578" y="447"/>
              </a:cxn>
              <a:cxn ang="0">
                <a:pos x="558" y="498"/>
              </a:cxn>
              <a:cxn ang="0">
                <a:pos x="532" y="547"/>
              </a:cxn>
              <a:cxn ang="0">
                <a:pos x="503" y="594"/>
              </a:cxn>
              <a:cxn ang="0">
                <a:pos x="469" y="637"/>
              </a:cxn>
              <a:cxn ang="0">
                <a:pos x="514" y="637"/>
              </a:cxn>
              <a:cxn ang="0">
                <a:pos x="545" y="591"/>
              </a:cxn>
              <a:cxn ang="0">
                <a:pos x="573" y="544"/>
              </a:cxn>
              <a:cxn ang="0">
                <a:pos x="597" y="494"/>
              </a:cxn>
              <a:cxn ang="0">
                <a:pos x="617" y="440"/>
              </a:cxn>
              <a:cxn ang="0">
                <a:pos x="633" y="383"/>
              </a:cxn>
              <a:cxn ang="0">
                <a:pos x="645" y="323"/>
              </a:cxn>
              <a:cxn ang="0">
                <a:pos x="655" y="259"/>
              </a:cxn>
              <a:cxn ang="0">
                <a:pos x="660" y="192"/>
              </a:cxn>
              <a:cxn ang="0">
                <a:pos x="660" y="181"/>
              </a:cxn>
            </a:cxnLst>
            <a:rect l="0" t="0" r="r" b="b"/>
            <a:pathLst>
              <a:path w="660" h="637">
                <a:moveTo>
                  <a:pt x="660" y="181"/>
                </a:moveTo>
                <a:lnTo>
                  <a:pt x="649" y="175"/>
                </a:lnTo>
                <a:lnTo>
                  <a:pt x="258" y="10"/>
                </a:lnTo>
                <a:lnTo>
                  <a:pt x="235" y="0"/>
                </a:lnTo>
                <a:lnTo>
                  <a:pt x="234" y="25"/>
                </a:lnTo>
                <a:lnTo>
                  <a:pt x="231" y="66"/>
                </a:lnTo>
                <a:lnTo>
                  <a:pt x="227" y="106"/>
                </a:lnTo>
                <a:lnTo>
                  <a:pt x="221" y="144"/>
                </a:lnTo>
                <a:lnTo>
                  <a:pt x="214" y="181"/>
                </a:lnTo>
                <a:lnTo>
                  <a:pt x="206" y="216"/>
                </a:lnTo>
                <a:lnTo>
                  <a:pt x="197" y="250"/>
                </a:lnTo>
                <a:lnTo>
                  <a:pt x="187" y="283"/>
                </a:lnTo>
                <a:lnTo>
                  <a:pt x="175" y="315"/>
                </a:lnTo>
                <a:lnTo>
                  <a:pt x="161" y="346"/>
                </a:lnTo>
                <a:lnTo>
                  <a:pt x="145" y="375"/>
                </a:lnTo>
                <a:lnTo>
                  <a:pt x="129" y="404"/>
                </a:lnTo>
                <a:lnTo>
                  <a:pt x="110" y="431"/>
                </a:lnTo>
                <a:lnTo>
                  <a:pt x="90" y="458"/>
                </a:lnTo>
                <a:lnTo>
                  <a:pt x="69" y="483"/>
                </a:lnTo>
                <a:lnTo>
                  <a:pt x="46" y="508"/>
                </a:lnTo>
                <a:lnTo>
                  <a:pt x="21" y="532"/>
                </a:lnTo>
                <a:lnTo>
                  <a:pt x="0" y="551"/>
                </a:lnTo>
                <a:lnTo>
                  <a:pt x="25" y="561"/>
                </a:lnTo>
                <a:lnTo>
                  <a:pt x="206" y="637"/>
                </a:lnTo>
                <a:lnTo>
                  <a:pt x="294" y="637"/>
                </a:lnTo>
                <a:lnTo>
                  <a:pt x="63" y="539"/>
                </a:lnTo>
                <a:lnTo>
                  <a:pt x="86" y="515"/>
                </a:lnTo>
                <a:lnTo>
                  <a:pt x="106" y="491"/>
                </a:lnTo>
                <a:lnTo>
                  <a:pt x="127" y="466"/>
                </a:lnTo>
                <a:lnTo>
                  <a:pt x="145" y="440"/>
                </a:lnTo>
                <a:lnTo>
                  <a:pt x="162" y="413"/>
                </a:lnTo>
                <a:lnTo>
                  <a:pt x="178" y="386"/>
                </a:lnTo>
                <a:lnTo>
                  <a:pt x="193" y="356"/>
                </a:lnTo>
                <a:lnTo>
                  <a:pt x="206" y="326"/>
                </a:lnTo>
                <a:lnTo>
                  <a:pt x="218" y="296"/>
                </a:lnTo>
                <a:lnTo>
                  <a:pt x="228" y="264"/>
                </a:lnTo>
                <a:lnTo>
                  <a:pt x="238" y="232"/>
                </a:lnTo>
                <a:lnTo>
                  <a:pt x="246" y="198"/>
                </a:lnTo>
                <a:lnTo>
                  <a:pt x="253" y="163"/>
                </a:lnTo>
                <a:lnTo>
                  <a:pt x="259" y="127"/>
                </a:lnTo>
                <a:lnTo>
                  <a:pt x="263" y="90"/>
                </a:lnTo>
                <a:lnTo>
                  <a:pt x="267" y="51"/>
                </a:lnTo>
                <a:lnTo>
                  <a:pt x="625" y="202"/>
                </a:lnTo>
                <a:lnTo>
                  <a:pt x="619" y="270"/>
                </a:lnTo>
                <a:lnTo>
                  <a:pt x="609" y="332"/>
                </a:lnTo>
                <a:lnTo>
                  <a:pt x="595" y="391"/>
                </a:lnTo>
                <a:lnTo>
                  <a:pt x="578" y="447"/>
                </a:lnTo>
                <a:lnTo>
                  <a:pt x="558" y="498"/>
                </a:lnTo>
                <a:lnTo>
                  <a:pt x="532" y="547"/>
                </a:lnTo>
                <a:lnTo>
                  <a:pt x="503" y="594"/>
                </a:lnTo>
                <a:lnTo>
                  <a:pt x="469" y="637"/>
                </a:lnTo>
                <a:lnTo>
                  <a:pt x="514" y="637"/>
                </a:lnTo>
                <a:lnTo>
                  <a:pt x="545" y="591"/>
                </a:lnTo>
                <a:lnTo>
                  <a:pt x="573" y="544"/>
                </a:lnTo>
                <a:lnTo>
                  <a:pt x="597" y="494"/>
                </a:lnTo>
                <a:lnTo>
                  <a:pt x="617" y="440"/>
                </a:lnTo>
                <a:lnTo>
                  <a:pt x="633" y="383"/>
                </a:lnTo>
                <a:lnTo>
                  <a:pt x="645" y="323"/>
                </a:lnTo>
                <a:lnTo>
                  <a:pt x="655" y="259"/>
                </a:lnTo>
                <a:lnTo>
                  <a:pt x="660" y="192"/>
                </a:lnTo>
                <a:lnTo>
                  <a:pt x="660" y="181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2" name="Freeform 72"/>
          <p:cNvSpPr>
            <a:spLocks/>
          </p:cNvSpPr>
          <p:nvPr/>
        </p:nvSpPr>
        <p:spPr bwMode="gray">
          <a:xfrm>
            <a:off x="7200900" y="2730500"/>
            <a:ext cx="446088" cy="465138"/>
          </a:xfrm>
          <a:custGeom>
            <a:avLst/>
            <a:gdLst/>
            <a:ahLst/>
            <a:cxnLst>
              <a:cxn ang="0">
                <a:pos x="562" y="151"/>
              </a:cxn>
              <a:cxn ang="0">
                <a:pos x="204" y="0"/>
              </a:cxn>
              <a:cxn ang="0">
                <a:pos x="200" y="39"/>
              </a:cxn>
              <a:cxn ang="0">
                <a:pos x="196" y="76"/>
              </a:cxn>
              <a:cxn ang="0">
                <a:pos x="190" y="112"/>
              </a:cxn>
              <a:cxn ang="0">
                <a:pos x="183" y="147"/>
              </a:cxn>
              <a:cxn ang="0">
                <a:pos x="175" y="181"/>
              </a:cxn>
              <a:cxn ang="0">
                <a:pos x="165" y="213"/>
              </a:cxn>
              <a:cxn ang="0">
                <a:pos x="155" y="245"/>
              </a:cxn>
              <a:cxn ang="0">
                <a:pos x="143" y="275"/>
              </a:cxn>
              <a:cxn ang="0">
                <a:pos x="130" y="305"/>
              </a:cxn>
              <a:cxn ang="0">
                <a:pos x="115" y="335"/>
              </a:cxn>
              <a:cxn ang="0">
                <a:pos x="99" y="362"/>
              </a:cxn>
              <a:cxn ang="0">
                <a:pos x="82" y="389"/>
              </a:cxn>
              <a:cxn ang="0">
                <a:pos x="64" y="415"/>
              </a:cxn>
              <a:cxn ang="0">
                <a:pos x="43" y="440"/>
              </a:cxn>
              <a:cxn ang="0">
                <a:pos x="23" y="464"/>
              </a:cxn>
              <a:cxn ang="0">
                <a:pos x="0" y="488"/>
              </a:cxn>
              <a:cxn ang="0">
                <a:pos x="231" y="586"/>
              </a:cxn>
              <a:cxn ang="0">
                <a:pos x="406" y="586"/>
              </a:cxn>
              <a:cxn ang="0">
                <a:pos x="440" y="543"/>
              </a:cxn>
              <a:cxn ang="0">
                <a:pos x="469" y="496"/>
              </a:cxn>
              <a:cxn ang="0">
                <a:pos x="495" y="447"/>
              </a:cxn>
              <a:cxn ang="0">
                <a:pos x="515" y="396"/>
              </a:cxn>
              <a:cxn ang="0">
                <a:pos x="532" y="340"/>
              </a:cxn>
              <a:cxn ang="0">
                <a:pos x="546" y="281"/>
              </a:cxn>
              <a:cxn ang="0">
                <a:pos x="556" y="219"/>
              </a:cxn>
              <a:cxn ang="0">
                <a:pos x="562" y="151"/>
              </a:cxn>
            </a:cxnLst>
            <a:rect l="0" t="0" r="r" b="b"/>
            <a:pathLst>
              <a:path w="562" h="586">
                <a:moveTo>
                  <a:pt x="562" y="151"/>
                </a:moveTo>
                <a:lnTo>
                  <a:pt x="204" y="0"/>
                </a:lnTo>
                <a:lnTo>
                  <a:pt x="200" y="39"/>
                </a:lnTo>
                <a:lnTo>
                  <a:pt x="196" y="76"/>
                </a:lnTo>
                <a:lnTo>
                  <a:pt x="190" y="112"/>
                </a:lnTo>
                <a:lnTo>
                  <a:pt x="183" y="147"/>
                </a:lnTo>
                <a:lnTo>
                  <a:pt x="175" y="181"/>
                </a:lnTo>
                <a:lnTo>
                  <a:pt x="165" y="213"/>
                </a:lnTo>
                <a:lnTo>
                  <a:pt x="155" y="245"/>
                </a:lnTo>
                <a:lnTo>
                  <a:pt x="143" y="275"/>
                </a:lnTo>
                <a:lnTo>
                  <a:pt x="130" y="305"/>
                </a:lnTo>
                <a:lnTo>
                  <a:pt x="115" y="335"/>
                </a:lnTo>
                <a:lnTo>
                  <a:pt x="99" y="362"/>
                </a:lnTo>
                <a:lnTo>
                  <a:pt x="82" y="389"/>
                </a:lnTo>
                <a:lnTo>
                  <a:pt x="64" y="415"/>
                </a:lnTo>
                <a:lnTo>
                  <a:pt x="43" y="440"/>
                </a:lnTo>
                <a:lnTo>
                  <a:pt x="23" y="464"/>
                </a:lnTo>
                <a:lnTo>
                  <a:pt x="0" y="488"/>
                </a:lnTo>
                <a:lnTo>
                  <a:pt x="231" y="586"/>
                </a:lnTo>
                <a:lnTo>
                  <a:pt x="406" y="586"/>
                </a:lnTo>
                <a:lnTo>
                  <a:pt x="440" y="543"/>
                </a:lnTo>
                <a:lnTo>
                  <a:pt x="469" y="496"/>
                </a:lnTo>
                <a:lnTo>
                  <a:pt x="495" y="447"/>
                </a:lnTo>
                <a:lnTo>
                  <a:pt x="515" y="396"/>
                </a:lnTo>
                <a:lnTo>
                  <a:pt x="532" y="340"/>
                </a:lnTo>
                <a:lnTo>
                  <a:pt x="546" y="281"/>
                </a:lnTo>
                <a:lnTo>
                  <a:pt x="556" y="219"/>
                </a:lnTo>
                <a:lnTo>
                  <a:pt x="562" y="151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3" name="Freeform 73"/>
          <p:cNvSpPr>
            <a:spLocks/>
          </p:cNvSpPr>
          <p:nvPr/>
        </p:nvSpPr>
        <p:spPr bwMode="gray">
          <a:xfrm>
            <a:off x="7458075" y="2976563"/>
            <a:ext cx="500063" cy="219075"/>
          </a:xfrm>
          <a:custGeom>
            <a:avLst/>
            <a:gdLst/>
            <a:ahLst/>
            <a:cxnLst>
              <a:cxn ang="0">
                <a:pos x="49" y="271"/>
              </a:cxn>
              <a:cxn ang="0">
                <a:pos x="84" y="266"/>
              </a:cxn>
              <a:cxn ang="0">
                <a:pos x="119" y="260"/>
              </a:cxn>
              <a:cxn ang="0">
                <a:pos x="150" y="253"/>
              </a:cxn>
              <a:cxn ang="0">
                <a:pos x="182" y="244"/>
              </a:cxn>
              <a:cxn ang="0">
                <a:pos x="213" y="235"/>
              </a:cxn>
              <a:cxn ang="0">
                <a:pos x="243" y="225"/>
              </a:cxn>
              <a:cxn ang="0">
                <a:pos x="271" y="213"/>
              </a:cxn>
              <a:cxn ang="0">
                <a:pos x="298" y="200"/>
              </a:cxn>
              <a:cxn ang="0">
                <a:pos x="326" y="186"/>
              </a:cxn>
              <a:cxn ang="0">
                <a:pos x="351" y="171"/>
              </a:cxn>
              <a:cxn ang="0">
                <a:pos x="376" y="155"/>
              </a:cxn>
              <a:cxn ang="0">
                <a:pos x="398" y="138"/>
              </a:cxn>
              <a:cxn ang="0">
                <a:pos x="421" y="120"/>
              </a:cxn>
              <a:cxn ang="0">
                <a:pos x="444" y="101"/>
              </a:cxn>
              <a:cxn ang="0">
                <a:pos x="464" y="79"/>
              </a:cxn>
              <a:cxn ang="0">
                <a:pos x="485" y="58"/>
              </a:cxn>
              <a:cxn ang="0">
                <a:pos x="594" y="276"/>
              </a:cxn>
              <a:cxn ang="0">
                <a:pos x="629" y="276"/>
              </a:cxn>
              <a:cxn ang="0">
                <a:pos x="503" y="22"/>
              </a:cxn>
              <a:cxn ang="0">
                <a:pos x="492" y="0"/>
              </a:cxn>
              <a:cxn ang="0">
                <a:pos x="477" y="19"/>
              </a:cxn>
              <a:cxn ang="0">
                <a:pos x="456" y="43"/>
              </a:cxn>
              <a:cxn ang="0">
                <a:pos x="435" y="66"/>
              </a:cxn>
              <a:cxn ang="0">
                <a:pos x="412" y="87"/>
              </a:cxn>
              <a:cxn ang="0">
                <a:pos x="389" y="106"/>
              </a:cxn>
              <a:cxn ang="0">
                <a:pos x="365" y="125"/>
              </a:cxn>
              <a:cxn ang="0">
                <a:pos x="340" y="142"/>
              </a:cxn>
              <a:cxn ang="0">
                <a:pos x="314" y="158"/>
              </a:cxn>
              <a:cxn ang="0">
                <a:pos x="287" y="171"/>
              </a:cxn>
              <a:cxn ang="0">
                <a:pos x="258" y="185"/>
              </a:cxn>
              <a:cxn ang="0">
                <a:pos x="229" y="196"/>
              </a:cxn>
              <a:cxn ang="0">
                <a:pos x="198" y="208"/>
              </a:cxn>
              <a:cxn ang="0">
                <a:pos x="165" y="217"/>
              </a:cxn>
              <a:cxn ang="0">
                <a:pos x="132" y="225"/>
              </a:cxn>
              <a:cxn ang="0">
                <a:pos x="97" y="233"/>
              </a:cxn>
              <a:cxn ang="0">
                <a:pos x="61" y="238"/>
              </a:cxn>
              <a:cxn ang="0">
                <a:pos x="23" y="243"/>
              </a:cxn>
              <a:cxn ang="0">
                <a:pos x="0" y="245"/>
              </a:cxn>
              <a:cxn ang="0">
                <a:pos x="10" y="266"/>
              </a:cxn>
              <a:cxn ang="0">
                <a:pos x="16" y="276"/>
              </a:cxn>
              <a:cxn ang="0">
                <a:pos x="51" y="276"/>
              </a:cxn>
              <a:cxn ang="0">
                <a:pos x="49" y="271"/>
              </a:cxn>
            </a:cxnLst>
            <a:rect l="0" t="0" r="r" b="b"/>
            <a:pathLst>
              <a:path w="629" h="276">
                <a:moveTo>
                  <a:pt x="49" y="271"/>
                </a:moveTo>
                <a:lnTo>
                  <a:pt x="84" y="266"/>
                </a:lnTo>
                <a:lnTo>
                  <a:pt x="119" y="260"/>
                </a:lnTo>
                <a:lnTo>
                  <a:pt x="150" y="253"/>
                </a:lnTo>
                <a:lnTo>
                  <a:pt x="182" y="244"/>
                </a:lnTo>
                <a:lnTo>
                  <a:pt x="213" y="235"/>
                </a:lnTo>
                <a:lnTo>
                  <a:pt x="243" y="225"/>
                </a:lnTo>
                <a:lnTo>
                  <a:pt x="271" y="213"/>
                </a:lnTo>
                <a:lnTo>
                  <a:pt x="298" y="200"/>
                </a:lnTo>
                <a:lnTo>
                  <a:pt x="326" y="186"/>
                </a:lnTo>
                <a:lnTo>
                  <a:pt x="351" y="171"/>
                </a:lnTo>
                <a:lnTo>
                  <a:pt x="376" y="155"/>
                </a:lnTo>
                <a:lnTo>
                  <a:pt x="398" y="138"/>
                </a:lnTo>
                <a:lnTo>
                  <a:pt x="421" y="120"/>
                </a:lnTo>
                <a:lnTo>
                  <a:pt x="444" y="101"/>
                </a:lnTo>
                <a:lnTo>
                  <a:pt x="464" y="79"/>
                </a:lnTo>
                <a:lnTo>
                  <a:pt x="485" y="58"/>
                </a:lnTo>
                <a:lnTo>
                  <a:pt x="594" y="276"/>
                </a:lnTo>
                <a:lnTo>
                  <a:pt x="629" y="276"/>
                </a:lnTo>
                <a:lnTo>
                  <a:pt x="503" y="22"/>
                </a:lnTo>
                <a:lnTo>
                  <a:pt x="492" y="0"/>
                </a:lnTo>
                <a:lnTo>
                  <a:pt x="477" y="19"/>
                </a:lnTo>
                <a:lnTo>
                  <a:pt x="456" y="43"/>
                </a:lnTo>
                <a:lnTo>
                  <a:pt x="435" y="66"/>
                </a:lnTo>
                <a:lnTo>
                  <a:pt x="412" y="87"/>
                </a:lnTo>
                <a:lnTo>
                  <a:pt x="389" y="106"/>
                </a:lnTo>
                <a:lnTo>
                  <a:pt x="365" y="125"/>
                </a:lnTo>
                <a:lnTo>
                  <a:pt x="340" y="142"/>
                </a:lnTo>
                <a:lnTo>
                  <a:pt x="314" y="158"/>
                </a:lnTo>
                <a:lnTo>
                  <a:pt x="287" y="171"/>
                </a:lnTo>
                <a:lnTo>
                  <a:pt x="258" y="185"/>
                </a:lnTo>
                <a:lnTo>
                  <a:pt x="229" y="196"/>
                </a:lnTo>
                <a:lnTo>
                  <a:pt x="198" y="208"/>
                </a:lnTo>
                <a:lnTo>
                  <a:pt x="165" y="217"/>
                </a:lnTo>
                <a:lnTo>
                  <a:pt x="132" y="225"/>
                </a:lnTo>
                <a:lnTo>
                  <a:pt x="97" y="233"/>
                </a:lnTo>
                <a:lnTo>
                  <a:pt x="61" y="238"/>
                </a:lnTo>
                <a:lnTo>
                  <a:pt x="23" y="243"/>
                </a:lnTo>
                <a:lnTo>
                  <a:pt x="0" y="245"/>
                </a:lnTo>
                <a:lnTo>
                  <a:pt x="10" y="266"/>
                </a:lnTo>
                <a:lnTo>
                  <a:pt x="16" y="276"/>
                </a:lnTo>
                <a:lnTo>
                  <a:pt x="51" y="276"/>
                </a:lnTo>
                <a:lnTo>
                  <a:pt x="49" y="271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4" name="Freeform 74"/>
          <p:cNvSpPr>
            <a:spLocks/>
          </p:cNvSpPr>
          <p:nvPr/>
        </p:nvSpPr>
        <p:spPr bwMode="gray">
          <a:xfrm>
            <a:off x="7497763" y="3022600"/>
            <a:ext cx="431800" cy="173038"/>
          </a:xfrm>
          <a:custGeom>
            <a:avLst/>
            <a:gdLst/>
            <a:ahLst/>
            <a:cxnLst>
              <a:cxn ang="0">
                <a:pos x="0" y="213"/>
              </a:cxn>
              <a:cxn ang="0">
                <a:pos x="2" y="218"/>
              </a:cxn>
              <a:cxn ang="0">
                <a:pos x="545" y="218"/>
              </a:cxn>
              <a:cxn ang="0">
                <a:pos x="436" y="0"/>
              </a:cxn>
              <a:cxn ang="0">
                <a:pos x="415" y="21"/>
              </a:cxn>
              <a:cxn ang="0">
                <a:pos x="395" y="43"/>
              </a:cxn>
              <a:cxn ang="0">
                <a:pos x="372" y="62"/>
              </a:cxn>
              <a:cxn ang="0">
                <a:pos x="349" y="80"/>
              </a:cxn>
              <a:cxn ang="0">
                <a:pos x="327" y="97"/>
              </a:cxn>
              <a:cxn ang="0">
                <a:pos x="302" y="113"/>
              </a:cxn>
              <a:cxn ang="0">
                <a:pos x="277" y="128"/>
              </a:cxn>
              <a:cxn ang="0">
                <a:pos x="249" y="142"/>
              </a:cxn>
              <a:cxn ang="0">
                <a:pos x="222" y="155"/>
              </a:cxn>
              <a:cxn ang="0">
                <a:pos x="194" y="167"/>
              </a:cxn>
              <a:cxn ang="0">
                <a:pos x="164" y="177"/>
              </a:cxn>
              <a:cxn ang="0">
                <a:pos x="133" y="186"/>
              </a:cxn>
              <a:cxn ang="0">
                <a:pos x="101" y="195"/>
              </a:cxn>
              <a:cxn ang="0">
                <a:pos x="70" y="202"/>
              </a:cxn>
              <a:cxn ang="0">
                <a:pos x="35" y="208"/>
              </a:cxn>
              <a:cxn ang="0">
                <a:pos x="0" y="213"/>
              </a:cxn>
            </a:cxnLst>
            <a:rect l="0" t="0" r="r" b="b"/>
            <a:pathLst>
              <a:path w="545" h="218">
                <a:moveTo>
                  <a:pt x="0" y="213"/>
                </a:moveTo>
                <a:lnTo>
                  <a:pt x="2" y="218"/>
                </a:lnTo>
                <a:lnTo>
                  <a:pt x="545" y="218"/>
                </a:lnTo>
                <a:lnTo>
                  <a:pt x="436" y="0"/>
                </a:lnTo>
                <a:lnTo>
                  <a:pt x="415" y="21"/>
                </a:lnTo>
                <a:lnTo>
                  <a:pt x="395" y="43"/>
                </a:lnTo>
                <a:lnTo>
                  <a:pt x="372" y="62"/>
                </a:lnTo>
                <a:lnTo>
                  <a:pt x="349" y="80"/>
                </a:lnTo>
                <a:lnTo>
                  <a:pt x="327" y="97"/>
                </a:lnTo>
                <a:lnTo>
                  <a:pt x="302" y="113"/>
                </a:lnTo>
                <a:lnTo>
                  <a:pt x="277" y="128"/>
                </a:lnTo>
                <a:lnTo>
                  <a:pt x="249" y="142"/>
                </a:lnTo>
                <a:lnTo>
                  <a:pt x="222" y="155"/>
                </a:lnTo>
                <a:lnTo>
                  <a:pt x="194" y="167"/>
                </a:lnTo>
                <a:lnTo>
                  <a:pt x="164" y="177"/>
                </a:lnTo>
                <a:lnTo>
                  <a:pt x="133" y="186"/>
                </a:lnTo>
                <a:lnTo>
                  <a:pt x="101" y="195"/>
                </a:lnTo>
                <a:lnTo>
                  <a:pt x="70" y="202"/>
                </a:lnTo>
                <a:lnTo>
                  <a:pt x="35" y="208"/>
                </a:lnTo>
                <a:lnTo>
                  <a:pt x="0" y="213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5" name="Freeform 75"/>
          <p:cNvSpPr>
            <a:spLocks/>
          </p:cNvSpPr>
          <p:nvPr/>
        </p:nvSpPr>
        <p:spPr bwMode="gray">
          <a:xfrm>
            <a:off x="7756525" y="3059113"/>
            <a:ext cx="280988" cy="136525"/>
          </a:xfrm>
          <a:custGeom>
            <a:avLst/>
            <a:gdLst/>
            <a:ahLst/>
            <a:cxnLst>
              <a:cxn ang="0">
                <a:pos x="78" y="54"/>
              </a:cxn>
              <a:cxn ang="0">
                <a:pos x="90" y="63"/>
              </a:cxn>
              <a:cxn ang="0">
                <a:pos x="102" y="72"/>
              </a:cxn>
              <a:cxn ang="0">
                <a:pos x="114" y="81"/>
              </a:cxn>
              <a:cxn ang="0">
                <a:pos x="125" y="90"/>
              </a:cxn>
              <a:cxn ang="0">
                <a:pos x="136" y="98"/>
              </a:cxn>
              <a:cxn ang="0">
                <a:pos x="149" y="106"/>
              </a:cxn>
              <a:cxn ang="0">
                <a:pos x="160" y="114"/>
              </a:cxn>
              <a:cxn ang="0">
                <a:pos x="172" y="121"/>
              </a:cxn>
              <a:cxn ang="0">
                <a:pos x="183" y="129"/>
              </a:cxn>
              <a:cxn ang="0">
                <a:pos x="194" y="136"/>
              </a:cxn>
              <a:cxn ang="0">
                <a:pos x="207" y="142"/>
              </a:cxn>
              <a:cxn ang="0">
                <a:pos x="218" y="149"/>
              </a:cxn>
              <a:cxn ang="0">
                <a:pos x="230" y="155"/>
              </a:cxn>
              <a:cxn ang="0">
                <a:pos x="241" y="161"/>
              </a:cxn>
              <a:cxn ang="0">
                <a:pos x="253" y="166"/>
              </a:cxn>
              <a:cxn ang="0">
                <a:pos x="265" y="172"/>
              </a:cxn>
              <a:cxn ang="0">
                <a:pos x="352" y="172"/>
              </a:cxn>
              <a:cxn ang="0">
                <a:pos x="335" y="166"/>
              </a:cxn>
              <a:cxn ang="0">
                <a:pos x="318" y="161"/>
              </a:cxn>
              <a:cxn ang="0">
                <a:pos x="301" y="154"/>
              </a:cxn>
              <a:cxn ang="0">
                <a:pos x="284" y="147"/>
              </a:cxn>
              <a:cxn ang="0">
                <a:pos x="268" y="139"/>
              </a:cxn>
              <a:cxn ang="0">
                <a:pos x="251" y="131"/>
              </a:cxn>
              <a:cxn ang="0">
                <a:pos x="234" y="122"/>
              </a:cxn>
              <a:cxn ang="0">
                <a:pos x="217" y="113"/>
              </a:cxn>
              <a:cxn ang="0">
                <a:pos x="201" y="103"/>
              </a:cxn>
              <a:cxn ang="0">
                <a:pos x="184" y="92"/>
              </a:cxn>
              <a:cxn ang="0">
                <a:pos x="167" y="81"/>
              </a:cxn>
              <a:cxn ang="0">
                <a:pos x="150" y="68"/>
              </a:cxn>
              <a:cxn ang="0">
                <a:pos x="133" y="56"/>
              </a:cxn>
              <a:cxn ang="0">
                <a:pos x="116" y="43"/>
              </a:cxn>
              <a:cxn ang="0">
                <a:pos x="99" y="30"/>
              </a:cxn>
              <a:cxn ang="0">
                <a:pos x="82" y="15"/>
              </a:cxn>
              <a:cxn ang="0">
                <a:pos x="65" y="0"/>
              </a:cxn>
              <a:cxn ang="0">
                <a:pos x="57" y="22"/>
              </a:cxn>
              <a:cxn ang="0">
                <a:pos x="0" y="172"/>
              </a:cxn>
              <a:cxn ang="0">
                <a:pos x="34" y="172"/>
              </a:cxn>
              <a:cxn ang="0">
                <a:pos x="78" y="54"/>
              </a:cxn>
            </a:cxnLst>
            <a:rect l="0" t="0" r="r" b="b"/>
            <a:pathLst>
              <a:path w="352" h="172">
                <a:moveTo>
                  <a:pt x="78" y="54"/>
                </a:moveTo>
                <a:lnTo>
                  <a:pt x="90" y="63"/>
                </a:lnTo>
                <a:lnTo>
                  <a:pt x="102" y="72"/>
                </a:lnTo>
                <a:lnTo>
                  <a:pt x="114" y="81"/>
                </a:lnTo>
                <a:lnTo>
                  <a:pt x="125" y="90"/>
                </a:lnTo>
                <a:lnTo>
                  <a:pt x="136" y="98"/>
                </a:lnTo>
                <a:lnTo>
                  <a:pt x="149" y="106"/>
                </a:lnTo>
                <a:lnTo>
                  <a:pt x="160" y="114"/>
                </a:lnTo>
                <a:lnTo>
                  <a:pt x="172" y="121"/>
                </a:lnTo>
                <a:lnTo>
                  <a:pt x="183" y="129"/>
                </a:lnTo>
                <a:lnTo>
                  <a:pt x="194" y="136"/>
                </a:lnTo>
                <a:lnTo>
                  <a:pt x="207" y="142"/>
                </a:lnTo>
                <a:lnTo>
                  <a:pt x="218" y="149"/>
                </a:lnTo>
                <a:lnTo>
                  <a:pt x="230" y="155"/>
                </a:lnTo>
                <a:lnTo>
                  <a:pt x="241" y="161"/>
                </a:lnTo>
                <a:lnTo>
                  <a:pt x="253" y="166"/>
                </a:lnTo>
                <a:lnTo>
                  <a:pt x="265" y="172"/>
                </a:lnTo>
                <a:lnTo>
                  <a:pt x="352" y="172"/>
                </a:lnTo>
                <a:lnTo>
                  <a:pt x="335" y="166"/>
                </a:lnTo>
                <a:lnTo>
                  <a:pt x="318" y="161"/>
                </a:lnTo>
                <a:lnTo>
                  <a:pt x="301" y="154"/>
                </a:lnTo>
                <a:lnTo>
                  <a:pt x="284" y="147"/>
                </a:lnTo>
                <a:lnTo>
                  <a:pt x="268" y="139"/>
                </a:lnTo>
                <a:lnTo>
                  <a:pt x="251" y="131"/>
                </a:lnTo>
                <a:lnTo>
                  <a:pt x="234" y="122"/>
                </a:lnTo>
                <a:lnTo>
                  <a:pt x="217" y="113"/>
                </a:lnTo>
                <a:lnTo>
                  <a:pt x="201" y="103"/>
                </a:lnTo>
                <a:lnTo>
                  <a:pt x="184" y="92"/>
                </a:lnTo>
                <a:lnTo>
                  <a:pt x="167" y="81"/>
                </a:lnTo>
                <a:lnTo>
                  <a:pt x="150" y="68"/>
                </a:lnTo>
                <a:lnTo>
                  <a:pt x="133" y="56"/>
                </a:lnTo>
                <a:lnTo>
                  <a:pt x="116" y="43"/>
                </a:lnTo>
                <a:lnTo>
                  <a:pt x="99" y="30"/>
                </a:lnTo>
                <a:lnTo>
                  <a:pt x="82" y="15"/>
                </a:lnTo>
                <a:lnTo>
                  <a:pt x="65" y="0"/>
                </a:lnTo>
                <a:lnTo>
                  <a:pt x="57" y="22"/>
                </a:lnTo>
                <a:lnTo>
                  <a:pt x="0" y="172"/>
                </a:lnTo>
                <a:lnTo>
                  <a:pt x="34" y="172"/>
                </a:lnTo>
                <a:lnTo>
                  <a:pt x="78" y="54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6" name="Freeform 76"/>
          <p:cNvSpPr>
            <a:spLocks/>
          </p:cNvSpPr>
          <p:nvPr/>
        </p:nvSpPr>
        <p:spPr bwMode="gray">
          <a:xfrm>
            <a:off x="7783513" y="3101975"/>
            <a:ext cx="184150" cy="93663"/>
          </a:xfrm>
          <a:custGeom>
            <a:avLst/>
            <a:gdLst/>
            <a:ahLst/>
            <a:cxnLst>
              <a:cxn ang="0">
                <a:pos x="0" y="118"/>
              </a:cxn>
              <a:cxn ang="0">
                <a:pos x="231" y="118"/>
              </a:cxn>
              <a:cxn ang="0">
                <a:pos x="219" y="112"/>
              </a:cxn>
              <a:cxn ang="0">
                <a:pos x="207" y="107"/>
              </a:cxn>
              <a:cxn ang="0">
                <a:pos x="196" y="101"/>
              </a:cxn>
              <a:cxn ang="0">
                <a:pos x="184" y="95"/>
              </a:cxn>
              <a:cxn ang="0">
                <a:pos x="173" y="88"/>
              </a:cxn>
              <a:cxn ang="0">
                <a:pos x="160" y="82"/>
              </a:cxn>
              <a:cxn ang="0">
                <a:pos x="149" y="75"/>
              </a:cxn>
              <a:cxn ang="0">
                <a:pos x="138" y="67"/>
              </a:cxn>
              <a:cxn ang="0">
                <a:pos x="126" y="60"/>
              </a:cxn>
              <a:cxn ang="0">
                <a:pos x="115" y="52"/>
              </a:cxn>
              <a:cxn ang="0">
                <a:pos x="102" y="44"/>
              </a:cxn>
              <a:cxn ang="0">
                <a:pos x="91" y="36"/>
              </a:cxn>
              <a:cxn ang="0">
                <a:pos x="80" y="27"/>
              </a:cxn>
              <a:cxn ang="0">
                <a:pos x="68" y="18"/>
              </a:cxn>
              <a:cxn ang="0">
                <a:pos x="56" y="9"/>
              </a:cxn>
              <a:cxn ang="0">
                <a:pos x="44" y="0"/>
              </a:cxn>
              <a:cxn ang="0">
                <a:pos x="0" y="118"/>
              </a:cxn>
            </a:cxnLst>
            <a:rect l="0" t="0" r="r" b="b"/>
            <a:pathLst>
              <a:path w="231" h="118">
                <a:moveTo>
                  <a:pt x="0" y="118"/>
                </a:moveTo>
                <a:lnTo>
                  <a:pt x="231" y="118"/>
                </a:lnTo>
                <a:lnTo>
                  <a:pt x="219" y="112"/>
                </a:lnTo>
                <a:lnTo>
                  <a:pt x="207" y="107"/>
                </a:lnTo>
                <a:lnTo>
                  <a:pt x="196" y="101"/>
                </a:lnTo>
                <a:lnTo>
                  <a:pt x="184" y="95"/>
                </a:lnTo>
                <a:lnTo>
                  <a:pt x="173" y="88"/>
                </a:lnTo>
                <a:lnTo>
                  <a:pt x="160" y="82"/>
                </a:lnTo>
                <a:lnTo>
                  <a:pt x="149" y="75"/>
                </a:lnTo>
                <a:lnTo>
                  <a:pt x="138" y="67"/>
                </a:lnTo>
                <a:lnTo>
                  <a:pt x="126" y="60"/>
                </a:lnTo>
                <a:lnTo>
                  <a:pt x="115" y="52"/>
                </a:lnTo>
                <a:lnTo>
                  <a:pt x="102" y="44"/>
                </a:lnTo>
                <a:lnTo>
                  <a:pt x="91" y="36"/>
                </a:lnTo>
                <a:lnTo>
                  <a:pt x="80" y="27"/>
                </a:lnTo>
                <a:lnTo>
                  <a:pt x="68" y="18"/>
                </a:lnTo>
                <a:lnTo>
                  <a:pt x="56" y="9"/>
                </a:lnTo>
                <a:lnTo>
                  <a:pt x="44" y="0"/>
                </a:lnTo>
                <a:lnTo>
                  <a:pt x="0" y="118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7" name="Freeform 77"/>
          <p:cNvSpPr>
            <a:spLocks/>
          </p:cNvSpPr>
          <p:nvPr/>
        </p:nvSpPr>
        <p:spPr bwMode="gray">
          <a:xfrm>
            <a:off x="7900988" y="2879725"/>
            <a:ext cx="290512" cy="315913"/>
          </a:xfrm>
          <a:custGeom>
            <a:avLst/>
            <a:gdLst/>
            <a:ahLst/>
            <a:cxnLst>
              <a:cxn ang="0">
                <a:pos x="39" y="349"/>
              </a:cxn>
              <a:cxn ang="0">
                <a:pos x="241" y="54"/>
              </a:cxn>
              <a:cxn ang="0">
                <a:pos x="256" y="74"/>
              </a:cxn>
              <a:cxn ang="0">
                <a:pos x="271" y="93"/>
              </a:cxn>
              <a:cxn ang="0">
                <a:pos x="287" y="111"/>
              </a:cxn>
              <a:cxn ang="0">
                <a:pos x="301" y="128"/>
              </a:cxn>
              <a:cxn ang="0">
                <a:pos x="317" y="144"/>
              </a:cxn>
              <a:cxn ang="0">
                <a:pos x="333" y="161"/>
              </a:cxn>
              <a:cxn ang="0">
                <a:pos x="349" y="176"/>
              </a:cxn>
              <a:cxn ang="0">
                <a:pos x="365" y="191"/>
              </a:cxn>
              <a:cxn ang="0">
                <a:pos x="365" y="149"/>
              </a:cxn>
              <a:cxn ang="0">
                <a:pos x="350" y="134"/>
              </a:cxn>
              <a:cxn ang="0">
                <a:pos x="337" y="119"/>
              </a:cxn>
              <a:cxn ang="0">
                <a:pos x="322" y="104"/>
              </a:cxn>
              <a:cxn ang="0">
                <a:pos x="308" y="89"/>
              </a:cxn>
              <a:cxn ang="0">
                <a:pos x="294" y="71"/>
              </a:cxn>
              <a:cxn ang="0">
                <a:pos x="281" y="54"/>
              </a:cxn>
              <a:cxn ang="0">
                <a:pos x="267" y="37"/>
              </a:cxn>
              <a:cxn ang="0">
                <a:pos x="254" y="18"/>
              </a:cxn>
              <a:cxn ang="0">
                <a:pos x="241" y="0"/>
              </a:cxn>
              <a:cxn ang="0">
                <a:pos x="228" y="18"/>
              </a:cxn>
              <a:cxn ang="0">
                <a:pos x="6" y="340"/>
              </a:cxn>
              <a:cxn ang="0">
                <a:pos x="0" y="349"/>
              </a:cxn>
              <a:cxn ang="0">
                <a:pos x="6" y="358"/>
              </a:cxn>
              <a:cxn ang="0">
                <a:pos x="13" y="368"/>
              </a:cxn>
              <a:cxn ang="0">
                <a:pos x="21" y="379"/>
              </a:cxn>
              <a:cxn ang="0">
                <a:pos x="28" y="389"/>
              </a:cxn>
              <a:cxn ang="0">
                <a:pos x="36" y="398"/>
              </a:cxn>
              <a:cxn ang="0">
                <a:pos x="76" y="398"/>
              </a:cxn>
              <a:cxn ang="0">
                <a:pos x="71" y="392"/>
              </a:cxn>
              <a:cxn ang="0">
                <a:pos x="67" y="385"/>
              </a:cxn>
              <a:cxn ang="0">
                <a:pos x="62" y="380"/>
              </a:cxn>
              <a:cxn ang="0">
                <a:pos x="58" y="374"/>
              </a:cxn>
              <a:cxn ang="0">
                <a:pos x="52" y="368"/>
              </a:cxn>
              <a:cxn ang="0">
                <a:pos x="48" y="362"/>
              </a:cxn>
              <a:cxn ang="0">
                <a:pos x="43" y="356"/>
              </a:cxn>
              <a:cxn ang="0">
                <a:pos x="39" y="349"/>
              </a:cxn>
            </a:cxnLst>
            <a:rect l="0" t="0" r="r" b="b"/>
            <a:pathLst>
              <a:path w="365" h="398">
                <a:moveTo>
                  <a:pt x="39" y="349"/>
                </a:moveTo>
                <a:lnTo>
                  <a:pt x="241" y="54"/>
                </a:lnTo>
                <a:lnTo>
                  <a:pt x="256" y="74"/>
                </a:lnTo>
                <a:lnTo>
                  <a:pt x="271" y="93"/>
                </a:lnTo>
                <a:lnTo>
                  <a:pt x="287" y="111"/>
                </a:lnTo>
                <a:lnTo>
                  <a:pt x="301" y="128"/>
                </a:lnTo>
                <a:lnTo>
                  <a:pt x="317" y="144"/>
                </a:lnTo>
                <a:lnTo>
                  <a:pt x="333" y="161"/>
                </a:lnTo>
                <a:lnTo>
                  <a:pt x="349" y="176"/>
                </a:lnTo>
                <a:lnTo>
                  <a:pt x="365" y="191"/>
                </a:lnTo>
                <a:lnTo>
                  <a:pt x="365" y="149"/>
                </a:lnTo>
                <a:lnTo>
                  <a:pt x="350" y="134"/>
                </a:lnTo>
                <a:lnTo>
                  <a:pt x="337" y="119"/>
                </a:lnTo>
                <a:lnTo>
                  <a:pt x="322" y="104"/>
                </a:lnTo>
                <a:lnTo>
                  <a:pt x="308" y="89"/>
                </a:lnTo>
                <a:lnTo>
                  <a:pt x="294" y="71"/>
                </a:lnTo>
                <a:lnTo>
                  <a:pt x="281" y="54"/>
                </a:lnTo>
                <a:lnTo>
                  <a:pt x="267" y="37"/>
                </a:lnTo>
                <a:lnTo>
                  <a:pt x="254" y="18"/>
                </a:lnTo>
                <a:lnTo>
                  <a:pt x="241" y="0"/>
                </a:lnTo>
                <a:lnTo>
                  <a:pt x="228" y="18"/>
                </a:lnTo>
                <a:lnTo>
                  <a:pt x="6" y="340"/>
                </a:lnTo>
                <a:lnTo>
                  <a:pt x="0" y="349"/>
                </a:lnTo>
                <a:lnTo>
                  <a:pt x="6" y="358"/>
                </a:lnTo>
                <a:lnTo>
                  <a:pt x="13" y="368"/>
                </a:lnTo>
                <a:lnTo>
                  <a:pt x="21" y="379"/>
                </a:lnTo>
                <a:lnTo>
                  <a:pt x="28" y="389"/>
                </a:lnTo>
                <a:lnTo>
                  <a:pt x="36" y="398"/>
                </a:lnTo>
                <a:lnTo>
                  <a:pt x="76" y="398"/>
                </a:lnTo>
                <a:lnTo>
                  <a:pt x="71" y="392"/>
                </a:lnTo>
                <a:lnTo>
                  <a:pt x="67" y="385"/>
                </a:lnTo>
                <a:lnTo>
                  <a:pt x="62" y="380"/>
                </a:lnTo>
                <a:lnTo>
                  <a:pt x="58" y="374"/>
                </a:lnTo>
                <a:lnTo>
                  <a:pt x="52" y="368"/>
                </a:lnTo>
                <a:lnTo>
                  <a:pt x="48" y="362"/>
                </a:lnTo>
                <a:lnTo>
                  <a:pt x="43" y="356"/>
                </a:lnTo>
                <a:lnTo>
                  <a:pt x="39" y="349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8" name="Freeform 78"/>
          <p:cNvSpPr>
            <a:spLocks/>
          </p:cNvSpPr>
          <p:nvPr/>
        </p:nvSpPr>
        <p:spPr bwMode="gray">
          <a:xfrm>
            <a:off x="7932738" y="2922588"/>
            <a:ext cx="258762" cy="273050"/>
          </a:xfrm>
          <a:custGeom>
            <a:avLst/>
            <a:gdLst/>
            <a:ahLst/>
            <a:cxnLst>
              <a:cxn ang="0">
                <a:pos x="202" y="0"/>
              </a:cxn>
              <a:cxn ang="0">
                <a:pos x="0" y="295"/>
              </a:cxn>
              <a:cxn ang="0">
                <a:pos x="4" y="302"/>
              </a:cxn>
              <a:cxn ang="0">
                <a:pos x="9" y="308"/>
              </a:cxn>
              <a:cxn ang="0">
                <a:pos x="13" y="314"/>
              </a:cxn>
              <a:cxn ang="0">
                <a:pos x="19" y="320"/>
              </a:cxn>
              <a:cxn ang="0">
                <a:pos x="23" y="326"/>
              </a:cxn>
              <a:cxn ang="0">
                <a:pos x="28" y="331"/>
              </a:cxn>
              <a:cxn ang="0">
                <a:pos x="32" y="338"/>
              </a:cxn>
              <a:cxn ang="0">
                <a:pos x="37" y="344"/>
              </a:cxn>
              <a:cxn ang="0">
                <a:pos x="326" y="344"/>
              </a:cxn>
              <a:cxn ang="0">
                <a:pos x="326" y="137"/>
              </a:cxn>
              <a:cxn ang="0">
                <a:pos x="310" y="122"/>
              </a:cxn>
              <a:cxn ang="0">
                <a:pos x="294" y="107"/>
              </a:cxn>
              <a:cxn ang="0">
                <a:pos x="278" y="90"/>
              </a:cxn>
              <a:cxn ang="0">
                <a:pos x="262" y="74"/>
              </a:cxn>
              <a:cxn ang="0">
                <a:pos x="248" y="57"/>
              </a:cxn>
              <a:cxn ang="0">
                <a:pos x="232" y="39"/>
              </a:cxn>
              <a:cxn ang="0">
                <a:pos x="217" y="20"/>
              </a:cxn>
              <a:cxn ang="0">
                <a:pos x="202" y="0"/>
              </a:cxn>
            </a:cxnLst>
            <a:rect l="0" t="0" r="r" b="b"/>
            <a:pathLst>
              <a:path w="326" h="344">
                <a:moveTo>
                  <a:pt x="202" y="0"/>
                </a:moveTo>
                <a:lnTo>
                  <a:pt x="0" y="295"/>
                </a:lnTo>
                <a:lnTo>
                  <a:pt x="4" y="302"/>
                </a:lnTo>
                <a:lnTo>
                  <a:pt x="9" y="308"/>
                </a:lnTo>
                <a:lnTo>
                  <a:pt x="13" y="314"/>
                </a:lnTo>
                <a:lnTo>
                  <a:pt x="19" y="320"/>
                </a:lnTo>
                <a:lnTo>
                  <a:pt x="23" y="326"/>
                </a:lnTo>
                <a:lnTo>
                  <a:pt x="28" y="331"/>
                </a:lnTo>
                <a:lnTo>
                  <a:pt x="32" y="338"/>
                </a:lnTo>
                <a:lnTo>
                  <a:pt x="37" y="344"/>
                </a:lnTo>
                <a:lnTo>
                  <a:pt x="326" y="344"/>
                </a:lnTo>
                <a:lnTo>
                  <a:pt x="326" y="137"/>
                </a:lnTo>
                <a:lnTo>
                  <a:pt x="310" y="122"/>
                </a:lnTo>
                <a:lnTo>
                  <a:pt x="294" y="107"/>
                </a:lnTo>
                <a:lnTo>
                  <a:pt x="278" y="90"/>
                </a:lnTo>
                <a:lnTo>
                  <a:pt x="262" y="74"/>
                </a:lnTo>
                <a:lnTo>
                  <a:pt x="248" y="57"/>
                </a:lnTo>
                <a:lnTo>
                  <a:pt x="232" y="39"/>
                </a:lnTo>
                <a:lnTo>
                  <a:pt x="217" y="20"/>
                </a:lnTo>
                <a:lnTo>
                  <a:pt x="202" y="0"/>
                </a:ln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39" name="Rectangle 79"/>
          <p:cNvSpPr>
            <a:spLocks noChangeArrowheads="1"/>
          </p:cNvSpPr>
          <p:nvPr/>
        </p:nvSpPr>
        <p:spPr bwMode="gray">
          <a:xfrm>
            <a:off x="5006975" y="4060825"/>
            <a:ext cx="2135188" cy="2135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0" name="Freeform 80"/>
          <p:cNvSpPr>
            <a:spLocks/>
          </p:cNvSpPr>
          <p:nvPr/>
        </p:nvSpPr>
        <p:spPr bwMode="gray">
          <a:xfrm>
            <a:off x="5594350" y="5183188"/>
            <a:ext cx="998538" cy="1012825"/>
          </a:xfrm>
          <a:custGeom>
            <a:avLst/>
            <a:gdLst/>
            <a:ahLst/>
            <a:cxnLst>
              <a:cxn ang="0">
                <a:pos x="1257" y="33"/>
              </a:cxn>
              <a:cxn ang="0">
                <a:pos x="1246" y="29"/>
              </a:cxn>
              <a:cxn ang="0">
                <a:pos x="1231" y="25"/>
              </a:cxn>
              <a:cxn ang="0">
                <a:pos x="1210" y="21"/>
              </a:cxn>
              <a:cxn ang="0">
                <a:pos x="1184" y="17"/>
              </a:cxn>
              <a:cxn ang="0">
                <a:pos x="1154" y="14"/>
              </a:cxn>
              <a:cxn ang="0">
                <a:pos x="1120" y="11"/>
              </a:cxn>
              <a:cxn ang="0">
                <a:pos x="1082" y="8"/>
              </a:cxn>
              <a:cxn ang="0">
                <a:pos x="1041" y="7"/>
              </a:cxn>
              <a:cxn ang="0">
                <a:pos x="997" y="4"/>
              </a:cxn>
              <a:cxn ang="0">
                <a:pos x="951" y="3"/>
              </a:cxn>
              <a:cxn ang="0">
                <a:pos x="902" y="2"/>
              </a:cxn>
              <a:cxn ang="0">
                <a:pos x="852" y="2"/>
              </a:cxn>
              <a:cxn ang="0">
                <a:pos x="799" y="0"/>
              </a:cxn>
              <a:cxn ang="0">
                <a:pos x="746" y="0"/>
              </a:cxn>
              <a:cxn ang="0">
                <a:pos x="691" y="0"/>
              </a:cxn>
              <a:cxn ang="0">
                <a:pos x="637" y="0"/>
              </a:cxn>
              <a:cxn ang="0">
                <a:pos x="583" y="0"/>
              </a:cxn>
              <a:cxn ang="0">
                <a:pos x="529" y="2"/>
              </a:cxn>
              <a:cxn ang="0">
                <a:pos x="474" y="3"/>
              </a:cxn>
              <a:cxn ang="0">
                <a:pos x="422" y="4"/>
              </a:cxn>
              <a:cxn ang="0">
                <a:pos x="371" y="6"/>
              </a:cxn>
              <a:cxn ang="0">
                <a:pos x="321" y="7"/>
              </a:cxn>
              <a:cxn ang="0">
                <a:pos x="274" y="10"/>
              </a:cxn>
              <a:cxn ang="0">
                <a:pos x="229" y="12"/>
              </a:cxn>
              <a:cxn ang="0">
                <a:pos x="187" y="15"/>
              </a:cxn>
              <a:cxn ang="0">
                <a:pos x="148" y="18"/>
              </a:cxn>
              <a:cxn ang="0">
                <a:pos x="112" y="21"/>
              </a:cxn>
              <a:cxn ang="0">
                <a:pos x="80" y="25"/>
              </a:cxn>
              <a:cxn ang="0">
                <a:pos x="53" y="29"/>
              </a:cxn>
              <a:cxn ang="0">
                <a:pos x="30" y="33"/>
              </a:cxn>
              <a:cxn ang="0">
                <a:pos x="12" y="37"/>
              </a:cxn>
              <a:cxn ang="0">
                <a:pos x="0" y="41"/>
              </a:cxn>
              <a:cxn ang="0">
                <a:pos x="19" y="194"/>
              </a:cxn>
              <a:cxn ang="0">
                <a:pos x="42" y="349"/>
              </a:cxn>
              <a:cxn ang="0">
                <a:pos x="66" y="505"/>
              </a:cxn>
              <a:cxn ang="0">
                <a:pos x="92" y="663"/>
              </a:cxn>
              <a:cxn ang="0">
                <a:pos x="118" y="819"/>
              </a:cxn>
              <a:cxn ang="0">
                <a:pos x="141" y="973"/>
              </a:cxn>
              <a:cxn ang="0">
                <a:pos x="162" y="1127"/>
              </a:cxn>
              <a:cxn ang="0">
                <a:pos x="181" y="1276"/>
              </a:cxn>
              <a:cxn ang="0">
                <a:pos x="1060" y="1276"/>
              </a:cxn>
              <a:cxn ang="0">
                <a:pos x="1085" y="1124"/>
              </a:cxn>
              <a:cxn ang="0">
                <a:pos x="1108" y="972"/>
              </a:cxn>
              <a:cxn ang="0">
                <a:pos x="1134" y="819"/>
              </a:cxn>
              <a:cxn ang="0">
                <a:pos x="1158" y="664"/>
              </a:cxn>
              <a:cxn ang="0">
                <a:pos x="1184" y="509"/>
              </a:cxn>
              <a:cxn ang="0">
                <a:pos x="1208" y="352"/>
              </a:cxn>
              <a:cxn ang="0">
                <a:pos x="1233" y="193"/>
              </a:cxn>
              <a:cxn ang="0">
                <a:pos x="1257" y="33"/>
              </a:cxn>
            </a:cxnLst>
            <a:rect l="0" t="0" r="r" b="b"/>
            <a:pathLst>
              <a:path w="1257" h="1276">
                <a:moveTo>
                  <a:pt x="1257" y="33"/>
                </a:moveTo>
                <a:lnTo>
                  <a:pt x="1246" y="29"/>
                </a:lnTo>
                <a:lnTo>
                  <a:pt x="1231" y="25"/>
                </a:lnTo>
                <a:lnTo>
                  <a:pt x="1210" y="21"/>
                </a:lnTo>
                <a:lnTo>
                  <a:pt x="1184" y="17"/>
                </a:lnTo>
                <a:lnTo>
                  <a:pt x="1154" y="14"/>
                </a:lnTo>
                <a:lnTo>
                  <a:pt x="1120" y="11"/>
                </a:lnTo>
                <a:lnTo>
                  <a:pt x="1082" y="8"/>
                </a:lnTo>
                <a:lnTo>
                  <a:pt x="1041" y="7"/>
                </a:lnTo>
                <a:lnTo>
                  <a:pt x="997" y="4"/>
                </a:lnTo>
                <a:lnTo>
                  <a:pt x="951" y="3"/>
                </a:lnTo>
                <a:lnTo>
                  <a:pt x="902" y="2"/>
                </a:lnTo>
                <a:lnTo>
                  <a:pt x="852" y="2"/>
                </a:lnTo>
                <a:lnTo>
                  <a:pt x="799" y="0"/>
                </a:lnTo>
                <a:lnTo>
                  <a:pt x="746" y="0"/>
                </a:lnTo>
                <a:lnTo>
                  <a:pt x="691" y="0"/>
                </a:lnTo>
                <a:lnTo>
                  <a:pt x="637" y="0"/>
                </a:lnTo>
                <a:lnTo>
                  <a:pt x="583" y="0"/>
                </a:lnTo>
                <a:lnTo>
                  <a:pt x="529" y="2"/>
                </a:lnTo>
                <a:lnTo>
                  <a:pt x="474" y="3"/>
                </a:lnTo>
                <a:lnTo>
                  <a:pt x="422" y="4"/>
                </a:lnTo>
                <a:lnTo>
                  <a:pt x="371" y="6"/>
                </a:lnTo>
                <a:lnTo>
                  <a:pt x="321" y="7"/>
                </a:lnTo>
                <a:lnTo>
                  <a:pt x="274" y="10"/>
                </a:lnTo>
                <a:lnTo>
                  <a:pt x="229" y="12"/>
                </a:lnTo>
                <a:lnTo>
                  <a:pt x="187" y="15"/>
                </a:lnTo>
                <a:lnTo>
                  <a:pt x="148" y="18"/>
                </a:lnTo>
                <a:lnTo>
                  <a:pt x="112" y="21"/>
                </a:lnTo>
                <a:lnTo>
                  <a:pt x="80" y="25"/>
                </a:lnTo>
                <a:lnTo>
                  <a:pt x="53" y="29"/>
                </a:lnTo>
                <a:lnTo>
                  <a:pt x="30" y="33"/>
                </a:lnTo>
                <a:lnTo>
                  <a:pt x="12" y="37"/>
                </a:lnTo>
                <a:lnTo>
                  <a:pt x="0" y="41"/>
                </a:lnTo>
                <a:lnTo>
                  <a:pt x="19" y="194"/>
                </a:lnTo>
                <a:lnTo>
                  <a:pt x="42" y="349"/>
                </a:lnTo>
                <a:lnTo>
                  <a:pt x="66" y="505"/>
                </a:lnTo>
                <a:lnTo>
                  <a:pt x="92" y="663"/>
                </a:lnTo>
                <a:lnTo>
                  <a:pt x="118" y="819"/>
                </a:lnTo>
                <a:lnTo>
                  <a:pt x="141" y="973"/>
                </a:lnTo>
                <a:lnTo>
                  <a:pt x="162" y="1127"/>
                </a:lnTo>
                <a:lnTo>
                  <a:pt x="181" y="1276"/>
                </a:lnTo>
                <a:lnTo>
                  <a:pt x="1060" y="1276"/>
                </a:lnTo>
                <a:lnTo>
                  <a:pt x="1085" y="1124"/>
                </a:lnTo>
                <a:lnTo>
                  <a:pt x="1108" y="972"/>
                </a:lnTo>
                <a:lnTo>
                  <a:pt x="1134" y="819"/>
                </a:lnTo>
                <a:lnTo>
                  <a:pt x="1158" y="664"/>
                </a:lnTo>
                <a:lnTo>
                  <a:pt x="1184" y="509"/>
                </a:lnTo>
                <a:lnTo>
                  <a:pt x="1208" y="352"/>
                </a:lnTo>
                <a:lnTo>
                  <a:pt x="1233" y="193"/>
                </a:lnTo>
                <a:lnTo>
                  <a:pt x="1257" y="33"/>
                </a:lnTo>
                <a:close/>
              </a:path>
            </a:pathLst>
          </a:custGeom>
          <a:solidFill>
            <a:srgbClr val="00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1" name="Freeform 81"/>
          <p:cNvSpPr>
            <a:spLocks/>
          </p:cNvSpPr>
          <p:nvPr/>
        </p:nvSpPr>
        <p:spPr bwMode="gray">
          <a:xfrm>
            <a:off x="5780088" y="5743575"/>
            <a:ext cx="627062" cy="393700"/>
          </a:xfrm>
          <a:custGeom>
            <a:avLst/>
            <a:gdLst/>
            <a:ahLst/>
            <a:cxnLst>
              <a:cxn ang="0">
                <a:pos x="68" y="495"/>
              </a:cxn>
              <a:cxn ang="0">
                <a:pos x="0" y="0"/>
              </a:cxn>
              <a:cxn ang="0">
                <a:pos x="789" y="0"/>
              </a:cxn>
              <a:cxn ang="0">
                <a:pos x="709" y="493"/>
              </a:cxn>
              <a:cxn ang="0">
                <a:pos x="68" y="495"/>
              </a:cxn>
            </a:cxnLst>
            <a:rect l="0" t="0" r="r" b="b"/>
            <a:pathLst>
              <a:path w="789" h="495">
                <a:moveTo>
                  <a:pt x="68" y="495"/>
                </a:moveTo>
                <a:lnTo>
                  <a:pt x="0" y="0"/>
                </a:lnTo>
                <a:lnTo>
                  <a:pt x="789" y="0"/>
                </a:lnTo>
                <a:lnTo>
                  <a:pt x="709" y="493"/>
                </a:lnTo>
                <a:lnTo>
                  <a:pt x="68" y="495"/>
                </a:lnTo>
                <a:close/>
              </a:path>
            </a:pathLst>
          </a:custGeom>
          <a:solidFill>
            <a:srgbClr val="00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2" name="Rectangle 82"/>
          <p:cNvSpPr>
            <a:spLocks noChangeArrowheads="1"/>
          </p:cNvSpPr>
          <p:nvPr/>
        </p:nvSpPr>
        <p:spPr bwMode="gray">
          <a:xfrm>
            <a:off x="5953125" y="5872163"/>
            <a:ext cx="287338" cy="1651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3" name="Freeform 83"/>
          <p:cNvSpPr>
            <a:spLocks/>
          </p:cNvSpPr>
          <p:nvPr/>
        </p:nvSpPr>
        <p:spPr bwMode="gray">
          <a:xfrm>
            <a:off x="5722938" y="5276850"/>
            <a:ext cx="728662" cy="404813"/>
          </a:xfrm>
          <a:custGeom>
            <a:avLst/>
            <a:gdLst/>
            <a:ahLst/>
            <a:cxnLst>
              <a:cxn ang="0">
                <a:pos x="64" y="509"/>
              </a:cxn>
              <a:cxn ang="0">
                <a:pos x="0" y="0"/>
              </a:cxn>
              <a:cxn ang="0">
                <a:pos x="918" y="8"/>
              </a:cxn>
              <a:cxn ang="0">
                <a:pos x="853" y="509"/>
              </a:cxn>
              <a:cxn ang="0">
                <a:pos x="64" y="509"/>
              </a:cxn>
            </a:cxnLst>
            <a:rect l="0" t="0" r="r" b="b"/>
            <a:pathLst>
              <a:path w="918" h="509">
                <a:moveTo>
                  <a:pt x="64" y="509"/>
                </a:moveTo>
                <a:lnTo>
                  <a:pt x="0" y="0"/>
                </a:lnTo>
                <a:lnTo>
                  <a:pt x="918" y="8"/>
                </a:lnTo>
                <a:lnTo>
                  <a:pt x="853" y="509"/>
                </a:lnTo>
                <a:lnTo>
                  <a:pt x="64" y="509"/>
                </a:lnTo>
                <a:close/>
              </a:path>
            </a:pathLst>
          </a:custGeom>
          <a:solidFill>
            <a:srgbClr val="00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4" name="Rectangle 84"/>
          <p:cNvSpPr>
            <a:spLocks noChangeArrowheads="1"/>
          </p:cNvSpPr>
          <p:nvPr/>
        </p:nvSpPr>
        <p:spPr bwMode="gray">
          <a:xfrm>
            <a:off x="5945188" y="5422900"/>
            <a:ext cx="287337" cy="1651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5" name="Freeform 85"/>
          <p:cNvSpPr>
            <a:spLocks/>
          </p:cNvSpPr>
          <p:nvPr/>
        </p:nvSpPr>
        <p:spPr bwMode="gray">
          <a:xfrm>
            <a:off x="5006975" y="4060825"/>
            <a:ext cx="2135188" cy="1344613"/>
          </a:xfrm>
          <a:custGeom>
            <a:avLst/>
            <a:gdLst/>
            <a:ahLst/>
            <a:cxnLst>
              <a:cxn ang="0">
                <a:pos x="2690" y="0"/>
              </a:cxn>
              <a:cxn ang="0">
                <a:pos x="0" y="1602"/>
              </a:cxn>
              <a:cxn ang="0">
                <a:pos x="62" y="1565"/>
              </a:cxn>
              <a:cxn ang="0">
                <a:pos x="126" y="1530"/>
              </a:cxn>
              <a:cxn ang="0">
                <a:pos x="194" y="1496"/>
              </a:cxn>
              <a:cxn ang="0">
                <a:pos x="265" y="1464"/>
              </a:cxn>
              <a:cxn ang="0">
                <a:pos x="338" y="1436"/>
              </a:cxn>
              <a:cxn ang="0">
                <a:pos x="414" y="1409"/>
              </a:cxn>
              <a:cxn ang="0">
                <a:pos x="491" y="1384"/>
              </a:cxn>
              <a:cxn ang="0">
                <a:pos x="571" y="1363"/>
              </a:cxn>
              <a:cxn ang="0">
                <a:pos x="654" y="1342"/>
              </a:cxn>
              <a:cxn ang="0">
                <a:pos x="738" y="1325"/>
              </a:cxn>
              <a:cxn ang="0">
                <a:pos x="825" y="1310"/>
              </a:cxn>
              <a:cxn ang="0">
                <a:pos x="912" y="1297"/>
              </a:cxn>
              <a:cxn ang="0">
                <a:pos x="1002" y="1287"/>
              </a:cxn>
              <a:cxn ang="0">
                <a:pos x="1093" y="1280"/>
              </a:cxn>
              <a:cxn ang="0">
                <a:pos x="1186" y="1276"/>
              </a:cxn>
              <a:cxn ang="0">
                <a:pos x="1279" y="1274"/>
              </a:cxn>
              <a:cxn ang="0">
                <a:pos x="1386" y="1276"/>
              </a:cxn>
              <a:cxn ang="0">
                <a:pos x="1492" y="1283"/>
              </a:cxn>
              <a:cxn ang="0">
                <a:pos x="1595" y="1291"/>
              </a:cxn>
              <a:cxn ang="0">
                <a:pos x="1697" y="1304"/>
              </a:cxn>
              <a:cxn ang="0">
                <a:pos x="1797" y="1321"/>
              </a:cxn>
              <a:cxn ang="0">
                <a:pos x="1894" y="1340"/>
              </a:cxn>
              <a:cxn ang="0">
                <a:pos x="1989" y="1363"/>
              </a:cxn>
              <a:cxn ang="0">
                <a:pos x="2080" y="1388"/>
              </a:cxn>
              <a:cxn ang="0">
                <a:pos x="2168" y="1417"/>
              </a:cxn>
              <a:cxn ang="0">
                <a:pos x="2253" y="1450"/>
              </a:cxn>
              <a:cxn ang="0">
                <a:pos x="2336" y="1483"/>
              </a:cxn>
              <a:cxn ang="0">
                <a:pos x="2415" y="1520"/>
              </a:cxn>
              <a:cxn ang="0">
                <a:pos x="2489" y="1561"/>
              </a:cxn>
              <a:cxn ang="0">
                <a:pos x="2560" y="1603"/>
              </a:cxn>
              <a:cxn ang="0">
                <a:pos x="2628" y="1648"/>
              </a:cxn>
              <a:cxn ang="0">
                <a:pos x="2690" y="1694"/>
              </a:cxn>
            </a:cxnLst>
            <a:rect l="0" t="0" r="r" b="b"/>
            <a:pathLst>
              <a:path w="2690" h="1694">
                <a:moveTo>
                  <a:pt x="2690" y="1694"/>
                </a:moveTo>
                <a:lnTo>
                  <a:pt x="2690" y="0"/>
                </a:lnTo>
                <a:lnTo>
                  <a:pt x="0" y="0"/>
                </a:lnTo>
                <a:lnTo>
                  <a:pt x="0" y="1602"/>
                </a:lnTo>
                <a:lnTo>
                  <a:pt x="31" y="1583"/>
                </a:lnTo>
                <a:lnTo>
                  <a:pt x="62" y="1565"/>
                </a:lnTo>
                <a:lnTo>
                  <a:pt x="94" y="1547"/>
                </a:lnTo>
                <a:lnTo>
                  <a:pt x="126" y="1530"/>
                </a:lnTo>
                <a:lnTo>
                  <a:pt x="160" y="1512"/>
                </a:lnTo>
                <a:lnTo>
                  <a:pt x="194" y="1496"/>
                </a:lnTo>
                <a:lnTo>
                  <a:pt x="229" y="1481"/>
                </a:lnTo>
                <a:lnTo>
                  <a:pt x="265" y="1464"/>
                </a:lnTo>
                <a:lnTo>
                  <a:pt x="301" y="1451"/>
                </a:lnTo>
                <a:lnTo>
                  <a:pt x="338" y="1436"/>
                </a:lnTo>
                <a:lnTo>
                  <a:pt x="376" y="1422"/>
                </a:lnTo>
                <a:lnTo>
                  <a:pt x="414" y="1409"/>
                </a:lnTo>
                <a:lnTo>
                  <a:pt x="452" y="1397"/>
                </a:lnTo>
                <a:lnTo>
                  <a:pt x="491" y="1384"/>
                </a:lnTo>
                <a:lnTo>
                  <a:pt x="530" y="1374"/>
                </a:lnTo>
                <a:lnTo>
                  <a:pt x="571" y="1363"/>
                </a:lnTo>
                <a:lnTo>
                  <a:pt x="612" y="1352"/>
                </a:lnTo>
                <a:lnTo>
                  <a:pt x="654" y="1342"/>
                </a:lnTo>
                <a:lnTo>
                  <a:pt x="696" y="1333"/>
                </a:lnTo>
                <a:lnTo>
                  <a:pt x="738" y="1325"/>
                </a:lnTo>
                <a:lnTo>
                  <a:pt x="781" y="1316"/>
                </a:lnTo>
                <a:lnTo>
                  <a:pt x="825" y="1310"/>
                </a:lnTo>
                <a:lnTo>
                  <a:pt x="868" y="1303"/>
                </a:lnTo>
                <a:lnTo>
                  <a:pt x="912" y="1297"/>
                </a:lnTo>
                <a:lnTo>
                  <a:pt x="956" y="1292"/>
                </a:lnTo>
                <a:lnTo>
                  <a:pt x="1002" y="1287"/>
                </a:lnTo>
                <a:lnTo>
                  <a:pt x="1047" y="1284"/>
                </a:lnTo>
                <a:lnTo>
                  <a:pt x="1093" y="1280"/>
                </a:lnTo>
                <a:lnTo>
                  <a:pt x="1139" y="1277"/>
                </a:lnTo>
                <a:lnTo>
                  <a:pt x="1186" y="1276"/>
                </a:lnTo>
                <a:lnTo>
                  <a:pt x="1232" y="1274"/>
                </a:lnTo>
                <a:lnTo>
                  <a:pt x="1279" y="1274"/>
                </a:lnTo>
                <a:lnTo>
                  <a:pt x="1333" y="1274"/>
                </a:lnTo>
                <a:lnTo>
                  <a:pt x="1386" y="1276"/>
                </a:lnTo>
                <a:lnTo>
                  <a:pt x="1439" y="1278"/>
                </a:lnTo>
                <a:lnTo>
                  <a:pt x="1492" y="1283"/>
                </a:lnTo>
                <a:lnTo>
                  <a:pt x="1544" y="1287"/>
                </a:lnTo>
                <a:lnTo>
                  <a:pt x="1595" y="1291"/>
                </a:lnTo>
                <a:lnTo>
                  <a:pt x="1647" y="1297"/>
                </a:lnTo>
                <a:lnTo>
                  <a:pt x="1697" y="1304"/>
                </a:lnTo>
                <a:lnTo>
                  <a:pt x="1747" y="1312"/>
                </a:lnTo>
                <a:lnTo>
                  <a:pt x="1797" y="1321"/>
                </a:lnTo>
                <a:lnTo>
                  <a:pt x="1846" y="1330"/>
                </a:lnTo>
                <a:lnTo>
                  <a:pt x="1894" y="1340"/>
                </a:lnTo>
                <a:lnTo>
                  <a:pt x="1941" y="1350"/>
                </a:lnTo>
                <a:lnTo>
                  <a:pt x="1989" y="1363"/>
                </a:lnTo>
                <a:lnTo>
                  <a:pt x="2035" y="1375"/>
                </a:lnTo>
                <a:lnTo>
                  <a:pt x="2080" y="1388"/>
                </a:lnTo>
                <a:lnTo>
                  <a:pt x="2124" y="1402"/>
                </a:lnTo>
                <a:lnTo>
                  <a:pt x="2168" y="1417"/>
                </a:lnTo>
                <a:lnTo>
                  <a:pt x="2211" y="1433"/>
                </a:lnTo>
                <a:lnTo>
                  <a:pt x="2253" y="1450"/>
                </a:lnTo>
                <a:lnTo>
                  <a:pt x="2295" y="1466"/>
                </a:lnTo>
                <a:lnTo>
                  <a:pt x="2336" y="1483"/>
                </a:lnTo>
                <a:lnTo>
                  <a:pt x="2375" y="1501"/>
                </a:lnTo>
                <a:lnTo>
                  <a:pt x="2415" y="1520"/>
                </a:lnTo>
                <a:lnTo>
                  <a:pt x="2453" y="1540"/>
                </a:lnTo>
                <a:lnTo>
                  <a:pt x="2489" y="1561"/>
                </a:lnTo>
                <a:lnTo>
                  <a:pt x="2526" y="1581"/>
                </a:lnTo>
                <a:lnTo>
                  <a:pt x="2560" y="1603"/>
                </a:lnTo>
                <a:lnTo>
                  <a:pt x="2594" y="1625"/>
                </a:lnTo>
                <a:lnTo>
                  <a:pt x="2628" y="1648"/>
                </a:lnTo>
                <a:lnTo>
                  <a:pt x="2659" y="1671"/>
                </a:lnTo>
                <a:lnTo>
                  <a:pt x="2690" y="169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6" name="Freeform 86"/>
          <p:cNvSpPr>
            <a:spLocks/>
          </p:cNvSpPr>
          <p:nvPr/>
        </p:nvSpPr>
        <p:spPr bwMode="gray">
          <a:xfrm>
            <a:off x="5145088" y="4421188"/>
            <a:ext cx="598487" cy="496887"/>
          </a:xfrm>
          <a:custGeom>
            <a:avLst/>
            <a:gdLst/>
            <a:ahLst/>
            <a:cxnLst>
              <a:cxn ang="0">
                <a:pos x="488" y="123"/>
              </a:cxn>
              <a:cxn ang="0">
                <a:pos x="499" y="106"/>
              </a:cxn>
              <a:cxn ang="0">
                <a:pos x="502" y="82"/>
              </a:cxn>
              <a:cxn ang="0">
                <a:pos x="510" y="59"/>
              </a:cxn>
              <a:cxn ang="0">
                <a:pos x="540" y="36"/>
              </a:cxn>
              <a:cxn ang="0">
                <a:pos x="583" y="20"/>
              </a:cxn>
              <a:cxn ang="0">
                <a:pos x="631" y="11"/>
              </a:cxn>
              <a:cxn ang="0">
                <a:pos x="678" y="4"/>
              </a:cxn>
              <a:cxn ang="0">
                <a:pos x="707" y="54"/>
              </a:cxn>
              <a:cxn ang="0">
                <a:pos x="726" y="201"/>
              </a:cxn>
              <a:cxn ang="0">
                <a:pos x="743" y="357"/>
              </a:cxn>
              <a:cxn ang="0">
                <a:pos x="753" y="472"/>
              </a:cxn>
              <a:cxn ang="0">
                <a:pos x="747" y="499"/>
              </a:cxn>
              <a:cxn ang="0">
                <a:pos x="711" y="507"/>
              </a:cxn>
              <a:cxn ang="0">
                <a:pos x="644" y="522"/>
              </a:cxn>
              <a:cxn ang="0">
                <a:pos x="556" y="543"/>
              </a:cxn>
              <a:cxn ang="0">
                <a:pos x="453" y="564"/>
              </a:cxn>
              <a:cxn ang="0">
                <a:pos x="343" y="586"/>
              </a:cxn>
              <a:cxn ang="0">
                <a:pos x="235" y="605"/>
              </a:cxn>
              <a:cxn ang="0">
                <a:pos x="133" y="620"/>
              </a:cxn>
              <a:cxn ang="0">
                <a:pos x="77" y="575"/>
              </a:cxn>
              <a:cxn ang="0">
                <a:pos x="53" y="472"/>
              </a:cxn>
              <a:cxn ang="0">
                <a:pos x="28" y="367"/>
              </a:cxn>
              <a:cxn ang="0">
                <a:pos x="8" y="263"/>
              </a:cxn>
              <a:cxn ang="0">
                <a:pos x="12" y="211"/>
              </a:cxn>
              <a:cxn ang="0">
                <a:pos x="53" y="206"/>
              </a:cxn>
              <a:cxn ang="0">
                <a:pos x="111" y="195"/>
              </a:cxn>
              <a:cxn ang="0">
                <a:pos x="180" y="184"/>
              </a:cxn>
              <a:cxn ang="0">
                <a:pos x="256" y="171"/>
              </a:cxn>
              <a:cxn ang="0">
                <a:pos x="331" y="157"/>
              </a:cxn>
              <a:cxn ang="0">
                <a:pos x="400" y="144"/>
              </a:cxn>
              <a:cxn ang="0">
                <a:pos x="456" y="131"/>
              </a:cxn>
            </a:cxnLst>
            <a:rect l="0" t="0" r="r" b="b"/>
            <a:pathLst>
              <a:path w="753" h="625">
                <a:moveTo>
                  <a:pt x="477" y="127"/>
                </a:moveTo>
                <a:lnTo>
                  <a:pt x="488" y="123"/>
                </a:lnTo>
                <a:lnTo>
                  <a:pt x="495" y="115"/>
                </a:lnTo>
                <a:lnTo>
                  <a:pt x="499" y="106"/>
                </a:lnTo>
                <a:lnTo>
                  <a:pt x="501" y="95"/>
                </a:lnTo>
                <a:lnTo>
                  <a:pt x="502" y="82"/>
                </a:lnTo>
                <a:lnTo>
                  <a:pt x="505" y="72"/>
                </a:lnTo>
                <a:lnTo>
                  <a:pt x="510" y="59"/>
                </a:lnTo>
                <a:lnTo>
                  <a:pt x="520" y="50"/>
                </a:lnTo>
                <a:lnTo>
                  <a:pt x="540" y="36"/>
                </a:lnTo>
                <a:lnTo>
                  <a:pt x="562" y="27"/>
                </a:lnTo>
                <a:lnTo>
                  <a:pt x="583" y="20"/>
                </a:lnTo>
                <a:lnTo>
                  <a:pt x="606" y="15"/>
                </a:lnTo>
                <a:lnTo>
                  <a:pt x="631" y="11"/>
                </a:lnTo>
                <a:lnTo>
                  <a:pt x="654" y="8"/>
                </a:lnTo>
                <a:lnTo>
                  <a:pt x="678" y="4"/>
                </a:lnTo>
                <a:lnTo>
                  <a:pt x="701" y="0"/>
                </a:lnTo>
                <a:lnTo>
                  <a:pt x="707" y="54"/>
                </a:lnTo>
                <a:lnTo>
                  <a:pt x="716" y="123"/>
                </a:lnTo>
                <a:lnTo>
                  <a:pt x="726" y="201"/>
                </a:lnTo>
                <a:lnTo>
                  <a:pt x="735" y="281"/>
                </a:lnTo>
                <a:lnTo>
                  <a:pt x="743" y="357"/>
                </a:lnTo>
                <a:lnTo>
                  <a:pt x="750" y="422"/>
                </a:lnTo>
                <a:lnTo>
                  <a:pt x="753" y="472"/>
                </a:lnTo>
                <a:lnTo>
                  <a:pt x="753" y="498"/>
                </a:lnTo>
                <a:lnTo>
                  <a:pt x="747" y="499"/>
                </a:lnTo>
                <a:lnTo>
                  <a:pt x="734" y="502"/>
                </a:lnTo>
                <a:lnTo>
                  <a:pt x="711" y="507"/>
                </a:lnTo>
                <a:lnTo>
                  <a:pt x="681" y="514"/>
                </a:lnTo>
                <a:lnTo>
                  <a:pt x="644" y="522"/>
                </a:lnTo>
                <a:lnTo>
                  <a:pt x="602" y="532"/>
                </a:lnTo>
                <a:lnTo>
                  <a:pt x="556" y="543"/>
                </a:lnTo>
                <a:lnTo>
                  <a:pt x="506" y="553"/>
                </a:lnTo>
                <a:lnTo>
                  <a:pt x="453" y="564"/>
                </a:lnTo>
                <a:lnTo>
                  <a:pt x="399" y="575"/>
                </a:lnTo>
                <a:lnTo>
                  <a:pt x="343" y="586"/>
                </a:lnTo>
                <a:lnTo>
                  <a:pt x="288" y="595"/>
                </a:lnTo>
                <a:lnTo>
                  <a:pt x="235" y="605"/>
                </a:lnTo>
                <a:lnTo>
                  <a:pt x="182" y="613"/>
                </a:lnTo>
                <a:lnTo>
                  <a:pt x="133" y="620"/>
                </a:lnTo>
                <a:lnTo>
                  <a:pt x="88" y="625"/>
                </a:lnTo>
                <a:lnTo>
                  <a:pt x="77" y="575"/>
                </a:lnTo>
                <a:lnTo>
                  <a:pt x="65" y="525"/>
                </a:lnTo>
                <a:lnTo>
                  <a:pt x="53" y="472"/>
                </a:lnTo>
                <a:lnTo>
                  <a:pt x="41" y="419"/>
                </a:lnTo>
                <a:lnTo>
                  <a:pt x="28" y="367"/>
                </a:lnTo>
                <a:lnTo>
                  <a:pt x="18" y="315"/>
                </a:lnTo>
                <a:lnTo>
                  <a:pt x="8" y="263"/>
                </a:lnTo>
                <a:lnTo>
                  <a:pt x="0" y="213"/>
                </a:lnTo>
                <a:lnTo>
                  <a:pt x="12" y="211"/>
                </a:lnTo>
                <a:lnTo>
                  <a:pt x="30" y="209"/>
                </a:lnTo>
                <a:lnTo>
                  <a:pt x="53" y="206"/>
                </a:lnTo>
                <a:lnTo>
                  <a:pt x="80" y="201"/>
                </a:lnTo>
                <a:lnTo>
                  <a:pt x="111" y="195"/>
                </a:lnTo>
                <a:lnTo>
                  <a:pt x="145" y="190"/>
                </a:lnTo>
                <a:lnTo>
                  <a:pt x="180" y="184"/>
                </a:lnTo>
                <a:lnTo>
                  <a:pt x="218" y="177"/>
                </a:lnTo>
                <a:lnTo>
                  <a:pt x="256" y="171"/>
                </a:lnTo>
                <a:lnTo>
                  <a:pt x="294" y="164"/>
                </a:lnTo>
                <a:lnTo>
                  <a:pt x="331" y="157"/>
                </a:lnTo>
                <a:lnTo>
                  <a:pt x="366" y="150"/>
                </a:lnTo>
                <a:lnTo>
                  <a:pt x="400" y="144"/>
                </a:lnTo>
                <a:lnTo>
                  <a:pt x="430" y="137"/>
                </a:lnTo>
                <a:lnTo>
                  <a:pt x="456" y="131"/>
                </a:lnTo>
                <a:lnTo>
                  <a:pt x="477" y="127"/>
                </a:lnTo>
                <a:close/>
              </a:path>
            </a:pathLst>
          </a:custGeom>
          <a:solidFill>
            <a:srgbClr val="FFB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7" name="Freeform 87"/>
          <p:cNvSpPr>
            <a:spLocks/>
          </p:cNvSpPr>
          <p:nvPr/>
        </p:nvSpPr>
        <p:spPr bwMode="gray">
          <a:xfrm>
            <a:off x="6396038" y="4551363"/>
            <a:ext cx="647700" cy="449262"/>
          </a:xfrm>
          <a:custGeom>
            <a:avLst/>
            <a:gdLst/>
            <a:ahLst/>
            <a:cxnLst>
              <a:cxn ang="0">
                <a:pos x="571" y="115"/>
              </a:cxn>
              <a:cxn ang="0">
                <a:pos x="586" y="104"/>
              </a:cxn>
              <a:cxn ang="0">
                <a:pos x="598" y="85"/>
              </a:cxn>
              <a:cxn ang="0">
                <a:pos x="616" y="67"/>
              </a:cxn>
              <a:cxn ang="0">
                <a:pos x="652" y="58"/>
              </a:cxn>
              <a:cxn ang="0">
                <a:pos x="699" y="61"/>
              </a:cxn>
              <a:cxn ang="0">
                <a:pos x="745" y="71"/>
              </a:cxn>
              <a:cxn ang="0">
                <a:pos x="792" y="84"/>
              </a:cxn>
              <a:cxn ang="0">
                <a:pos x="799" y="141"/>
              </a:cxn>
              <a:cxn ang="0">
                <a:pos x="756" y="282"/>
              </a:cxn>
              <a:cxn ang="0">
                <a:pos x="708" y="432"/>
              </a:cxn>
              <a:cxn ang="0">
                <a:pos x="670" y="541"/>
              </a:cxn>
              <a:cxn ang="0">
                <a:pos x="654" y="564"/>
              </a:cxn>
              <a:cxn ang="0">
                <a:pos x="617" y="557"/>
              </a:cxn>
              <a:cxn ang="0">
                <a:pos x="551" y="544"/>
              </a:cxn>
              <a:cxn ang="0">
                <a:pos x="461" y="526"/>
              </a:cxn>
              <a:cxn ang="0">
                <a:pos x="358" y="504"/>
              </a:cxn>
              <a:cxn ang="0">
                <a:pos x="250" y="479"/>
              </a:cxn>
              <a:cxn ang="0">
                <a:pos x="141" y="453"/>
              </a:cxn>
              <a:cxn ang="0">
                <a:pos x="43" y="424"/>
              </a:cxn>
              <a:cxn ang="0">
                <a:pos x="9" y="362"/>
              </a:cxn>
              <a:cxn ang="0">
                <a:pos x="30" y="257"/>
              </a:cxn>
              <a:cxn ang="0">
                <a:pos x="51" y="152"/>
              </a:cxn>
              <a:cxn ang="0">
                <a:pos x="75" y="48"/>
              </a:cxn>
              <a:cxn ang="0">
                <a:pos x="99" y="4"/>
              </a:cxn>
              <a:cxn ang="0">
                <a:pos x="138" y="14"/>
              </a:cxn>
              <a:cxn ang="0">
                <a:pos x="195" y="29"/>
              </a:cxn>
              <a:cxn ang="0">
                <a:pos x="264" y="46"/>
              </a:cxn>
              <a:cxn ang="0">
                <a:pos x="339" y="65"/>
              </a:cxn>
              <a:cxn ang="0">
                <a:pos x="412" y="82"/>
              </a:cxn>
              <a:cxn ang="0">
                <a:pos x="480" y="99"/>
              </a:cxn>
              <a:cxn ang="0">
                <a:pos x="537" y="111"/>
              </a:cxn>
            </a:cxnLst>
            <a:rect l="0" t="0" r="r" b="b"/>
            <a:pathLst>
              <a:path w="815" h="565">
                <a:moveTo>
                  <a:pt x="559" y="115"/>
                </a:moveTo>
                <a:lnTo>
                  <a:pt x="571" y="115"/>
                </a:lnTo>
                <a:lnTo>
                  <a:pt x="579" y="111"/>
                </a:lnTo>
                <a:lnTo>
                  <a:pt x="586" y="104"/>
                </a:lnTo>
                <a:lnTo>
                  <a:pt x="593" y="95"/>
                </a:lnTo>
                <a:lnTo>
                  <a:pt x="598" y="85"/>
                </a:lnTo>
                <a:lnTo>
                  <a:pt x="606" y="76"/>
                </a:lnTo>
                <a:lnTo>
                  <a:pt x="616" y="67"/>
                </a:lnTo>
                <a:lnTo>
                  <a:pt x="628" y="62"/>
                </a:lnTo>
                <a:lnTo>
                  <a:pt x="652" y="58"/>
                </a:lnTo>
                <a:lnTo>
                  <a:pt x="675" y="58"/>
                </a:lnTo>
                <a:lnTo>
                  <a:pt x="699" y="61"/>
                </a:lnTo>
                <a:lnTo>
                  <a:pt x="722" y="65"/>
                </a:lnTo>
                <a:lnTo>
                  <a:pt x="745" y="71"/>
                </a:lnTo>
                <a:lnTo>
                  <a:pt x="768" y="78"/>
                </a:lnTo>
                <a:lnTo>
                  <a:pt x="792" y="84"/>
                </a:lnTo>
                <a:lnTo>
                  <a:pt x="815" y="89"/>
                </a:lnTo>
                <a:lnTo>
                  <a:pt x="799" y="141"/>
                </a:lnTo>
                <a:lnTo>
                  <a:pt x="777" y="207"/>
                </a:lnTo>
                <a:lnTo>
                  <a:pt x="756" y="282"/>
                </a:lnTo>
                <a:lnTo>
                  <a:pt x="731" y="359"/>
                </a:lnTo>
                <a:lnTo>
                  <a:pt x="708" y="432"/>
                </a:lnTo>
                <a:lnTo>
                  <a:pt x="688" y="495"/>
                </a:lnTo>
                <a:lnTo>
                  <a:pt x="670" y="541"/>
                </a:lnTo>
                <a:lnTo>
                  <a:pt x="659" y="565"/>
                </a:lnTo>
                <a:lnTo>
                  <a:pt x="654" y="564"/>
                </a:lnTo>
                <a:lnTo>
                  <a:pt x="640" y="561"/>
                </a:lnTo>
                <a:lnTo>
                  <a:pt x="617" y="557"/>
                </a:lnTo>
                <a:lnTo>
                  <a:pt x="587" y="552"/>
                </a:lnTo>
                <a:lnTo>
                  <a:pt x="551" y="544"/>
                </a:lnTo>
                <a:lnTo>
                  <a:pt x="507" y="536"/>
                </a:lnTo>
                <a:lnTo>
                  <a:pt x="461" y="526"/>
                </a:lnTo>
                <a:lnTo>
                  <a:pt x="411" y="515"/>
                </a:lnTo>
                <a:lnTo>
                  <a:pt x="358" y="504"/>
                </a:lnTo>
                <a:lnTo>
                  <a:pt x="304" y="492"/>
                </a:lnTo>
                <a:lnTo>
                  <a:pt x="250" y="479"/>
                </a:lnTo>
                <a:lnTo>
                  <a:pt x="194" y="466"/>
                </a:lnTo>
                <a:lnTo>
                  <a:pt x="141" y="453"/>
                </a:lnTo>
                <a:lnTo>
                  <a:pt x="91" y="438"/>
                </a:lnTo>
                <a:lnTo>
                  <a:pt x="43" y="424"/>
                </a:lnTo>
                <a:lnTo>
                  <a:pt x="0" y="411"/>
                </a:lnTo>
                <a:lnTo>
                  <a:pt x="9" y="362"/>
                </a:lnTo>
                <a:lnTo>
                  <a:pt x="20" y="310"/>
                </a:lnTo>
                <a:lnTo>
                  <a:pt x="30" y="257"/>
                </a:lnTo>
                <a:lnTo>
                  <a:pt x="41" y="204"/>
                </a:lnTo>
                <a:lnTo>
                  <a:pt x="51" y="152"/>
                </a:lnTo>
                <a:lnTo>
                  <a:pt x="62" y="100"/>
                </a:lnTo>
                <a:lnTo>
                  <a:pt x="75" y="48"/>
                </a:lnTo>
                <a:lnTo>
                  <a:pt x="88" y="0"/>
                </a:lnTo>
                <a:lnTo>
                  <a:pt x="99" y="4"/>
                </a:lnTo>
                <a:lnTo>
                  <a:pt x="117" y="8"/>
                </a:lnTo>
                <a:lnTo>
                  <a:pt x="138" y="14"/>
                </a:lnTo>
                <a:lnTo>
                  <a:pt x="165" y="21"/>
                </a:lnTo>
                <a:lnTo>
                  <a:pt x="195" y="29"/>
                </a:lnTo>
                <a:lnTo>
                  <a:pt x="229" y="38"/>
                </a:lnTo>
                <a:lnTo>
                  <a:pt x="264" y="46"/>
                </a:lnTo>
                <a:lnTo>
                  <a:pt x="301" y="55"/>
                </a:lnTo>
                <a:lnTo>
                  <a:pt x="339" y="65"/>
                </a:lnTo>
                <a:lnTo>
                  <a:pt x="376" y="73"/>
                </a:lnTo>
                <a:lnTo>
                  <a:pt x="412" y="82"/>
                </a:lnTo>
                <a:lnTo>
                  <a:pt x="448" y="90"/>
                </a:lnTo>
                <a:lnTo>
                  <a:pt x="480" y="99"/>
                </a:lnTo>
                <a:lnTo>
                  <a:pt x="511" y="104"/>
                </a:lnTo>
                <a:lnTo>
                  <a:pt x="537" y="111"/>
                </a:lnTo>
                <a:lnTo>
                  <a:pt x="559" y="115"/>
                </a:lnTo>
                <a:close/>
              </a:path>
            </a:pathLst>
          </a:custGeom>
          <a:solidFill>
            <a:srgbClr val="FFB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8" name="Freeform 88"/>
          <p:cNvSpPr>
            <a:spLocks/>
          </p:cNvSpPr>
          <p:nvPr/>
        </p:nvSpPr>
        <p:spPr bwMode="gray">
          <a:xfrm>
            <a:off x="5818188" y="4159250"/>
            <a:ext cx="577850" cy="409575"/>
          </a:xfrm>
          <a:custGeom>
            <a:avLst/>
            <a:gdLst/>
            <a:ahLst/>
            <a:cxnLst>
              <a:cxn ang="0">
                <a:pos x="484" y="88"/>
              </a:cxn>
              <a:cxn ang="0">
                <a:pos x="496" y="85"/>
              </a:cxn>
              <a:cxn ang="0">
                <a:pos x="503" y="80"/>
              </a:cxn>
              <a:cxn ang="0">
                <a:pos x="509" y="70"/>
              </a:cxn>
              <a:cxn ang="0">
                <a:pos x="513" y="60"/>
              </a:cxn>
              <a:cxn ang="0">
                <a:pos x="517" y="49"/>
              </a:cxn>
              <a:cxn ang="0">
                <a:pos x="521" y="38"/>
              </a:cxn>
              <a:cxn ang="0">
                <a:pos x="529" y="28"/>
              </a:cxn>
              <a:cxn ang="0">
                <a:pos x="540" y="20"/>
              </a:cxn>
              <a:cxn ang="0">
                <a:pos x="563" y="11"/>
              </a:cxn>
              <a:cxn ang="0">
                <a:pos x="586" y="4"/>
              </a:cxn>
              <a:cxn ang="0">
                <a:pos x="609" y="1"/>
              </a:cxn>
              <a:cxn ang="0">
                <a:pos x="632" y="0"/>
              </a:cxn>
              <a:cxn ang="0">
                <a:pos x="655" y="0"/>
              </a:cxn>
              <a:cxn ang="0">
                <a:pos x="679" y="1"/>
              </a:cxn>
              <a:cxn ang="0">
                <a:pos x="703" y="1"/>
              </a:cxn>
              <a:cxn ang="0">
                <a:pos x="727" y="1"/>
              </a:cxn>
              <a:cxn ang="0">
                <a:pos x="719" y="125"/>
              </a:cxn>
              <a:cxn ang="0">
                <a:pos x="711" y="284"/>
              </a:cxn>
              <a:cxn ang="0">
                <a:pos x="700" y="426"/>
              </a:cxn>
              <a:cxn ang="0">
                <a:pos x="690" y="501"/>
              </a:cxn>
              <a:cxn ang="0">
                <a:pos x="685" y="501"/>
              </a:cxn>
              <a:cxn ang="0">
                <a:pos x="671" y="502"/>
              </a:cxn>
              <a:cxn ang="0">
                <a:pos x="648" y="503"/>
              </a:cxn>
              <a:cxn ang="0">
                <a:pos x="617" y="505"/>
              </a:cxn>
              <a:cxn ang="0">
                <a:pos x="580" y="506"/>
              </a:cxn>
              <a:cxn ang="0">
                <a:pos x="537" y="509"/>
              </a:cxn>
              <a:cxn ang="0">
                <a:pos x="490" y="510"/>
              </a:cxn>
              <a:cxn ang="0">
                <a:pos x="438" y="512"/>
              </a:cxn>
              <a:cxn ang="0">
                <a:pos x="385" y="514"/>
              </a:cxn>
              <a:cxn ang="0">
                <a:pos x="329" y="514"/>
              </a:cxn>
              <a:cxn ang="0">
                <a:pos x="272" y="516"/>
              </a:cxn>
              <a:cxn ang="0">
                <a:pos x="217" y="516"/>
              </a:cxn>
              <a:cxn ang="0">
                <a:pos x="163" y="516"/>
              </a:cxn>
              <a:cxn ang="0">
                <a:pos x="110" y="514"/>
              </a:cxn>
              <a:cxn ang="0">
                <a:pos x="60" y="513"/>
              </a:cxn>
              <a:cxn ang="0">
                <a:pos x="15" y="510"/>
              </a:cxn>
              <a:cxn ang="0">
                <a:pos x="9" y="407"/>
              </a:cxn>
              <a:cxn ang="0">
                <a:pos x="4" y="298"/>
              </a:cxn>
              <a:cxn ang="0">
                <a:pos x="0" y="191"/>
              </a:cxn>
              <a:cxn ang="0">
                <a:pos x="1" y="88"/>
              </a:cxn>
              <a:cxn ang="0">
                <a:pos x="13" y="89"/>
              </a:cxn>
              <a:cxn ang="0">
                <a:pos x="31" y="89"/>
              </a:cxn>
              <a:cxn ang="0">
                <a:pos x="54" y="91"/>
              </a:cxn>
              <a:cxn ang="0">
                <a:pos x="81" y="91"/>
              </a:cxn>
              <a:cxn ang="0">
                <a:pos x="112" y="92"/>
              </a:cxn>
              <a:cxn ang="0">
                <a:pos x="146" y="92"/>
              </a:cxn>
              <a:cxn ang="0">
                <a:pos x="183" y="92"/>
              </a:cxn>
              <a:cxn ang="0">
                <a:pos x="221" y="92"/>
              </a:cxn>
              <a:cxn ang="0">
                <a:pos x="259" y="92"/>
              </a:cxn>
              <a:cxn ang="0">
                <a:pos x="297" y="92"/>
              </a:cxn>
              <a:cxn ang="0">
                <a:pos x="335" y="92"/>
              </a:cxn>
              <a:cxn ang="0">
                <a:pos x="372" y="91"/>
              </a:cxn>
              <a:cxn ang="0">
                <a:pos x="404" y="91"/>
              </a:cxn>
              <a:cxn ang="0">
                <a:pos x="435" y="89"/>
              </a:cxn>
              <a:cxn ang="0">
                <a:pos x="462" y="89"/>
              </a:cxn>
              <a:cxn ang="0">
                <a:pos x="484" y="88"/>
              </a:cxn>
            </a:cxnLst>
            <a:rect l="0" t="0" r="r" b="b"/>
            <a:pathLst>
              <a:path w="727" h="516">
                <a:moveTo>
                  <a:pt x="484" y="88"/>
                </a:moveTo>
                <a:lnTo>
                  <a:pt x="496" y="85"/>
                </a:lnTo>
                <a:lnTo>
                  <a:pt x="503" y="80"/>
                </a:lnTo>
                <a:lnTo>
                  <a:pt x="509" y="70"/>
                </a:lnTo>
                <a:lnTo>
                  <a:pt x="513" y="60"/>
                </a:lnTo>
                <a:lnTo>
                  <a:pt x="517" y="49"/>
                </a:lnTo>
                <a:lnTo>
                  <a:pt x="521" y="38"/>
                </a:lnTo>
                <a:lnTo>
                  <a:pt x="529" y="28"/>
                </a:lnTo>
                <a:lnTo>
                  <a:pt x="540" y="20"/>
                </a:lnTo>
                <a:lnTo>
                  <a:pt x="563" y="11"/>
                </a:lnTo>
                <a:lnTo>
                  <a:pt x="586" y="4"/>
                </a:lnTo>
                <a:lnTo>
                  <a:pt x="609" y="1"/>
                </a:lnTo>
                <a:lnTo>
                  <a:pt x="632" y="0"/>
                </a:lnTo>
                <a:lnTo>
                  <a:pt x="655" y="0"/>
                </a:lnTo>
                <a:lnTo>
                  <a:pt x="679" y="1"/>
                </a:lnTo>
                <a:lnTo>
                  <a:pt x="703" y="1"/>
                </a:lnTo>
                <a:lnTo>
                  <a:pt x="727" y="1"/>
                </a:lnTo>
                <a:lnTo>
                  <a:pt x="719" y="125"/>
                </a:lnTo>
                <a:lnTo>
                  <a:pt x="711" y="284"/>
                </a:lnTo>
                <a:lnTo>
                  <a:pt x="700" y="426"/>
                </a:lnTo>
                <a:lnTo>
                  <a:pt x="690" y="501"/>
                </a:lnTo>
                <a:lnTo>
                  <a:pt x="685" y="501"/>
                </a:lnTo>
                <a:lnTo>
                  <a:pt x="671" y="502"/>
                </a:lnTo>
                <a:lnTo>
                  <a:pt x="648" y="503"/>
                </a:lnTo>
                <a:lnTo>
                  <a:pt x="617" y="505"/>
                </a:lnTo>
                <a:lnTo>
                  <a:pt x="580" y="506"/>
                </a:lnTo>
                <a:lnTo>
                  <a:pt x="537" y="509"/>
                </a:lnTo>
                <a:lnTo>
                  <a:pt x="490" y="510"/>
                </a:lnTo>
                <a:lnTo>
                  <a:pt x="438" y="512"/>
                </a:lnTo>
                <a:lnTo>
                  <a:pt x="385" y="514"/>
                </a:lnTo>
                <a:lnTo>
                  <a:pt x="329" y="514"/>
                </a:lnTo>
                <a:lnTo>
                  <a:pt x="272" y="516"/>
                </a:lnTo>
                <a:lnTo>
                  <a:pt x="217" y="516"/>
                </a:lnTo>
                <a:lnTo>
                  <a:pt x="163" y="516"/>
                </a:lnTo>
                <a:lnTo>
                  <a:pt x="110" y="514"/>
                </a:lnTo>
                <a:lnTo>
                  <a:pt x="60" y="513"/>
                </a:lnTo>
                <a:lnTo>
                  <a:pt x="15" y="510"/>
                </a:lnTo>
                <a:lnTo>
                  <a:pt x="9" y="407"/>
                </a:lnTo>
                <a:lnTo>
                  <a:pt x="4" y="298"/>
                </a:lnTo>
                <a:lnTo>
                  <a:pt x="0" y="191"/>
                </a:lnTo>
                <a:lnTo>
                  <a:pt x="1" y="88"/>
                </a:lnTo>
                <a:lnTo>
                  <a:pt x="13" y="89"/>
                </a:lnTo>
                <a:lnTo>
                  <a:pt x="31" y="89"/>
                </a:lnTo>
                <a:lnTo>
                  <a:pt x="54" y="91"/>
                </a:lnTo>
                <a:lnTo>
                  <a:pt x="81" y="91"/>
                </a:lnTo>
                <a:lnTo>
                  <a:pt x="112" y="92"/>
                </a:lnTo>
                <a:lnTo>
                  <a:pt x="146" y="92"/>
                </a:lnTo>
                <a:lnTo>
                  <a:pt x="183" y="92"/>
                </a:lnTo>
                <a:lnTo>
                  <a:pt x="221" y="92"/>
                </a:lnTo>
                <a:lnTo>
                  <a:pt x="259" y="92"/>
                </a:lnTo>
                <a:lnTo>
                  <a:pt x="297" y="92"/>
                </a:lnTo>
                <a:lnTo>
                  <a:pt x="335" y="92"/>
                </a:lnTo>
                <a:lnTo>
                  <a:pt x="372" y="91"/>
                </a:lnTo>
                <a:lnTo>
                  <a:pt x="404" y="91"/>
                </a:lnTo>
                <a:lnTo>
                  <a:pt x="435" y="89"/>
                </a:lnTo>
                <a:lnTo>
                  <a:pt x="462" y="89"/>
                </a:lnTo>
                <a:lnTo>
                  <a:pt x="484" y="88"/>
                </a:lnTo>
                <a:close/>
              </a:path>
            </a:pathLst>
          </a:custGeom>
          <a:solidFill>
            <a:srgbClr val="FFB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49" name="Freeform 89"/>
          <p:cNvSpPr>
            <a:spLocks/>
          </p:cNvSpPr>
          <p:nvPr/>
        </p:nvSpPr>
        <p:spPr bwMode="gray">
          <a:xfrm>
            <a:off x="5006975" y="5072063"/>
            <a:ext cx="2135188" cy="1123950"/>
          </a:xfrm>
          <a:custGeom>
            <a:avLst/>
            <a:gdLst/>
            <a:ahLst/>
            <a:cxnLst>
              <a:cxn ang="0">
                <a:pos x="1974" y="333"/>
              </a:cxn>
              <a:cxn ang="0">
                <a:pos x="1925" y="649"/>
              </a:cxn>
              <a:cxn ang="0">
                <a:pos x="1875" y="959"/>
              </a:cxn>
              <a:cxn ang="0">
                <a:pos x="1826" y="1264"/>
              </a:cxn>
              <a:cxn ang="0">
                <a:pos x="2690" y="1416"/>
              </a:cxn>
              <a:cxn ang="0">
                <a:pos x="2659" y="397"/>
              </a:cxn>
              <a:cxn ang="0">
                <a:pos x="2594" y="351"/>
              </a:cxn>
              <a:cxn ang="0">
                <a:pos x="2526" y="307"/>
              </a:cxn>
              <a:cxn ang="0">
                <a:pos x="2453" y="266"/>
              </a:cxn>
              <a:cxn ang="0">
                <a:pos x="2375" y="227"/>
              </a:cxn>
              <a:cxn ang="0">
                <a:pos x="2295" y="192"/>
              </a:cxn>
              <a:cxn ang="0">
                <a:pos x="2211" y="159"/>
              </a:cxn>
              <a:cxn ang="0">
                <a:pos x="2124" y="128"/>
              </a:cxn>
              <a:cxn ang="0">
                <a:pos x="2035" y="101"/>
              </a:cxn>
              <a:cxn ang="0">
                <a:pos x="1941" y="76"/>
              </a:cxn>
              <a:cxn ang="0">
                <a:pos x="1846" y="56"/>
              </a:cxn>
              <a:cxn ang="0">
                <a:pos x="1747" y="38"/>
              </a:cxn>
              <a:cxn ang="0">
                <a:pos x="1647" y="23"/>
              </a:cxn>
              <a:cxn ang="0">
                <a:pos x="1544" y="13"/>
              </a:cxn>
              <a:cxn ang="0">
                <a:pos x="1439" y="4"/>
              </a:cxn>
              <a:cxn ang="0">
                <a:pos x="1333" y="0"/>
              </a:cxn>
              <a:cxn ang="0">
                <a:pos x="1232" y="0"/>
              </a:cxn>
              <a:cxn ang="0">
                <a:pos x="1139" y="3"/>
              </a:cxn>
              <a:cxn ang="0">
                <a:pos x="1047" y="10"/>
              </a:cxn>
              <a:cxn ang="0">
                <a:pos x="956" y="18"/>
              </a:cxn>
              <a:cxn ang="0">
                <a:pos x="868" y="29"/>
              </a:cxn>
              <a:cxn ang="0">
                <a:pos x="781" y="42"/>
              </a:cxn>
              <a:cxn ang="0">
                <a:pos x="696" y="59"/>
              </a:cxn>
              <a:cxn ang="0">
                <a:pos x="612" y="78"/>
              </a:cxn>
              <a:cxn ang="0">
                <a:pos x="530" y="100"/>
              </a:cxn>
              <a:cxn ang="0">
                <a:pos x="452" y="123"/>
              </a:cxn>
              <a:cxn ang="0">
                <a:pos x="376" y="148"/>
              </a:cxn>
              <a:cxn ang="0">
                <a:pos x="301" y="177"/>
              </a:cxn>
              <a:cxn ang="0">
                <a:pos x="229" y="207"/>
              </a:cxn>
              <a:cxn ang="0">
                <a:pos x="160" y="238"/>
              </a:cxn>
              <a:cxn ang="0">
                <a:pos x="94" y="273"/>
              </a:cxn>
              <a:cxn ang="0">
                <a:pos x="31" y="309"/>
              </a:cxn>
              <a:cxn ang="0">
                <a:pos x="0" y="1416"/>
              </a:cxn>
              <a:cxn ang="0">
                <a:pos x="903" y="1267"/>
              </a:cxn>
              <a:cxn ang="0">
                <a:pos x="859" y="959"/>
              </a:cxn>
              <a:cxn ang="0">
                <a:pos x="807" y="645"/>
              </a:cxn>
              <a:cxn ang="0">
                <a:pos x="760" y="334"/>
              </a:cxn>
              <a:cxn ang="0">
                <a:pos x="753" y="177"/>
              </a:cxn>
              <a:cxn ang="0">
                <a:pos x="794" y="169"/>
              </a:cxn>
              <a:cxn ang="0">
                <a:pos x="853" y="161"/>
              </a:cxn>
              <a:cxn ang="0">
                <a:pos x="928" y="155"/>
              </a:cxn>
              <a:cxn ang="0">
                <a:pos x="1015" y="150"/>
              </a:cxn>
              <a:cxn ang="0">
                <a:pos x="1112" y="146"/>
              </a:cxn>
              <a:cxn ang="0">
                <a:pos x="1215" y="143"/>
              </a:cxn>
              <a:cxn ang="0">
                <a:pos x="1324" y="140"/>
              </a:cxn>
              <a:cxn ang="0">
                <a:pos x="1432" y="140"/>
              </a:cxn>
              <a:cxn ang="0">
                <a:pos x="1540" y="140"/>
              </a:cxn>
              <a:cxn ang="0">
                <a:pos x="1643" y="142"/>
              </a:cxn>
              <a:cxn ang="0">
                <a:pos x="1738" y="144"/>
              </a:cxn>
              <a:cxn ang="0">
                <a:pos x="1823" y="148"/>
              </a:cxn>
              <a:cxn ang="0">
                <a:pos x="1895" y="154"/>
              </a:cxn>
              <a:cxn ang="0">
                <a:pos x="1951" y="161"/>
              </a:cxn>
              <a:cxn ang="0">
                <a:pos x="1987" y="169"/>
              </a:cxn>
            </a:cxnLst>
            <a:rect l="0" t="0" r="r" b="b"/>
            <a:pathLst>
              <a:path w="2690" h="1416">
                <a:moveTo>
                  <a:pt x="1998" y="173"/>
                </a:moveTo>
                <a:lnTo>
                  <a:pt x="1974" y="333"/>
                </a:lnTo>
                <a:lnTo>
                  <a:pt x="1949" y="492"/>
                </a:lnTo>
                <a:lnTo>
                  <a:pt x="1925" y="649"/>
                </a:lnTo>
                <a:lnTo>
                  <a:pt x="1899" y="804"/>
                </a:lnTo>
                <a:lnTo>
                  <a:pt x="1875" y="959"/>
                </a:lnTo>
                <a:lnTo>
                  <a:pt x="1849" y="1112"/>
                </a:lnTo>
                <a:lnTo>
                  <a:pt x="1826" y="1264"/>
                </a:lnTo>
                <a:lnTo>
                  <a:pt x="1801" y="1416"/>
                </a:lnTo>
                <a:lnTo>
                  <a:pt x="2690" y="1416"/>
                </a:lnTo>
                <a:lnTo>
                  <a:pt x="2690" y="420"/>
                </a:lnTo>
                <a:lnTo>
                  <a:pt x="2659" y="397"/>
                </a:lnTo>
                <a:lnTo>
                  <a:pt x="2628" y="374"/>
                </a:lnTo>
                <a:lnTo>
                  <a:pt x="2594" y="351"/>
                </a:lnTo>
                <a:lnTo>
                  <a:pt x="2560" y="329"/>
                </a:lnTo>
                <a:lnTo>
                  <a:pt x="2526" y="307"/>
                </a:lnTo>
                <a:lnTo>
                  <a:pt x="2489" y="287"/>
                </a:lnTo>
                <a:lnTo>
                  <a:pt x="2453" y="266"/>
                </a:lnTo>
                <a:lnTo>
                  <a:pt x="2415" y="246"/>
                </a:lnTo>
                <a:lnTo>
                  <a:pt x="2375" y="227"/>
                </a:lnTo>
                <a:lnTo>
                  <a:pt x="2336" y="209"/>
                </a:lnTo>
                <a:lnTo>
                  <a:pt x="2295" y="192"/>
                </a:lnTo>
                <a:lnTo>
                  <a:pt x="2253" y="176"/>
                </a:lnTo>
                <a:lnTo>
                  <a:pt x="2211" y="159"/>
                </a:lnTo>
                <a:lnTo>
                  <a:pt x="2168" y="143"/>
                </a:lnTo>
                <a:lnTo>
                  <a:pt x="2124" y="128"/>
                </a:lnTo>
                <a:lnTo>
                  <a:pt x="2080" y="114"/>
                </a:lnTo>
                <a:lnTo>
                  <a:pt x="2035" y="101"/>
                </a:lnTo>
                <a:lnTo>
                  <a:pt x="1989" y="89"/>
                </a:lnTo>
                <a:lnTo>
                  <a:pt x="1941" y="76"/>
                </a:lnTo>
                <a:lnTo>
                  <a:pt x="1894" y="66"/>
                </a:lnTo>
                <a:lnTo>
                  <a:pt x="1846" y="56"/>
                </a:lnTo>
                <a:lnTo>
                  <a:pt x="1797" y="47"/>
                </a:lnTo>
                <a:lnTo>
                  <a:pt x="1747" y="38"/>
                </a:lnTo>
                <a:lnTo>
                  <a:pt x="1697" y="30"/>
                </a:lnTo>
                <a:lnTo>
                  <a:pt x="1647" y="23"/>
                </a:lnTo>
                <a:lnTo>
                  <a:pt x="1595" y="17"/>
                </a:lnTo>
                <a:lnTo>
                  <a:pt x="1544" y="13"/>
                </a:lnTo>
                <a:lnTo>
                  <a:pt x="1492" y="9"/>
                </a:lnTo>
                <a:lnTo>
                  <a:pt x="1439" y="4"/>
                </a:lnTo>
                <a:lnTo>
                  <a:pt x="1386" y="2"/>
                </a:lnTo>
                <a:lnTo>
                  <a:pt x="1333" y="0"/>
                </a:lnTo>
                <a:lnTo>
                  <a:pt x="1279" y="0"/>
                </a:lnTo>
                <a:lnTo>
                  <a:pt x="1232" y="0"/>
                </a:lnTo>
                <a:lnTo>
                  <a:pt x="1186" y="2"/>
                </a:lnTo>
                <a:lnTo>
                  <a:pt x="1139" y="3"/>
                </a:lnTo>
                <a:lnTo>
                  <a:pt x="1093" y="6"/>
                </a:lnTo>
                <a:lnTo>
                  <a:pt x="1047" y="10"/>
                </a:lnTo>
                <a:lnTo>
                  <a:pt x="1002" y="13"/>
                </a:lnTo>
                <a:lnTo>
                  <a:pt x="956" y="18"/>
                </a:lnTo>
                <a:lnTo>
                  <a:pt x="912" y="23"/>
                </a:lnTo>
                <a:lnTo>
                  <a:pt x="868" y="29"/>
                </a:lnTo>
                <a:lnTo>
                  <a:pt x="825" y="36"/>
                </a:lnTo>
                <a:lnTo>
                  <a:pt x="781" y="42"/>
                </a:lnTo>
                <a:lnTo>
                  <a:pt x="738" y="51"/>
                </a:lnTo>
                <a:lnTo>
                  <a:pt x="696" y="59"/>
                </a:lnTo>
                <a:lnTo>
                  <a:pt x="654" y="68"/>
                </a:lnTo>
                <a:lnTo>
                  <a:pt x="612" y="78"/>
                </a:lnTo>
                <a:lnTo>
                  <a:pt x="571" y="89"/>
                </a:lnTo>
                <a:lnTo>
                  <a:pt x="530" y="100"/>
                </a:lnTo>
                <a:lnTo>
                  <a:pt x="491" y="110"/>
                </a:lnTo>
                <a:lnTo>
                  <a:pt x="452" y="123"/>
                </a:lnTo>
                <a:lnTo>
                  <a:pt x="414" y="135"/>
                </a:lnTo>
                <a:lnTo>
                  <a:pt x="376" y="148"/>
                </a:lnTo>
                <a:lnTo>
                  <a:pt x="338" y="162"/>
                </a:lnTo>
                <a:lnTo>
                  <a:pt x="301" y="177"/>
                </a:lnTo>
                <a:lnTo>
                  <a:pt x="265" y="190"/>
                </a:lnTo>
                <a:lnTo>
                  <a:pt x="229" y="207"/>
                </a:lnTo>
                <a:lnTo>
                  <a:pt x="194" y="222"/>
                </a:lnTo>
                <a:lnTo>
                  <a:pt x="160" y="238"/>
                </a:lnTo>
                <a:lnTo>
                  <a:pt x="126" y="256"/>
                </a:lnTo>
                <a:lnTo>
                  <a:pt x="94" y="273"/>
                </a:lnTo>
                <a:lnTo>
                  <a:pt x="62" y="291"/>
                </a:lnTo>
                <a:lnTo>
                  <a:pt x="31" y="309"/>
                </a:lnTo>
                <a:lnTo>
                  <a:pt x="0" y="328"/>
                </a:lnTo>
                <a:lnTo>
                  <a:pt x="0" y="1416"/>
                </a:lnTo>
                <a:lnTo>
                  <a:pt x="922" y="1416"/>
                </a:lnTo>
                <a:lnTo>
                  <a:pt x="903" y="1267"/>
                </a:lnTo>
                <a:lnTo>
                  <a:pt x="882" y="1113"/>
                </a:lnTo>
                <a:lnTo>
                  <a:pt x="859" y="959"/>
                </a:lnTo>
                <a:lnTo>
                  <a:pt x="833" y="803"/>
                </a:lnTo>
                <a:lnTo>
                  <a:pt x="807" y="645"/>
                </a:lnTo>
                <a:lnTo>
                  <a:pt x="783" y="489"/>
                </a:lnTo>
                <a:lnTo>
                  <a:pt x="760" y="334"/>
                </a:lnTo>
                <a:lnTo>
                  <a:pt x="741" y="181"/>
                </a:lnTo>
                <a:lnTo>
                  <a:pt x="753" y="177"/>
                </a:lnTo>
                <a:lnTo>
                  <a:pt x="771" y="173"/>
                </a:lnTo>
                <a:lnTo>
                  <a:pt x="794" y="169"/>
                </a:lnTo>
                <a:lnTo>
                  <a:pt x="821" y="165"/>
                </a:lnTo>
                <a:lnTo>
                  <a:pt x="853" y="161"/>
                </a:lnTo>
                <a:lnTo>
                  <a:pt x="889" y="158"/>
                </a:lnTo>
                <a:lnTo>
                  <a:pt x="928" y="155"/>
                </a:lnTo>
                <a:lnTo>
                  <a:pt x="970" y="152"/>
                </a:lnTo>
                <a:lnTo>
                  <a:pt x="1015" y="150"/>
                </a:lnTo>
                <a:lnTo>
                  <a:pt x="1062" y="147"/>
                </a:lnTo>
                <a:lnTo>
                  <a:pt x="1112" y="146"/>
                </a:lnTo>
                <a:lnTo>
                  <a:pt x="1163" y="144"/>
                </a:lnTo>
                <a:lnTo>
                  <a:pt x="1215" y="143"/>
                </a:lnTo>
                <a:lnTo>
                  <a:pt x="1270" y="142"/>
                </a:lnTo>
                <a:lnTo>
                  <a:pt x="1324" y="140"/>
                </a:lnTo>
                <a:lnTo>
                  <a:pt x="1378" y="140"/>
                </a:lnTo>
                <a:lnTo>
                  <a:pt x="1432" y="140"/>
                </a:lnTo>
                <a:lnTo>
                  <a:pt x="1487" y="140"/>
                </a:lnTo>
                <a:lnTo>
                  <a:pt x="1540" y="140"/>
                </a:lnTo>
                <a:lnTo>
                  <a:pt x="1593" y="142"/>
                </a:lnTo>
                <a:lnTo>
                  <a:pt x="1643" y="142"/>
                </a:lnTo>
                <a:lnTo>
                  <a:pt x="1692" y="143"/>
                </a:lnTo>
                <a:lnTo>
                  <a:pt x="1738" y="144"/>
                </a:lnTo>
                <a:lnTo>
                  <a:pt x="1782" y="147"/>
                </a:lnTo>
                <a:lnTo>
                  <a:pt x="1823" y="148"/>
                </a:lnTo>
                <a:lnTo>
                  <a:pt x="1861" y="151"/>
                </a:lnTo>
                <a:lnTo>
                  <a:pt x="1895" y="154"/>
                </a:lnTo>
                <a:lnTo>
                  <a:pt x="1925" y="157"/>
                </a:lnTo>
                <a:lnTo>
                  <a:pt x="1951" y="161"/>
                </a:lnTo>
                <a:lnTo>
                  <a:pt x="1972" y="165"/>
                </a:lnTo>
                <a:lnTo>
                  <a:pt x="1987" y="169"/>
                </a:lnTo>
                <a:lnTo>
                  <a:pt x="1998" y="173"/>
                </a:lnTo>
                <a:close/>
              </a:path>
            </a:pathLst>
          </a:custGeom>
          <a:solidFill>
            <a:srgbClr val="FF99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0" name="Rectangle 90"/>
          <p:cNvSpPr>
            <a:spLocks noChangeArrowheads="1"/>
          </p:cNvSpPr>
          <p:nvPr/>
        </p:nvSpPr>
        <p:spPr bwMode="gray">
          <a:xfrm>
            <a:off x="5948363" y="5611813"/>
            <a:ext cx="282575" cy="317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1" name="Rectangle 91"/>
          <p:cNvSpPr>
            <a:spLocks noChangeArrowheads="1"/>
          </p:cNvSpPr>
          <p:nvPr/>
        </p:nvSpPr>
        <p:spPr bwMode="gray">
          <a:xfrm>
            <a:off x="5953125" y="6059488"/>
            <a:ext cx="280988" cy="317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2" name="Freeform 92"/>
          <p:cNvSpPr>
            <a:spLocks/>
          </p:cNvSpPr>
          <p:nvPr/>
        </p:nvSpPr>
        <p:spPr bwMode="gray">
          <a:xfrm>
            <a:off x="5975350" y="5448300"/>
            <a:ext cx="228600" cy="115888"/>
          </a:xfrm>
          <a:custGeom>
            <a:avLst/>
            <a:gdLst/>
            <a:ahLst/>
            <a:cxnLst>
              <a:cxn ang="0">
                <a:pos x="223" y="145"/>
              </a:cxn>
              <a:cxn ang="0">
                <a:pos x="237" y="144"/>
              </a:cxn>
              <a:cxn ang="0">
                <a:pos x="248" y="140"/>
              </a:cxn>
              <a:cxn ang="0">
                <a:pos x="260" y="134"/>
              </a:cxn>
              <a:cxn ang="0">
                <a:pos x="269" y="126"/>
              </a:cxn>
              <a:cxn ang="0">
                <a:pos x="278" y="117"/>
              </a:cxn>
              <a:cxn ang="0">
                <a:pos x="283" y="106"/>
              </a:cxn>
              <a:cxn ang="0">
                <a:pos x="287" y="94"/>
              </a:cxn>
              <a:cxn ang="0">
                <a:pos x="288" y="82"/>
              </a:cxn>
              <a:cxn ang="0">
                <a:pos x="288" y="65"/>
              </a:cxn>
              <a:cxn ang="0">
                <a:pos x="287" y="52"/>
              </a:cxn>
              <a:cxn ang="0">
                <a:pos x="283" y="39"/>
              </a:cxn>
              <a:cxn ang="0">
                <a:pos x="278" y="29"/>
              </a:cxn>
              <a:cxn ang="0">
                <a:pos x="269" y="19"/>
              </a:cxn>
              <a:cxn ang="0">
                <a:pos x="260" y="11"/>
              </a:cxn>
              <a:cxn ang="0">
                <a:pos x="248" y="6"/>
              </a:cxn>
              <a:cxn ang="0">
                <a:pos x="237" y="1"/>
              </a:cxn>
              <a:cxn ang="0">
                <a:pos x="223" y="0"/>
              </a:cxn>
              <a:cxn ang="0">
                <a:pos x="63" y="0"/>
              </a:cxn>
              <a:cxn ang="0">
                <a:pos x="51" y="1"/>
              </a:cxn>
              <a:cxn ang="0">
                <a:pos x="39" y="6"/>
              </a:cxn>
              <a:cxn ang="0">
                <a:pos x="28" y="11"/>
              </a:cxn>
              <a:cxn ang="0">
                <a:pos x="19" y="19"/>
              </a:cxn>
              <a:cxn ang="0">
                <a:pos x="10" y="29"/>
              </a:cxn>
              <a:cxn ang="0">
                <a:pos x="5" y="39"/>
              </a:cxn>
              <a:cxn ang="0">
                <a:pos x="1" y="52"/>
              </a:cxn>
              <a:cxn ang="0">
                <a:pos x="0" y="65"/>
              </a:cxn>
              <a:cxn ang="0">
                <a:pos x="0" y="82"/>
              </a:cxn>
              <a:cxn ang="0">
                <a:pos x="1" y="94"/>
              </a:cxn>
              <a:cxn ang="0">
                <a:pos x="5" y="106"/>
              </a:cxn>
              <a:cxn ang="0">
                <a:pos x="10" y="117"/>
              </a:cxn>
              <a:cxn ang="0">
                <a:pos x="19" y="126"/>
              </a:cxn>
              <a:cxn ang="0">
                <a:pos x="28" y="134"/>
              </a:cxn>
              <a:cxn ang="0">
                <a:pos x="39" y="140"/>
              </a:cxn>
              <a:cxn ang="0">
                <a:pos x="51" y="144"/>
              </a:cxn>
              <a:cxn ang="0">
                <a:pos x="63" y="145"/>
              </a:cxn>
              <a:cxn ang="0">
                <a:pos x="223" y="145"/>
              </a:cxn>
            </a:cxnLst>
            <a:rect l="0" t="0" r="r" b="b"/>
            <a:pathLst>
              <a:path w="288" h="145">
                <a:moveTo>
                  <a:pt x="223" y="145"/>
                </a:moveTo>
                <a:lnTo>
                  <a:pt x="237" y="144"/>
                </a:lnTo>
                <a:lnTo>
                  <a:pt x="248" y="140"/>
                </a:lnTo>
                <a:lnTo>
                  <a:pt x="260" y="134"/>
                </a:lnTo>
                <a:lnTo>
                  <a:pt x="269" y="126"/>
                </a:lnTo>
                <a:lnTo>
                  <a:pt x="278" y="117"/>
                </a:lnTo>
                <a:lnTo>
                  <a:pt x="283" y="106"/>
                </a:lnTo>
                <a:lnTo>
                  <a:pt x="287" y="94"/>
                </a:lnTo>
                <a:lnTo>
                  <a:pt x="288" y="82"/>
                </a:lnTo>
                <a:lnTo>
                  <a:pt x="288" y="65"/>
                </a:lnTo>
                <a:lnTo>
                  <a:pt x="287" y="52"/>
                </a:lnTo>
                <a:lnTo>
                  <a:pt x="283" y="39"/>
                </a:lnTo>
                <a:lnTo>
                  <a:pt x="278" y="29"/>
                </a:lnTo>
                <a:lnTo>
                  <a:pt x="269" y="19"/>
                </a:lnTo>
                <a:lnTo>
                  <a:pt x="260" y="11"/>
                </a:lnTo>
                <a:lnTo>
                  <a:pt x="248" y="6"/>
                </a:lnTo>
                <a:lnTo>
                  <a:pt x="237" y="1"/>
                </a:lnTo>
                <a:lnTo>
                  <a:pt x="223" y="0"/>
                </a:lnTo>
                <a:lnTo>
                  <a:pt x="63" y="0"/>
                </a:lnTo>
                <a:lnTo>
                  <a:pt x="51" y="1"/>
                </a:lnTo>
                <a:lnTo>
                  <a:pt x="39" y="6"/>
                </a:lnTo>
                <a:lnTo>
                  <a:pt x="28" y="11"/>
                </a:lnTo>
                <a:lnTo>
                  <a:pt x="19" y="19"/>
                </a:lnTo>
                <a:lnTo>
                  <a:pt x="10" y="29"/>
                </a:lnTo>
                <a:lnTo>
                  <a:pt x="5" y="39"/>
                </a:lnTo>
                <a:lnTo>
                  <a:pt x="1" y="52"/>
                </a:lnTo>
                <a:lnTo>
                  <a:pt x="0" y="65"/>
                </a:lnTo>
                <a:lnTo>
                  <a:pt x="0" y="82"/>
                </a:lnTo>
                <a:lnTo>
                  <a:pt x="1" y="94"/>
                </a:lnTo>
                <a:lnTo>
                  <a:pt x="5" y="106"/>
                </a:lnTo>
                <a:lnTo>
                  <a:pt x="10" y="117"/>
                </a:lnTo>
                <a:lnTo>
                  <a:pt x="19" y="126"/>
                </a:lnTo>
                <a:lnTo>
                  <a:pt x="28" y="134"/>
                </a:lnTo>
                <a:lnTo>
                  <a:pt x="39" y="140"/>
                </a:lnTo>
                <a:lnTo>
                  <a:pt x="51" y="144"/>
                </a:lnTo>
                <a:lnTo>
                  <a:pt x="63" y="145"/>
                </a:lnTo>
                <a:lnTo>
                  <a:pt x="223" y="145"/>
                </a:lnTo>
                <a:close/>
              </a:path>
            </a:pathLst>
          </a:custGeom>
          <a:solidFill>
            <a:srgbClr val="FFFFB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3" name="Freeform 93"/>
          <p:cNvSpPr>
            <a:spLocks/>
          </p:cNvSpPr>
          <p:nvPr/>
        </p:nvSpPr>
        <p:spPr bwMode="gray">
          <a:xfrm>
            <a:off x="5981700" y="5895975"/>
            <a:ext cx="228600" cy="114300"/>
          </a:xfrm>
          <a:custGeom>
            <a:avLst/>
            <a:gdLst/>
            <a:ahLst/>
            <a:cxnLst>
              <a:cxn ang="0">
                <a:pos x="223" y="146"/>
              </a:cxn>
              <a:cxn ang="0">
                <a:pos x="237" y="144"/>
              </a:cxn>
              <a:cxn ang="0">
                <a:pos x="248" y="140"/>
              </a:cxn>
              <a:cxn ang="0">
                <a:pos x="260" y="135"/>
              </a:cxn>
              <a:cxn ang="0">
                <a:pos x="270" y="127"/>
              </a:cxn>
              <a:cxn ang="0">
                <a:pos x="278" y="117"/>
              </a:cxn>
              <a:cxn ang="0">
                <a:pos x="283" y="105"/>
              </a:cxn>
              <a:cxn ang="0">
                <a:pos x="287" y="94"/>
              </a:cxn>
              <a:cxn ang="0">
                <a:pos x="289" y="80"/>
              </a:cxn>
              <a:cxn ang="0">
                <a:pos x="289" y="64"/>
              </a:cxn>
              <a:cxn ang="0">
                <a:pos x="287" y="52"/>
              </a:cxn>
              <a:cxn ang="0">
                <a:pos x="283" y="40"/>
              </a:cxn>
              <a:cxn ang="0">
                <a:pos x="278" y="29"/>
              </a:cxn>
              <a:cxn ang="0">
                <a:pos x="270" y="19"/>
              </a:cxn>
              <a:cxn ang="0">
                <a:pos x="260" y="11"/>
              </a:cxn>
              <a:cxn ang="0">
                <a:pos x="248" y="6"/>
              </a:cxn>
              <a:cxn ang="0">
                <a:pos x="237" y="2"/>
              </a:cxn>
              <a:cxn ang="0">
                <a:pos x="223" y="0"/>
              </a:cxn>
              <a:cxn ang="0">
                <a:pos x="63" y="0"/>
              </a:cxn>
              <a:cxn ang="0">
                <a:pos x="51" y="2"/>
              </a:cxn>
              <a:cxn ang="0">
                <a:pos x="39" y="6"/>
              </a:cxn>
              <a:cxn ang="0">
                <a:pos x="28" y="11"/>
              </a:cxn>
              <a:cxn ang="0">
                <a:pos x="19" y="19"/>
              </a:cxn>
              <a:cxn ang="0">
                <a:pos x="11" y="29"/>
              </a:cxn>
              <a:cxn ang="0">
                <a:pos x="5" y="40"/>
              </a:cxn>
              <a:cxn ang="0">
                <a:pos x="1" y="52"/>
              </a:cxn>
              <a:cxn ang="0">
                <a:pos x="0" y="64"/>
              </a:cxn>
              <a:cxn ang="0">
                <a:pos x="0" y="80"/>
              </a:cxn>
              <a:cxn ang="0">
                <a:pos x="1" y="94"/>
              </a:cxn>
              <a:cxn ang="0">
                <a:pos x="5" y="105"/>
              </a:cxn>
              <a:cxn ang="0">
                <a:pos x="11" y="117"/>
              </a:cxn>
              <a:cxn ang="0">
                <a:pos x="19" y="127"/>
              </a:cxn>
              <a:cxn ang="0">
                <a:pos x="28" y="135"/>
              </a:cxn>
              <a:cxn ang="0">
                <a:pos x="39" y="140"/>
              </a:cxn>
              <a:cxn ang="0">
                <a:pos x="51" y="144"/>
              </a:cxn>
              <a:cxn ang="0">
                <a:pos x="63" y="146"/>
              </a:cxn>
              <a:cxn ang="0">
                <a:pos x="223" y="146"/>
              </a:cxn>
            </a:cxnLst>
            <a:rect l="0" t="0" r="r" b="b"/>
            <a:pathLst>
              <a:path w="289" h="146">
                <a:moveTo>
                  <a:pt x="223" y="146"/>
                </a:moveTo>
                <a:lnTo>
                  <a:pt x="237" y="144"/>
                </a:lnTo>
                <a:lnTo>
                  <a:pt x="248" y="140"/>
                </a:lnTo>
                <a:lnTo>
                  <a:pt x="260" y="135"/>
                </a:lnTo>
                <a:lnTo>
                  <a:pt x="270" y="127"/>
                </a:lnTo>
                <a:lnTo>
                  <a:pt x="278" y="117"/>
                </a:lnTo>
                <a:lnTo>
                  <a:pt x="283" y="105"/>
                </a:lnTo>
                <a:lnTo>
                  <a:pt x="287" y="94"/>
                </a:lnTo>
                <a:lnTo>
                  <a:pt x="289" y="80"/>
                </a:lnTo>
                <a:lnTo>
                  <a:pt x="289" y="64"/>
                </a:lnTo>
                <a:lnTo>
                  <a:pt x="287" y="52"/>
                </a:lnTo>
                <a:lnTo>
                  <a:pt x="283" y="40"/>
                </a:lnTo>
                <a:lnTo>
                  <a:pt x="278" y="29"/>
                </a:lnTo>
                <a:lnTo>
                  <a:pt x="270" y="19"/>
                </a:lnTo>
                <a:lnTo>
                  <a:pt x="260" y="11"/>
                </a:lnTo>
                <a:lnTo>
                  <a:pt x="248" y="6"/>
                </a:lnTo>
                <a:lnTo>
                  <a:pt x="237" y="2"/>
                </a:lnTo>
                <a:lnTo>
                  <a:pt x="223" y="0"/>
                </a:lnTo>
                <a:lnTo>
                  <a:pt x="63" y="0"/>
                </a:lnTo>
                <a:lnTo>
                  <a:pt x="51" y="2"/>
                </a:lnTo>
                <a:lnTo>
                  <a:pt x="39" y="6"/>
                </a:lnTo>
                <a:lnTo>
                  <a:pt x="28" y="11"/>
                </a:lnTo>
                <a:lnTo>
                  <a:pt x="19" y="19"/>
                </a:lnTo>
                <a:lnTo>
                  <a:pt x="11" y="29"/>
                </a:lnTo>
                <a:lnTo>
                  <a:pt x="5" y="40"/>
                </a:lnTo>
                <a:lnTo>
                  <a:pt x="1" y="52"/>
                </a:lnTo>
                <a:lnTo>
                  <a:pt x="0" y="64"/>
                </a:lnTo>
                <a:lnTo>
                  <a:pt x="0" y="80"/>
                </a:lnTo>
                <a:lnTo>
                  <a:pt x="1" y="94"/>
                </a:lnTo>
                <a:lnTo>
                  <a:pt x="5" y="105"/>
                </a:lnTo>
                <a:lnTo>
                  <a:pt x="11" y="117"/>
                </a:lnTo>
                <a:lnTo>
                  <a:pt x="19" y="127"/>
                </a:lnTo>
                <a:lnTo>
                  <a:pt x="28" y="135"/>
                </a:lnTo>
                <a:lnTo>
                  <a:pt x="39" y="140"/>
                </a:lnTo>
                <a:lnTo>
                  <a:pt x="51" y="144"/>
                </a:lnTo>
                <a:lnTo>
                  <a:pt x="63" y="146"/>
                </a:lnTo>
                <a:lnTo>
                  <a:pt x="223" y="146"/>
                </a:lnTo>
                <a:close/>
              </a:path>
            </a:pathLst>
          </a:custGeom>
          <a:solidFill>
            <a:srgbClr val="FFFFB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4" name="Freeform 94"/>
          <p:cNvSpPr>
            <a:spLocks/>
          </p:cNvSpPr>
          <p:nvPr/>
        </p:nvSpPr>
        <p:spPr bwMode="gray">
          <a:xfrm>
            <a:off x="5926138" y="4364038"/>
            <a:ext cx="300037" cy="996950"/>
          </a:xfrm>
          <a:custGeom>
            <a:avLst/>
            <a:gdLst/>
            <a:ahLst/>
            <a:cxnLst>
              <a:cxn ang="0">
                <a:pos x="192" y="1014"/>
              </a:cxn>
              <a:cxn ang="0">
                <a:pos x="161" y="724"/>
              </a:cxn>
              <a:cxn ang="0">
                <a:pos x="171" y="431"/>
              </a:cxn>
              <a:cxn ang="0">
                <a:pos x="224" y="143"/>
              </a:cxn>
              <a:cxn ang="0">
                <a:pos x="265" y="3"/>
              </a:cxn>
              <a:cxn ang="0">
                <a:pos x="265" y="3"/>
              </a:cxn>
              <a:cxn ang="0">
                <a:pos x="265" y="3"/>
              </a:cxn>
              <a:cxn ang="0">
                <a:pos x="264" y="0"/>
              </a:cxn>
              <a:cxn ang="0">
                <a:pos x="261" y="0"/>
              </a:cxn>
              <a:cxn ang="0">
                <a:pos x="258" y="0"/>
              </a:cxn>
              <a:cxn ang="0">
                <a:pos x="207" y="137"/>
              </a:cxn>
              <a:cxn ang="0">
                <a:pos x="139" y="425"/>
              </a:cxn>
              <a:cxn ang="0">
                <a:pos x="117" y="721"/>
              </a:cxn>
              <a:cxn ang="0">
                <a:pos x="143" y="1013"/>
              </a:cxn>
              <a:cxn ang="0">
                <a:pos x="156" y="1134"/>
              </a:cxn>
              <a:cxn ang="0">
                <a:pos x="101" y="1100"/>
              </a:cxn>
              <a:cxn ang="0">
                <a:pos x="41" y="1071"/>
              </a:cxn>
              <a:cxn ang="0">
                <a:pos x="3" y="1058"/>
              </a:cxn>
              <a:cxn ang="0">
                <a:pos x="14" y="1064"/>
              </a:cxn>
              <a:cxn ang="0">
                <a:pos x="44" y="1088"/>
              </a:cxn>
              <a:cxn ang="0">
                <a:pos x="78" y="1119"/>
              </a:cxn>
              <a:cxn ang="0">
                <a:pos x="113" y="1154"/>
              </a:cxn>
              <a:cxn ang="0">
                <a:pos x="146" y="1188"/>
              </a:cxn>
              <a:cxn ang="0">
                <a:pos x="177" y="1219"/>
              </a:cxn>
              <a:cxn ang="0">
                <a:pos x="200" y="1244"/>
              </a:cxn>
              <a:cxn ang="0">
                <a:pos x="218" y="1256"/>
              </a:cxn>
              <a:cxn ang="0">
                <a:pos x="231" y="1246"/>
              </a:cxn>
              <a:cxn ang="0">
                <a:pos x="268" y="1181"/>
              </a:cxn>
              <a:cxn ang="0">
                <a:pos x="315" y="1086"/>
              </a:cxn>
              <a:cxn ang="0">
                <a:pos x="361" y="994"/>
              </a:cxn>
              <a:cxn ang="0">
                <a:pos x="375" y="961"/>
              </a:cxn>
              <a:cxn ang="0">
                <a:pos x="340" y="998"/>
              </a:cxn>
              <a:cxn ang="0">
                <a:pos x="288" y="1058"/>
              </a:cxn>
              <a:cxn ang="0">
                <a:pos x="241" y="1126"/>
              </a:cxn>
            </a:cxnLst>
            <a:rect l="0" t="0" r="r" b="b"/>
            <a:pathLst>
              <a:path w="379" h="1257">
                <a:moveTo>
                  <a:pt x="226" y="1157"/>
                </a:moveTo>
                <a:lnTo>
                  <a:pt x="192" y="1014"/>
                </a:lnTo>
                <a:lnTo>
                  <a:pt x="170" y="870"/>
                </a:lnTo>
                <a:lnTo>
                  <a:pt x="161" y="724"/>
                </a:lnTo>
                <a:lnTo>
                  <a:pt x="161" y="577"/>
                </a:lnTo>
                <a:lnTo>
                  <a:pt x="171" y="431"/>
                </a:lnTo>
                <a:lnTo>
                  <a:pt x="193" y="285"/>
                </a:lnTo>
                <a:lnTo>
                  <a:pt x="224" y="143"/>
                </a:lnTo>
                <a:lnTo>
                  <a:pt x="265" y="2"/>
                </a:lnTo>
                <a:lnTo>
                  <a:pt x="265" y="3"/>
                </a:lnTo>
                <a:lnTo>
                  <a:pt x="265" y="3"/>
                </a:lnTo>
                <a:lnTo>
                  <a:pt x="265" y="3"/>
                </a:lnTo>
                <a:lnTo>
                  <a:pt x="265" y="4"/>
                </a:lnTo>
                <a:lnTo>
                  <a:pt x="265" y="3"/>
                </a:lnTo>
                <a:lnTo>
                  <a:pt x="265" y="2"/>
                </a:lnTo>
                <a:lnTo>
                  <a:pt x="264" y="0"/>
                </a:lnTo>
                <a:lnTo>
                  <a:pt x="262" y="0"/>
                </a:lnTo>
                <a:lnTo>
                  <a:pt x="261" y="0"/>
                </a:lnTo>
                <a:lnTo>
                  <a:pt x="260" y="0"/>
                </a:lnTo>
                <a:lnTo>
                  <a:pt x="258" y="0"/>
                </a:lnTo>
                <a:lnTo>
                  <a:pt x="258" y="2"/>
                </a:lnTo>
                <a:lnTo>
                  <a:pt x="207" y="137"/>
                </a:lnTo>
                <a:lnTo>
                  <a:pt x="167" y="279"/>
                </a:lnTo>
                <a:lnTo>
                  <a:pt x="139" y="425"/>
                </a:lnTo>
                <a:lnTo>
                  <a:pt x="123" y="573"/>
                </a:lnTo>
                <a:lnTo>
                  <a:pt x="117" y="721"/>
                </a:lnTo>
                <a:lnTo>
                  <a:pt x="124" y="869"/>
                </a:lnTo>
                <a:lnTo>
                  <a:pt x="143" y="1013"/>
                </a:lnTo>
                <a:lnTo>
                  <a:pt x="174" y="1151"/>
                </a:lnTo>
                <a:lnTo>
                  <a:pt x="156" y="1134"/>
                </a:lnTo>
                <a:lnTo>
                  <a:pt x="131" y="1116"/>
                </a:lnTo>
                <a:lnTo>
                  <a:pt x="101" y="1100"/>
                </a:lnTo>
                <a:lnTo>
                  <a:pt x="70" y="1083"/>
                </a:lnTo>
                <a:lnTo>
                  <a:pt x="41" y="1071"/>
                </a:lnTo>
                <a:lnTo>
                  <a:pt x="17" y="1062"/>
                </a:lnTo>
                <a:lnTo>
                  <a:pt x="3" y="1058"/>
                </a:lnTo>
                <a:lnTo>
                  <a:pt x="0" y="1058"/>
                </a:lnTo>
                <a:lnTo>
                  <a:pt x="14" y="1064"/>
                </a:lnTo>
                <a:lnTo>
                  <a:pt x="29" y="1075"/>
                </a:lnTo>
                <a:lnTo>
                  <a:pt x="44" y="1088"/>
                </a:lnTo>
                <a:lnTo>
                  <a:pt x="62" y="1102"/>
                </a:lnTo>
                <a:lnTo>
                  <a:pt x="78" y="1119"/>
                </a:lnTo>
                <a:lnTo>
                  <a:pt x="95" y="1136"/>
                </a:lnTo>
                <a:lnTo>
                  <a:pt x="113" y="1154"/>
                </a:lnTo>
                <a:lnTo>
                  <a:pt x="129" y="1172"/>
                </a:lnTo>
                <a:lnTo>
                  <a:pt x="146" y="1188"/>
                </a:lnTo>
                <a:lnTo>
                  <a:pt x="162" y="1204"/>
                </a:lnTo>
                <a:lnTo>
                  <a:pt x="177" y="1219"/>
                </a:lnTo>
                <a:lnTo>
                  <a:pt x="189" y="1233"/>
                </a:lnTo>
                <a:lnTo>
                  <a:pt x="200" y="1244"/>
                </a:lnTo>
                <a:lnTo>
                  <a:pt x="209" y="1252"/>
                </a:lnTo>
                <a:lnTo>
                  <a:pt x="218" y="1256"/>
                </a:lnTo>
                <a:lnTo>
                  <a:pt x="222" y="1257"/>
                </a:lnTo>
                <a:lnTo>
                  <a:pt x="231" y="1246"/>
                </a:lnTo>
                <a:lnTo>
                  <a:pt x="247" y="1219"/>
                </a:lnTo>
                <a:lnTo>
                  <a:pt x="268" y="1181"/>
                </a:lnTo>
                <a:lnTo>
                  <a:pt x="291" y="1135"/>
                </a:lnTo>
                <a:lnTo>
                  <a:pt x="315" y="1086"/>
                </a:lnTo>
                <a:lnTo>
                  <a:pt x="340" y="1037"/>
                </a:lnTo>
                <a:lnTo>
                  <a:pt x="361" y="994"/>
                </a:lnTo>
                <a:lnTo>
                  <a:pt x="379" y="959"/>
                </a:lnTo>
                <a:lnTo>
                  <a:pt x="375" y="961"/>
                </a:lnTo>
                <a:lnTo>
                  <a:pt x="361" y="976"/>
                </a:lnTo>
                <a:lnTo>
                  <a:pt x="340" y="998"/>
                </a:lnTo>
                <a:lnTo>
                  <a:pt x="315" y="1025"/>
                </a:lnTo>
                <a:lnTo>
                  <a:pt x="288" y="1058"/>
                </a:lnTo>
                <a:lnTo>
                  <a:pt x="262" y="1092"/>
                </a:lnTo>
                <a:lnTo>
                  <a:pt x="241" y="1126"/>
                </a:lnTo>
                <a:lnTo>
                  <a:pt x="226" y="1157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5" name="Freeform 95"/>
          <p:cNvSpPr>
            <a:spLocks/>
          </p:cNvSpPr>
          <p:nvPr/>
        </p:nvSpPr>
        <p:spPr bwMode="gray">
          <a:xfrm>
            <a:off x="5349875" y="4810125"/>
            <a:ext cx="538163" cy="533400"/>
          </a:xfrm>
          <a:custGeom>
            <a:avLst/>
            <a:gdLst/>
            <a:ahLst/>
            <a:cxnLst>
              <a:cxn ang="0">
                <a:pos x="569" y="499"/>
              </a:cxn>
              <a:cxn ang="0">
                <a:pos x="527" y="403"/>
              </a:cxn>
              <a:cxn ang="0">
                <a:pos x="473" y="310"/>
              </a:cxn>
              <a:cxn ang="0">
                <a:pos x="409" y="224"/>
              </a:cxn>
              <a:cxn ang="0">
                <a:pos x="335" y="146"/>
              </a:cxn>
              <a:cxn ang="0">
                <a:pos x="252" y="82"/>
              </a:cxn>
              <a:cxn ang="0">
                <a:pos x="160" y="35"/>
              </a:cxn>
              <a:cxn ang="0">
                <a:pos x="61" y="5"/>
              </a:cxn>
              <a:cxn ang="0">
                <a:pos x="5" y="0"/>
              </a:cxn>
              <a:cxn ang="0">
                <a:pos x="1" y="4"/>
              </a:cxn>
              <a:cxn ang="0">
                <a:pos x="0" y="10"/>
              </a:cxn>
              <a:cxn ang="0">
                <a:pos x="2" y="16"/>
              </a:cxn>
              <a:cxn ang="0">
                <a:pos x="7" y="12"/>
              </a:cxn>
              <a:cxn ang="0">
                <a:pos x="108" y="39"/>
              </a:cxn>
              <a:cxn ang="0">
                <a:pos x="199" y="84"/>
              </a:cxn>
              <a:cxn ang="0">
                <a:pos x="281" y="142"/>
              </a:cxn>
              <a:cxn ang="0">
                <a:pos x="351" y="214"/>
              </a:cxn>
              <a:cxn ang="0">
                <a:pos x="412" y="297"/>
              </a:cxn>
              <a:cxn ang="0">
                <a:pos x="462" y="386"/>
              </a:cxn>
              <a:cxn ang="0">
                <a:pos x="503" y="481"/>
              </a:cxn>
              <a:cxn ang="0">
                <a:pos x="533" y="579"/>
              </a:cxn>
              <a:cxn ang="0">
                <a:pos x="510" y="560"/>
              </a:cxn>
              <a:cxn ang="0">
                <a:pos x="480" y="544"/>
              </a:cxn>
              <a:cxn ang="0">
                <a:pos x="445" y="530"/>
              </a:cxn>
              <a:cxn ang="0">
                <a:pos x="408" y="519"/>
              </a:cxn>
              <a:cxn ang="0">
                <a:pos x="374" y="511"/>
              </a:cxn>
              <a:cxn ang="0">
                <a:pos x="347" y="507"/>
              </a:cxn>
              <a:cxn ang="0">
                <a:pos x="331" y="505"/>
              </a:cxn>
              <a:cxn ang="0">
                <a:pos x="327" y="506"/>
              </a:cxn>
              <a:cxn ang="0">
                <a:pos x="344" y="513"/>
              </a:cxn>
              <a:cxn ang="0">
                <a:pos x="380" y="536"/>
              </a:cxn>
              <a:cxn ang="0">
                <a:pos x="420" y="562"/>
              </a:cxn>
              <a:cxn ang="0">
                <a:pos x="465" y="590"/>
              </a:cxn>
              <a:cxn ang="0">
                <a:pos x="507" y="617"/>
              </a:cxn>
              <a:cxn ang="0">
                <a:pos x="544" y="642"/>
              </a:cxn>
              <a:cxn ang="0">
                <a:pos x="572" y="659"/>
              </a:cxn>
              <a:cxn ang="0">
                <a:pos x="590" y="669"/>
              </a:cxn>
              <a:cxn ang="0">
                <a:pos x="599" y="659"/>
              </a:cxn>
              <a:cxn ang="0">
                <a:pos x="622" y="597"/>
              </a:cxn>
              <a:cxn ang="0">
                <a:pos x="650" y="506"/>
              </a:cxn>
              <a:cxn ang="0">
                <a:pos x="671" y="418"/>
              </a:cxn>
              <a:cxn ang="0">
                <a:pos x="677" y="388"/>
              </a:cxn>
              <a:cxn ang="0">
                <a:pos x="655" y="419"/>
              </a:cxn>
              <a:cxn ang="0">
                <a:pos x="622" y="469"/>
              </a:cxn>
              <a:cxn ang="0">
                <a:pos x="594" y="524"/>
              </a:cxn>
            </a:cxnLst>
            <a:rect l="0" t="0" r="r" b="b"/>
            <a:pathLst>
              <a:path w="678" h="670">
                <a:moveTo>
                  <a:pt x="586" y="547"/>
                </a:moveTo>
                <a:lnTo>
                  <a:pt x="569" y="499"/>
                </a:lnTo>
                <a:lnTo>
                  <a:pt x="549" y="450"/>
                </a:lnTo>
                <a:lnTo>
                  <a:pt x="527" y="403"/>
                </a:lnTo>
                <a:lnTo>
                  <a:pt x="502" y="355"/>
                </a:lnTo>
                <a:lnTo>
                  <a:pt x="473" y="310"/>
                </a:lnTo>
                <a:lnTo>
                  <a:pt x="442" y="266"/>
                </a:lnTo>
                <a:lnTo>
                  <a:pt x="409" y="224"/>
                </a:lnTo>
                <a:lnTo>
                  <a:pt x="373" y="183"/>
                </a:lnTo>
                <a:lnTo>
                  <a:pt x="335" y="146"/>
                </a:lnTo>
                <a:lnTo>
                  <a:pt x="294" y="112"/>
                </a:lnTo>
                <a:lnTo>
                  <a:pt x="252" y="82"/>
                </a:lnTo>
                <a:lnTo>
                  <a:pt x="207" y="57"/>
                </a:lnTo>
                <a:lnTo>
                  <a:pt x="160" y="35"/>
                </a:lnTo>
                <a:lnTo>
                  <a:pt x="112" y="17"/>
                </a:lnTo>
                <a:lnTo>
                  <a:pt x="61" y="5"/>
                </a:lnTo>
                <a:lnTo>
                  <a:pt x="9" y="0"/>
                </a:lnTo>
                <a:lnTo>
                  <a:pt x="5" y="0"/>
                </a:lnTo>
                <a:lnTo>
                  <a:pt x="2" y="1"/>
                </a:lnTo>
                <a:lnTo>
                  <a:pt x="1" y="4"/>
                </a:lnTo>
                <a:lnTo>
                  <a:pt x="0" y="6"/>
                </a:lnTo>
                <a:lnTo>
                  <a:pt x="0" y="10"/>
                </a:lnTo>
                <a:lnTo>
                  <a:pt x="1" y="13"/>
                </a:lnTo>
                <a:lnTo>
                  <a:pt x="2" y="16"/>
                </a:lnTo>
                <a:lnTo>
                  <a:pt x="7" y="17"/>
                </a:lnTo>
                <a:lnTo>
                  <a:pt x="7" y="12"/>
                </a:lnTo>
                <a:lnTo>
                  <a:pt x="58" y="23"/>
                </a:lnTo>
                <a:lnTo>
                  <a:pt x="108" y="39"/>
                </a:lnTo>
                <a:lnTo>
                  <a:pt x="154" y="59"/>
                </a:lnTo>
                <a:lnTo>
                  <a:pt x="199" y="84"/>
                </a:lnTo>
                <a:lnTo>
                  <a:pt x="241" y="111"/>
                </a:lnTo>
                <a:lnTo>
                  <a:pt x="281" y="142"/>
                </a:lnTo>
                <a:lnTo>
                  <a:pt x="317" y="177"/>
                </a:lnTo>
                <a:lnTo>
                  <a:pt x="351" y="214"/>
                </a:lnTo>
                <a:lnTo>
                  <a:pt x="382" y="255"/>
                </a:lnTo>
                <a:lnTo>
                  <a:pt x="412" y="297"/>
                </a:lnTo>
                <a:lnTo>
                  <a:pt x="438" y="340"/>
                </a:lnTo>
                <a:lnTo>
                  <a:pt x="462" y="386"/>
                </a:lnTo>
                <a:lnTo>
                  <a:pt x="484" y="433"/>
                </a:lnTo>
                <a:lnTo>
                  <a:pt x="503" y="481"/>
                </a:lnTo>
                <a:lnTo>
                  <a:pt x="519" y="530"/>
                </a:lnTo>
                <a:lnTo>
                  <a:pt x="533" y="579"/>
                </a:lnTo>
                <a:lnTo>
                  <a:pt x="523" y="570"/>
                </a:lnTo>
                <a:lnTo>
                  <a:pt x="510" y="560"/>
                </a:lnTo>
                <a:lnTo>
                  <a:pt x="496" y="552"/>
                </a:lnTo>
                <a:lnTo>
                  <a:pt x="480" y="544"/>
                </a:lnTo>
                <a:lnTo>
                  <a:pt x="462" y="537"/>
                </a:lnTo>
                <a:lnTo>
                  <a:pt x="445" y="530"/>
                </a:lnTo>
                <a:lnTo>
                  <a:pt x="426" y="525"/>
                </a:lnTo>
                <a:lnTo>
                  <a:pt x="408" y="519"/>
                </a:lnTo>
                <a:lnTo>
                  <a:pt x="390" y="515"/>
                </a:lnTo>
                <a:lnTo>
                  <a:pt x="374" y="511"/>
                </a:lnTo>
                <a:lnTo>
                  <a:pt x="359" y="509"/>
                </a:lnTo>
                <a:lnTo>
                  <a:pt x="347" y="507"/>
                </a:lnTo>
                <a:lnTo>
                  <a:pt x="338" y="506"/>
                </a:lnTo>
                <a:lnTo>
                  <a:pt x="331" y="505"/>
                </a:lnTo>
                <a:lnTo>
                  <a:pt x="327" y="505"/>
                </a:lnTo>
                <a:lnTo>
                  <a:pt x="327" y="506"/>
                </a:lnTo>
                <a:lnTo>
                  <a:pt x="329" y="503"/>
                </a:lnTo>
                <a:lnTo>
                  <a:pt x="344" y="513"/>
                </a:lnTo>
                <a:lnTo>
                  <a:pt x="361" y="524"/>
                </a:lnTo>
                <a:lnTo>
                  <a:pt x="380" y="536"/>
                </a:lnTo>
                <a:lnTo>
                  <a:pt x="400" y="548"/>
                </a:lnTo>
                <a:lnTo>
                  <a:pt x="420" y="562"/>
                </a:lnTo>
                <a:lnTo>
                  <a:pt x="442" y="576"/>
                </a:lnTo>
                <a:lnTo>
                  <a:pt x="465" y="590"/>
                </a:lnTo>
                <a:lnTo>
                  <a:pt x="485" y="604"/>
                </a:lnTo>
                <a:lnTo>
                  <a:pt x="507" y="617"/>
                </a:lnTo>
                <a:lnTo>
                  <a:pt x="526" y="629"/>
                </a:lnTo>
                <a:lnTo>
                  <a:pt x="544" y="642"/>
                </a:lnTo>
                <a:lnTo>
                  <a:pt x="560" y="651"/>
                </a:lnTo>
                <a:lnTo>
                  <a:pt x="572" y="659"/>
                </a:lnTo>
                <a:lnTo>
                  <a:pt x="583" y="665"/>
                </a:lnTo>
                <a:lnTo>
                  <a:pt x="590" y="669"/>
                </a:lnTo>
                <a:lnTo>
                  <a:pt x="593" y="670"/>
                </a:lnTo>
                <a:lnTo>
                  <a:pt x="599" y="659"/>
                </a:lnTo>
                <a:lnTo>
                  <a:pt x="610" y="633"/>
                </a:lnTo>
                <a:lnTo>
                  <a:pt x="622" y="597"/>
                </a:lnTo>
                <a:lnTo>
                  <a:pt x="636" y="552"/>
                </a:lnTo>
                <a:lnTo>
                  <a:pt x="650" y="506"/>
                </a:lnTo>
                <a:lnTo>
                  <a:pt x="662" y="460"/>
                </a:lnTo>
                <a:lnTo>
                  <a:pt x="671" y="418"/>
                </a:lnTo>
                <a:lnTo>
                  <a:pt x="678" y="386"/>
                </a:lnTo>
                <a:lnTo>
                  <a:pt x="677" y="388"/>
                </a:lnTo>
                <a:lnTo>
                  <a:pt x="667" y="400"/>
                </a:lnTo>
                <a:lnTo>
                  <a:pt x="655" y="419"/>
                </a:lnTo>
                <a:lnTo>
                  <a:pt x="639" y="442"/>
                </a:lnTo>
                <a:lnTo>
                  <a:pt x="622" y="469"/>
                </a:lnTo>
                <a:lnTo>
                  <a:pt x="606" y="498"/>
                </a:lnTo>
                <a:lnTo>
                  <a:pt x="594" y="524"/>
                </a:lnTo>
                <a:lnTo>
                  <a:pt x="586" y="547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6" name="Freeform 96"/>
          <p:cNvSpPr>
            <a:spLocks/>
          </p:cNvSpPr>
          <p:nvPr/>
        </p:nvSpPr>
        <p:spPr bwMode="gray">
          <a:xfrm>
            <a:off x="6210300" y="4767263"/>
            <a:ext cx="606425" cy="679450"/>
          </a:xfrm>
          <a:custGeom>
            <a:avLst/>
            <a:gdLst/>
            <a:ahLst/>
            <a:cxnLst>
              <a:cxn ang="0">
                <a:pos x="762" y="2"/>
              </a:cxn>
              <a:cxn ang="0">
                <a:pos x="758" y="0"/>
              </a:cxn>
              <a:cxn ang="0">
                <a:pos x="757" y="3"/>
              </a:cxn>
              <a:cxn ang="0">
                <a:pos x="686" y="40"/>
              </a:cxn>
              <a:cxn ang="0">
                <a:pos x="618" y="82"/>
              </a:cxn>
              <a:cxn ang="0">
                <a:pos x="553" y="128"/>
              </a:cxn>
              <a:cxn ang="0">
                <a:pos x="492" y="178"/>
              </a:cxn>
              <a:cxn ang="0">
                <a:pos x="434" y="232"/>
              </a:cxn>
              <a:cxn ang="0">
                <a:pos x="377" y="289"/>
              </a:cxn>
              <a:cxn ang="0">
                <a:pos x="322" y="349"/>
              </a:cxn>
              <a:cxn ang="0">
                <a:pos x="270" y="410"/>
              </a:cxn>
              <a:cxn ang="0">
                <a:pos x="210" y="486"/>
              </a:cxn>
              <a:cxn ang="0">
                <a:pos x="156" y="564"/>
              </a:cxn>
              <a:cxn ang="0">
                <a:pos x="107" y="645"/>
              </a:cxn>
              <a:cxn ang="0">
                <a:pos x="67" y="732"/>
              </a:cxn>
              <a:cxn ang="0">
                <a:pos x="57" y="683"/>
              </a:cxn>
              <a:cxn ang="0">
                <a:pos x="38" y="623"/>
              </a:cxn>
              <a:cxn ang="0">
                <a:pos x="16" y="574"/>
              </a:cxn>
              <a:cxn ang="0">
                <a:pos x="1" y="555"/>
              </a:cxn>
              <a:cxn ang="0">
                <a:pos x="5" y="604"/>
              </a:cxn>
              <a:cxn ang="0">
                <a:pos x="25" y="707"/>
              </a:cxn>
              <a:cxn ang="0">
                <a:pos x="47" y="811"/>
              </a:cxn>
              <a:cxn ang="0">
                <a:pos x="58" y="857"/>
              </a:cxn>
              <a:cxn ang="0">
                <a:pos x="74" y="851"/>
              </a:cxn>
              <a:cxn ang="0">
                <a:pos x="112" y="838"/>
              </a:cxn>
              <a:cxn ang="0">
                <a:pos x="162" y="819"/>
              </a:cxn>
              <a:cxn ang="0">
                <a:pos x="221" y="796"/>
              </a:cxn>
              <a:cxn ang="0">
                <a:pos x="276" y="773"/>
              </a:cxn>
              <a:cxn ang="0">
                <a:pos x="325" y="751"/>
              </a:cxn>
              <a:cxn ang="0">
                <a:pos x="359" y="733"/>
              </a:cxn>
              <a:cxn ang="0">
                <a:pos x="370" y="724"/>
              </a:cxn>
              <a:cxn ang="0">
                <a:pos x="360" y="720"/>
              </a:cxn>
              <a:cxn ang="0">
                <a:pos x="337" y="721"/>
              </a:cxn>
              <a:cxn ang="0">
                <a:pos x="305" y="725"/>
              </a:cxn>
              <a:cxn ang="0">
                <a:pos x="267" y="733"/>
              </a:cxn>
              <a:cxn ang="0">
                <a:pos x="226" y="744"/>
              </a:cxn>
              <a:cxn ang="0">
                <a:pos x="185" y="756"/>
              </a:cxn>
              <a:cxn ang="0">
                <a:pos x="149" y="771"/>
              </a:cxn>
              <a:cxn ang="0">
                <a:pos x="120" y="786"/>
              </a:cxn>
              <a:cxn ang="0">
                <a:pos x="166" y="665"/>
              </a:cxn>
              <a:cxn ang="0">
                <a:pos x="226" y="553"/>
              </a:cxn>
              <a:cxn ang="0">
                <a:pos x="295" y="445"/>
              </a:cxn>
              <a:cxn ang="0">
                <a:pos x="375" y="345"/>
              </a:cxn>
              <a:cxn ang="0">
                <a:pos x="464" y="253"/>
              </a:cxn>
              <a:cxn ang="0">
                <a:pos x="557" y="166"/>
              </a:cxn>
              <a:cxn ang="0">
                <a:pos x="658" y="84"/>
              </a:cxn>
              <a:cxn ang="0">
                <a:pos x="761" y="11"/>
              </a:cxn>
              <a:cxn ang="0">
                <a:pos x="763" y="7"/>
              </a:cxn>
              <a:cxn ang="0">
                <a:pos x="763" y="3"/>
              </a:cxn>
            </a:cxnLst>
            <a:rect l="0" t="0" r="r" b="b"/>
            <a:pathLst>
              <a:path w="763" h="857">
                <a:moveTo>
                  <a:pt x="763" y="3"/>
                </a:moveTo>
                <a:lnTo>
                  <a:pt x="762" y="2"/>
                </a:lnTo>
                <a:lnTo>
                  <a:pt x="759" y="0"/>
                </a:lnTo>
                <a:lnTo>
                  <a:pt x="758" y="0"/>
                </a:lnTo>
                <a:lnTo>
                  <a:pt x="755" y="2"/>
                </a:lnTo>
                <a:lnTo>
                  <a:pt x="757" y="3"/>
                </a:lnTo>
                <a:lnTo>
                  <a:pt x="721" y="21"/>
                </a:lnTo>
                <a:lnTo>
                  <a:pt x="686" y="40"/>
                </a:lnTo>
                <a:lnTo>
                  <a:pt x="652" y="60"/>
                </a:lnTo>
                <a:lnTo>
                  <a:pt x="618" y="82"/>
                </a:lnTo>
                <a:lnTo>
                  <a:pt x="586" y="103"/>
                </a:lnTo>
                <a:lnTo>
                  <a:pt x="553" y="128"/>
                </a:lnTo>
                <a:lnTo>
                  <a:pt x="523" y="152"/>
                </a:lnTo>
                <a:lnTo>
                  <a:pt x="492" y="178"/>
                </a:lnTo>
                <a:lnTo>
                  <a:pt x="462" y="205"/>
                </a:lnTo>
                <a:lnTo>
                  <a:pt x="434" y="232"/>
                </a:lnTo>
                <a:lnTo>
                  <a:pt x="405" y="260"/>
                </a:lnTo>
                <a:lnTo>
                  <a:pt x="377" y="289"/>
                </a:lnTo>
                <a:lnTo>
                  <a:pt x="350" y="318"/>
                </a:lnTo>
                <a:lnTo>
                  <a:pt x="322" y="349"/>
                </a:lnTo>
                <a:lnTo>
                  <a:pt x="295" y="379"/>
                </a:lnTo>
                <a:lnTo>
                  <a:pt x="270" y="410"/>
                </a:lnTo>
                <a:lnTo>
                  <a:pt x="240" y="448"/>
                </a:lnTo>
                <a:lnTo>
                  <a:pt x="210" y="486"/>
                </a:lnTo>
                <a:lnTo>
                  <a:pt x="181" y="524"/>
                </a:lnTo>
                <a:lnTo>
                  <a:pt x="156" y="564"/>
                </a:lnTo>
                <a:lnTo>
                  <a:pt x="130" y="604"/>
                </a:lnTo>
                <a:lnTo>
                  <a:pt x="107" y="645"/>
                </a:lnTo>
                <a:lnTo>
                  <a:pt x="86" y="688"/>
                </a:lnTo>
                <a:lnTo>
                  <a:pt x="67" y="732"/>
                </a:lnTo>
                <a:lnTo>
                  <a:pt x="63" y="710"/>
                </a:lnTo>
                <a:lnTo>
                  <a:pt x="57" y="683"/>
                </a:lnTo>
                <a:lnTo>
                  <a:pt x="48" y="653"/>
                </a:lnTo>
                <a:lnTo>
                  <a:pt x="38" y="623"/>
                </a:lnTo>
                <a:lnTo>
                  <a:pt x="27" y="596"/>
                </a:lnTo>
                <a:lnTo>
                  <a:pt x="16" y="574"/>
                </a:lnTo>
                <a:lnTo>
                  <a:pt x="8" y="560"/>
                </a:lnTo>
                <a:lnTo>
                  <a:pt x="1" y="555"/>
                </a:lnTo>
                <a:lnTo>
                  <a:pt x="0" y="569"/>
                </a:lnTo>
                <a:lnTo>
                  <a:pt x="5" y="604"/>
                </a:lnTo>
                <a:lnTo>
                  <a:pt x="13" y="653"/>
                </a:lnTo>
                <a:lnTo>
                  <a:pt x="25" y="707"/>
                </a:lnTo>
                <a:lnTo>
                  <a:pt x="36" y="763"/>
                </a:lnTo>
                <a:lnTo>
                  <a:pt x="47" y="811"/>
                </a:lnTo>
                <a:lnTo>
                  <a:pt x="55" y="845"/>
                </a:lnTo>
                <a:lnTo>
                  <a:pt x="58" y="857"/>
                </a:lnTo>
                <a:lnTo>
                  <a:pt x="63" y="855"/>
                </a:lnTo>
                <a:lnTo>
                  <a:pt x="74" y="851"/>
                </a:lnTo>
                <a:lnTo>
                  <a:pt x="90" y="846"/>
                </a:lnTo>
                <a:lnTo>
                  <a:pt x="112" y="838"/>
                </a:lnTo>
                <a:lnTo>
                  <a:pt x="135" y="828"/>
                </a:lnTo>
                <a:lnTo>
                  <a:pt x="162" y="819"/>
                </a:lnTo>
                <a:lnTo>
                  <a:pt x="191" y="808"/>
                </a:lnTo>
                <a:lnTo>
                  <a:pt x="221" y="796"/>
                </a:lnTo>
                <a:lnTo>
                  <a:pt x="249" y="783"/>
                </a:lnTo>
                <a:lnTo>
                  <a:pt x="276" y="773"/>
                </a:lnTo>
                <a:lnTo>
                  <a:pt x="302" y="762"/>
                </a:lnTo>
                <a:lnTo>
                  <a:pt x="325" y="751"/>
                </a:lnTo>
                <a:lnTo>
                  <a:pt x="344" y="741"/>
                </a:lnTo>
                <a:lnTo>
                  <a:pt x="359" y="733"/>
                </a:lnTo>
                <a:lnTo>
                  <a:pt x="367" y="728"/>
                </a:lnTo>
                <a:lnTo>
                  <a:pt x="370" y="724"/>
                </a:lnTo>
                <a:lnTo>
                  <a:pt x="367" y="721"/>
                </a:lnTo>
                <a:lnTo>
                  <a:pt x="360" y="720"/>
                </a:lnTo>
                <a:lnTo>
                  <a:pt x="351" y="720"/>
                </a:lnTo>
                <a:lnTo>
                  <a:pt x="337" y="721"/>
                </a:lnTo>
                <a:lnTo>
                  <a:pt x="322" y="722"/>
                </a:lnTo>
                <a:lnTo>
                  <a:pt x="305" y="725"/>
                </a:lnTo>
                <a:lnTo>
                  <a:pt x="287" y="729"/>
                </a:lnTo>
                <a:lnTo>
                  <a:pt x="267" y="733"/>
                </a:lnTo>
                <a:lnTo>
                  <a:pt x="246" y="739"/>
                </a:lnTo>
                <a:lnTo>
                  <a:pt x="226" y="744"/>
                </a:lnTo>
                <a:lnTo>
                  <a:pt x="206" y="751"/>
                </a:lnTo>
                <a:lnTo>
                  <a:pt x="185" y="756"/>
                </a:lnTo>
                <a:lnTo>
                  <a:pt x="166" y="764"/>
                </a:lnTo>
                <a:lnTo>
                  <a:pt x="149" y="771"/>
                </a:lnTo>
                <a:lnTo>
                  <a:pt x="134" y="778"/>
                </a:lnTo>
                <a:lnTo>
                  <a:pt x="120" y="786"/>
                </a:lnTo>
                <a:lnTo>
                  <a:pt x="142" y="725"/>
                </a:lnTo>
                <a:lnTo>
                  <a:pt x="166" y="665"/>
                </a:lnTo>
                <a:lnTo>
                  <a:pt x="195" y="608"/>
                </a:lnTo>
                <a:lnTo>
                  <a:pt x="226" y="553"/>
                </a:lnTo>
                <a:lnTo>
                  <a:pt x="260" y="498"/>
                </a:lnTo>
                <a:lnTo>
                  <a:pt x="295" y="445"/>
                </a:lnTo>
                <a:lnTo>
                  <a:pt x="335" y="395"/>
                </a:lnTo>
                <a:lnTo>
                  <a:pt x="375" y="345"/>
                </a:lnTo>
                <a:lnTo>
                  <a:pt x="419" y="298"/>
                </a:lnTo>
                <a:lnTo>
                  <a:pt x="464" y="253"/>
                </a:lnTo>
                <a:lnTo>
                  <a:pt x="510" y="208"/>
                </a:lnTo>
                <a:lnTo>
                  <a:pt x="557" y="166"/>
                </a:lnTo>
                <a:lnTo>
                  <a:pt x="607" y="124"/>
                </a:lnTo>
                <a:lnTo>
                  <a:pt x="658" y="84"/>
                </a:lnTo>
                <a:lnTo>
                  <a:pt x="709" y="48"/>
                </a:lnTo>
                <a:lnTo>
                  <a:pt x="761" y="11"/>
                </a:lnTo>
                <a:lnTo>
                  <a:pt x="762" y="10"/>
                </a:lnTo>
                <a:lnTo>
                  <a:pt x="763" y="7"/>
                </a:lnTo>
                <a:lnTo>
                  <a:pt x="763" y="6"/>
                </a:lnTo>
                <a:lnTo>
                  <a:pt x="763" y="3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7" name="Freeform 97"/>
          <p:cNvSpPr>
            <a:spLocks/>
          </p:cNvSpPr>
          <p:nvPr/>
        </p:nvSpPr>
        <p:spPr bwMode="gray">
          <a:xfrm>
            <a:off x="5572125" y="4459288"/>
            <a:ext cx="100013" cy="100012"/>
          </a:xfrm>
          <a:custGeom>
            <a:avLst/>
            <a:gdLst/>
            <a:ahLst/>
            <a:cxnLst>
              <a:cxn ang="0">
                <a:pos x="63" y="126"/>
              </a:cxn>
              <a:cxn ang="0">
                <a:pos x="75" y="125"/>
              </a:cxn>
              <a:cxn ang="0">
                <a:pos x="87" y="121"/>
              </a:cxn>
              <a:cxn ang="0">
                <a:pos x="98" y="116"/>
              </a:cxn>
              <a:cxn ang="0">
                <a:pos x="107" y="107"/>
              </a:cxn>
              <a:cxn ang="0">
                <a:pos x="115" y="98"/>
              </a:cxn>
              <a:cxn ang="0">
                <a:pos x="121" y="87"/>
              </a:cxn>
              <a:cxn ang="0">
                <a:pos x="125" y="75"/>
              </a:cxn>
              <a:cxn ang="0">
                <a:pos x="126" y="63"/>
              </a:cxn>
              <a:cxn ang="0">
                <a:pos x="125" y="50"/>
              </a:cxn>
              <a:cxn ang="0">
                <a:pos x="121" y="38"/>
              </a:cxn>
              <a:cxn ang="0">
                <a:pos x="115" y="27"/>
              </a:cxn>
              <a:cxn ang="0">
                <a:pos x="107" y="19"/>
              </a:cxn>
              <a:cxn ang="0">
                <a:pos x="98" y="11"/>
              </a:cxn>
              <a:cxn ang="0">
                <a:pos x="87" y="6"/>
              </a:cxn>
              <a:cxn ang="0">
                <a:pos x="75" y="2"/>
              </a:cxn>
              <a:cxn ang="0">
                <a:pos x="63" y="0"/>
              </a:cxn>
              <a:cxn ang="0">
                <a:pos x="50" y="2"/>
              </a:cxn>
              <a:cxn ang="0">
                <a:pos x="38" y="6"/>
              </a:cxn>
              <a:cxn ang="0">
                <a:pos x="27" y="11"/>
              </a:cxn>
              <a:cxn ang="0">
                <a:pos x="19" y="19"/>
              </a:cxn>
              <a:cxn ang="0">
                <a:pos x="11" y="27"/>
              </a:cxn>
              <a:cxn ang="0">
                <a:pos x="6" y="38"/>
              </a:cxn>
              <a:cxn ang="0">
                <a:pos x="2" y="50"/>
              </a:cxn>
              <a:cxn ang="0">
                <a:pos x="0" y="63"/>
              </a:cxn>
              <a:cxn ang="0">
                <a:pos x="2" y="75"/>
              </a:cxn>
              <a:cxn ang="0">
                <a:pos x="6" y="87"/>
              </a:cxn>
              <a:cxn ang="0">
                <a:pos x="11" y="98"/>
              </a:cxn>
              <a:cxn ang="0">
                <a:pos x="19" y="107"/>
              </a:cxn>
              <a:cxn ang="0">
                <a:pos x="27" y="116"/>
              </a:cxn>
              <a:cxn ang="0">
                <a:pos x="38" y="121"/>
              </a:cxn>
              <a:cxn ang="0">
                <a:pos x="50" y="125"/>
              </a:cxn>
              <a:cxn ang="0">
                <a:pos x="63" y="126"/>
              </a:cxn>
            </a:cxnLst>
            <a:rect l="0" t="0" r="r" b="b"/>
            <a:pathLst>
              <a:path w="126" h="126">
                <a:moveTo>
                  <a:pt x="63" y="126"/>
                </a:moveTo>
                <a:lnTo>
                  <a:pt x="75" y="125"/>
                </a:lnTo>
                <a:lnTo>
                  <a:pt x="87" y="121"/>
                </a:lnTo>
                <a:lnTo>
                  <a:pt x="98" y="116"/>
                </a:lnTo>
                <a:lnTo>
                  <a:pt x="107" y="107"/>
                </a:lnTo>
                <a:lnTo>
                  <a:pt x="115" y="98"/>
                </a:lnTo>
                <a:lnTo>
                  <a:pt x="121" y="87"/>
                </a:lnTo>
                <a:lnTo>
                  <a:pt x="125" y="75"/>
                </a:lnTo>
                <a:lnTo>
                  <a:pt x="126" y="63"/>
                </a:lnTo>
                <a:lnTo>
                  <a:pt x="125" y="50"/>
                </a:lnTo>
                <a:lnTo>
                  <a:pt x="121" y="38"/>
                </a:lnTo>
                <a:lnTo>
                  <a:pt x="115" y="27"/>
                </a:lnTo>
                <a:lnTo>
                  <a:pt x="107" y="19"/>
                </a:lnTo>
                <a:lnTo>
                  <a:pt x="98" y="11"/>
                </a:lnTo>
                <a:lnTo>
                  <a:pt x="87" y="6"/>
                </a:lnTo>
                <a:lnTo>
                  <a:pt x="75" y="2"/>
                </a:lnTo>
                <a:lnTo>
                  <a:pt x="63" y="0"/>
                </a:lnTo>
                <a:lnTo>
                  <a:pt x="50" y="2"/>
                </a:lnTo>
                <a:lnTo>
                  <a:pt x="38" y="6"/>
                </a:lnTo>
                <a:lnTo>
                  <a:pt x="27" y="11"/>
                </a:lnTo>
                <a:lnTo>
                  <a:pt x="19" y="19"/>
                </a:lnTo>
                <a:lnTo>
                  <a:pt x="11" y="27"/>
                </a:lnTo>
                <a:lnTo>
                  <a:pt x="6" y="38"/>
                </a:lnTo>
                <a:lnTo>
                  <a:pt x="2" y="50"/>
                </a:lnTo>
                <a:lnTo>
                  <a:pt x="0" y="63"/>
                </a:lnTo>
                <a:lnTo>
                  <a:pt x="2" y="75"/>
                </a:lnTo>
                <a:lnTo>
                  <a:pt x="6" y="87"/>
                </a:lnTo>
                <a:lnTo>
                  <a:pt x="11" y="98"/>
                </a:lnTo>
                <a:lnTo>
                  <a:pt x="19" y="107"/>
                </a:lnTo>
                <a:lnTo>
                  <a:pt x="27" y="116"/>
                </a:lnTo>
                <a:lnTo>
                  <a:pt x="38" y="121"/>
                </a:lnTo>
                <a:lnTo>
                  <a:pt x="50" y="125"/>
                </a:lnTo>
                <a:lnTo>
                  <a:pt x="63" y="126"/>
                </a:lnTo>
                <a:close/>
              </a:path>
            </a:pathLst>
          </a:custGeom>
          <a:solidFill>
            <a:srgbClr val="FFFFB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8" name="Freeform 98"/>
          <p:cNvSpPr>
            <a:spLocks/>
          </p:cNvSpPr>
          <p:nvPr/>
        </p:nvSpPr>
        <p:spPr bwMode="gray">
          <a:xfrm>
            <a:off x="6892925" y="4619625"/>
            <a:ext cx="100013" cy="100013"/>
          </a:xfrm>
          <a:custGeom>
            <a:avLst/>
            <a:gdLst/>
            <a:ahLst/>
            <a:cxnLst>
              <a:cxn ang="0">
                <a:pos x="63" y="127"/>
              </a:cxn>
              <a:cxn ang="0">
                <a:pos x="76" y="125"/>
              </a:cxn>
              <a:cxn ang="0">
                <a:pos x="88" y="121"/>
              </a:cxn>
              <a:cxn ang="0">
                <a:pos x="99" y="116"/>
              </a:cxn>
              <a:cxn ang="0">
                <a:pos x="107" y="108"/>
              </a:cxn>
              <a:cxn ang="0">
                <a:pos x="115" y="99"/>
              </a:cxn>
              <a:cxn ang="0">
                <a:pos x="120" y="89"/>
              </a:cxn>
              <a:cxn ang="0">
                <a:pos x="124" y="76"/>
              </a:cxn>
              <a:cxn ang="0">
                <a:pos x="126" y="64"/>
              </a:cxn>
              <a:cxn ang="0">
                <a:pos x="124" y="52"/>
              </a:cxn>
              <a:cxn ang="0">
                <a:pos x="120" y="40"/>
              </a:cxn>
              <a:cxn ang="0">
                <a:pos x="115" y="29"/>
              </a:cxn>
              <a:cxn ang="0">
                <a:pos x="107" y="19"/>
              </a:cxn>
              <a:cxn ang="0">
                <a:pos x="99" y="11"/>
              </a:cxn>
              <a:cxn ang="0">
                <a:pos x="88" y="6"/>
              </a:cxn>
              <a:cxn ang="0">
                <a:pos x="76" y="2"/>
              </a:cxn>
              <a:cxn ang="0">
                <a:pos x="63" y="0"/>
              </a:cxn>
              <a:cxn ang="0">
                <a:pos x="51" y="2"/>
              </a:cxn>
              <a:cxn ang="0">
                <a:pos x="39" y="6"/>
              </a:cxn>
              <a:cxn ang="0">
                <a:pos x="28" y="11"/>
              </a:cxn>
              <a:cxn ang="0">
                <a:pos x="19" y="19"/>
              </a:cxn>
              <a:cxn ang="0">
                <a:pos x="10" y="29"/>
              </a:cxn>
              <a:cxn ang="0">
                <a:pos x="5" y="40"/>
              </a:cxn>
              <a:cxn ang="0">
                <a:pos x="1" y="52"/>
              </a:cxn>
              <a:cxn ang="0">
                <a:pos x="0" y="64"/>
              </a:cxn>
              <a:cxn ang="0">
                <a:pos x="1" y="76"/>
              </a:cxn>
              <a:cxn ang="0">
                <a:pos x="5" y="89"/>
              </a:cxn>
              <a:cxn ang="0">
                <a:pos x="10" y="99"/>
              </a:cxn>
              <a:cxn ang="0">
                <a:pos x="19" y="108"/>
              </a:cxn>
              <a:cxn ang="0">
                <a:pos x="28" y="116"/>
              </a:cxn>
              <a:cxn ang="0">
                <a:pos x="39" y="121"/>
              </a:cxn>
              <a:cxn ang="0">
                <a:pos x="51" y="125"/>
              </a:cxn>
              <a:cxn ang="0">
                <a:pos x="63" y="127"/>
              </a:cxn>
            </a:cxnLst>
            <a:rect l="0" t="0" r="r" b="b"/>
            <a:pathLst>
              <a:path w="126" h="127">
                <a:moveTo>
                  <a:pt x="63" y="127"/>
                </a:moveTo>
                <a:lnTo>
                  <a:pt x="76" y="125"/>
                </a:lnTo>
                <a:lnTo>
                  <a:pt x="88" y="121"/>
                </a:lnTo>
                <a:lnTo>
                  <a:pt x="99" y="116"/>
                </a:lnTo>
                <a:lnTo>
                  <a:pt x="107" y="108"/>
                </a:lnTo>
                <a:lnTo>
                  <a:pt x="115" y="99"/>
                </a:lnTo>
                <a:lnTo>
                  <a:pt x="120" y="89"/>
                </a:lnTo>
                <a:lnTo>
                  <a:pt x="124" y="76"/>
                </a:lnTo>
                <a:lnTo>
                  <a:pt x="126" y="64"/>
                </a:lnTo>
                <a:lnTo>
                  <a:pt x="124" y="52"/>
                </a:lnTo>
                <a:lnTo>
                  <a:pt x="120" y="40"/>
                </a:lnTo>
                <a:lnTo>
                  <a:pt x="115" y="29"/>
                </a:lnTo>
                <a:lnTo>
                  <a:pt x="107" y="19"/>
                </a:lnTo>
                <a:lnTo>
                  <a:pt x="99" y="11"/>
                </a:lnTo>
                <a:lnTo>
                  <a:pt x="88" y="6"/>
                </a:lnTo>
                <a:lnTo>
                  <a:pt x="76" y="2"/>
                </a:lnTo>
                <a:lnTo>
                  <a:pt x="63" y="0"/>
                </a:lnTo>
                <a:lnTo>
                  <a:pt x="51" y="2"/>
                </a:lnTo>
                <a:lnTo>
                  <a:pt x="39" y="6"/>
                </a:lnTo>
                <a:lnTo>
                  <a:pt x="28" y="11"/>
                </a:lnTo>
                <a:lnTo>
                  <a:pt x="19" y="19"/>
                </a:lnTo>
                <a:lnTo>
                  <a:pt x="10" y="29"/>
                </a:lnTo>
                <a:lnTo>
                  <a:pt x="5" y="40"/>
                </a:lnTo>
                <a:lnTo>
                  <a:pt x="1" y="52"/>
                </a:lnTo>
                <a:lnTo>
                  <a:pt x="0" y="64"/>
                </a:lnTo>
                <a:lnTo>
                  <a:pt x="1" y="76"/>
                </a:lnTo>
                <a:lnTo>
                  <a:pt x="5" y="89"/>
                </a:lnTo>
                <a:lnTo>
                  <a:pt x="10" y="99"/>
                </a:lnTo>
                <a:lnTo>
                  <a:pt x="19" y="108"/>
                </a:lnTo>
                <a:lnTo>
                  <a:pt x="28" y="116"/>
                </a:lnTo>
                <a:lnTo>
                  <a:pt x="39" y="121"/>
                </a:lnTo>
                <a:lnTo>
                  <a:pt x="51" y="125"/>
                </a:lnTo>
                <a:lnTo>
                  <a:pt x="63" y="127"/>
                </a:lnTo>
                <a:close/>
              </a:path>
            </a:pathLst>
          </a:cu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59" name="Freeform 99"/>
          <p:cNvSpPr>
            <a:spLocks/>
          </p:cNvSpPr>
          <p:nvPr/>
        </p:nvSpPr>
        <p:spPr bwMode="gray">
          <a:xfrm>
            <a:off x="6257925" y="4189413"/>
            <a:ext cx="100013" cy="101600"/>
          </a:xfrm>
          <a:custGeom>
            <a:avLst/>
            <a:gdLst/>
            <a:ahLst/>
            <a:cxnLst>
              <a:cxn ang="0">
                <a:pos x="63" y="126"/>
              </a:cxn>
              <a:cxn ang="0">
                <a:pos x="75" y="125"/>
              </a:cxn>
              <a:cxn ang="0">
                <a:pos x="87" y="121"/>
              </a:cxn>
              <a:cxn ang="0">
                <a:pos x="98" y="115"/>
              </a:cxn>
              <a:cxn ang="0">
                <a:pos x="107" y="107"/>
              </a:cxn>
              <a:cxn ang="0">
                <a:pos x="116" y="98"/>
              </a:cxn>
              <a:cxn ang="0">
                <a:pos x="121" y="87"/>
              </a:cxn>
              <a:cxn ang="0">
                <a:pos x="125" y="75"/>
              </a:cxn>
              <a:cxn ang="0">
                <a:pos x="126" y="62"/>
              </a:cxn>
              <a:cxn ang="0">
                <a:pos x="125" y="50"/>
              </a:cxn>
              <a:cxn ang="0">
                <a:pos x="121" y="38"/>
              </a:cxn>
              <a:cxn ang="0">
                <a:pos x="116" y="27"/>
              </a:cxn>
              <a:cxn ang="0">
                <a:pos x="107" y="19"/>
              </a:cxn>
              <a:cxn ang="0">
                <a:pos x="98" y="11"/>
              </a:cxn>
              <a:cxn ang="0">
                <a:pos x="87" y="5"/>
              </a:cxn>
              <a:cxn ang="0">
                <a:pos x="75" y="1"/>
              </a:cxn>
              <a:cxn ang="0">
                <a:pos x="63" y="0"/>
              </a:cxn>
              <a:cxn ang="0">
                <a:pos x="50" y="1"/>
              </a:cxn>
              <a:cxn ang="0">
                <a:pos x="38" y="5"/>
              </a:cxn>
              <a:cxn ang="0">
                <a:pos x="27" y="11"/>
              </a:cxn>
              <a:cxn ang="0">
                <a:pos x="19" y="19"/>
              </a:cxn>
              <a:cxn ang="0">
                <a:pos x="11" y="27"/>
              </a:cxn>
              <a:cxn ang="0">
                <a:pos x="6" y="38"/>
              </a:cxn>
              <a:cxn ang="0">
                <a:pos x="2" y="50"/>
              </a:cxn>
              <a:cxn ang="0">
                <a:pos x="0" y="62"/>
              </a:cxn>
              <a:cxn ang="0">
                <a:pos x="2" y="75"/>
              </a:cxn>
              <a:cxn ang="0">
                <a:pos x="6" y="87"/>
              </a:cxn>
              <a:cxn ang="0">
                <a:pos x="11" y="98"/>
              </a:cxn>
              <a:cxn ang="0">
                <a:pos x="19" y="107"/>
              </a:cxn>
              <a:cxn ang="0">
                <a:pos x="27" y="115"/>
              </a:cxn>
              <a:cxn ang="0">
                <a:pos x="38" y="121"/>
              </a:cxn>
              <a:cxn ang="0">
                <a:pos x="50" y="125"/>
              </a:cxn>
              <a:cxn ang="0">
                <a:pos x="63" y="126"/>
              </a:cxn>
            </a:cxnLst>
            <a:rect l="0" t="0" r="r" b="b"/>
            <a:pathLst>
              <a:path w="126" h="126">
                <a:moveTo>
                  <a:pt x="63" y="126"/>
                </a:moveTo>
                <a:lnTo>
                  <a:pt x="75" y="125"/>
                </a:lnTo>
                <a:lnTo>
                  <a:pt x="87" y="121"/>
                </a:lnTo>
                <a:lnTo>
                  <a:pt x="98" y="115"/>
                </a:lnTo>
                <a:lnTo>
                  <a:pt x="107" y="107"/>
                </a:lnTo>
                <a:lnTo>
                  <a:pt x="116" y="98"/>
                </a:lnTo>
                <a:lnTo>
                  <a:pt x="121" y="87"/>
                </a:lnTo>
                <a:lnTo>
                  <a:pt x="125" y="75"/>
                </a:lnTo>
                <a:lnTo>
                  <a:pt x="126" y="62"/>
                </a:lnTo>
                <a:lnTo>
                  <a:pt x="125" y="50"/>
                </a:lnTo>
                <a:lnTo>
                  <a:pt x="121" y="38"/>
                </a:lnTo>
                <a:lnTo>
                  <a:pt x="116" y="27"/>
                </a:lnTo>
                <a:lnTo>
                  <a:pt x="107" y="19"/>
                </a:lnTo>
                <a:lnTo>
                  <a:pt x="98" y="11"/>
                </a:lnTo>
                <a:lnTo>
                  <a:pt x="87" y="5"/>
                </a:lnTo>
                <a:lnTo>
                  <a:pt x="75" y="1"/>
                </a:lnTo>
                <a:lnTo>
                  <a:pt x="63" y="0"/>
                </a:lnTo>
                <a:lnTo>
                  <a:pt x="50" y="1"/>
                </a:lnTo>
                <a:lnTo>
                  <a:pt x="38" y="5"/>
                </a:lnTo>
                <a:lnTo>
                  <a:pt x="27" y="11"/>
                </a:lnTo>
                <a:lnTo>
                  <a:pt x="19" y="19"/>
                </a:lnTo>
                <a:lnTo>
                  <a:pt x="11" y="27"/>
                </a:lnTo>
                <a:lnTo>
                  <a:pt x="6" y="38"/>
                </a:lnTo>
                <a:lnTo>
                  <a:pt x="2" y="50"/>
                </a:lnTo>
                <a:lnTo>
                  <a:pt x="0" y="62"/>
                </a:lnTo>
                <a:lnTo>
                  <a:pt x="2" y="75"/>
                </a:lnTo>
                <a:lnTo>
                  <a:pt x="6" y="87"/>
                </a:lnTo>
                <a:lnTo>
                  <a:pt x="11" y="98"/>
                </a:lnTo>
                <a:lnTo>
                  <a:pt x="19" y="107"/>
                </a:lnTo>
                <a:lnTo>
                  <a:pt x="27" y="115"/>
                </a:lnTo>
                <a:lnTo>
                  <a:pt x="38" y="121"/>
                </a:lnTo>
                <a:lnTo>
                  <a:pt x="50" y="125"/>
                </a:lnTo>
                <a:lnTo>
                  <a:pt x="63" y="126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460" name="AutoShape 100"/>
          <p:cNvSpPr>
            <a:spLocks noChangeArrowheads="1"/>
          </p:cNvSpPr>
          <p:nvPr/>
        </p:nvSpPr>
        <p:spPr bwMode="gray">
          <a:xfrm rot="6713420">
            <a:off x="5891213" y="3335337"/>
            <a:ext cx="1246188" cy="519113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01" name="Titre 10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Pourquoi avons-nous besoin de SQL Server ?</a:t>
            </a:r>
            <a:endParaRPr lang="fr-FR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itre 86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Qu’est-ce que SQL Server ?</a:t>
            </a:r>
            <a:endParaRPr lang="fr-FR" noProof="0" dirty="0"/>
          </a:p>
        </p:txBody>
      </p:sp>
      <p:sp>
        <p:nvSpPr>
          <p:cNvPr id="65741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noProof="0" smtClean="0"/>
              <a:t>SQL Server est un système de gestion de base de données</a:t>
            </a:r>
          </a:p>
          <a:p>
            <a:pPr lvl="1"/>
            <a:r>
              <a:rPr lang="fr-FR" noProof="0" smtClean="0"/>
              <a:t>Une base de données est un emplacement de stockage pour les données</a:t>
            </a:r>
          </a:p>
          <a:p>
            <a:pPr lvl="1"/>
            <a:r>
              <a:rPr lang="fr-FR" noProof="0" smtClean="0"/>
              <a:t>Une application accède aux données d’une base de données</a:t>
            </a:r>
          </a:p>
          <a:p>
            <a:pPr lvl="2"/>
            <a:r>
              <a:rPr lang="fr-FR" noProof="0" smtClean="0"/>
              <a:t>Elle présente les données aux utilisateurs 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noProof="0" smtClean="0"/>
              <a:t>Les systèmes de base de données sont puissants</a:t>
            </a:r>
          </a:p>
          <a:p>
            <a:pPr lvl="1"/>
            <a:r>
              <a:rPr lang="fr-FR" noProof="0" smtClean="0"/>
              <a:t>Les données sont organisées</a:t>
            </a:r>
          </a:p>
          <a:p>
            <a:pPr lvl="1"/>
            <a:r>
              <a:rPr lang="fr-FR" noProof="0" smtClean="0"/>
              <a:t>Une base de données catalogue les données</a:t>
            </a:r>
          </a:p>
          <a:p>
            <a:pPr lvl="1"/>
            <a:r>
              <a:rPr lang="fr-FR" noProof="0" smtClean="0"/>
              <a:t>Un système de base de données est composé de deux éléments</a:t>
            </a:r>
          </a:p>
          <a:p>
            <a:pPr lvl="2"/>
            <a:r>
              <a:rPr lang="fr-FR" noProof="0" smtClean="0"/>
              <a:t>Les fichiers qui contiennent la base de données physique</a:t>
            </a:r>
          </a:p>
          <a:p>
            <a:pPr lvl="2"/>
            <a:r>
              <a:rPr lang="fr-FR" noProof="0" smtClean="0"/>
              <a:t>Le logiciel de Système de Gestion de Base de Données (SGDB)</a:t>
            </a:r>
          </a:p>
        </p:txBody>
      </p:sp>
      <p:grpSp>
        <p:nvGrpSpPr>
          <p:cNvPr id="657412" name="Group 4"/>
          <p:cNvGrpSpPr>
            <a:grpSpLocks/>
          </p:cNvGrpSpPr>
          <p:nvPr/>
        </p:nvGrpSpPr>
        <p:grpSpPr bwMode="auto">
          <a:xfrm>
            <a:off x="8374063" y="6289675"/>
            <a:ext cx="622300" cy="461963"/>
            <a:chOff x="5275" y="3962"/>
            <a:chExt cx="392" cy="291"/>
          </a:xfrm>
        </p:grpSpPr>
        <p:grpSp>
          <p:nvGrpSpPr>
            <p:cNvPr id="657413" name="Group 5"/>
            <p:cNvGrpSpPr>
              <a:grpSpLocks/>
            </p:cNvGrpSpPr>
            <p:nvPr/>
          </p:nvGrpSpPr>
          <p:grpSpPr bwMode="auto">
            <a:xfrm>
              <a:off x="5279" y="3962"/>
              <a:ext cx="380" cy="288"/>
              <a:chOff x="5279" y="3962"/>
              <a:chExt cx="380" cy="288"/>
            </a:xfrm>
          </p:grpSpPr>
          <p:sp>
            <p:nvSpPr>
              <p:cNvPr id="657414" name="Freeform 6"/>
              <p:cNvSpPr>
                <a:spLocks noChangeAspect="1"/>
              </p:cNvSpPr>
              <p:nvPr/>
            </p:nvSpPr>
            <p:spPr bwMode="black">
              <a:xfrm>
                <a:off x="5282" y="3969"/>
                <a:ext cx="375" cy="281"/>
              </a:xfrm>
              <a:custGeom>
                <a:avLst/>
                <a:gdLst/>
                <a:ahLst/>
                <a:cxnLst>
                  <a:cxn ang="0">
                    <a:pos x="133" y="1294"/>
                  </a:cxn>
                  <a:cxn ang="0">
                    <a:pos x="274" y="1324"/>
                  </a:cxn>
                  <a:cxn ang="0">
                    <a:pos x="399" y="1324"/>
                  </a:cxn>
                  <a:cxn ang="0">
                    <a:pos x="641" y="1324"/>
                  </a:cxn>
                  <a:cxn ang="0">
                    <a:pos x="935" y="1324"/>
                  </a:cxn>
                  <a:cxn ang="0">
                    <a:pos x="1215" y="1324"/>
                  </a:cxn>
                  <a:cxn ang="0">
                    <a:pos x="1417" y="1324"/>
                  </a:cxn>
                  <a:cxn ang="0">
                    <a:pos x="1513" y="1322"/>
                  </a:cxn>
                  <a:cxn ang="0">
                    <a:pos x="1698" y="1248"/>
                  </a:cxn>
                  <a:cxn ang="0">
                    <a:pos x="1736" y="1171"/>
                  </a:cxn>
                  <a:cxn ang="0">
                    <a:pos x="1560" y="1171"/>
                  </a:cxn>
                  <a:cxn ang="0">
                    <a:pos x="1239" y="1168"/>
                  </a:cxn>
                  <a:cxn ang="0">
                    <a:pos x="1071" y="1118"/>
                  </a:cxn>
                  <a:cxn ang="0">
                    <a:pos x="984" y="1032"/>
                  </a:cxn>
                  <a:cxn ang="0">
                    <a:pos x="965" y="831"/>
                  </a:cxn>
                  <a:cxn ang="0">
                    <a:pos x="1120" y="654"/>
                  </a:cxn>
                  <a:cxn ang="0">
                    <a:pos x="1238" y="633"/>
                  </a:cxn>
                  <a:cxn ang="0">
                    <a:pos x="1420" y="574"/>
                  </a:cxn>
                  <a:cxn ang="0">
                    <a:pos x="1258" y="538"/>
                  </a:cxn>
                  <a:cxn ang="0">
                    <a:pos x="1014" y="603"/>
                  </a:cxn>
                  <a:cxn ang="0">
                    <a:pos x="1129" y="513"/>
                  </a:cxn>
                  <a:cxn ang="0">
                    <a:pos x="1340" y="475"/>
                  </a:cxn>
                  <a:cxn ang="0">
                    <a:pos x="1413" y="442"/>
                  </a:cxn>
                  <a:cxn ang="0">
                    <a:pos x="1181" y="406"/>
                  </a:cxn>
                  <a:cxn ang="0">
                    <a:pos x="1042" y="475"/>
                  </a:cxn>
                  <a:cxn ang="0">
                    <a:pos x="1174" y="371"/>
                  </a:cxn>
                  <a:cxn ang="0">
                    <a:pos x="1357" y="308"/>
                  </a:cxn>
                  <a:cxn ang="0">
                    <a:pos x="1180" y="274"/>
                  </a:cxn>
                  <a:cxn ang="0">
                    <a:pos x="1022" y="361"/>
                  </a:cxn>
                  <a:cxn ang="0">
                    <a:pos x="1163" y="215"/>
                  </a:cxn>
                  <a:cxn ang="0">
                    <a:pos x="1237" y="130"/>
                  </a:cxn>
                  <a:cxn ang="0">
                    <a:pos x="1054" y="204"/>
                  </a:cxn>
                  <a:cxn ang="0">
                    <a:pos x="986" y="237"/>
                  </a:cxn>
                  <a:cxn ang="0">
                    <a:pos x="1113" y="58"/>
                  </a:cxn>
                  <a:cxn ang="0">
                    <a:pos x="947" y="137"/>
                  </a:cxn>
                  <a:cxn ang="0">
                    <a:pos x="922" y="2"/>
                  </a:cxn>
                  <a:cxn ang="0">
                    <a:pos x="844" y="95"/>
                  </a:cxn>
                  <a:cxn ang="0">
                    <a:pos x="750" y="54"/>
                  </a:cxn>
                  <a:cxn ang="0">
                    <a:pos x="684" y="100"/>
                  </a:cxn>
                  <a:cxn ang="0">
                    <a:pos x="783" y="284"/>
                  </a:cxn>
                  <a:cxn ang="0">
                    <a:pos x="614" y="131"/>
                  </a:cxn>
                  <a:cxn ang="0">
                    <a:pos x="514" y="162"/>
                  </a:cxn>
                  <a:cxn ang="0">
                    <a:pos x="689" y="293"/>
                  </a:cxn>
                  <a:cxn ang="0">
                    <a:pos x="702" y="335"/>
                  </a:cxn>
                  <a:cxn ang="0">
                    <a:pos x="460" y="235"/>
                  </a:cxn>
                  <a:cxn ang="0">
                    <a:pos x="423" y="316"/>
                  </a:cxn>
                  <a:cxn ang="0">
                    <a:pos x="637" y="401"/>
                  </a:cxn>
                  <a:cxn ang="0">
                    <a:pos x="706" y="464"/>
                  </a:cxn>
                  <a:cxn ang="0">
                    <a:pos x="522" y="394"/>
                  </a:cxn>
                  <a:cxn ang="0">
                    <a:pos x="346" y="474"/>
                  </a:cxn>
                  <a:cxn ang="0">
                    <a:pos x="451" y="477"/>
                  </a:cxn>
                  <a:cxn ang="0">
                    <a:pos x="662" y="530"/>
                  </a:cxn>
                  <a:cxn ang="0">
                    <a:pos x="724" y="594"/>
                  </a:cxn>
                  <a:cxn ang="0">
                    <a:pos x="469" y="538"/>
                  </a:cxn>
                  <a:cxn ang="0">
                    <a:pos x="326" y="595"/>
                  </a:cxn>
                  <a:cxn ang="0">
                    <a:pos x="520" y="633"/>
                  </a:cxn>
                  <a:cxn ang="0">
                    <a:pos x="633" y="650"/>
                  </a:cxn>
                  <a:cxn ang="0">
                    <a:pos x="773" y="801"/>
                  </a:cxn>
                  <a:cxn ang="0">
                    <a:pos x="772" y="1013"/>
                  </a:cxn>
                  <a:cxn ang="0">
                    <a:pos x="684" y="1113"/>
                  </a:cxn>
                  <a:cxn ang="0">
                    <a:pos x="545" y="1164"/>
                  </a:cxn>
                  <a:cxn ang="0">
                    <a:pos x="221" y="1171"/>
                  </a:cxn>
                  <a:cxn ang="0">
                    <a:pos x="20" y="1171"/>
                  </a:cxn>
                </a:cxnLst>
                <a:rect l="0" t="0" r="r" b="b"/>
                <a:pathLst>
                  <a:path w="1766" h="1324">
                    <a:moveTo>
                      <a:pt x="0" y="1171"/>
                    </a:moveTo>
                    <a:lnTo>
                      <a:pt x="6" y="1180"/>
                    </a:lnTo>
                    <a:lnTo>
                      <a:pt x="13" y="1191"/>
                    </a:lnTo>
                    <a:lnTo>
                      <a:pt x="20" y="1200"/>
                    </a:lnTo>
                    <a:lnTo>
                      <a:pt x="27" y="1209"/>
                    </a:lnTo>
                    <a:lnTo>
                      <a:pt x="35" y="1218"/>
                    </a:lnTo>
                    <a:lnTo>
                      <a:pt x="42" y="1226"/>
                    </a:lnTo>
                    <a:lnTo>
                      <a:pt x="50" y="1234"/>
                    </a:lnTo>
                    <a:lnTo>
                      <a:pt x="58" y="1242"/>
                    </a:lnTo>
                    <a:lnTo>
                      <a:pt x="67" y="1251"/>
                    </a:lnTo>
                    <a:lnTo>
                      <a:pt x="75" y="1257"/>
                    </a:lnTo>
                    <a:lnTo>
                      <a:pt x="84" y="1264"/>
                    </a:lnTo>
                    <a:lnTo>
                      <a:pt x="94" y="1271"/>
                    </a:lnTo>
                    <a:lnTo>
                      <a:pt x="103" y="1277"/>
                    </a:lnTo>
                    <a:lnTo>
                      <a:pt x="113" y="1283"/>
                    </a:lnTo>
                    <a:lnTo>
                      <a:pt x="122" y="1289"/>
                    </a:lnTo>
                    <a:lnTo>
                      <a:pt x="133" y="1294"/>
                    </a:lnTo>
                    <a:lnTo>
                      <a:pt x="143" y="1299"/>
                    </a:lnTo>
                    <a:lnTo>
                      <a:pt x="153" y="1302"/>
                    </a:lnTo>
                    <a:lnTo>
                      <a:pt x="164" y="1307"/>
                    </a:lnTo>
                    <a:lnTo>
                      <a:pt x="175" y="1310"/>
                    </a:lnTo>
                    <a:lnTo>
                      <a:pt x="187" y="1314"/>
                    </a:lnTo>
                    <a:lnTo>
                      <a:pt x="197" y="1316"/>
                    </a:lnTo>
                    <a:lnTo>
                      <a:pt x="209" y="1319"/>
                    </a:lnTo>
                    <a:lnTo>
                      <a:pt x="220" y="1321"/>
                    </a:lnTo>
                    <a:lnTo>
                      <a:pt x="233" y="1322"/>
                    </a:lnTo>
                    <a:lnTo>
                      <a:pt x="244" y="1323"/>
                    </a:lnTo>
                    <a:lnTo>
                      <a:pt x="257" y="1324"/>
                    </a:lnTo>
                    <a:lnTo>
                      <a:pt x="269" y="1324"/>
                    </a:lnTo>
                    <a:lnTo>
                      <a:pt x="269" y="1324"/>
                    </a:lnTo>
                    <a:lnTo>
                      <a:pt x="269" y="1324"/>
                    </a:lnTo>
                    <a:lnTo>
                      <a:pt x="270" y="1324"/>
                    </a:lnTo>
                    <a:lnTo>
                      <a:pt x="272" y="1324"/>
                    </a:lnTo>
                    <a:lnTo>
                      <a:pt x="274" y="1324"/>
                    </a:lnTo>
                    <a:lnTo>
                      <a:pt x="277" y="1324"/>
                    </a:lnTo>
                    <a:lnTo>
                      <a:pt x="280" y="1324"/>
                    </a:lnTo>
                    <a:lnTo>
                      <a:pt x="285" y="1324"/>
                    </a:lnTo>
                    <a:lnTo>
                      <a:pt x="289" y="1324"/>
                    </a:lnTo>
                    <a:lnTo>
                      <a:pt x="295" y="1324"/>
                    </a:lnTo>
                    <a:lnTo>
                      <a:pt x="301" y="1324"/>
                    </a:lnTo>
                    <a:lnTo>
                      <a:pt x="308" y="1324"/>
                    </a:lnTo>
                    <a:lnTo>
                      <a:pt x="315" y="1324"/>
                    </a:lnTo>
                    <a:lnTo>
                      <a:pt x="322" y="1324"/>
                    </a:lnTo>
                    <a:lnTo>
                      <a:pt x="330" y="1324"/>
                    </a:lnTo>
                    <a:lnTo>
                      <a:pt x="338" y="1324"/>
                    </a:lnTo>
                    <a:lnTo>
                      <a:pt x="347" y="1324"/>
                    </a:lnTo>
                    <a:lnTo>
                      <a:pt x="357" y="1324"/>
                    </a:lnTo>
                    <a:lnTo>
                      <a:pt x="367" y="1324"/>
                    </a:lnTo>
                    <a:lnTo>
                      <a:pt x="377" y="1324"/>
                    </a:lnTo>
                    <a:lnTo>
                      <a:pt x="388" y="1324"/>
                    </a:lnTo>
                    <a:lnTo>
                      <a:pt x="399" y="1324"/>
                    </a:lnTo>
                    <a:lnTo>
                      <a:pt x="410" y="1324"/>
                    </a:lnTo>
                    <a:lnTo>
                      <a:pt x="423" y="1324"/>
                    </a:lnTo>
                    <a:lnTo>
                      <a:pt x="436" y="1324"/>
                    </a:lnTo>
                    <a:lnTo>
                      <a:pt x="448" y="1324"/>
                    </a:lnTo>
                    <a:lnTo>
                      <a:pt x="461" y="1324"/>
                    </a:lnTo>
                    <a:lnTo>
                      <a:pt x="475" y="1324"/>
                    </a:lnTo>
                    <a:lnTo>
                      <a:pt x="489" y="1324"/>
                    </a:lnTo>
                    <a:lnTo>
                      <a:pt x="502" y="1324"/>
                    </a:lnTo>
                    <a:lnTo>
                      <a:pt x="517" y="1324"/>
                    </a:lnTo>
                    <a:lnTo>
                      <a:pt x="531" y="1324"/>
                    </a:lnTo>
                    <a:lnTo>
                      <a:pt x="546" y="1324"/>
                    </a:lnTo>
                    <a:lnTo>
                      <a:pt x="561" y="1324"/>
                    </a:lnTo>
                    <a:lnTo>
                      <a:pt x="577" y="1324"/>
                    </a:lnTo>
                    <a:lnTo>
                      <a:pt x="592" y="1324"/>
                    </a:lnTo>
                    <a:lnTo>
                      <a:pt x="608" y="1324"/>
                    </a:lnTo>
                    <a:lnTo>
                      <a:pt x="624" y="1324"/>
                    </a:lnTo>
                    <a:lnTo>
                      <a:pt x="641" y="1324"/>
                    </a:lnTo>
                    <a:lnTo>
                      <a:pt x="658" y="1324"/>
                    </a:lnTo>
                    <a:lnTo>
                      <a:pt x="674" y="1324"/>
                    </a:lnTo>
                    <a:lnTo>
                      <a:pt x="691" y="1324"/>
                    </a:lnTo>
                    <a:lnTo>
                      <a:pt x="709" y="1324"/>
                    </a:lnTo>
                    <a:lnTo>
                      <a:pt x="725" y="1324"/>
                    </a:lnTo>
                    <a:lnTo>
                      <a:pt x="742" y="1324"/>
                    </a:lnTo>
                    <a:lnTo>
                      <a:pt x="759" y="1324"/>
                    </a:lnTo>
                    <a:lnTo>
                      <a:pt x="776" y="1324"/>
                    </a:lnTo>
                    <a:lnTo>
                      <a:pt x="795" y="1324"/>
                    </a:lnTo>
                    <a:lnTo>
                      <a:pt x="812" y="1324"/>
                    </a:lnTo>
                    <a:lnTo>
                      <a:pt x="829" y="1324"/>
                    </a:lnTo>
                    <a:lnTo>
                      <a:pt x="847" y="1324"/>
                    </a:lnTo>
                    <a:lnTo>
                      <a:pt x="865" y="1324"/>
                    </a:lnTo>
                    <a:lnTo>
                      <a:pt x="882" y="1324"/>
                    </a:lnTo>
                    <a:lnTo>
                      <a:pt x="900" y="1324"/>
                    </a:lnTo>
                    <a:lnTo>
                      <a:pt x="917" y="1324"/>
                    </a:lnTo>
                    <a:lnTo>
                      <a:pt x="935" y="1324"/>
                    </a:lnTo>
                    <a:lnTo>
                      <a:pt x="953" y="1324"/>
                    </a:lnTo>
                    <a:lnTo>
                      <a:pt x="970" y="1324"/>
                    </a:lnTo>
                    <a:lnTo>
                      <a:pt x="987" y="1324"/>
                    </a:lnTo>
                    <a:lnTo>
                      <a:pt x="1004" y="1324"/>
                    </a:lnTo>
                    <a:lnTo>
                      <a:pt x="1022" y="1324"/>
                    </a:lnTo>
                    <a:lnTo>
                      <a:pt x="1039" y="1324"/>
                    </a:lnTo>
                    <a:lnTo>
                      <a:pt x="1056" y="1324"/>
                    </a:lnTo>
                    <a:lnTo>
                      <a:pt x="1072" y="1324"/>
                    </a:lnTo>
                    <a:lnTo>
                      <a:pt x="1090" y="1324"/>
                    </a:lnTo>
                    <a:lnTo>
                      <a:pt x="1106" y="1324"/>
                    </a:lnTo>
                    <a:lnTo>
                      <a:pt x="1122" y="1324"/>
                    </a:lnTo>
                    <a:lnTo>
                      <a:pt x="1138" y="1324"/>
                    </a:lnTo>
                    <a:lnTo>
                      <a:pt x="1154" y="1324"/>
                    </a:lnTo>
                    <a:lnTo>
                      <a:pt x="1169" y="1324"/>
                    </a:lnTo>
                    <a:lnTo>
                      <a:pt x="1185" y="1324"/>
                    </a:lnTo>
                    <a:lnTo>
                      <a:pt x="1200" y="1324"/>
                    </a:lnTo>
                    <a:lnTo>
                      <a:pt x="1215" y="1324"/>
                    </a:lnTo>
                    <a:lnTo>
                      <a:pt x="1230" y="1324"/>
                    </a:lnTo>
                    <a:lnTo>
                      <a:pt x="1244" y="1324"/>
                    </a:lnTo>
                    <a:lnTo>
                      <a:pt x="1259" y="1324"/>
                    </a:lnTo>
                    <a:lnTo>
                      <a:pt x="1273" y="1324"/>
                    </a:lnTo>
                    <a:lnTo>
                      <a:pt x="1285" y="1324"/>
                    </a:lnTo>
                    <a:lnTo>
                      <a:pt x="1299" y="1324"/>
                    </a:lnTo>
                    <a:lnTo>
                      <a:pt x="1312" y="1324"/>
                    </a:lnTo>
                    <a:lnTo>
                      <a:pt x="1323" y="1324"/>
                    </a:lnTo>
                    <a:lnTo>
                      <a:pt x="1336" y="1324"/>
                    </a:lnTo>
                    <a:lnTo>
                      <a:pt x="1348" y="1324"/>
                    </a:lnTo>
                    <a:lnTo>
                      <a:pt x="1359" y="1324"/>
                    </a:lnTo>
                    <a:lnTo>
                      <a:pt x="1370" y="1324"/>
                    </a:lnTo>
                    <a:lnTo>
                      <a:pt x="1380" y="1324"/>
                    </a:lnTo>
                    <a:lnTo>
                      <a:pt x="1390" y="1324"/>
                    </a:lnTo>
                    <a:lnTo>
                      <a:pt x="1399" y="1324"/>
                    </a:lnTo>
                    <a:lnTo>
                      <a:pt x="1409" y="1324"/>
                    </a:lnTo>
                    <a:lnTo>
                      <a:pt x="1417" y="1324"/>
                    </a:lnTo>
                    <a:lnTo>
                      <a:pt x="1425" y="1324"/>
                    </a:lnTo>
                    <a:lnTo>
                      <a:pt x="1433" y="1324"/>
                    </a:lnTo>
                    <a:lnTo>
                      <a:pt x="1440" y="1324"/>
                    </a:lnTo>
                    <a:lnTo>
                      <a:pt x="1446" y="1324"/>
                    </a:lnTo>
                    <a:lnTo>
                      <a:pt x="1452" y="1324"/>
                    </a:lnTo>
                    <a:lnTo>
                      <a:pt x="1457" y="1324"/>
                    </a:lnTo>
                    <a:lnTo>
                      <a:pt x="1462" y="1324"/>
                    </a:lnTo>
                    <a:lnTo>
                      <a:pt x="1466" y="1324"/>
                    </a:lnTo>
                    <a:lnTo>
                      <a:pt x="1470" y="1324"/>
                    </a:lnTo>
                    <a:lnTo>
                      <a:pt x="1473" y="1324"/>
                    </a:lnTo>
                    <a:lnTo>
                      <a:pt x="1475" y="1324"/>
                    </a:lnTo>
                    <a:lnTo>
                      <a:pt x="1477" y="1324"/>
                    </a:lnTo>
                    <a:lnTo>
                      <a:pt x="1478" y="1324"/>
                    </a:lnTo>
                    <a:lnTo>
                      <a:pt x="1478" y="1324"/>
                    </a:lnTo>
                    <a:lnTo>
                      <a:pt x="1490" y="1324"/>
                    </a:lnTo>
                    <a:lnTo>
                      <a:pt x="1502" y="1323"/>
                    </a:lnTo>
                    <a:lnTo>
                      <a:pt x="1513" y="1322"/>
                    </a:lnTo>
                    <a:lnTo>
                      <a:pt x="1525" y="1321"/>
                    </a:lnTo>
                    <a:lnTo>
                      <a:pt x="1538" y="1319"/>
                    </a:lnTo>
                    <a:lnTo>
                      <a:pt x="1549" y="1317"/>
                    </a:lnTo>
                    <a:lnTo>
                      <a:pt x="1561" y="1314"/>
                    </a:lnTo>
                    <a:lnTo>
                      <a:pt x="1572" y="1312"/>
                    </a:lnTo>
                    <a:lnTo>
                      <a:pt x="1584" y="1308"/>
                    </a:lnTo>
                    <a:lnTo>
                      <a:pt x="1595" y="1305"/>
                    </a:lnTo>
                    <a:lnTo>
                      <a:pt x="1606" y="1300"/>
                    </a:lnTo>
                    <a:lnTo>
                      <a:pt x="1617" y="1295"/>
                    </a:lnTo>
                    <a:lnTo>
                      <a:pt x="1628" y="1291"/>
                    </a:lnTo>
                    <a:lnTo>
                      <a:pt x="1638" y="1286"/>
                    </a:lnTo>
                    <a:lnTo>
                      <a:pt x="1648" y="1280"/>
                    </a:lnTo>
                    <a:lnTo>
                      <a:pt x="1659" y="1275"/>
                    </a:lnTo>
                    <a:lnTo>
                      <a:pt x="1669" y="1269"/>
                    </a:lnTo>
                    <a:lnTo>
                      <a:pt x="1678" y="1262"/>
                    </a:lnTo>
                    <a:lnTo>
                      <a:pt x="1689" y="1255"/>
                    </a:lnTo>
                    <a:lnTo>
                      <a:pt x="1698" y="1248"/>
                    </a:lnTo>
                    <a:lnTo>
                      <a:pt x="1706" y="1241"/>
                    </a:lnTo>
                    <a:lnTo>
                      <a:pt x="1715" y="1233"/>
                    </a:lnTo>
                    <a:lnTo>
                      <a:pt x="1723" y="1225"/>
                    </a:lnTo>
                    <a:lnTo>
                      <a:pt x="1731" y="1217"/>
                    </a:lnTo>
                    <a:lnTo>
                      <a:pt x="1739" y="1208"/>
                    </a:lnTo>
                    <a:lnTo>
                      <a:pt x="1746" y="1199"/>
                    </a:lnTo>
                    <a:lnTo>
                      <a:pt x="1753" y="1190"/>
                    </a:lnTo>
                    <a:lnTo>
                      <a:pt x="1760" y="1180"/>
                    </a:lnTo>
                    <a:lnTo>
                      <a:pt x="1766" y="1171"/>
                    </a:lnTo>
                    <a:lnTo>
                      <a:pt x="1761" y="1171"/>
                    </a:lnTo>
                    <a:lnTo>
                      <a:pt x="1752" y="1171"/>
                    </a:lnTo>
                    <a:lnTo>
                      <a:pt x="1746" y="1171"/>
                    </a:lnTo>
                    <a:lnTo>
                      <a:pt x="1746" y="1171"/>
                    </a:lnTo>
                    <a:lnTo>
                      <a:pt x="1745" y="1171"/>
                    </a:lnTo>
                    <a:lnTo>
                      <a:pt x="1743" y="1171"/>
                    </a:lnTo>
                    <a:lnTo>
                      <a:pt x="1740" y="1171"/>
                    </a:lnTo>
                    <a:lnTo>
                      <a:pt x="1736" y="1171"/>
                    </a:lnTo>
                    <a:lnTo>
                      <a:pt x="1732" y="1171"/>
                    </a:lnTo>
                    <a:lnTo>
                      <a:pt x="1727" y="1171"/>
                    </a:lnTo>
                    <a:lnTo>
                      <a:pt x="1721" y="1171"/>
                    </a:lnTo>
                    <a:lnTo>
                      <a:pt x="1714" y="1171"/>
                    </a:lnTo>
                    <a:lnTo>
                      <a:pt x="1706" y="1171"/>
                    </a:lnTo>
                    <a:lnTo>
                      <a:pt x="1698" y="1171"/>
                    </a:lnTo>
                    <a:lnTo>
                      <a:pt x="1689" y="1171"/>
                    </a:lnTo>
                    <a:lnTo>
                      <a:pt x="1678" y="1171"/>
                    </a:lnTo>
                    <a:lnTo>
                      <a:pt x="1668" y="1171"/>
                    </a:lnTo>
                    <a:lnTo>
                      <a:pt x="1657" y="1171"/>
                    </a:lnTo>
                    <a:lnTo>
                      <a:pt x="1645" y="1171"/>
                    </a:lnTo>
                    <a:lnTo>
                      <a:pt x="1632" y="1171"/>
                    </a:lnTo>
                    <a:lnTo>
                      <a:pt x="1619" y="1171"/>
                    </a:lnTo>
                    <a:lnTo>
                      <a:pt x="1604" y="1171"/>
                    </a:lnTo>
                    <a:lnTo>
                      <a:pt x="1591" y="1171"/>
                    </a:lnTo>
                    <a:lnTo>
                      <a:pt x="1575" y="1171"/>
                    </a:lnTo>
                    <a:lnTo>
                      <a:pt x="1560" y="1171"/>
                    </a:lnTo>
                    <a:lnTo>
                      <a:pt x="1542" y="1171"/>
                    </a:lnTo>
                    <a:lnTo>
                      <a:pt x="1525" y="1171"/>
                    </a:lnTo>
                    <a:lnTo>
                      <a:pt x="1508" y="1171"/>
                    </a:lnTo>
                    <a:lnTo>
                      <a:pt x="1489" y="1171"/>
                    </a:lnTo>
                    <a:lnTo>
                      <a:pt x="1470" y="1171"/>
                    </a:lnTo>
                    <a:lnTo>
                      <a:pt x="1450" y="1171"/>
                    </a:lnTo>
                    <a:lnTo>
                      <a:pt x="1431" y="1171"/>
                    </a:lnTo>
                    <a:lnTo>
                      <a:pt x="1409" y="1171"/>
                    </a:lnTo>
                    <a:lnTo>
                      <a:pt x="1388" y="1171"/>
                    </a:lnTo>
                    <a:lnTo>
                      <a:pt x="1366" y="1171"/>
                    </a:lnTo>
                    <a:lnTo>
                      <a:pt x="1343" y="1171"/>
                    </a:lnTo>
                    <a:lnTo>
                      <a:pt x="1343" y="1171"/>
                    </a:lnTo>
                    <a:lnTo>
                      <a:pt x="1320" y="1170"/>
                    </a:lnTo>
                    <a:lnTo>
                      <a:pt x="1297" y="1170"/>
                    </a:lnTo>
                    <a:lnTo>
                      <a:pt x="1276" y="1169"/>
                    </a:lnTo>
                    <a:lnTo>
                      <a:pt x="1257" y="1169"/>
                    </a:lnTo>
                    <a:lnTo>
                      <a:pt x="1239" y="1168"/>
                    </a:lnTo>
                    <a:lnTo>
                      <a:pt x="1222" y="1165"/>
                    </a:lnTo>
                    <a:lnTo>
                      <a:pt x="1206" y="1164"/>
                    </a:lnTo>
                    <a:lnTo>
                      <a:pt x="1192" y="1162"/>
                    </a:lnTo>
                    <a:lnTo>
                      <a:pt x="1178" y="1160"/>
                    </a:lnTo>
                    <a:lnTo>
                      <a:pt x="1166" y="1157"/>
                    </a:lnTo>
                    <a:lnTo>
                      <a:pt x="1155" y="1155"/>
                    </a:lnTo>
                    <a:lnTo>
                      <a:pt x="1144" y="1153"/>
                    </a:lnTo>
                    <a:lnTo>
                      <a:pt x="1135" y="1149"/>
                    </a:lnTo>
                    <a:lnTo>
                      <a:pt x="1125" y="1147"/>
                    </a:lnTo>
                    <a:lnTo>
                      <a:pt x="1117" y="1143"/>
                    </a:lnTo>
                    <a:lnTo>
                      <a:pt x="1109" y="1140"/>
                    </a:lnTo>
                    <a:lnTo>
                      <a:pt x="1101" y="1137"/>
                    </a:lnTo>
                    <a:lnTo>
                      <a:pt x="1095" y="1133"/>
                    </a:lnTo>
                    <a:lnTo>
                      <a:pt x="1089" y="1130"/>
                    </a:lnTo>
                    <a:lnTo>
                      <a:pt x="1083" y="1126"/>
                    </a:lnTo>
                    <a:lnTo>
                      <a:pt x="1076" y="1122"/>
                    </a:lnTo>
                    <a:lnTo>
                      <a:pt x="1071" y="1118"/>
                    </a:lnTo>
                    <a:lnTo>
                      <a:pt x="1066" y="1115"/>
                    </a:lnTo>
                    <a:lnTo>
                      <a:pt x="1060" y="1110"/>
                    </a:lnTo>
                    <a:lnTo>
                      <a:pt x="1054" y="1107"/>
                    </a:lnTo>
                    <a:lnTo>
                      <a:pt x="1048" y="1102"/>
                    </a:lnTo>
                    <a:lnTo>
                      <a:pt x="1042" y="1097"/>
                    </a:lnTo>
                    <a:lnTo>
                      <a:pt x="1037" y="1094"/>
                    </a:lnTo>
                    <a:lnTo>
                      <a:pt x="1037" y="1094"/>
                    </a:lnTo>
                    <a:lnTo>
                      <a:pt x="1031" y="1089"/>
                    </a:lnTo>
                    <a:lnTo>
                      <a:pt x="1025" y="1085"/>
                    </a:lnTo>
                    <a:lnTo>
                      <a:pt x="1019" y="1080"/>
                    </a:lnTo>
                    <a:lnTo>
                      <a:pt x="1014" y="1074"/>
                    </a:lnTo>
                    <a:lnTo>
                      <a:pt x="1008" y="1069"/>
                    </a:lnTo>
                    <a:lnTo>
                      <a:pt x="1003" y="1062"/>
                    </a:lnTo>
                    <a:lnTo>
                      <a:pt x="998" y="1055"/>
                    </a:lnTo>
                    <a:lnTo>
                      <a:pt x="993" y="1048"/>
                    </a:lnTo>
                    <a:lnTo>
                      <a:pt x="988" y="1040"/>
                    </a:lnTo>
                    <a:lnTo>
                      <a:pt x="984" y="1032"/>
                    </a:lnTo>
                    <a:lnTo>
                      <a:pt x="979" y="1023"/>
                    </a:lnTo>
                    <a:lnTo>
                      <a:pt x="975" y="1013"/>
                    </a:lnTo>
                    <a:lnTo>
                      <a:pt x="971" y="1004"/>
                    </a:lnTo>
                    <a:lnTo>
                      <a:pt x="968" y="994"/>
                    </a:lnTo>
                    <a:lnTo>
                      <a:pt x="964" y="983"/>
                    </a:lnTo>
                    <a:lnTo>
                      <a:pt x="962" y="973"/>
                    </a:lnTo>
                    <a:lnTo>
                      <a:pt x="960" y="961"/>
                    </a:lnTo>
                    <a:lnTo>
                      <a:pt x="957" y="950"/>
                    </a:lnTo>
                    <a:lnTo>
                      <a:pt x="956" y="938"/>
                    </a:lnTo>
                    <a:lnTo>
                      <a:pt x="955" y="926"/>
                    </a:lnTo>
                    <a:lnTo>
                      <a:pt x="955" y="913"/>
                    </a:lnTo>
                    <a:lnTo>
                      <a:pt x="955" y="900"/>
                    </a:lnTo>
                    <a:lnTo>
                      <a:pt x="956" y="888"/>
                    </a:lnTo>
                    <a:lnTo>
                      <a:pt x="957" y="874"/>
                    </a:lnTo>
                    <a:lnTo>
                      <a:pt x="960" y="860"/>
                    </a:lnTo>
                    <a:lnTo>
                      <a:pt x="962" y="846"/>
                    </a:lnTo>
                    <a:lnTo>
                      <a:pt x="965" y="831"/>
                    </a:lnTo>
                    <a:lnTo>
                      <a:pt x="969" y="816"/>
                    </a:lnTo>
                    <a:lnTo>
                      <a:pt x="973" y="801"/>
                    </a:lnTo>
                    <a:lnTo>
                      <a:pt x="979" y="786"/>
                    </a:lnTo>
                    <a:lnTo>
                      <a:pt x="985" y="771"/>
                    </a:lnTo>
                    <a:lnTo>
                      <a:pt x="993" y="756"/>
                    </a:lnTo>
                    <a:lnTo>
                      <a:pt x="1001" y="744"/>
                    </a:lnTo>
                    <a:lnTo>
                      <a:pt x="1009" y="731"/>
                    </a:lnTo>
                    <a:lnTo>
                      <a:pt x="1019" y="720"/>
                    </a:lnTo>
                    <a:lnTo>
                      <a:pt x="1029" y="709"/>
                    </a:lnTo>
                    <a:lnTo>
                      <a:pt x="1039" y="700"/>
                    </a:lnTo>
                    <a:lnTo>
                      <a:pt x="1051" y="691"/>
                    </a:lnTo>
                    <a:lnTo>
                      <a:pt x="1062" y="684"/>
                    </a:lnTo>
                    <a:lnTo>
                      <a:pt x="1074" y="676"/>
                    </a:lnTo>
                    <a:lnTo>
                      <a:pt x="1085" y="670"/>
                    </a:lnTo>
                    <a:lnTo>
                      <a:pt x="1097" y="664"/>
                    </a:lnTo>
                    <a:lnTo>
                      <a:pt x="1108" y="659"/>
                    </a:lnTo>
                    <a:lnTo>
                      <a:pt x="1120" y="654"/>
                    </a:lnTo>
                    <a:lnTo>
                      <a:pt x="1131" y="650"/>
                    </a:lnTo>
                    <a:lnTo>
                      <a:pt x="1143" y="647"/>
                    </a:lnTo>
                    <a:lnTo>
                      <a:pt x="1153" y="644"/>
                    </a:lnTo>
                    <a:lnTo>
                      <a:pt x="1163" y="641"/>
                    </a:lnTo>
                    <a:lnTo>
                      <a:pt x="1174" y="639"/>
                    </a:lnTo>
                    <a:lnTo>
                      <a:pt x="1183" y="638"/>
                    </a:lnTo>
                    <a:lnTo>
                      <a:pt x="1191" y="637"/>
                    </a:lnTo>
                    <a:lnTo>
                      <a:pt x="1199" y="636"/>
                    </a:lnTo>
                    <a:lnTo>
                      <a:pt x="1207" y="634"/>
                    </a:lnTo>
                    <a:lnTo>
                      <a:pt x="1213" y="634"/>
                    </a:lnTo>
                    <a:lnTo>
                      <a:pt x="1219" y="633"/>
                    </a:lnTo>
                    <a:lnTo>
                      <a:pt x="1222" y="633"/>
                    </a:lnTo>
                    <a:lnTo>
                      <a:pt x="1226" y="633"/>
                    </a:lnTo>
                    <a:lnTo>
                      <a:pt x="1228" y="633"/>
                    </a:lnTo>
                    <a:lnTo>
                      <a:pt x="1228" y="633"/>
                    </a:lnTo>
                    <a:lnTo>
                      <a:pt x="1231" y="633"/>
                    </a:lnTo>
                    <a:lnTo>
                      <a:pt x="1238" y="633"/>
                    </a:lnTo>
                    <a:lnTo>
                      <a:pt x="1249" y="633"/>
                    </a:lnTo>
                    <a:lnTo>
                      <a:pt x="1262" y="633"/>
                    </a:lnTo>
                    <a:lnTo>
                      <a:pt x="1279" y="633"/>
                    </a:lnTo>
                    <a:lnTo>
                      <a:pt x="1296" y="633"/>
                    </a:lnTo>
                    <a:lnTo>
                      <a:pt x="1315" y="633"/>
                    </a:lnTo>
                    <a:lnTo>
                      <a:pt x="1334" y="633"/>
                    </a:lnTo>
                    <a:lnTo>
                      <a:pt x="1352" y="633"/>
                    </a:lnTo>
                    <a:lnTo>
                      <a:pt x="1371" y="633"/>
                    </a:lnTo>
                    <a:lnTo>
                      <a:pt x="1387" y="633"/>
                    </a:lnTo>
                    <a:lnTo>
                      <a:pt x="1401" y="633"/>
                    </a:lnTo>
                    <a:lnTo>
                      <a:pt x="1411" y="633"/>
                    </a:lnTo>
                    <a:lnTo>
                      <a:pt x="1418" y="633"/>
                    </a:lnTo>
                    <a:lnTo>
                      <a:pt x="1420" y="633"/>
                    </a:lnTo>
                    <a:lnTo>
                      <a:pt x="1420" y="627"/>
                    </a:lnTo>
                    <a:lnTo>
                      <a:pt x="1420" y="614"/>
                    </a:lnTo>
                    <a:lnTo>
                      <a:pt x="1420" y="595"/>
                    </a:lnTo>
                    <a:lnTo>
                      <a:pt x="1420" y="574"/>
                    </a:lnTo>
                    <a:lnTo>
                      <a:pt x="1420" y="556"/>
                    </a:lnTo>
                    <a:lnTo>
                      <a:pt x="1420" y="542"/>
                    </a:lnTo>
                    <a:lnTo>
                      <a:pt x="1420" y="538"/>
                    </a:lnTo>
                    <a:lnTo>
                      <a:pt x="1420" y="538"/>
                    </a:lnTo>
                    <a:lnTo>
                      <a:pt x="1418" y="538"/>
                    </a:lnTo>
                    <a:lnTo>
                      <a:pt x="1416" y="538"/>
                    </a:lnTo>
                    <a:lnTo>
                      <a:pt x="1411" y="538"/>
                    </a:lnTo>
                    <a:lnTo>
                      <a:pt x="1405" y="538"/>
                    </a:lnTo>
                    <a:lnTo>
                      <a:pt x="1397" y="538"/>
                    </a:lnTo>
                    <a:lnTo>
                      <a:pt x="1388" y="538"/>
                    </a:lnTo>
                    <a:lnTo>
                      <a:pt x="1376" y="538"/>
                    </a:lnTo>
                    <a:lnTo>
                      <a:pt x="1363" y="538"/>
                    </a:lnTo>
                    <a:lnTo>
                      <a:pt x="1347" y="538"/>
                    </a:lnTo>
                    <a:lnTo>
                      <a:pt x="1328" y="538"/>
                    </a:lnTo>
                    <a:lnTo>
                      <a:pt x="1307" y="538"/>
                    </a:lnTo>
                    <a:lnTo>
                      <a:pt x="1284" y="538"/>
                    </a:lnTo>
                    <a:lnTo>
                      <a:pt x="1258" y="538"/>
                    </a:lnTo>
                    <a:lnTo>
                      <a:pt x="1228" y="538"/>
                    </a:lnTo>
                    <a:lnTo>
                      <a:pt x="1209" y="538"/>
                    </a:lnTo>
                    <a:lnTo>
                      <a:pt x="1191" y="539"/>
                    </a:lnTo>
                    <a:lnTo>
                      <a:pt x="1174" y="541"/>
                    </a:lnTo>
                    <a:lnTo>
                      <a:pt x="1157" y="545"/>
                    </a:lnTo>
                    <a:lnTo>
                      <a:pt x="1140" y="548"/>
                    </a:lnTo>
                    <a:lnTo>
                      <a:pt x="1124" y="553"/>
                    </a:lnTo>
                    <a:lnTo>
                      <a:pt x="1109" y="557"/>
                    </a:lnTo>
                    <a:lnTo>
                      <a:pt x="1094" y="562"/>
                    </a:lnTo>
                    <a:lnTo>
                      <a:pt x="1082" y="568"/>
                    </a:lnTo>
                    <a:lnTo>
                      <a:pt x="1069" y="572"/>
                    </a:lnTo>
                    <a:lnTo>
                      <a:pt x="1057" y="578"/>
                    </a:lnTo>
                    <a:lnTo>
                      <a:pt x="1046" y="584"/>
                    </a:lnTo>
                    <a:lnTo>
                      <a:pt x="1037" y="589"/>
                    </a:lnTo>
                    <a:lnTo>
                      <a:pt x="1028" y="594"/>
                    </a:lnTo>
                    <a:lnTo>
                      <a:pt x="1021" y="599"/>
                    </a:lnTo>
                    <a:lnTo>
                      <a:pt x="1014" y="603"/>
                    </a:lnTo>
                    <a:lnTo>
                      <a:pt x="1008" y="607"/>
                    </a:lnTo>
                    <a:lnTo>
                      <a:pt x="1003" y="609"/>
                    </a:lnTo>
                    <a:lnTo>
                      <a:pt x="1001" y="611"/>
                    </a:lnTo>
                    <a:lnTo>
                      <a:pt x="999" y="614"/>
                    </a:lnTo>
                    <a:lnTo>
                      <a:pt x="998" y="614"/>
                    </a:lnTo>
                    <a:lnTo>
                      <a:pt x="1007" y="602"/>
                    </a:lnTo>
                    <a:lnTo>
                      <a:pt x="1015" y="591"/>
                    </a:lnTo>
                    <a:lnTo>
                      <a:pt x="1025" y="580"/>
                    </a:lnTo>
                    <a:lnTo>
                      <a:pt x="1034" y="571"/>
                    </a:lnTo>
                    <a:lnTo>
                      <a:pt x="1045" y="562"/>
                    </a:lnTo>
                    <a:lnTo>
                      <a:pt x="1056" y="553"/>
                    </a:lnTo>
                    <a:lnTo>
                      <a:pt x="1068" y="546"/>
                    </a:lnTo>
                    <a:lnTo>
                      <a:pt x="1079" y="538"/>
                    </a:lnTo>
                    <a:lnTo>
                      <a:pt x="1091" y="531"/>
                    </a:lnTo>
                    <a:lnTo>
                      <a:pt x="1104" y="525"/>
                    </a:lnTo>
                    <a:lnTo>
                      <a:pt x="1116" y="518"/>
                    </a:lnTo>
                    <a:lnTo>
                      <a:pt x="1129" y="513"/>
                    </a:lnTo>
                    <a:lnTo>
                      <a:pt x="1142" y="508"/>
                    </a:lnTo>
                    <a:lnTo>
                      <a:pt x="1154" y="503"/>
                    </a:lnTo>
                    <a:lnTo>
                      <a:pt x="1168" y="500"/>
                    </a:lnTo>
                    <a:lnTo>
                      <a:pt x="1181" y="496"/>
                    </a:lnTo>
                    <a:lnTo>
                      <a:pt x="1193" y="493"/>
                    </a:lnTo>
                    <a:lnTo>
                      <a:pt x="1207" y="489"/>
                    </a:lnTo>
                    <a:lnTo>
                      <a:pt x="1220" y="487"/>
                    </a:lnTo>
                    <a:lnTo>
                      <a:pt x="1234" y="485"/>
                    </a:lnTo>
                    <a:lnTo>
                      <a:pt x="1246" y="482"/>
                    </a:lnTo>
                    <a:lnTo>
                      <a:pt x="1259" y="481"/>
                    </a:lnTo>
                    <a:lnTo>
                      <a:pt x="1272" y="480"/>
                    </a:lnTo>
                    <a:lnTo>
                      <a:pt x="1283" y="479"/>
                    </a:lnTo>
                    <a:lnTo>
                      <a:pt x="1296" y="478"/>
                    </a:lnTo>
                    <a:lnTo>
                      <a:pt x="1307" y="477"/>
                    </a:lnTo>
                    <a:lnTo>
                      <a:pt x="1319" y="477"/>
                    </a:lnTo>
                    <a:lnTo>
                      <a:pt x="1329" y="477"/>
                    </a:lnTo>
                    <a:lnTo>
                      <a:pt x="1340" y="475"/>
                    </a:lnTo>
                    <a:lnTo>
                      <a:pt x="1350" y="475"/>
                    </a:lnTo>
                    <a:lnTo>
                      <a:pt x="1359" y="475"/>
                    </a:lnTo>
                    <a:lnTo>
                      <a:pt x="1368" y="477"/>
                    </a:lnTo>
                    <a:lnTo>
                      <a:pt x="1376" y="477"/>
                    </a:lnTo>
                    <a:lnTo>
                      <a:pt x="1385" y="477"/>
                    </a:lnTo>
                    <a:lnTo>
                      <a:pt x="1391" y="477"/>
                    </a:lnTo>
                    <a:lnTo>
                      <a:pt x="1398" y="478"/>
                    </a:lnTo>
                    <a:lnTo>
                      <a:pt x="1404" y="478"/>
                    </a:lnTo>
                    <a:lnTo>
                      <a:pt x="1409" y="478"/>
                    </a:lnTo>
                    <a:lnTo>
                      <a:pt x="1413" y="479"/>
                    </a:lnTo>
                    <a:lnTo>
                      <a:pt x="1416" y="479"/>
                    </a:lnTo>
                    <a:lnTo>
                      <a:pt x="1418" y="479"/>
                    </a:lnTo>
                    <a:lnTo>
                      <a:pt x="1420" y="479"/>
                    </a:lnTo>
                    <a:lnTo>
                      <a:pt x="1420" y="480"/>
                    </a:lnTo>
                    <a:lnTo>
                      <a:pt x="1419" y="474"/>
                    </a:lnTo>
                    <a:lnTo>
                      <a:pt x="1417" y="460"/>
                    </a:lnTo>
                    <a:lnTo>
                      <a:pt x="1413" y="442"/>
                    </a:lnTo>
                    <a:lnTo>
                      <a:pt x="1409" y="421"/>
                    </a:lnTo>
                    <a:lnTo>
                      <a:pt x="1405" y="403"/>
                    </a:lnTo>
                    <a:lnTo>
                      <a:pt x="1402" y="389"/>
                    </a:lnTo>
                    <a:lnTo>
                      <a:pt x="1401" y="383"/>
                    </a:lnTo>
                    <a:lnTo>
                      <a:pt x="1381" y="382"/>
                    </a:lnTo>
                    <a:lnTo>
                      <a:pt x="1361" y="381"/>
                    </a:lnTo>
                    <a:lnTo>
                      <a:pt x="1343" y="381"/>
                    </a:lnTo>
                    <a:lnTo>
                      <a:pt x="1323" y="382"/>
                    </a:lnTo>
                    <a:lnTo>
                      <a:pt x="1306" y="383"/>
                    </a:lnTo>
                    <a:lnTo>
                      <a:pt x="1289" y="384"/>
                    </a:lnTo>
                    <a:lnTo>
                      <a:pt x="1272" y="387"/>
                    </a:lnTo>
                    <a:lnTo>
                      <a:pt x="1256" y="389"/>
                    </a:lnTo>
                    <a:lnTo>
                      <a:pt x="1239" y="391"/>
                    </a:lnTo>
                    <a:lnTo>
                      <a:pt x="1224" y="395"/>
                    </a:lnTo>
                    <a:lnTo>
                      <a:pt x="1209" y="398"/>
                    </a:lnTo>
                    <a:lnTo>
                      <a:pt x="1195" y="403"/>
                    </a:lnTo>
                    <a:lnTo>
                      <a:pt x="1181" y="406"/>
                    </a:lnTo>
                    <a:lnTo>
                      <a:pt x="1168" y="411"/>
                    </a:lnTo>
                    <a:lnTo>
                      <a:pt x="1155" y="416"/>
                    </a:lnTo>
                    <a:lnTo>
                      <a:pt x="1144" y="420"/>
                    </a:lnTo>
                    <a:lnTo>
                      <a:pt x="1132" y="425"/>
                    </a:lnTo>
                    <a:lnTo>
                      <a:pt x="1122" y="429"/>
                    </a:lnTo>
                    <a:lnTo>
                      <a:pt x="1112" y="434"/>
                    </a:lnTo>
                    <a:lnTo>
                      <a:pt x="1102" y="439"/>
                    </a:lnTo>
                    <a:lnTo>
                      <a:pt x="1093" y="443"/>
                    </a:lnTo>
                    <a:lnTo>
                      <a:pt x="1085" y="448"/>
                    </a:lnTo>
                    <a:lnTo>
                      <a:pt x="1077" y="451"/>
                    </a:lnTo>
                    <a:lnTo>
                      <a:pt x="1070" y="456"/>
                    </a:lnTo>
                    <a:lnTo>
                      <a:pt x="1064" y="459"/>
                    </a:lnTo>
                    <a:lnTo>
                      <a:pt x="1059" y="464"/>
                    </a:lnTo>
                    <a:lnTo>
                      <a:pt x="1053" y="467"/>
                    </a:lnTo>
                    <a:lnTo>
                      <a:pt x="1049" y="470"/>
                    </a:lnTo>
                    <a:lnTo>
                      <a:pt x="1045" y="473"/>
                    </a:lnTo>
                    <a:lnTo>
                      <a:pt x="1042" y="475"/>
                    </a:lnTo>
                    <a:lnTo>
                      <a:pt x="1040" y="477"/>
                    </a:lnTo>
                    <a:lnTo>
                      <a:pt x="1038" y="479"/>
                    </a:lnTo>
                    <a:lnTo>
                      <a:pt x="1037" y="479"/>
                    </a:lnTo>
                    <a:lnTo>
                      <a:pt x="1037" y="480"/>
                    </a:lnTo>
                    <a:lnTo>
                      <a:pt x="1042" y="470"/>
                    </a:lnTo>
                    <a:lnTo>
                      <a:pt x="1049" y="459"/>
                    </a:lnTo>
                    <a:lnTo>
                      <a:pt x="1057" y="449"/>
                    </a:lnTo>
                    <a:lnTo>
                      <a:pt x="1066" y="440"/>
                    </a:lnTo>
                    <a:lnTo>
                      <a:pt x="1076" y="431"/>
                    </a:lnTo>
                    <a:lnTo>
                      <a:pt x="1086" y="422"/>
                    </a:lnTo>
                    <a:lnTo>
                      <a:pt x="1097" y="414"/>
                    </a:lnTo>
                    <a:lnTo>
                      <a:pt x="1109" y="406"/>
                    </a:lnTo>
                    <a:lnTo>
                      <a:pt x="1121" y="398"/>
                    </a:lnTo>
                    <a:lnTo>
                      <a:pt x="1133" y="390"/>
                    </a:lnTo>
                    <a:lnTo>
                      <a:pt x="1147" y="383"/>
                    </a:lnTo>
                    <a:lnTo>
                      <a:pt x="1160" y="376"/>
                    </a:lnTo>
                    <a:lnTo>
                      <a:pt x="1174" y="371"/>
                    </a:lnTo>
                    <a:lnTo>
                      <a:pt x="1188" y="364"/>
                    </a:lnTo>
                    <a:lnTo>
                      <a:pt x="1201" y="358"/>
                    </a:lnTo>
                    <a:lnTo>
                      <a:pt x="1214" y="352"/>
                    </a:lnTo>
                    <a:lnTo>
                      <a:pt x="1228" y="348"/>
                    </a:lnTo>
                    <a:lnTo>
                      <a:pt x="1242" y="342"/>
                    </a:lnTo>
                    <a:lnTo>
                      <a:pt x="1254" y="337"/>
                    </a:lnTo>
                    <a:lnTo>
                      <a:pt x="1267" y="334"/>
                    </a:lnTo>
                    <a:lnTo>
                      <a:pt x="1280" y="329"/>
                    </a:lnTo>
                    <a:lnTo>
                      <a:pt x="1291" y="326"/>
                    </a:lnTo>
                    <a:lnTo>
                      <a:pt x="1302" y="322"/>
                    </a:lnTo>
                    <a:lnTo>
                      <a:pt x="1313" y="320"/>
                    </a:lnTo>
                    <a:lnTo>
                      <a:pt x="1322" y="316"/>
                    </a:lnTo>
                    <a:lnTo>
                      <a:pt x="1332" y="314"/>
                    </a:lnTo>
                    <a:lnTo>
                      <a:pt x="1340" y="312"/>
                    </a:lnTo>
                    <a:lnTo>
                      <a:pt x="1347" y="311"/>
                    </a:lnTo>
                    <a:lnTo>
                      <a:pt x="1352" y="310"/>
                    </a:lnTo>
                    <a:lnTo>
                      <a:pt x="1357" y="308"/>
                    </a:lnTo>
                    <a:lnTo>
                      <a:pt x="1360" y="307"/>
                    </a:lnTo>
                    <a:lnTo>
                      <a:pt x="1363" y="307"/>
                    </a:lnTo>
                    <a:lnTo>
                      <a:pt x="1363" y="307"/>
                    </a:lnTo>
                    <a:lnTo>
                      <a:pt x="1360" y="302"/>
                    </a:lnTo>
                    <a:lnTo>
                      <a:pt x="1353" y="287"/>
                    </a:lnTo>
                    <a:lnTo>
                      <a:pt x="1343" y="268"/>
                    </a:lnTo>
                    <a:lnTo>
                      <a:pt x="1334" y="250"/>
                    </a:lnTo>
                    <a:lnTo>
                      <a:pt x="1327" y="236"/>
                    </a:lnTo>
                    <a:lnTo>
                      <a:pt x="1325" y="230"/>
                    </a:lnTo>
                    <a:lnTo>
                      <a:pt x="1304" y="235"/>
                    </a:lnTo>
                    <a:lnTo>
                      <a:pt x="1284" y="239"/>
                    </a:lnTo>
                    <a:lnTo>
                      <a:pt x="1266" y="244"/>
                    </a:lnTo>
                    <a:lnTo>
                      <a:pt x="1247" y="250"/>
                    </a:lnTo>
                    <a:lnTo>
                      <a:pt x="1229" y="255"/>
                    </a:lnTo>
                    <a:lnTo>
                      <a:pt x="1212" y="261"/>
                    </a:lnTo>
                    <a:lnTo>
                      <a:pt x="1196" y="267"/>
                    </a:lnTo>
                    <a:lnTo>
                      <a:pt x="1180" y="274"/>
                    </a:lnTo>
                    <a:lnTo>
                      <a:pt x="1165" y="280"/>
                    </a:lnTo>
                    <a:lnTo>
                      <a:pt x="1150" y="287"/>
                    </a:lnTo>
                    <a:lnTo>
                      <a:pt x="1136" y="292"/>
                    </a:lnTo>
                    <a:lnTo>
                      <a:pt x="1123" y="299"/>
                    </a:lnTo>
                    <a:lnTo>
                      <a:pt x="1110" y="305"/>
                    </a:lnTo>
                    <a:lnTo>
                      <a:pt x="1099" y="312"/>
                    </a:lnTo>
                    <a:lnTo>
                      <a:pt x="1087" y="318"/>
                    </a:lnTo>
                    <a:lnTo>
                      <a:pt x="1078" y="323"/>
                    </a:lnTo>
                    <a:lnTo>
                      <a:pt x="1068" y="329"/>
                    </a:lnTo>
                    <a:lnTo>
                      <a:pt x="1060" y="335"/>
                    </a:lnTo>
                    <a:lnTo>
                      <a:pt x="1052" y="340"/>
                    </a:lnTo>
                    <a:lnTo>
                      <a:pt x="1045" y="344"/>
                    </a:lnTo>
                    <a:lnTo>
                      <a:pt x="1038" y="349"/>
                    </a:lnTo>
                    <a:lnTo>
                      <a:pt x="1033" y="352"/>
                    </a:lnTo>
                    <a:lnTo>
                      <a:pt x="1029" y="356"/>
                    </a:lnTo>
                    <a:lnTo>
                      <a:pt x="1024" y="359"/>
                    </a:lnTo>
                    <a:lnTo>
                      <a:pt x="1022" y="361"/>
                    </a:lnTo>
                    <a:lnTo>
                      <a:pt x="1019" y="363"/>
                    </a:lnTo>
                    <a:lnTo>
                      <a:pt x="1018" y="364"/>
                    </a:lnTo>
                    <a:lnTo>
                      <a:pt x="1017" y="365"/>
                    </a:lnTo>
                    <a:lnTo>
                      <a:pt x="1024" y="352"/>
                    </a:lnTo>
                    <a:lnTo>
                      <a:pt x="1032" y="340"/>
                    </a:lnTo>
                    <a:lnTo>
                      <a:pt x="1040" y="328"/>
                    </a:lnTo>
                    <a:lnTo>
                      <a:pt x="1049" y="316"/>
                    </a:lnTo>
                    <a:lnTo>
                      <a:pt x="1059" y="305"/>
                    </a:lnTo>
                    <a:lnTo>
                      <a:pt x="1070" y="293"/>
                    </a:lnTo>
                    <a:lnTo>
                      <a:pt x="1080" y="283"/>
                    </a:lnTo>
                    <a:lnTo>
                      <a:pt x="1092" y="272"/>
                    </a:lnTo>
                    <a:lnTo>
                      <a:pt x="1104" y="261"/>
                    </a:lnTo>
                    <a:lnTo>
                      <a:pt x="1115" y="252"/>
                    </a:lnTo>
                    <a:lnTo>
                      <a:pt x="1128" y="242"/>
                    </a:lnTo>
                    <a:lnTo>
                      <a:pt x="1139" y="232"/>
                    </a:lnTo>
                    <a:lnTo>
                      <a:pt x="1152" y="224"/>
                    </a:lnTo>
                    <a:lnTo>
                      <a:pt x="1163" y="215"/>
                    </a:lnTo>
                    <a:lnTo>
                      <a:pt x="1175" y="207"/>
                    </a:lnTo>
                    <a:lnTo>
                      <a:pt x="1186" y="200"/>
                    </a:lnTo>
                    <a:lnTo>
                      <a:pt x="1198" y="193"/>
                    </a:lnTo>
                    <a:lnTo>
                      <a:pt x="1208" y="186"/>
                    </a:lnTo>
                    <a:lnTo>
                      <a:pt x="1219" y="181"/>
                    </a:lnTo>
                    <a:lnTo>
                      <a:pt x="1228" y="175"/>
                    </a:lnTo>
                    <a:lnTo>
                      <a:pt x="1236" y="170"/>
                    </a:lnTo>
                    <a:lnTo>
                      <a:pt x="1244" y="166"/>
                    </a:lnTo>
                    <a:lnTo>
                      <a:pt x="1251" y="162"/>
                    </a:lnTo>
                    <a:lnTo>
                      <a:pt x="1256" y="159"/>
                    </a:lnTo>
                    <a:lnTo>
                      <a:pt x="1260" y="156"/>
                    </a:lnTo>
                    <a:lnTo>
                      <a:pt x="1264" y="154"/>
                    </a:lnTo>
                    <a:lnTo>
                      <a:pt x="1266" y="153"/>
                    </a:lnTo>
                    <a:lnTo>
                      <a:pt x="1267" y="153"/>
                    </a:lnTo>
                    <a:lnTo>
                      <a:pt x="1262" y="149"/>
                    </a:lnTo>
                    <a:lnTo>
                      <a:pt x="1252" y="141"/>
                    </a:lnTo>
                    <a:lnTo>
                      <a:pt x="1237" y="130"/>
                    </a:lnTo>
                    <a:lnTo>
                      <a:pt x="1220" y="118"/>
                    </a:lnTo>
                    <a:lnTo>
                      <a:pt x="1205" y="107"/>
                    </a:lnTo>
                    <a:lnTo>
                      <a:pt x="1195" y="99"/>
                    </a:lnTo>
                    <a:lnTo>
                      <a:pt x="1190" y="95"/>
                    </a:lnTo>
                    <a:lnTo>
                      <a:pt x="1185" y="99"/>
                    </a:lnTo>
                    <a:lnTo>
                      <a:pt x="1178" y="103"/>
                    </a:lnTo>
                    <a:lnTo>
                      <a:pt x="1170" y="108"/>
                    </a:lnTo>
                    <a:lnTo>
                      <a:pt x="1161" y="115"/>
                    </a:lnTo>
                    <a:lnTo>
                      <a:pt x="1152" y="123"/>
                    </a:lnTo>
                    <a:lnTo>
                      <a:pt x="1140" y="131"/>
                    </a:lnTo>
                    <a:lnTo>
                      <a:pt x="1129" y="140"/>
                    </a:lnTo>
                    <a:lnTo>
                      <a:pt x="1117" y="151"/>
                    </a:lnTo>
                    <a:lnTo>
                      <a:pt x="1105" y="161"/>
                    </a:lnTo>
                    <a:lnTo>
                      <a:pt x="1092" y="171"/>
                    </a:lnTo>
                    <a:lnTo>
                      <a:pt x="1079" y="182"/>
                    </a:lnTo>
                    <a:lnTo>
                      <a:pt x="1067" y="193"/>
                    </a:lnTo>
                    <a:lnTo>
                      <a:pt x="1054" y="204"/>
                    </a:lnTo>
                    <a:lnTo>
                      <a:pt x="1041" y="215"/>
                    </a:lnTo>
                    <a:lnTo>
                      <a:pt x="1030" y="225"/>
                    </a:lnTo>
                    <a:lnTo>
                      <a:pt x="1018" y="236"/>
                    </a:lnTo>
                    <a:lnTo>
                      <a:pt x="1008" y="245"/>
                    </a:lnTo>
                    <a:lnTo>
                      <a:pt x="998" y="254"/>
                    </a:lnTo>
                    <a:lnTo>
                      <a:pt x="988" y="262"/>
                    </a:lnTo>
                    <a:lnTo>
                      <a:pt x="980" y="269"/>
                    </a:lnTo>
                    <a:lnTo>
                      <a:pt x="973" y="275"/>
                    </a:lnTo>
                    <a:lnTo>
                      <a:pt x="968" y="281"/>
                    </a:lnTo>
                    <a:lnTo>
                      <a:pt x="963" y="284"/>
                    </a:lnTo>
                    <a:lnTo>
                      <a:pt x="961" y="287"/>
                    </a:lnTo>
                    <a:lnTo>
                      <a:pt x="960" y="288"/>
                    </a:lnTo>
                    <a:lnTo>
                      <a:pt x="963" y="280"/>
                    </a:lnTo>
                    <a:lnTo>
                      <a:pt x="968" y="270"/>
                    </a:lnTo>
                    <a:lnTo>
                      <a:pt x="972" y="260"/>
                    </a:lnTo>
                    <a:lnTo>
                      <a:pt x="979" y="249"/>
                    </a:lnTo>
                    <a:lnTo>
                      <a:pt x="986" y="237"/>
                    </a:lnTo>
                    <a:lnTo>
                      <a:pt x="994" y="224"/>
                    </a:lnTo>
                    <a:lnTo>
                      <a:pt x="1002" y="211"/>
                    </a:lnTo>
                    <a:lnTo>
                      <a:pt x="1011" y="198"/>
                    </a:lnTo>
                    <a:lnTo>
                      <a:pt x="1021" y="184"/>
                    </a:lnTo>
                    <a:lnTo>
                      <a:pt x="1030" y="170"/>
                    </a:lnTo>
                    <a:lnTo>
                      <a:pt x="1039" y="158"/>
                    </a:lnTo>
                    <a:lnTo>
                      <a:pt x="1048" y="144"/>
                    </a:lnTo>
                    <a:lnTo>
                      <a:pt x="1057" y="131"/>
                    </a:lnTo>
                    <a:lnTo>
                      <a:pt x="1067" y="120"/>
                    </a:lnTo>
                    <a:lnTo>
                      <a:pt x="1075" y="108"/>
                    </a:lnTo>
                    <a:lnTo>
                      <a:pt x="1083" y="96"/>
                    </a:lnTo>
                    <a:lnTo>
                      <a:pt x="1091" y="87"/>
                    </a:lnTo>
                    <a:lnTo>
                      <a:pt x="1097" y="79"/>
                    </a:lnTo>
                    <a:lnTo>
                      <a:pt x="1102" y="71"/>
                    </a:lnTo>
                    <a:lnTo>
                      <a:pt x="1107" y="65"/>
                    </a:lnTo>
                    <a:lnTo>
                      <a:pt x="1110" y="61"/>
                    </a:lnTo>
                    <a:lnTo>
                      <a:pt x="1113" y="58"/>
                    </a:lnTo>
                    <a:lnTo>
                      <a:pt x="1113" y="57"/>
                    </a:lnTo>
                    <a:lnTo>
                      <a:pt x="1109" y="54"/>
                    </a:lnTo>
                    <a:lnTo>
                      <a:pt x="1098" y="47"/>
                    </a:lnTo>
                    <a:lnTo>
                      <a:pt x="1082" y="38"/>
                    </a:lnTo>
                    <a:lnTo>
                      <a:pt x="1066" y="29"/>
                    </a:lnTo>
                    <a:lnTo>
                      <a:pt x="1049" y="22"/>
                    </a:lnTo>
                    <a:lnTo>
                      <a:pt x="1037" y="19"/>
                    </a:lnTo>
                    <a:lnTo>
                      <a:pt x="1032" y="24"/>
                    </a:lnTo>
                    <a:lnTo>
                      <a:pt x="1025" y="32"/>
                    </a:lnTo>
                    <a:lnTo>
                      <a:pt x="1017" y="42"/>
                    </a:lnTo>
                    <a:lnTo>
                      <a:pt x="1008" y="54"/>
                    </a:lnTo>
                    <a:lnTo>
                      <a:pt x="998" y="67"/>
                    </a:lnTo>
                    <a:lnTo>
                      <a:pt x="987" y="82"/>
                    </a:lnTo>
                    <a:lnTo>
                      <a:pt x="977" y="95"/>
                    </a:lnTo>
                    <a:lnTo>
                      <a:pt x="966" y="110"/>
                    </a:lnTo>
                    <a:lnTo>
                      <a:pt x="956" y="124"/>
                    </a:lnTo>
                    <a:lnTo>
                      <a:pt x="947" y="137"/>
                    </a:lnTo>
                    <a:lnTo>
                      <a:pt x="939" y="148"/>
                    </a:lnTo>
                    <a:lnTo>
                      <a:pt x="932" y="159"/>
                    </a:lnTo>
                    <a:lnTo>
                      <a:pt x="926" y="166"/>
                    </a:lnTo>
                    <a:lnTo>
                      <a:pt x="923" y="170"/>
                    </a:lnTo>
                    <a:lnTo>
                      <a:pt x="922" y="173"/>
                    </a:lnTo>
                    <a:lnTo>
                      <a:pt x="922" y="169"/>
                    </a:lnTo>
                    <a:lnTo>
                      <a:pt x="922" y="161"/>
                    </a:lnTo>
                    <a:lnTo>
                      <a:pt x="922" y="149"/>
                    </a:lnTo>
                    <a:lnTo>
                      <a:pt x="922" y="133"/>
                    </a:lnTo>
                    <a:lnTo>
                      <a:pt x="922" y="115"/>
                    </a:lnTo>
                    <a:lnTo>
                      <a:pt x="922" y="95"/>
                    </a:lnTo>
                    <a:lnTo>
                      <a:pt x="922" y="76"/>
                    </a:lnTo>
                    <a:lnTo>
                      <a:pt x="922" y="56"/>
                    </a:lnTo>
                    <a:lnTo>
                      <a:pt x="922" y="39"/>
                    </a:lnTo>
                    <a:lnTo>
                      <a:pt x="922" y="23"/>
                    </a:lnTo>
                    <a:lnTo>
                      <a:pt x="922" y="10"/>
                    </a:lnTo>
                    <a:lnTo>
                      <a:pt x="922" y="2"/>
                    </a:lnTo>
                    <a:lnTo>
                      <a:pt x="922" y="0"/>
                    </a:lnTo>
                    <a:lnTo>
                      <a:pt x="911" y="0"/>
                    </a:lnTo>
                    <a:lnTo>
                      <a:pt x="893" y="0"/>
                    </a:lnTo>
                    <a:lnTo>
                      <a:pt x="882" y="0"/>
                    </a:lnTo>
                    <a:lnTo>
                      <a:pt x="878" y="0"/>
                    </a:lnTo>
                    <a:lnTo>
                      <a:pt x="869" y="0"/>
                    </a:lnTo>
                    <a:lnTo>
                      <a:pt x="864" y="0"/>
                    </a:lnTo>
                    <a:lnTo>
                      <a:pt x="859" y="0"/>
                    </a:lnTo>
                    <a:lnTo>
                      <a:pt x="849" y="0"/>
                    </a:lnTo>
                    <a:lnTo>
                      <a:pt x="844" y="0"/>
                    </a:lnTo>
                    <a:lnTo>
                      <a:pt x="844" y="2"/>
                    </a:lnTo>
                    <a:lnTo>
                      <a:pt x="844" y="10"/>
                    </a:lnTo>
                    <a:lnTo>
                      <a:pt x="844" y="23"/>
                    </a:lnTo>
                    <a:lnTo>
                      <a:pt x="844" y="39"/>
                    </a:lnTo>
                    <a:lnTo>
                      <a:pt x="844" y="56"/>
                    </a:lnTo>
                    <a:lnTo>
                      <a:pt x="844" y="76"/>
                    </a:lnTo>
                    <a:lnTo>
                      <a:pt x="844" y="95"/>
                    </a:lnTo>
                    <a:lnTo>
                      <a:pt x="844" y="115"/>
                    </a:lnTo>
                    <a:lnTo>
                      <a:pt x="844" y="133"/>
                    </a:lnTo>
                    <a:lnTo>
                      <a:pt x="844" y="149"/>
                    </a:lnTo>
                    <a:lnTo>
                      <a:pt x="844" y="161"/>
                    </a:lnTo>
                    <a:lnTo>
                      <a:pt x="844" y="169"/>
                    </a:lnTo>
                    <a:lnTo>
                      <a:pt x="844" y="173"/>
                    </a:lnTo>
                    <a:lnTo>
                      <a:pt x="843" y="170"/>
                    </a:lnTo>
                    <a:lnTo>
                      <a:pt x="839" y="166"/>
                    </a:lnTo>
                    <a:lnTo>
                      <a:pt x="833" y="159"/>
                    </a:lnTo>
                    <a:lnTo>
                      <a:pt x="825" y="148"/>
                    </a:lnTo>
                    <a:lnTo>
                      <a:pt x="814" y="137"/>
                    </a:lnTo>
                    <a:lnTo>
                      <a:pt x="804" y="124"/>
                    </a:lnTo>
                    <a:lnTo>
                      <a:pt x="793" y="110"/>
                    </a:lnTo>
                    <a:lnTo>
                      <a:pt x="781" y="95"/>
                    </a:lnTo>
                    <a:lnTo>
                      <a:pt x="770" y="82"/>
                    </a:lnTo>
                    <a:lnTo>
                      <a:pt x="759" y="67"/>
                    </a:lnTo>
                    <a:lnTo>
                      <a:pt x="750" y="54"/>
                    </a:lnTo>
                    <a:lnTo>
                      <a:pt x="742" y="42"/>
                    </a:lnTo>
                    <a:lnTo>
                      <a:pt x="735" y="32"/>
                    </a:lnTo>
                    <a:lnTo>
                      <a:pt x="730" y="24"/>
                    </a:lnTo>
                    <a:lnTo>
                      <a:pt x="729" y="19"/>
                    </a:lnTo>
                    <a:lnTo>
                      <a:pt x="717" y="22"/>
                    </a:lnTo>
                    <a:lnTo>
                      <a:pt x="700" y="29"/>
                    </a:lnTo>
                    <a:lnTo>
                      <a:pt x="684" y="38"/>
                    </a:lnTo>
                    <a:lnTo>
                      <a:pt x="668" y="47"/>
                    </a:lnTo>
                    <a:lnTo>
                      <a:pt x="657" y="54"/>
                    </a:lnTo>
                    <a:lnTo>
                      <a:pt x="652" y="57"/>
                    </a:lnTo>
                    <a:lnTo>
                      <a:pt x="653" y="58"/>
                    </a:lnTo>
                    <a:lnTo>
                      <a:pt x="656" y="61"/>
                    </a:lnTo>
                    <a:lnTo>
                      <a:pt x="659" y="67"/>
                    </a:lnTo>
                    <a:lnTo>
                      <a:pt x="665" y="72"/>
                    </a:lnTo>
                    <a:lnTo>
                      <a:pt x="671" y="80"/>
                    </a:lnTo>
                    <a:lnTo>
                      <a:pt x="677" y="90"/>
                    </a:lnTo>
                    <a:lnTo>
                      <a:pt x="684" y="100"/>
                    </a:lnTo>
                    <a:lnTo>
                      <a:pt x="694" y="111"/>
                    </a:lnTo>
                    <a:lnTo>
                      <a:pt x="702" y="124"/>
                    </a:lnTo>
                    <a:lnTo>
                      <a:pt x="711" y="137"/>
                    </a:lnTo>
                    <a:lnTo>
                      <a:pt x="720" y="151"/>
                    </a:lnTo>
                    <a:lnTo>
                      <a:pt x="729" y="164"/>
                    </a:lnTo>
                    <a:lnTo>
                      <a:pt x="738" y="178"/>
                    </a:lnTo>
                    <a:lnTo>
                      <a:pt x="747" y="193"/>
                    </a:lnTo>
                    <a:lnTo>
                      <a:pt x="755" y="207"/>
                    </a:lnTo>
                    <a:lnTo>
                      <a:pt x="763" y="221"/>
                    </a:lnTo>
                    <a:lnTo>
                      <a:pt x="770" y="234"/>
                    </a:lnTo>
                    <a:lnTo>
                      <a:pt x="775" y="246"/>
                    </a:lnTo>
                    <a:lnTo>
                      <a:pt x="780" y="258"/>
                    </a:lnTo>
                    <a:lnTo>
                      <a:pt x="783" y="269"/>
                    </a:lnTo>
                    <a:lnTo>
                      <a:pt x="786" y="278"/>
                    </a:lnTo>
                    <a:lnTo>
                      <a:pt x="787" y="288"/>
                    </a:lnTo>
                    <a:lnTo>
                      <a:pt x="786" y="287"/>
                    </a:lnTo>
                    <a:lnTo>
                      <a:pt x="783" y="284"/>
                    </a:lnTo>
                    <a:lnTo>
                      <a:pt x="780" y="281"/>
                    </a:lnTo>
                    <a:lnTo>
                      <a:pt x="775" y="275"/>
                    </a:lnTo>
                    <a:lnTo>
                      <a:pt x="768" y="269"/>
                    </a:lnTo>
                    <a:lnTo>
                      <a:pt x="762" y="262"/>
                    </a:lnTo>
                    <a:lnTo>
                      <a:pt x="752" y="254"/>
                    </a:lnTo>
                    <a:lnTo>
                      <a:pt x="743" y="245"/>
                    </a:lnTo>
                    <a:lnTo>
                      <a:pt x="734" y="236"/>
                    </a:lnTo>
                    <a:lnTo>
                      <a:pt x="722" y="225"/>
                    </a:lnTo>
                    <a:lnTo>
                      <a:pt x="711" y="215"/>
                    </a:lnTo>
                    <a:lnTo>
                      <a:pt x="699" y="204"/>
                    </a:lnTo>
                    <a:lnTo>
                      <a:pt x="688" y="193"/>
                    </a:lnTo>
                    <a:lnTo>
                      <a:pt x="675" y="182"/>
                    </a:lnTo>
                    <a:lnTo>
                      <a:pt x="662" y="171"/>
                    </a:lnTo>
                    <a:lnTo>
                      <a:pt x="650" y="161"/>
                    </a:lnTo>
                    <a:lnTo>
                      <a:pt x="638" y="151"/>
                    </a:lnTo>
                    <a:lnTo>
                      <a:pt x="626" y="140"/>
                    </a:lnTo>
                    <a:lnTo>
                      <a:pt x="614" y="131"/>
                    </a:lnTo>
                    <a:lnTo>
                      <a:pt x="603" y="123"/>
                    </a:lnTo>
                    <a:lnTo>
                      <a:pt x="592" y="115"/>
                    </a:lnTo>
                    <a:lnTo>
                      <a:pt x="582" y="108"/>
                    </a:lnTo>
                    <a:lnTo>
                      <a:pt x="573" y="103"/>
                    </a:lnTo>
                    <a:lnTo>
                      <a:pt x="565" y="99"/>
                    </a:lnTo>
                    <a:lnTo>
                      <a:pt x="557" y="95"/>
                    </a:lnTo>
                    <a:lnTo>
                      <a:pt x="552" y="100"/>
                    </a:lnTo>
                    <a:lnTo>
                      <a:pt x="542" y="110"/>
                    </a:lnTo>
                    <a:lnTo>
                      <a:pt x="528" y="124"/>
                    </a:lnTo>
                    <a:lnTo>
                      <a:pt x="514" y="138"/>
                    </a:lnTo>
                    <a:lnTo>
                      <a:pt x="504" y="148"/>
                    </a:lnTo>
                    <a:lnTo>
                      <a:pt x="499" y="153"/>
                    </a:lnTo>
                    <a:lnTo>
                      <a:pt x="500" y="153"/>
                    </a:lnTo>
                    <a:lnTo>
                      <a:pt x="501" y="154"/>
                    </a:lnTo>
                    <a:lnTo>
                      <a:pt x="505" y="156"/>
                    </a:lnTo>
                    <a:lnTo>
                      <a:pt x="509" y="159"/>
                    </a:lnTo>
                    <a:lnTo>
                      <a:pt x="514" y="162"/>
                    </a:lnTo>
                    <a:lnTo>
                      <a:pt x="521" y="166"/>
                    </a:lnTo>
                    <a:lnTo>
                      <a:pt x="528" y="170"/>
                    </a:lnTo>
                    <a:lnTo>
                      <a:pt x="535" y="175"/>
                    </a:lnTo>
                    <a:lnTo>
                      <a:pt x="544" y="181"/>
                    </a:lnTo>
                    <a:lnTo>
                      <a:pt x="553" y="186"/>
                    </a:lnTo>
                    <a:lnTo>
                      <a:pt x="562" y="193"/>
                    </a:lnTo>
                    <a:lnTo>
                      <a:pt x="573" y="200"/>
                    </a:lnTo>
                    <a:lnTo>
                      <a:pt x="584" y="207"/>
                    </a:lnTo>
                    <a:lnTo>
                      <a:pt x="595" y="215"/>
                    </a:lnTo>
                    <a:lnTo>
                      <a:pt x="606" y="224"/>
                    </a:lnTo>
                    <a:lnTo>
                      <a:pt x="619" y="232"/>
                    </a:lnTo>
                    <a:lnTo>
                      <a:pt x="630" y="242"/>
                    </a:lnTo>
                    <a:lnTo>
                      <a:pt x="642" y="252"/>
                    </a:lnTo>
                    <a:lnTo>
                      <a:pt x="653" y="261"/>
                    </a:lnTo>
                    <a:lnTo>
                      <a:pt x="666" y="272"/>
                    </a:lnTo>
                    <a:lnTo>
                      <a:pt x="677" y="283"/>
                    </a:lnTo>
                    <a:lnTo>
                      <a:pt x="689" y="293"/>
                    </a:lnTo>
                    <a:lnTo>
                      <a:pt x="699" y="305"/>
                    </a:lnTo>
                    <a:lnTo>
                      <a:pt x="711" y="316"/>
                    </a:lnTo>
                    <a:lnTo>
                      <a:pt x="721" y="328"/>
                    </a:lnTo>
                    <a:lnTo>
                      <a:pt x="730" y="340"/>
                    </a:lnTo>
                    <a:lnTo>
                      <a:pt x="740" y="352"/>
                    </a:lnTo>
                    <a:lnTo>
                      <a:pt x="749" y="365"/>
                    </a:lnTo>
                    <a:lnTo>
                      <a:pt x="749" y="365"/>
                    </a:lnTo>
                    <a:lnTo>
                      <a:pt x="748" y="364"/>
                    </a:lnTo>
                    <a:lnTo>
                      <a:pt x="747" y="363"/>
                    </a:lnTo>
                    <a:lnTo>
                      <a:pt x="744" y="361"/>
                    </a:lnTo>
                    <a:lnTo>
                      <a:pt x="741" y="359"/>
                    </a:lnTo>
                    <a:lnTo>
                      <a:pt x="736" y="356"/>
                    </a:lnTo>
                    <a:lnTo>
                      <a:pt x="732" y="352"/>
                    </a:lnTo>
                    <a:lnTo>
                      <a:pt x="725" y="349"/>
                    </a:lnTo>
                    <a:lnTo>
                      <a:pt x="718" y="344"/>
                    </a:lnTo>
                    <a:lnTo>
                      <a:pt x="710" y="340"/>
                    </a:lnTo>
                    <a:lnTo>
                      <a:pt x="702" y="335"/>
                    </a:lnTo>
                    <a:lnTo>
                      <a:pt x="692" y="329"/>
                    </a:lnTo>
                    <a:lnTo>
                      <a:pt x="682" y="323"/>
                    </a:lnTo>
                    <a:lnTo>
                      <a:pt x="672" y="318"/>
                    </a:lnTo>
                    <a:lnTo>
                      <a:pt x="660" y="312"/>
                    </a:lnTo>
                    <a:lnTo>
                      <a:pt x="648" y="305"/>
                    </a:lnTo>
                    <a:lnTo>
                      <a:pt x="635" y="299"/>
                    </a:lnTo>
                    <a:lnTo>
                      <a:pt x="621" y="292"/>
                    </a:lnTo>
                    <a:lnTo>
                      <a:pt x="607" y="287"/>
                    </a:lnTo>
                    <a:lnTo>
                      <a:pt x="593" y="280"/>
                    </a:lnTo>
                    <a:lnTo>
                      <a:pt x="578" y="274"/>
                    </a:lnTo>
                    <a:lnTo>
                      <a:pt x="562" y="267"/>
                    </a:lnTo>
                    <a:lnTo>
                      <a:pt x="546" y="261"/>
                    </a:lnTo>
                    <a:lnTo>
                      <a:pt x="530" y="255"/>
                    </a:lnTo>
                    <a:lnTo>
                      <a:pt x="513" y="250"/>
                    </a:lnTo>
                    <a:lnTo>
                      <a:pt x="495" y="244"/>
                    </a:lnTo>
                    <a:lnTo>
                      <a:pt x="478" y="239"/>
                    </a:lnTo>
                    <a:lnTo>
                      <a:pt x="460" y="235"/>
                    </a:lnTo>
                    <a:lnTo>
                      <a:pt x="441" y="230"/>
                    </a:lnTo>
                    <a:lnTo>
                      <a:pt x="441" y="230"/>
                    </a:lnTo>
                    <a:lnTo>
                      <a:pt x="438" y="235"/>
                    </a:lnTo>
                    <a:lnTo>
                      <a:pt x="430" y="245"/>
                    </a:lnTo>
                    <a:lnTo>
                      <a:pt x="418" y="260"/>
                    </a:lnTo>
                    <a:lnTo>
                      <a:pt x="407" y="276"/>
                    </a:lnTo>
                    <a:lnTo>
                      <a:pt x="395" y="291"/>
                    </a:lnTo>
                    <a:lnTo>
                      <a:pt x="387" y="303"/>
                    </a:lnTo>
                    <a:lnTo>
                      <a:pt x="384" y="307"/>
                    </a:lnTo>
                    <a:lnTo>
                      <a:pt x="385" y="307"/>
                    </a:lnTo>
                    <a:lnTo>
                      <a:pt x="387" y="307"/>
                    </a:lnTo>
                    <a:lnTo>
                      <a:pt x="390" y="308"/>
                    </a:lnTo>
                    <a:lnTo>
                      <a:pt x="394" y="310"/>
                    </a:lnTo>
                    <a:lnTo>
                      <a:pt x="400" y="311"/>
                    </a:lnTo>
                    <a:lnTo>
                      <a:pt x="407" y="312"/>
                    </a:lnTo>
                    <a:lnTo>
                      <a:pt x="414" y="314"/>
                    </a:lnTo>
                    <a:lnTo>
                      <a:pt x="423" y="316"/>
                    </a:lnTo>
                    <a:lnTo>
                      <a:pt x="432" y="319"/>
                    </a:lnTo>
                    <a:lnTo>
                      <a:pt x="443" y="321"/>
                    </a:lnTo>
                    <a:lnTo>
                      <a:pt x="453" y="325"/>
                    </a:lnTo>
                    <a:lnTo>
                      <a:pt x="464" y="328"/>
                    </a:lnTo>
                    <a:lnTo>
                      <a:pt x="476" y="331"/>
                    </a:lnTo>
                    <a:lnTo>
                      <a:pt x="489" y="336"/>
                    </a:lnTo>
                    <a:lnTo>
                      <a:pt x="501" y="341"/>
                    </a:lnTo>
                    <a:lnTo>
                      <a:pt x="514" y="345"/>
                    </a:lnTo>
                    <a:lnTo>
                      <a:pt x="528" y="350"/>
                    </a:lnTo>
                    <a:lnTo>
                      <a:pt x="542" y="356"/>
                    </a:lnTo>
                    <a:lnTo>
                      <a:pt x="555" y="360"/>
                    </a:lnTo>
                    <a:lnTo>
                      <a:pt x="569" y="366"/>
                    </a:lnTo>
                    <a:lnTo>
                      <a:pt x="583" y="373"/>
                    </a:lnTo>
                    <a:lnTo>
                      <a:pt x="597" y="379"/>
                    </a:lnTo>
                    <a:lnTo>
                      <a:pt x="611" y="386"/>
                    </a:lnTo>
                    <a:lnTo>
                      <a:pt x="623" y="392"/>
                    </a:lnTo>
                    <a:lnTo>
                      <a:pt x="637" y="401"/>
                    </a:lnTo>
                    <a:lnTo>
                      <a:pt x="650" y="407"/>
                    </a:lnTo>
                    <a:lnTo>
                      <a:pt x="661" y="416"/>
                    </a:lnTo>
                    <a:lnTo>
                      <a:pt x="673" y="424"/>
                    </a:lnTo>
                    <a:lnTo>
                      <a:pt x="684" y="433"/>
                    </a:lnTo>
                    <a:lnTo>
                      <a:pt x="695" y="441"/>
                    </a:lnTo>
                    <a:lnTo>
                      <a:pt x="705" y="450"/>
                    </a:lnTo>
                    <a:lnTo>
                      <a:pt x="714" y="459"/>
                    </a:lnTo>
                    <a:lnTo>
                      <a:pt x="722" y="470"/>
                    </a:lnTo>
                    <a:lnTo>
                      <a:pt x="729" y="480"/>
                    </a:lnTo>
                    <a:lnTo>
                      <a:pt x="729" y="479"/>
                    </a:lnTo>
                    <a:lnTo>
                      <a:pt x="728" y="479"/>
                    </a:lnTo>
                    <a:lnTo>
                      <a:pt x="726" y="477"/>
                    </a:lnTo>
                    <a:lnTo>
                      <a:pt x="724" y="475"/>
                    </a:lnTo>
                    <a:lnTo>
                      <a:pt x="720" y="473"/>
                    </a:lnTo>
                    <a:lnTo>
                      <a:pt x="717" y="471"/>
                    </a:lnTo>
                    <a:lnTo>
                      <a:pt x="712" y="467"/>
                    </a:lnTo>
                    <a:lnTo>
                      <a:pt x="706" y="464"/>
                    </a:lnTo>
                    <a:lnTo>
                      <a:pt x="700" y="460"/>
                    </a:lnTo>
                    <a:lnTo>
                      <a:pt x="694" y="457"/>
                    </a:lnTo>
                    <a:lnTo>
                      <a:pt x="687" y="454"/>
                    </a:lnTo>
                    <a:lnTo>
                      <a:pt x="679" y="449"/>
                    </a:lnTo>
                    <a:lnTo>
                      <a:pt x="669" y="444"/>
                    </a:lnTo>
                    <a:lnTo>
                      <a:pt x="660" y="440"/>
                    </a:lnTo>
                    <a:lnTo>
                      <a:pt x="651" y="435"/>
                    </a:lnTo>
                    <a:lnTo>
                      <a:pt x="641" y="432"/>
                    </a:lnTo>
                    <a:lnTo>
                      <a:pt x="629" y="427"/>
                    </a:lnTo>
                    <a:lnTo>
                      <a:pt x="618" y="422"/>
                    </a:lnTo>
                    <a:lnTo>
                      <a:pt x="606" y="418"/>
                    </a:lnTo>
                    <a:lnTo>
                      <a:pt x="593" y="413"/>
                    </a:lnTo>
                    <a:lnTo>
                      <a:pt x="581" y="409"/>
                    </a:lnTo>
                    <a:lnTo>
                      <a:pt x="567" y="405"/>
                    </a:lnTo>
                    <a:lnTo>
                      <a:pt x="552" y="401"/>
                    </a:lnTo>
                    <a:lnTo>
                      <a:pt x="538" y="397"/>
                    </a:lnTo>
                    <a:lnTo>
                      <a:pt x="522" y="394"/>
                    </a:lnTo>
                    <a:lnTo>
                      <a:pt x="507" y="391"/>
                    </a:lnTo>
                    <a:lnTo>
                      <a:pt x="491" y="388"/>
                    </a:lnTo>
                    <a:lnTo>
                      <a:pt x="474" y="386"/>
                    </a:lnTo>
                    <a:lnTo>
                      <a:pt x="456" y="384"/>
                    </a:lnTo>
                    <a:lnTo>
                      <a:pt x="439" y="383"/>
                    </a:lnTo>
                    <a:lnTo>
                      <a:pt x="422" y="382"/>
                    </a:lnTo>
                    <a:lnTo>
                      <a:pt x="403" y="381"/>
                    </a:lnTo>
                    <a:lnTo>
                      <a:pt x="384" y="381"/>
                    </a:lnTo>
                    <a:lnTo>
                      <a:pt x="365" y="382"/>
                    </a:lnTo>
                    <a:lnTo>
                      <a:pt x="346" y="383"/>
                    </a:lnTo>
                    <a:lnTo>
                      <a:pt x="346" y="383"/>
                    </a:lnTo>
                    <a:lnTo>
                      <a:pt x="346" y="389"/>
                    </a:lnTo>
                    <a:lnTo>
                      <a:pt x="346" y="403"/>
                    </a:lnTo>
                    <a:lnTo>
                      <a:pt x="346" y="421"/>
                    </a:lnTo>
                    <a:lnTo>
                      <a:pt x="346" y="442"/>
                    </a:lnTo>
                    <a:lnTo>
                      <a:pt x="346" y="460"/>
                    </a:lnTo>
                    <a:lnTo>
                      <a:pt x="346" y="474"/>
                    </a:lnTo>
                    <a:lnTo>
                      <a:pt x="346" y="480"/>
                    </a:lnTo>
                    <a:lnTo>
                      <a:pt x="346" y="479"/>
                    </a:lnTo>
                    <a:lnTo>
                      <a:pt x="348" y="479"/>
                    </a:lnTo>
                    <a:lnTo>
                      <a:pt x="350" y="479"/>
                    </a:lnTo>
                    <a:lnTo>
                      <a:pt x="354" y="479"/>
                    </a:lnTo>
                    <a:lnTo>
                      <a:pt x="357" y="478"/>
                    </a:lnTo>
                    <a:lnTo>
                      <a:pt x="363" y="478"/>
                    </a:lnTo>
                    <a:lnTo>
                      <a:pt x="369" y="478"/>
                    </a:lnTo>
                    <a:lnTo>
                      <a:pt x="376" y="477"/>
                    </a:lnTo>
                    <a:lnTo>
                      <a:pt x="383" y="477"/>
                    </a:lnTo>
                    <a:lnTo>
                      <a:pt x="391" y="477"/>
                    </a:lnTo>
                    <a:lnTo>
                      <a:pt x="400" y="477"/>
                    </a:lnTo>
                    <a:lnTo>
                      <a:pt x="409" y="475"/>
                    </a:lnTo>
                    <a:lnTo>
                      <a:pt x="418" y="475"/>
                    </a:lnTo>
                    <a:lnTo>
                      <a:pt x="429" y="475"/>
                    </a:lnTo>
                    <a:lnTo>
                      <a:pt x="439" y="477"/>
                    </a:lnTo>
                    <a:lnTo>
                      <a:pt x="451" y="477"/>
                    </a:lnTo>
                    <a:lnTo>
                      <a:pt x="462" y="477"/>
                    </a:lnTo>
                    <a:lnTo>
                      <a:pt x="474" y="478"/>
                    </a:lnTo>
                    <a:lnTo>
                      <a:pt x="486" y="479"/>
                    </a:lnTo>
                    <a:lnTo>
                      <a:pt x="499" y="480"/>
                    </a:lnTo>
                    <a:lnTo>
                      <a:pt x="512" y="482"/>
                    </a:lnTo>
                    <a:lnTo>
                      <a:pt x="524" y="483"/>
                    </a:lnTo>
                    <a:lnTo>
                      <a:pt x="537" y="486"/>
                    </a:lnTo>
                    <a:lnTo>
                      <a:pt x="550" y="488"/>
                    </a:lnTo>
                    <a:lnTo>
                      <a:pt x="562" y="492"/>
                    </a:lnTo>
                    <a:lnTo>
                      <a:pt x="576" y="495"/>
                    </a:lnTo>
                    <a:lnTo>
                      <a:pt x="589" y="498"/>
                    </a:lnTo>
                    <a:lnTo>
                      <a:pt x="601" y="502"/>
                    </a:lnTo>
                    <a:lnTo>
                      <a:pt x="614" y="507"/>
                    </a:lnTo>
                    <a:lnTo>
                      <a:pt x="627" y="511"/>
                    </a:lnTo>
                    <a:lnTo>
                      <a:pt x="639" y="517"/>
                    </a:lnTo>
                    <a:lnTo>
                      <a:pt x="651" y="523"/>
                    </a:lnTo>
                    <a:lnTo>
                      <a:pt x="662" y="530"/>
                    </a:lnTo>
                    <a:lnTo>
                      <a:pt x="674" y="536"/>
                    </a:lnTo>
                    <a:lnTo>
                      <a:pt x="686" y="543"/>
                    </a:lnTo>
                    <a:lnTo>
                      <a:pt x="696" y="551"/>
                    </a:lnTo>
                    <a:lnTo>
                      <a:pt x="706" y="561"/>
                    </a:lnTo>
                    <a:lnTo>
                      <a:pt x="715" y="570"/>
                    </a:lnTo>
                    <a:lnTo>
                      <a:pt x="725" y="580"/>
                    </a:lnTo>
                    <a:lnTo>
                      <a:pt x="734" y="591"/>
                    </a:lnTo>
                    <a:lnTo>
                      <a:pt x="742" y="602"/>
                    </a:lnTo>
                    <a:lnTo>
                      <a:pt x="749" y="614"/>
                    </a:lnTo>
                    <a:lnTo>
                      <a:pt x="749" y="614"/>
                    </a:lnTo>
                    <a:lnTo>
                      <a:pt x="748" y="614"/>
                    </a:lnTo>
                    <a:lnTo>
                      <a:pt x="747" y="611"/>
                    </a:lnTo>
                    <a:lnTo>
                      <a:pt x="744" y="609"/>
                    </a:lnTo>
                    <a:lnTo>
                      <a:pt x="741" y="607"/>
                    </a:lnTo>
                    <a:lnTo>
                      <a:pt x="735" y="603"/>
                    </a:lnTo>
                    <a:lnTo>
                      <a:pt x="730" y="599"/>
                    </a:lnTo>
                    <a:lnTo>
                      <a:pt x="724" y="594"/>
                    </a:lnTo>
                    <a:lnTo>
                      <a:pt x="715" y="589"/>
                    </a:lnTo>
                    <a:lnTo>
                      <a:pt x="706" y="584"/>
                    </a:lnTo>
                    <a:lnTo>
                      <a:pt x="696" y="578"/>
                    </a:lnTo>
                    <a:lnTo>
                      <a:pt x="686" y="572"/>
                    </a:lnTo>
                    <a:lnTo>
                      <a:pt x="674" y="568"/>
                    </a:lnTo>
                    <a:lnTo>
                      <a:pt x="660" y="562"/>
                    </a:lnTo>
                    <a:lnTo>
                      <a:pt x="646" y="557"/>
                    </a:lnTo>
                    <a:lnTo>
                      <a:pt x="631" y="553"/>
                    </a:lnTo>
                    <a:lnTo>
                      <a:pt x="615" y="548"/>
                    </a:lnTo>
                    <a:lnTo>
                      <a:pt x="598" y="545"/>
                    </a:lnTo>
                    <a:lnTo>
                      <a:pt x="580" y="541"/>
                    </a:lnTo>
                    <a:lnTo>
                      <a:pt x="560" y="539"/>
                    </a:lnTo>
                    <a:lnTo>
                      <a:pt x="539" y="538"/>
                    </a:lnTo>
                    <a:lnTo>
                      <a:pt x="519" y="538"/>
                    </a:lnTo>
                    <a:lnTo>
                      <a:pt x="519" y="538"/>
                    </a:lnTo>
                    <a:lnTo>
                      <a:pt x="492" y="538"/>
                    </a:lnTo>
                    <a:lnTo>
                      <a:pt x="469" y="538"/>
                    </a:lnTo>
                    <a:lnTo>
                      <a:pt x="447" y="538"/>
                    </a:lnTo>
                    <a:lnTo>
                      <a:pt x="426" y="538"/>
                    </a:lnTo>
                    <a:lnTo>
                      <a:pt x="409" y="538"/>
                    </a:lnTo>
                    <a:lnTo>
                      <a:pt x="393" y="538"/>
                    </a:lnTo>
                    <a:lnTo>
                      <a:pt x="378" y="538"/>
                    </a:lnTo>
                    <a:lnTo>
                      <a:pt x="367" y="538"/>
                    </a:lnTo>
                    <a:lnTo>
                      <a:pt x="355" y="538"/>
                    </a:lnTo>
                    <a:lnTo>
                      <a:pt x="346" y="538"/>
                    </a:lnTo>
                    <a:lnTo>
                      <a:pt x="339" y="538"/>
                    </a:lnTo>
                    <a:lnTo>
                      <a:pt x="333" y="538"/>
                    </a:lnTo>
                    <a:lnTo>
                      <a:pt x="330" y="538"/>
                    </a:lnTo>
                    <a:lnTo>
                      <a:pt x="327" y="538"/>
                    </a:lnTo>
                    <a:lnTo>
                      <a:pt x="326" y="538"/>
                    </a:lnTo>
                    <a:lnTo>
                      <a:pt x="326" y="542"/>
                    </a:lnTo>
                    <a:lnTo>
                      <a:pt x="326" y="556"/>
                    </a:lnTo>
                    <a:lnTo>
                      <a:pt x="326" y="574"/>
                    </a:lnTo>
                    <a:lnTo>
                      <a:pt x="326" y="595"/>
                    </a:lnTo>
                    <a:lnTo>
                      <a:pt x="326" y="614"/>
                    </a:lnTo>
                    <a:lnTo>
                      <a:pt x="326" y="627"/>
                    </a:lnTo>
                    <a:lnTo>
                      <a:pt x="326" y="633"/>
                    </a:lnTo>
                    <a:lnTo>
                      <a:pt x="329" y="633"/>
                    </a:lnTo>
                    <a:lnTo>
                      <a:pt x="334" y="633"/>
                    </a:lnTo>
                    <a:lnTo>
                      <a:pt x="343" y="633"/>
                    </a:lnTo>
                    <a:lnTo>
                      <a:pt x="356" y="633"/>
                    </a:lnTo>
                    <a:lnTo>
                      <a:pt x="370" y="633"/>
                    </a:lnTo>
                    <a:lnTo>
                      <a:pt x="387" y="633"/>
                    </a:lnTo>
                    <a:lnTo>
                      <a:pt x="405" y="633"/>
                    </a:lnTo>
                    <a:lnTo>
                      <a:pt x="423" y="633"/>
                    </a:lnTo>
                    <a:lnTo>
                      <a:pt x="441" y="633"/>
                    </a:lnTo>
                    <a:lnTo>
                      <a:pt x="460" y="633"/>
                    </a:lnTo>
                    <a:lnTo>
                      <a:pt x="477" y="633"/>
                    </a:lnTo>
                    <a:lnTo>
                      <a:pt x="493" y="633"/>
                    </a:lnTo>
                    <a:lnTo>
                      <a:pt x="508" y="633"/>
                    </a:lnTo>
                    <a:lnTo>
                      <a:pt x="520" y="633"/>
                    </a:lnTo>
                    <a:lnTo>
                      <a:pt x="529" y="633"/>
                    </a:lnTo>
                    <a:lnTo>
                      <a:pt x="536" y="633"/>
                    </a:lnTo>
                    <a:lnTo>
                      <a:pt x="537" y="633"/>
                    </a:lnTo>
                    <a:lnTo>
                      <a:pt x="538" y="633"/>
                    </a:lnTo>
                    <a:lnTo>
                      <a:pt x="540" y="633"/>
                    </a:lnTo>
                    <a:lnTo>
                      <a:pt x="544" y="633"/>
                    </a:lnTo>
                    <a:lnTo>
                      <a:pt x="547" y="633"/>
                    </a:lnTo>
                    <a:lnTo>
                      <a:pt x="553" y="634"/>
                    </a:lnTo>
                    <a:lnTo>
                      <a:pt x="559" y="634"/>
                    </a:lnTo>
                    <a:lnTo>
                      <a:pt x="566" y="636"/>
                    </a:lnTo>
                    <a:lnTo>
                      <a:pt x="574" y="637"/>
                    </a:lnTo>
                    <a:lnTo>
                      <a:pt x="583" y="638"/>
                    </a:lnTo>
                    <a:lnTo>
                      <a:pt x="592" y="639"/>
                    </a:lnTo>
                    <a:lnTo>
                      <a:pt x="601" y="641"/>
                    </a:lnTo>
                    <a:lnTo>
                      <a:pt x="612" y="644"/>
                    </a:lnTo>
                    <a:lnTo>
                      <a:pt x="622" y="647"/>
                    </a:lnTo>
                    <a:lnTo>
                      <a:pt x="633" y="650"/>
                    </a:lnTo>
                    <a:lnTo>
                      <a:pt x="644" y="654"/>
                    </a:lnTo>
                    <a:lnTo>
                      <a:pt x="654" y="659"/>
                    </a:lnTo>
                    <a:lnTo>
                      <a:pt x="666" y="664"/>
                    </a:lnTo>
                    <a:lnTo>
                      <a:pt x="676" y="670"/>
                    </a:lnTo>
                    <a:lnTo>
                      <a:pt x="688" y="676"/>
                    </a:lnTo>
                    <a:lnTo>
                      <a:pt x="698" y="684"/>
                    </a:lnTo>
                    <a:lnTo>
                      <a:pt x="709" y="691"/>
                    </a:lnTo>
                    <a:lnTo>
                      <a:pt x="718" y="700"/>
                    </a:lnTo>
                    <a:lnTo>
                      <a:pt x="727" y="709"/>
                    </a:lnTo>
                    <a:lnTo>
                      <a:pt x="736" y="720"/>
                    </a:lnTo>
                    <a:lnTo>
                      <a:pt x="744" y="731"/>
                    </a:lnTo>
                    <a:lnTo>
                      <a:pt x="751" y="744"/>
                    </a:lnTo>
                    <a:lnTo>
                      <a:pt x="758" y="756"/>
                    </a:lnTo>
                    <a:lnTo>
                      <a:pt x="764" y="771"/>
                    </a:lnTo>
                    <a:lnTo>
                      <a:pt x="767" y="786"/>
                    </a:lnTo>
                    <a:lnTo>
                      <a:pt x="767" y="786"/>
                    </a:lnTo>
                    <a:lnTo>
                      <a:pt x="773" y="801"/>
                    </a:lnTo>
                    <a:lnTo>
                      <a:pt x="778" y="816"/>
                    </a:lnTo>
                    <a:lnTo>
                      <a:pt x="782" y="831"/>
                    </a:lnTo>
                    <a:lnTo>
                      <a:pt x="785" y="846"/>
                    </a:lnTo>
                    <a:lnTo>
                      <a:pt x="788" y="860"/>
                    </a:lnTo>
                    <a:lnTo>
                      <a:pt x="789" y="874"/>
                    </a:lnTo>
                    <a:lnTo>
                      <a:pt x="790" y="888"/>
                    </a:lnTo>
                    <a:lnTo>
                      <a:pt x="791" y="900"/>
                    </a:lnTo>
                    <a:lnTo>
                      <a:pt x="791" y="913"/>
                    </a:lnTo>
                    <a:lnTo>
                      <a:pt x="791" y="926"/>
                    </a:lnTo>
                    <a:lnTo>
                      <a:pt x="790" y="938"/>
                    </a:lnTo>
                    <a:lnTo>
                      <a:pt x="789" y="950"/>
                    </a:lnTo>
                    <a:lnTo>
                      <a:pt x="787" y="961"/>
                    </a:lnTo>
                    <a:lnTo>
                      <a:pt x="785" y="973"/>
                    </a:lnTo>
                    <a:lnTo>
                      <a:pt x="782" y="983"/>
                    </a:lnTo>
                    <a:lnTo>
                      <a:pt x="779" y="994"/>
                    </a:lnTo>
                    <a:lnTo>
                      <a:pt x="775" y="1004"/>
                    </a:lnTo>
                    <a:lnTo>
                      <a:pt x="772" y="1013"/>
                    </a:lnTo>
                    <a:lnTo>
                      <a:pt x="768" y="1023"/>
                    </a:lnTo>
                    <a:lnTo>
                      <a:pt x="764" y="1032"/>
                    </a:lnTo>
                    <a:lnTo>
                      <a:pt x="759" y="1040"/>
                    </a:lnTo>
                    <a:lnTo>
                      <a:pt x="755" y="1048"/>
                    </a:lnTo>
                    <a:lnTo>
                      <a:pt x="749" y="1055"/>
                    </a:lnTo>
                    <a:lnTo>
                      <a:pt x="744" y="1062"/>
                    </a:lnTo>
                    <a:lnTo>
                      <a:pt x="738" y="1069"/>
                    </a:lnTo>
                    <a:lnTo>
                      <a:pt x="733" y="1074"/>
                    </a:lnTo>
                    <a:lnTo>
                      <a:pt x="727" y="1080"/>
                    </a:lnTo>
                    <a:lnTo>
                      <a:pt x="721" y="1085"/>
                    </a:lnTo>
                    <a:lnTo>
                      <a:pt x="715" y="1089"/>
                    </a:lnTo>
                    <a:lnTo>
                      <a:pt x="710" y="1094"/>
                    </a:lnTo>
                    <a:lnTo>
                      <a:pt x="704" y="1097"/>
                    </a:lnTo>
                    <a:lnTo>
                      <a:pt x="699" y="1102"/>
                    </a:lnTo>
                    <a:lnTo>
                      <a:pt x="694" y="1105"/>
                    </a:lnTo>
                    <a:lnTo>
                      <a:pt x="689" y="1110"/>
                    </a:lnTo>
                    <a:lnTo>
                      <a:pt x="684" y="1113"/>
                    </a:lnTo>
                    <a:lnTo>
                      <a:pt x="680" y="1117"/>
                    </a:lnTo>
                    <a:lnTo>
                      <a:pt x="674" y="1122"/>
                    </a:lnTo>
                    <a:lnTo>
                      <a:pt x="669" y="1125"/>
                    </a:lnTo>
                    <a:lnTo>
                      <a:pt x="664" y="1128"/>
                    </a:lnTo>
                    <a:lnTo>
                      <a:pt x="659" y="1132"/>
                    </a:lnTo>
                    <a:lnTo>
                      <a:pt x="653" y="1135"/>
                    </a:lnTo>
                    <a:lnTo>
                      <a:pt x="646" y="1139"/>
                    </a:lnTo>
                    <a:lnTo>
                      <a:pt x="639" y="1142"/>
                    </a:lnTo>
                    <a:lnTo>
                      <a:pt x="633" y="1145"/>
                    </a:lnTo>
                    <a:lnTo>
                      <a:pt x="624" y="1148"/>
                    </a:lnTo>
                    <a:lnTo>
                      <a:pt x="616" y="1150"/>
                    </a:lnTo>
                    <a:lnTo>
                      <a:pt x="606" y="1154"/>
                    </a:lnTo>
                    <a:lnTo>
                      <a:pt x="596" y="1156"/>
                    </a:lnTo>
                    <a:lnTo>
                      <a:pt x="585" y="1158"/>
                    </a:lnTo>
                    <a:lnTo>
                      <a:pt x="573" y="1161"/>
                    </a:lnTo>
                    <a:lnTo>
                      <a:pt x="559" y="1163"/>
                    </a:lnTo>
                    <a:lnTo>
                      <a:pt x="545" y="1164"/>
                    </a:lnTo>
                    <a:lnTo>
                      <a:pt x="529" y="1166"/>
                    </a:lnTo>
                    <a:lnTo>
                      <a:pt x="512" y="1168"/>
                    </a:lnTo>
                    <a:lnTo>
                      <a:pt x="493" y="1169"/>
                    </a:lnTo>
                    <a:lnTo>
                      <a:pt x="472" y="1169"/>
                    </a:lnTo>
                    <a:lnTo>
                      <a:pt x="452" y="1170"/>
                    </a:lnTo>
                    <a:lnTo>
                      <a:pt x="428" y="1170"/>
                    </a:lnTo>
                    <a:lnTo>
                      <a:pt x="403" y="1171"/>
                    </a:lnTo>
                    <a:lnTo>
                      <a:pt x="403" y="1171"/>
                    </a:lnTo>
                    <a:lnTo>
                      <a:pt x="380" y="1171"/>
                    </a:lnTo>
                    <a:lnTo>
                      <a:pt x="358" y="1171"/>
                    </a:lnTo>
                    <a:lnTo>
                      <a:pt x="338" y="1171"/>
                    </a:lnTo>
                    <a:lnTo>
                      <a:pt x="317" y="1171"/>
                    </a:lnTo>
                    <a:lnTo>
                      <a:pt x="296" y="1171"/>
                    </a:lnTo>
                    <a:lnTo>
                      <a:pt x="277" y="1171"/>
                    </a:lnTo>
                    <a:lnTo>
                      <a:pt x="258" y="1171"/>
                    </a:lnTo>
                    <a:lnTo>
                      <a:pt x="240" y="1171"/>
                    </a:lnTo>
                    <a:lnTo>
                      <a:pt x="221" y="1171"/>
                    </a:lnTo>
                    <a:lnTo>
                      <a:pt x="204" y="1171"/>
                    </a:lnTo>
                    <a:lnTo>
                      <a:pt x="188" y="1171"/>
                    </a:lnTo>
                    <a:lnTo>
                      <a:pt x="172" y="1171"/>
                    </a:lnTo>
                    <a:lnTo>
                      <a:pt x="157" y="1171"/>
                    </a:lnTo>
                    <a:lnTo>
                      <a:pt x="142" y="1171"/>
                    </a:lnTo>
                    <a:lnTo>
                      <a:pt x="128" y="1171"/>
                    </a:lnTo>
                    <a:lnTo>
                      <a:pt x="114" y="1171"/>
                    </a:lnTo>
                    <a:lnTo>
                      <a:pt x="102" y="1171"/>
                    </a:lnTo>
                    <a:lnTo>
                      <a:pt x="90" y="1171"/>
                    </a:lnTo>
                    <a:lnTo>
                      <a:pt x="79" y="1171"/>
                    </a:lnTo>
                    <a:lnTo>
                      <a:pt x="68" y="1171"/>
                    </a:lnTo>
                    <a:lnTo>
                      <a:pt x="58" y="1171"/>
                    </a:lnTo>
                    <a:lnTo>
                      <a:pt x="49" y="1171"/>
                    </a:lnTo>
                    <a:lnTo>
                      <a:pt x="41" y="1171"/>
                    </a:lnTo>
                    <a:lnTo>
                      <a:pt x="34" y="1171"/>
                    </a:lnTo>
                    <a:lnTo>
                      <a:pt x="27" y="1171"/>
                    </a:lnTo>
                    <a:lnTo>
                      <a:pt x="20" y="1171"/>
                    </a:lnTo>
                    <a:lnTo>
                      <a:pt x="15" y="1171"/>
                    </a:lnTo>
                    <a:lnTo>
                      <a:pt x="11" y="1171"/>
                    </a:lnTo>
                    <a:lnTo>
                      <a:pt x="7" y="1171"/>
                    </a:lnTo>
                    <a:lnTo>
                      <a:pt x="4" y="1171"/>
                    </a:lnTo>
                    <a:lnTo>
                      <a:pt x="1" y="1171"/>
                    </a:lnTo>
                    <a:lnTo>
                      <a:pt x="0" y="1171"/>
                    </a:lnTo>
                    <a:lnTo>
                      <a:pt x="0" y="117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415" name="Freeform 7"/>
              <p:cNvSpPr>
                <a:spLocks noChangeAspect="1"/>
              </p:cNvSpPr>
              <p:nvPr/>
            </p:nvSpPr>
            <p:spPr bwMode="white">
              <a:xfrm>
                <a:off x="5575" y="4084"/>
                <a:ext cx="8" cy="49"/>
              </a:xfrm>
              <a:custGeom>
                <a:avLst/>
                <a:gdLst/>
                <a:ahLst/>
                <a:cxnLst>
                  <a:cxn ang="0">
                    <a:pos x="0" y="230"/>
                  </a:cxn>
                  <a:cxn ang="0">
                    <a:pos x="4" y="218"/>
                  </a:cxn>
                  <a:cxn ang="0">
                    <a:pos x="7" y="207"/>
                  </a:cxn>
                  <a:cxn ang="0">
                    <a:pos x="11" y="195"/>
                  </a:cxn>
                  <a:cxn ang="0">
                    <a:pos x="14" y="183"/>
                  </a:cxn>
                  <a:cxn ang="0">
                    <a:pos x="17" y="170"/>
                  </a:cxn>
                  <a:cxn ang="0">
                    <a:pos x="21" y="156"/>
                  </a:cxn>
                  <a:cxn ang="0">
                    <a:pos x="23" y="142"/>
                  </a:cxn>
                  <a:cxn ang="0">
                    <a:pos x="27" y="129"/>
                  </a:cxn>
                  <a:cxn ang="0">
                    <a:pos x="29" y="114"/>
                  </a:cxn>
                  <a:cxn ang="0">
                    <a:pos x="31" y="99"/>
                  </a:cxn>
                  <a:cxn ang="0">
                    <a:pos x="34" y="84"/>
                  </a:cxn>
                  <a:cxn ang="0">
                    <a:pos x="35" y="68"/>
                  </a:cxn>
                  <a:cxn ang="0">
                    <a:pos x="37" y="51"/>
                  </a:cxn>
                  <a:cxn ang="0">
                    <a:pos x="37" y="34"/>
                  </a:cxn>
                  <a:cxn ang="0">
                    <a:pos x="38" y="17"/>
                  </a:cxn>
                  <a:cxn ang="0">
                    <a:pos x="38" y="0"/>
                  </a:cxn>
                </a:cxnLst>
                <a:rect l="0" t="0" r="r" b="b"/>
                <a:pathLst>
                  <a:path w="38" h="230">
                    <a:moveTo>
                      <a:pt x="0" y="230"/>
                    </a:moveTo>
                    <a:lnTo>
                      <a:pt x="4" y="218"/>
                    </a:lnTo>
                    <a:lnTo>
                      <a:pt x="7" y="207"/>
                    </a:lnTo>
                    <a:lnTo>
                      <a:pt x="11" y="195"/>
                    </a:lnTo>
                    <a:lnTo>
                      <a:pt x="14" y="183"/>
                    </a:lnTo>
                    <a:lnTo>
                      <a:pt x="17" y="170"/>
                    </a:lnTo>
                    <a:lnTo>
                      <a:pt x="21" y="156"/>
                    </a:lnTo>
                    <a:lnTo>
                      <a:pt x="23" y="142"/>
                    </a:lnTo>
                    <a:lnTo>
                      <a:pt x="27" y="129"/>
                    </a:lnTo>
                    <a:lnTo>
                      <a:pt x="29" y="114"/>
                    </a:lnTo>
                    <a:lnTo>
                      <a:pt x="31" y="99"/>
                    </a:lnTo>
                    <a:lnTo>
                      <a:pt x="34" y="84"/>
                    </a:lnTo>
                    <a:lnTo>
                      <a:pt x="35" y="68"/>
                    </a:lnTo>
                    <a:lnTo>
                      <a:pt x="37" y="51"/>
                    </a:lnTo>
                    <a:lnTo>
                      <a:pt x="37" y="34"/>
                    </a:lnTo>
                    <a:lnTo>
                      <a:pt x="38" y="17"/>
                    </a:lnTo>
                    <a:lnTo>
                      <a:pt x="38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416" name="Freeform 8"/>
              <p:cNvSpPr>
                <a:spLocks noChangeAspect="1"/>
              </p:cNvSpPr>
              <p:nvPr/>
            </p:nvSpPr>
            <p:spPr bwMode="white">
              <a:xfrm>
                <a:off x="5464" y="3970"/>
                <a:ext cx="119" cy="114"/>
              </a:xfrm>
              <a:custGeom>
                <a:avLst/>
                <a:gdLst/>
                <a:ahLst/>
                <a:cxnLst>
                  <a:cxn ang="0">
                    <a:pos x="538" y="538"/>
                  </a:cxn>
                  <a:cxn ang="0">
                    <a:pos x="536" y="483"/>
                  </a:cxn>
                  <a:cxn ang="0">
                    <a:pos x="527" y="432"/>
                  </a:cxn>
                  <a:cxn ang="0">
                    <a:pos x="514" y="381"/>
                  </a:cxn>
                  <a:cxn ang="0">
                    <a:pos x="494" y="331"/>
                  </a:cxn>
                  <a:cxn ang="0">
                    <a:pos x="471" y="284"/>
                  </a:cxn>
                  <a:cxn ang="0">
                    <a:pos x="444" y="240"/>
                  </a:cxn>
                  <a:cxn ang="0">
                    <a:pos x="413" y="199"/>
                  </a:cxn>
                  <a:cxn ang="0">
                    <a:pos x="378" y="160"/>
                  </a:cxn>
                  <a:cxn ang="0">
                    <a:pos x="339" y="125"/>
                  </a:cxn>
                  <a:cxn ang="0">
                    <a:pos x="298" y="94"/>
                  </a:cxn>
                  <a:cxn ang="0">
                    <a:pos x="254" y="67"/>
                  </a:cxn>
                  <a:cxn ang="0">
                    <a:pos x="207" y="44"/>
                  </a:cxn>
                  <a:cxn ang="0">
                    <a:pos x="157" y="24"/>
                  </a:cxn>
                  <a:cxn ang="0">
                    <a:pos x="106" y="11"/>
                  </a:cxn>
                  <a:cxn ang="0">
                    <a:pos x="55" y="2"/>
                  </a:cxn>
                  <a:cxn ang="0">
                    <a:pos x="0" y="0"/>
                  </a:cxn>
                </a:cxnLst>
                <a:rect l="0" t="0" r="r" b="b"/>
                <a:pathLst>
                  <a:path w="538" h="538">
                    <a:moveTo>
                      <a:pt x="538" y="538"/>
                    </a:moveTo>
                    <a:lnTo>
                      <a:pt x="536" y="483"/>
                    </a:lnTo>
                    <a:lnTo>
                      <a:pt x="527" y="432"/>
                    </a:lnTo>
                    <a:lnTo>
                      <a:pt x="514" y="381"/>
                    </a:lnTo>
                    <a:lnTo>
                      <a:pt x="494" y="331"/>
                    </a:lnTo>
                    <a:lnTo>
                      <a:pt x="471" y="284"/>
                    </a:lnTo>
                    <a:lnTo>
                      <a:pt x="444" y="240"/>
                    </a:lnTo>
                    <a:lnTo>
                      <a:pt x="413" y="199"/>
                    </a:lnTo>
                    <a:lnTo>
                      <a:pt x="378" y="160"/>
                    </a:lnTo>
                    <a:lnTo>
                      <a:pt x="339" y="125"/>
                    </a:lnTo>
                    <a:lnTo>
                      <a:pt x="298" y="94"/>
                    </a:lnTo>
                    <a:lnTo>
                      <a:pt x="254" y="67"/>
                    </a:lnTo>
                    <a:lnTo>
                      <a:pt x="207" y="44"/>
                    </a:lnTo>
                    <a:lnTo>
                      <a:pt x="157" y="24"/>
                    </a:lnTo>
                    <a:lnTo>
                      <a:pt x="106" y="11"/>
                    </a:lnTo>
                    <a:lnTo>
                      <a:pt x="55" y="2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417" name="Freeform 9"/>
              <p:cNvSpPr>
                <a:spLocks noChangeAspect="1"/>
              </p:cNvSpPr>
              <p:nvPr/>
            </p:nvSpPr>
            <p:spPr bwMode="white">
              <a:xfrm>
                <a:off x="5351" y="3970"/>
                <a:ext cx="118" cy="114"/>
              </a:xfrm>
              <a:custGeom>
                <a:avLst/>
                <a:gdLst/>
                <a:ahLst/>
                <a:cxnLst>
                  <a:cxn ang="0">
                    <a:pos x="556" y="0"/>
                  </a:cxn>
                  <a:cxn ang="0">
                    <a:pos x="500" y="2"/>
                  </a:cxn>
                  <a:cxn ang="0">
                    <a:pos x="445" y="11"/>
                  </a:cxn>
                  <a:cxn ang="0">
                    <a:pos x="392" y="24"/>
                  </a:cxn>
                  <a:cxn ang="0">
                    <a:pos x="340" y="44"/>
                  </a:cxn>
                  <a:cxn ang="0">
                    <a:pos x="292" y="67"/>
                  </a:cxn>
                  <a:cxn ang="0">
                    <a:pos x="245" y="94"/>
                  </a:cxn>
                  <a:cxn ang="0">
                    <a:pos x="203" y="125"/>
                  </a:cxn>
                  <a:cxn ang="0">
                    <a:pos x="164" y="160"/>
                  </a:cxn>
                  <a:cxn ang="0">
                    <a:pos x="128" y="199"/>
                  </a:cxn>
                  <a:cxn ang="0">
                    <a:pos x="96" y="240"/>
                  </a:cxn>
                  <a:cxn ang="0">
                    <a:pos x="68" y="284"/>
                  </a:cxn>
                  <a:cxn ang="0">
                    <a:pos x="44" y="331"/>
                  </a:cxn>
                  <a:cxn ang="0">
                    <a:pos x="26" y="381"/>
                  </a:cxn>
                  <a:cxn ang="0">
                    <a:pos x="12" y="432"/>
                  </a:cxn>
                  <a:cxn ang="0">
                    <a:pos x="4" y="483"/>
                  </a:cxn>
                  <a:cxn ang="0">
                    <a:pos x="0" y="538"/>
                  </a:cxn>
                </a:cxnLst>
                <a:rect l="0" t="0" r="r" b="b"/>
                <a:pathLst>
                  <a:path w="556" h="538">
                    <a:moveTo>
                      <a:pt x="556" y="0"/>
                    </a:moveTo>
                    <a:lnTo>
                      <a:pt x="500" y="2"/>
                    </a:lnTo>
                    <a:lnTo>
                      <a:pt x="445" y="11"/>
                    </a:lnTo>
                    <a:lnTo>
                      <a:pt x="392" y="24"/>
                    </a:lnTo>
                    <a:lnTo>
                      <a:pt x="340" y="44"/>
                    </a:lnTo>
                    <a:lnTo>
                      <a:pt x="292" y="67"/>
                    </a:lnTo>
                    <a:lnTo>
                      <a:pt x="245" y="94"/>
                    </a:lnTo>
                    <a:lnTo>
                      <a:pt x="203" y="125"/>
                    </a:lnTo>
                    <a:lnTo>
                      <a:pt x="164" y="160"/>
                    </a:lnTo>
                    <a:lnTo>
                      <a:pt x="128" y="199"/>
                    </a:lnTo>
                    <a:lnTo>
                      <a:pt x="96" y="240"/>
                    </a:lnTo>
                    <a:lnTo>
                      <a:pt x="68" y="284"/>
                    </a:lnTo>
                    <a:lnTo>
                      <a:pt x="44" y="331"/>
                    </a:lnTo>
                    <a:lnTo>
                      <a:pt x="26" y="381"/>
                    </a:lnTo>
                    <a:lnTo>
                      <a:pt x="12" y="432"/>
                    </a:lnTo>
                    <a:lnTo>
                      <a:pt x="4" y="483"/>
                    </a:lnTo>
                    <a:lnTo>
                      <a:pt x="0" y="538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418" name="Freeform 10"/>
              <p:cNvSpPr>
                <a:spLocks noChangeAspect="1"/>
              </p:cNvSpPr>
              <p:nvPr/>
            </p:nvSpPr>
            <p:spPr bwMode="white">
              <a:xfrm>
                <a:off x="5351" y="4084"/>
                <a:ext cx="12" cy="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3"/>
                  </a:cxn>
                  <a:cxn ang="0">
                    <a:pos x="1" y="28"/>
                  </a:cxn>
                  <a:cxn ang="0">
                    <a:pos x="3" y="42"/>
                  </a:cxn>
                  <a:cxn ang="0">
                    <a:pos x="4" y="57"/>
                  </a:cxn>
                  <a:cxn ang="0">
                    <a:pos x="6" y="71"/>
                  </a:cxn>
                  <a:cxn ang="0">
                    <a:pos x="8" y="86"/>
                  </a:cxn>
                  <a:cxn ang="0">
                    <a:pos x="12" y="100"/>
                  </a:cxn>
                  <a:cxn ang="0">
                    <a:pos x="15" y="115"/>
                  </a:cxn>
                  <a:cxn ang="0">
                    <a:pos x="19" y="129"/>
                  </a:cxn>
                  <a:cxn ang="0">
                    <a:pos x="23" y="144"/>
                  </a:cxn>
                  <a:cxn ang="0">
                    <a:pos x="28" y="157"/>
                  </a:cxn>
                  <a:cxn ang="0">
                    <a:pos x="32" y="172"/>
                  </a:cxn>
                  <a:cxn ang="0">
                    <a:pos x="38" y="186"/>
                  </a:cxn>
                  <a:cxn ang="0">
                    <a:pos x="44" y="201"/>
                  </a:cxn>
                  <a:cxn ang="0">
                    <a:pos x="51" y="215"/>
                  </a:cxn>
                  <a:cxn ang="0">
                    <a:pos x="58" y="230"/>
                  </a:cxn>
                </a:cxnLst>
                <a:rect l="0" t="0" r="r" b="b"/>
                <a:pathLst>
                  <a:path w="58" h="230">
                    <a:moveTo>
                      <a:pt x="0" y="0"/>
                    </a:moveTo>
                    <a:lnTo>
                      <a:pt x="0" y="13"/>
                    </a:lnTo>
                    <a:lnTo>
                      <a:pt x="1" y="28"/>
                    </a:lnTo>
                    <a:lnTo>
                      <a:pt x="3" y="42"/>
                    </a:lnTo>
                    <a:lnTo>
                      <a:pt x="4" y="57"/>
                    </a:lnTo>
                    <a:lnTo>
                      <a:pt x="6" y="71"/>
                    </a:lnTo>
                    <a:lnTo>
                      <a:pt x="8" y="86"/>
                    </a:lnTo>
                    <a:lnTo>
                      <a:pt x="12" y="100"/>
                    </a:lnTo>
                    <a:lnTo>
                      <a:pt x="15" y="115"/>
                    </a:lnTo>
                    <a:lnTo>
                      <a:pt x="19" y="129"/>
                    </a:lnTo>
                    <a:lnTo>
                      <a:pt x="23" y="144"/>
                    </a:lnTo>
                    <a:lnTo>
                      <a:pt x="28" y="157"/>
                    </a:lnTo>
                    <a:lnTo>
                      <a:pt x="32" y="172"/>
                    </a:lnTo>
                    <a:lnTo>
                      <a:pt x="38" y="186"/>
                    </a:lnTo>
                    <a:lnTo>
                      <a:pt x="44" y="201"/>
                    </a:lnTo>
                    <a:lnTo>
                      <a:pt x="51" y="215"/>
                    </a:lnTo>
                    <a:lnTo>
                      <a:pt x="58" y="23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419" name="Freeform 11"/>
              <p:cNvSpPr>
                <a:spLocks noChangeAspect="1"/>
              </p:cNvSpPr>
              <p:nvPr/>
            </p:nvSpPr>
            <p:spPr bwMode="black">
              <a:xfrm>
                <a:off x="5279" y="3962"/>
                <a:ext cx="171" cy="241"/>
              </a:xfrm>
              <a:custGeom>
                <a:avLst/>
                <a:gdLst/>
                <a:ahLst/>
                <a:cxnLst>
                  <a:cxn ang="0">
                    <a:pos x="386" y="0"/>
                  </a:cxn>
                  <a:cxn ang="0">
                    <a:pos x="433" y="0"/>
                  </a:cxn>
                  <a:cxn ang="0">
                    <a:pos x="506" y="0"/>
                  </a:cxn>
                  <a:cxn ang="0">
                    <a:pos x="614" y="0"/>
                  </a:cxn>
                  <a:cxn ang="0">
                    <a:pos x="714" y="0"/>
                  </a:cxn>
                  <a:cxn ang="0">
                    <a:pos x="767" y="0"/>
                  </a:cxn>
                  <a:cxn ang="0">
                    <a:pos x="784" y="2"/>
                  </a:cxn>
                  <a:cxn ang="0">
                    <a:pos x="719" y="18"/>
                  </a:cxn>
                  <a:cxn ang="0">
                    <a:pos x="657" y="40"/>
                  </a:cxn>
                  <a:cxn ang="0">
                    <a:pos x="600" y="69"/>
                  </a:cxn>
                  <a:cxn ang="0">
                    <a:pos x="546" y="103"/>
                  </a:cxn>
                  <a:cxn ang="0">
                    <a:pos x="496" y="144"/>
                  </a:cxn>
                  <a:cxn ang="0">
                    <a:pos x="452" y="190"/>
                  </a:cxn>
                  <a:cxn ang="0">
                    <a:pos x="413" y="239"/>
                  </a:cxn>
                  <a:cxn ang="0">
                    <a:pos x="379" y="293"/>
                  </a:cxn>
                  <a:cxn ang="0">
                    <a:pos x="351" y="351"/>
                  </a:cxn>
                  <a:cxn ang="0">
                    <a:pos x="330" y="412"/>
                  </a:cxn>
                  <a:cxn ang="0">
                    <a:pos x="315" y="475"/>
                  </a:cxn>
                  <a:cxn ang="0">
                    <a:pos x="308" y="541"/>
                  </a:cxn>
                  <a:cxn ang="0">
                    <a:pos x="307" y="603"/>
                  </a:cxn>
                  <a:cxn ang="0">
                    <a:pos x="313" y="685"/>
                  </a:cxn>
                  <a:cxn ang="0">
                    <a:pos x="334" y="729"/>
                  </a:cxn>
                  <a:cxn ang="0">
                    <a:pos x="422" y="729"/>
                  </a:cxn>
                  <a:cxn ang="0">
                    <a:pos x="527" y="729"/>
                  </a:cxn>
                  <a:cxn ang="0">
                    <a:pos x="577" y="730"/>
                  </a:cxn>
                  <a:cxn ang="0">
                    <a:pos x="637" y="751"/>
                  </a:cxn>
                  <a:cxn ang="0">
                    <a:pos x="688" y="791"/>
                  </a:cxn>
                  <a:cxn ang="0">
                    <a:pos x="728" y="847"/>
                  </a:cxn>
                  <a:cxn ang="0">
                    <a:pos x="747" y="915"/>
                  </a:cxn>
                  <a:cxn ang="0">
                    <a:pos x="745" y="976"/>
                  </a:cxn>
                  <a:cxn ang="0">
                    <a:pos x="719" y="1041"/>
                  </a:cxn>
                  <a:cxn ang="0">
                    <a:pos x="676" y="1089"/>
                  </a:cxn>
                  <a:cxn ang="0">
                    <a:pos x="619" y="1120"/>
                  </a:cxn>
                  <a:cxn ang="0">
                    <a:pos x="556" y="1132"/>
                  </a:cxn>
                  <a:cxn ang="0">
                    <a:pos x="527" y="1132"/>
                  </a:cxn>
                  <a:cxn ang="0">
                    <a:pos x="438" y="1132"/>
                  </a:cxn>
                  <a:cxn ang="0">
                    <a:pos x="329" y="1132"/>
                  </a:cxn>
                  <a:cxn ang="0">
                    <a:pos x="240" y="1132"/>
                  </a:cxn>
                  <a:cxn ang="0">
                    <a:pos x="209" y="1132"/>
                  </a:cxn>
                  <a:cxn ang="0">
                    <a:pos x="133" y="1132"/>
                  </a:cxn>
                  <a:cxn ang="0">
                    <a:pos x="30" y="1132"/>
                  </a:cxn>
                  <a:cxn ang="0">
                    <a:pos x="0" y="1130"/>
                  </a:cxn>
                  <a:cxn ang="0">
                    <a:pos x="0" y="1102"/>
                  </a:cxn>
                  <a:cxn ang="0">
                    <a:pos x="0" y="1046"/>
                  </a:cxn>
                  <a:cxn ang="0">
                    <a:pos x="0" y="968"/>
                  </a:cxn>
                  <a:cxn ang="0">
                    <a:pos x="0" y="875"/>
                  </a:cxn>
                  <a:cxn ang="0">
                    <a:pos x="0" y="771"/>
                  </a:cxn>
                  <a:cxn ang="0">
                    <a:pos x="0" y="667"/>
                  </a:cxn>
                  <a:cxn ang="0">
                    <a:pos x="0" y="563"/>
                  </a:cxn>
                  <a:cxn ang="0">
                    <a:pos x="0" y="470"/>
                  </a:cxn>
                  <a:cxn ang="0">
                    <a:pos x="0" y="392"/>
                  </a:cxn>
                  <a:cxn ang="0">
                    <a:pos x="0" y="336"/>
                  </a:cxn>
                  <a:cxn ang="0">
                    <a:pos x="0" y="308"/>
                  </a:cxn>
                  <a:cxn ang="0">
                    <a:pos x="3" y="261"/>
                  </a:cxn>
                  <a:cxn ang="0">
                    <a:pos x="19" y="198"/>
                  </a:cxn>
                  <a:cxn ang="0">
                    <a:pos x="47" y="141"/>
                  </a:cxn>
                  <a:cxn ang="0">
                    <a:pos x="85" y="92"/>
                  </a:cxn>
                  <a:cxn ang="0">
                    <a:pos x="133" y="52"/>
                  </a:cxn>
                  <a:cxn ang="0">
                    <a:pos x="189" y="22"/>
                  </a:cxn>
                  <a:cxn ang="0">
                    <a:pos x="251" y="4"/>
                  </a:cxn>
                  <a:cxn ang="0">
                    <a:pos x="307" y="0"/>
                  </a:cxn>
                </a:cxnLst>
                <a:rect l="0" t="0" r="r" b="b"/>
                <a:pathLst>
                  <a:path w="806" h="1132">
                    <a:moveTo>
                      <a:pt x="307" y="0"/>
                    </a:moveTo>
                    <a:lnTo>
                      <a:pt x="312" y="0"/>
                    </a:lnTo>
                    <a:lnTo>
                      <a:pt x="324" y="0"/>
                    </a:lnTo>
                    <a:lnTo>
                      <a:pt x="343" y="0"/>
                    </a:lnTo>
                    <a:lnTo>
                      <a:pt x="365" y="0"/>
                    </a:lnTo>
                    <a:lnTo>
                      <a:pt x="386" y="0"/>
                    </a:lnTo>
                    <a:lnTo>
                      <a:pt x="404" y="0"/>
                    </a:lnTo>
                    <a:lnTo>
                      <a:pt x="418" y="0"/>
                    </a:lnTo>
                    <a:lnTo>
                      <a:pt x="422" y="0"/>
                    </a:lnTo>
                    <a:lnTo>
                      <a:pt x="424" y="0"/>
                    </a:lnTo>
                    <a:lnTo>
                      <a:pt x="427" y="0"/>
                    </a:lnTo>
                    <a:lnTo>
                      <a:pt x="433" y="0"/>
                    </a:lnTo>
                    <a:lnTo>
                      <a:pt x="441" y="0"/>
                    </a:lnTo>
                    <a:lnTo>
                      <a:pt x="451" y="0"/>
                    </a:lnTo>
                    <a:lnTo>
                      <a:pt x="463" y="0"/>
                    </a:lnTo>
                    <a:lnTo>
                      <a:pt x="476" y="0"/>
                    </a:lnTo>
                    <a:lnTo>
                      <a:pt x="490" y="0"/>
                    </a:lnTo>
                    <a:lnTo>
                      <a:pt x="506" y="0"/>
                    </a:lnTo>
                    <a:lnTo>
                      <a:pt x="523" y="0"/>
                    </a:lnTo>
                    <a:lnTo>
                      <a:pt x="540" y="0"/>
                    </a:lnTo>
                    <a:lnTo>
                      <a:pt x="558" y="0"/>
                    </a:lnTo>
                    <a:lnTo>
                      <a:pt x="577" y="0"/>
                    </a:lnTo>
                    <a:lnTo>
                      <a:pt x="595" y="0"/>
                    </a:lnTo>
                    <a:lnTo>
                      <a:pt x="614" y="0"/>
                    </a:lnTo>
                    <a:lnTo>
                      <a:pt x="632" y="0"/>
                    </a:lnTo>
                    <a:lnTo>
                      <a:pt x="649" y="0"/>
                    </a:lnTo>
                    <a:lnTo>
                      <a:pt x="667" y="0"/>
                    </a:lnTo>
                    <a:lnTo>
                      <a:pt x="684" y="0"/>
                    </a:lnTo>
                    <a:lnTo>
                      <a:pt x="699" y="0"/>
                    </a:lnTo>
                    <a:lnTo>
                      <a:pt x="714" y="0"/>
                    </a:lnTo>
                    <a:lnTo>
                      <a:pt x="726" y="0"/>
                    </a:lnTo>
                    <a:lnTo>
                      <a:pt x="739" y="0"/>
                    </a:lnTo>
                    <a:lnTo>
                      <a:pt x="748" y="0"/>
                    </a:lnTo>
                    <a:lnTo>
                      <a:pt x="756" y="0"/>
                    </a:lnTo>
                    <a:lnTo>
                      <a:pt x="762" y="0"/>
                    </a:lnTo>
                    <a:lnTo>
                      <a:pt x="767" y="0"/>
                    </a:lnTo>
                    <a:lnTo>
                      <a:pt x="768" y="0"/>
                    </a:lnTo>
                    <a:lnTo>
                      <a:pt x="777" y="0"/>
                    </a:lnTo>
                    <a:lnTo>
                      <a:pt x="797" y="0"/>
                    </a:lnTo>
                    <a:lnTo>
                      <a:pt x="806" y="0"/>
                    </a:lnTo>
                    <a:lnTo>
                      <a:pt x="794" y="1"/>
                    </a:lnTo>
                    <a:lnTo>
                      <a:pt x="784" y="2"/>
                    </a:lnTo>
                    <a:lnTo>
                      <a:pt x="772" y="4"/>
                    </a:lnTo>
                    <a:lnTo>
                      <a:pt x="762" y="7"/>
                    </a:lnTo>
                    <a:lnTo>
                      <a:pt x="751" y="9"/>
                    </a:lnTo>
                    <a:lnTo>
                      <a:pt x="740" y="12"/>
                    </a:lnTo>
                    <a:lnTo>
                      <a:pt x="730" y="15"/>
                    </a:lnTo>
                    <a:lnTo>
                      <a:pt x="719" y="18"/>
                    </a:lnTo>
                    <a:lnTo>
                      <a:pt x="708" y="20"/>
                    </a:lnTo>
                    <a:lnTo>
                      <a:pt x="698" y="24"/>
                    </a:lnTo>
                    <a:lnTo>
                      <a:pt x="687" y="29"/>
                    </a:lnTo>
                    <a:lnTo>
                      <a:pt x="678" y="32"/>
                    </a:lnTo>
                    <a:lnTo>
                      <a:pt x="668" y="35"/>
                    </a:lnTo>
                    <a:lnTo>
                      <a:pt x="657" y="40"/>
                    </a:lnTo>
                    <a:lnTo>
                      <a:pt x="648" y="45"/>
                    </a:lnTo>
                    <a:lnTo>
                      <a:pt x="638" y="49"/>
                    </a:lnTo>
                    <a:lnTo>
                      <a:pt x="628" y="54"/>
                    </a:lnTo>
                    <a:lnTo>
                      <a:pt x="618" y="58"/>
                    </a:lnTo>
                    <a:lnTo>
                      <a:pt x="609" y="63"/>
                    </a:lnTo>
                    <a:lnTo>
                      <a:pt x="600" y="69"/>
                    </a:lnTo>
                    <a:lnTo>
                      <a:pt x="590" y="75"/>
                    </a:lnTo>
                    <a:lnTo>
                      <a:pt x="581" y="79"/>
                    </a:lnTo>
                    <a:lnTo>
                      <a:pt x="572" y="85"/>
                    </a:lnTo>
                    <a:lnTo>
                      <a:pt x="563" y="92"/>
                    </a:lnTo>
                    <a:lnTo>
                      <a:pt x="555" y="98"/>
                    </a:lnTo>
                    <a:lnTo>
                      <a:pt x="546" y="103"/>
                    </a:lnTo>
                    <a:lnTo>
                      <a:pt x="538" y="110"/>
                    </a:lnTo>
                    <a:lnTo>
                      <a:pt x="528" y="116"/>
                    </a:lnTo>
                    <a:lnTo>
                      <a:pt x="520" y="123"/>
                    </a:lnTo>
                    <a:lnTo>
                      <a:pt x="512" y="130"/>
                    </a:lnTo>
                    <a:lnTo>
                      <a:pt x="504" y="137"/>
                    </a:lnTo>
                    <a:lnTo>
                      <a:pt x="496" y="144"/>
                    </a:lnTo>
                    <a:lnTo>
                      <a:pt x="489" y="152"/>
                    </a:lnTo>
                    <a:lnTo>
                      <a:pt x="481" y="159"/>
                    </a:lnTo>
                    <a:lnTo>
                      <a:pt x="474" y="167"/>
                    </a:lnTo>
                    <a:lnTo>
                      <a:pt x="466" y="174"/>
                    </a:lnTo>
                    <a:lnTo>
                      <a:pt x="459" y="182"/>
                    </a:lnTo>
                    <a:lnTo>
                      <a:pt x="452" y="190"/>
                    </a:lnTo>
                    <a:lnTo>
                      <a:pt x="445" y="198"/>
                    </a:lnTo>
                    <a:lnTo>
                      <a:pt x="438" y="206"/>
                    </a:lnTo>
                    <a:lnTo>
                      <a:pt x="432" y="214"/>
                    </a:lnTo>
                    <a:lnTo>
                      <a:pt x="426" y="222"/>
                    </a:lnTo>
                    <a:lnTo>
                      <a:pt x="419" y="231"/>
                    </a:lnTo>
                    <a:lnTo>
                      <a:pt x="413" y="239"/>
                    </a:lnTo>
                    <a:lnTo>
                      <a:pt x="406" y="249"/>
                    </a:lnTo>
                    <a:lnTo>
                      <a:pt x="400" y="258"/>
                    </a:lnTo>
                    <a:lnTo>
                      <a:pt x="395" y="266"/>
                    </a:lnTo>
                    <a:lnTo>
                      <a:pt x="390" y="275"/>
                    </a:lnTo>
                    <a:lnTo>
                      <a:pt x="384" y="284"/>
                    </a:lnTo>
                    <a:lnTo>
                      <a:pt x="379" y="293"/>
                    </a:lnTo>
                    <a:lnTo>
                      <a:pt x="374" y="303"/>
                    </a:lnTo>
                    <a:lnTo>
                      <a:pt x="369" y="313"/>
                    </a:lnTo>
                    <a:lnTo>
                      <a:pt x="365" y="322"/>
                    </a:lnTo>
                    <a:lnTo>
                      <a:pt x="360" y="331"/>
                    </a:lnTo>
                    <a:lnTo>
                      <a:pt x="356" y="342"/>
                    </a:lnTo>
                    <a:lnTo>
                      <a:pt x="351" y="351"/>
                    </a:lnTo>
                    <a:lnTo>
                      <a:pt x="348" y="361"/>
                    </a:lnTo>
                    <a:lnTo>
                      <a:pt x="344" y="372"/>
                    </a:lnTo>
                    <a:lnTo>
                      <a:pt x="339" y="382"/>
                    </a:lnTo>
                    <a:lnTo>
                      <a:pt x="336" y="391"/>
                    </a:lnTo>
                    <a:lnTo>
                      <a:pt x="334" y="402"/>
                    </a:lnTo>
                    <a:lnTo>
                      <a:pt x="330" y="412"/>
                    </a:lnTo>
                    <a:lnTo>
                      <a:pt x="327" y="422"/>
                    </a:lnTo>
                    <a:lnTo>
                      <a:pt x="324" y="433"/>
                    </a:lnTo>
                    <a:lnTo>
                      <a:pt x="322" y="444"/>
                    </a:lnTo>
                    <a:lnTo>
                      <a:pt x="320" y="455"/>
                    </a:lnTo>
                    <a:lnTo>
                      <a:pt x="318" y="465"/>
                    </a:lnTo>
                    <a:lnTo>
                      <a:pt x="315" y="475"/>
                    </a:lnTo>
                    <a:lnTo>
                      <a:pt x="314" y="487"/>
                    </a:lnTo>
                    <a:lnTo>
                      <a:pt x="312" y="497"/>
                    </a:lnTo>
                    <a:lnTo>
                      <a:pt x="311" y="509"/>
                    </a:lnTo>
                    <a:lnTo>
                      <a:pt x="310" y="519"/>
                    </a:lnTo>
                    <a:lnTo>
                      <a:pt x="308" y="531"/>
                    </a:lnTo>
                    <a:lnTo>
                      <a:pt x="308" y="541"/>
                    </a:lnTo>
                    <a:lnTo>
                      <a:pt x="307" y="553"/>
                    </a:lnTo>
                    <a:lnTo>
                      <a:pt x="307" y="564"/>
                    </a:lnTo>
                    <a:lnTo>
                      <a:pt x="307" y="576"/>
                    </a:lnTo>
                    <a:lnTo>
                      <a:pt x="307" y="576"/>
                    </a:lnTo>
                    <a:lnTo>
                      <a:pt x="307" y="589"/>
                    </a:lnTo>
                    <a:lnTo>
                      <a:pt x="307" y="603"/>
                    </a:lnTo>
                    <a:lnTo>
                      <a:pt x="307" y="618"/>
                    </a:lnTo>
                    <a:lnTo>
                      <a:pt x="307" y="632"/>
                    </a:lnTo>
                    <a:lnTo>
                      <a:pt x="308" y="646"/>
                    </a:lnTo>
                    <a:lnTo>
                      <a:pt x="310" y="659"/>
                    </a:lnTo>
                    <a:lnTo>
                      <a:pt x="311" y="672"/>
                    </a:lnTo>
                    <a:lnTo>
                      <a:pt x="313" y="685"/>
                    </a:lnTo>
                    <a:lnTo>
                      <a:pt x="315" y="697"/>
                    </a:lnTo>
                    <a:lnTo>
                      <a:pt x="318" y="708"/>
                    </a:lnTo>
                    <a:lnTo>
                      <a:pt x="322" y="718"/>
                    </a:lnTo>
                    <a:lnTo>
                      <a:pt x="326" y="729"/>
                    </a:lnTo>
                    <a:lnTo>
                      <a:pt x="328" y="729"/>
                    </a:lnTo>
                    <a:lnTo>
                      <a:pt x="334" y="729"/>
                    </a:lnTo>
                    <a:lnTo>
                      <a:pt x="343" y="729"/>
                    </a:lnTo>
                    <a:lnTo>
                      <a:pt x="356" y="729"/>
                    </a:lnTo>
                    <a:lnTo>
                      <a:pt x="369" y="729"/>
                    </a:lnTo>
                    <a:lnTo>
                      <a:pt x="386" y="729"/>
                    </a:lnTo>
                    <a:lnTo>
                      <a:pt x="404" y="729"/>
                    </a:lnTo>
                    <a:lnTo>
                      <a:pt x="422" y="729"/>
                    </a:lnTo>
                    <a:lnTo>
                      <a:pt x="441" y="729"/>
                    </a:lnTo>
                    <a:lnTo>
                      <a:pt x="460" y="729"/>
                    </a:lnTo>
                    <a:lnTo>
                      <a:pt x="479" y="729"/>
                    </a:lnTo>
                    <a:lnTo>
                      <a:pt x="497" y="729"/>
                    </a:lnTo>
                    <a:lnTo>
                      <a:pt x="513" y="729"/>
                    </a:lnTo>
                    <a:lnTo>
                      <a:pt x="527" y="729"/>
                    </a:lnTo>
                    <a:lnTo>
                      <a:pt x="540" y="729"/>
                    </a:lnTo>
                    <a:lnTo>
                      <a:pt x="549" y="729"/>
                    </a:lnTo>
                    <a:lnTo>
                      <a:pt x="555" y="729"/>
                    </a:lnTo>
                    <a:lnTo>
                      <a:pt x="556" y="729"/>
                    </a:lnTo>
                    <a:lnTo>
                      <a:pt x="566" y="729"/>
                    </a:lnTo>
                    <a:lnTo>
                      <a:pt x="577" y="730"/>
                    </a:lnTo>
                    <a:lnTo>
                      <a:pt x="587" y="732"/>
                    </a:lnTo>
                    <a:lnTo>
                      <a:pt x="597" y="735"/>
                    </a:lnTo>
                    <a:lnTo>
                      <a:pt x="608" y="737"/>
                    </a:lnTo>
                    <a:lnTo>
                      <a:pt x="617" y="741"/>
                    </a:lnTo>
                    <a:lnTo>
                      <a:pt x="627" y="745"/>
                    </a:lnTo>
                    <a:lnTo>
                      <a:pt x="637" y="751"/>
                    </a:lnTo>
                    <a:lnTo>
                      <a:pt x="646" y="755"/>
                    </a:lnTo>
                    <a:lnTo>
                      <a:pt x="655" y="762"/>
                    </a:lnTo>
                    <a:lnTo>
                      <a:pt x="664" y="768"/>
                    </a:lnTo>
                    <a:lnTo>
                      <a:pt x="672" y="776"/>
                    </a:lnTo>
                    <a:lnTo>
                      <a:pt x="680" y="783"/>
                    </a:lnTo>
                    <a:lnTo>
                      <a:pt x="688" y="791"/>
                    </a:lnTo>
                    <a:lnTo>
                      <a:pt x="696" y="799"/>
                    </a:lnTo>
                    <a:lnTo>
                      <a:pt x="703" y="808"/>
                    </a:lnTo>
                    <a:lnTo>
                      <a:pt x="710" y="817"/>
                    </a:lnTo>
                    <a:lnTo>
                      <a:pt x="716" y="827"/>
                    </a:lnTo>
                    <a:lnTo>
                      <a:pt x="722" y="837"/>
                    </a:lnTo>
                    <a:lnTo>
                      <a:pt x="728" y="847"/>
                    </a:lnTo>
                    <a:lnTo>
                      <a:pt x="732" y="858"/>
                    </a:lnTo>
                    <a:lnTo>
                      <a:pt x="737" y="869"/>
                    </a:lnTo>
                    <a:lnTo>
                      <a:pt x="740" y="881"/>
                    </a:lnTo>
                    <a:lnTo>
                      <a:pt x="743" y="892"/>
                    </a:lnTo>
                    <a:lnTo>
                      <a:pt x="745" y="904"/>
                    </a:lnTo>
                    <a:lnTo>
                      <a:pt x="747" y="915"/>
                    </a:lnTo>
                    <a:lnTo>
                      <a:pt x="748" y="928"/>
                    </a:lnTo>
                    <a:lnTo>
                      <a:pt x="748" y="940"/>
                    </a:lnTo>
                    <a:lnTo>
                      <a:pt x="748" y="940"/>
                    </a:lnTo>
                    <a:lnTo>
                      <a:pt x="748" y="952"/>
                    </a:lnTo>
                    <a:lnTo>
                      <a:pt x="747" y="965"/>
                    </a:lnTo>
                    <a:lnTo>
                      <a:pt x="745" y="976"/>
                    </a:lnTo>
                    <a:lnTo>
                      <a:pt x="743" y="988"/>
                    </a:lnTo>
                    <a:lnTo>
                      <a:pt x="739" y="999"/>
                    </a:lnTo>
                    <a:lnTo>
                      <a:pt x="736" y="1011"/>
                    </a:lnTo>
                    <a:lnTo>
                      <a:pt x="731" y="1021"/>
                    </a:lnTo>
                    <a:lnTo>
                      <a:pt x="725" y="1031"/>
                    </a:lnTo>
                    <a:lnTo>
                      <a:pt x="719" y="1041"/>
                    </a:lnTo>
                    <a:lnTo>
                      <a:pt x="714" y="1050"/>
                    </a:lnTo>
                    <a:lnTo>
                      <a:pt x="707" y="1059"/>
                    </a:lnTo>
                    <a:lnTo>
                      <a:pt x="700" y="1067"/>
                    </a:lnTo>
                    <a:lnTo>
                      <a:pt x="693" y="1075"/>
                    </a:lnTo>
                    <a:lnTo>
                      <a:pt x="685" y="1082"/>
                    </a:lnTo>
                    <a:lnTo>
                      <a:pt x="676" y="1089"/>
                    </a:lnTo>
                    <a:lnTo>
                      <a:pt x="668" y="1096"/>
                    </a:lnTo>
                    <a:lnTo>
                      <a:pt x="658" y="1102"/>
                    </a:lnTo>
                    <a:lnTo>
                      <a:pt x="649" y="1108"/>
                    </a:lnTo>
                    <a:lnTo>
                      <a:pt x="639" y="1112"/>
                    </a:lnTo>
                    <a:lnTo>
                      <a:pt x="630" y="1117"/>
                    </a:lnTo>
                    <a:lnTo>
                      <a:pt x="619" y="1120"/>
                    </a:lnTo>
                    <a:lnTo>
                      <a:pt x="609" y="1124"/>
                    </a:lnTo>
                    <a:lnTo>
                      <a:pt x="599" y="1127"/>
                    </a:lnTo>
                    <a:lnTo>
                      <a:pt x="588" y="1128"/>
                    </a:lnTo>
                    <a:lnTo>
                      <a:pt x="578" y="1131"/>
                    </a:lnTo>
                    <a:lnTo>
                      <a:pt x="567" y="1132"/>
                    </a:lnTo>
                    <a:lnTo>
                      <a:pt x="556" y="1132"/>
                    </a:lnTo>
                    <a:lnTo>
                      <a:pt x="556" y="1132"/>
                    </a:lnTo>
                    <a:lnTo>
                      <a:pt x="555" y="1132"/>
                    </a:lnTo>
                    <a:lnTo>
                      <a:pt x="551" y="1132"/>
                    </a:lnTo>
                    <a:lnTo>
                      <a:pt x="546" y="1132"/>
                    </a:lnTo>
                    <a:lnTo>
                      <a:pt x="538" y="1132"/>
                    </a:lnTo>
                    <a:lnTo>
                      <a:pt x="527" y="1132"/>
                    </a:lnTo>
                    <a:lnTo>
                      <a:pt x="516" y="1132"/>
                    </a:lnTo>
                    <a:lnTo>
                      <a:pt x="503" y="1132"/>
                    </a:lnTo>
                    <a:lnTo>
                      <a:pt x="488" y="1132"/>
                    </a:lnTo>
                    <a:lnTo>
                      <a:pt x="472" y="1132"/>
                    </a:lnTo>
                    <a:lnTo>
                      <a:pt x="456" y="1132"/>
                    </a:lnTo>
                    <a:lnTo>
                      <a:pt x="438" y="1132"/>
                    </a:lnTo>
                    <a:lnTo>
                      <a:pt x="420" y="1132"/>
                    </a:lnTo>
                    <a:lnTo>
                      <a:pt x="403" y="1132"/>
                    </a:lnTo>
                    <a:lnTo>
                      <a:pt x="383" y="1132"/>
                    </a:lnTo>
                    <a:lnTo>
                      <a:pt x="365" y="1132"/>
                    </a:lnTo>
                    <a:lnTo>
                      <a:pt x="348" y="1132"/>
                    </a:lnTo>
                    <a:lnTo>
                      <a:pt x="329" y="1132"/>
                    </a:lnTo>
                    <a:lnTo>
                      <a:pt x="312" y="1132"/>
                    </a:lnTo>
                    <a:lnTo>
                      <a:pt x="296" y="1132"/>
                    </a:lnTo>
                    <a:lnTo>
                      <a:pt x="280" y="1132"/>
                    </a:lnTo>
                    <a:lnTo>
                      <a:pt x="265" y="1132"/>
                    </a:lnTo>
                    <a:lnTo>
                      <a:pt x="252" y="1132"/>
                    </a:lnTo>
                    <a:lnTo>
                      <a:pt x="240" y="1132"/>
                    </a:lnTo>
                    <a:lnTo>
                      <a:pt x="230" y="1132"/>
                    </a:lnTo>
                    <a:lnTo>
                      <a:pt x="222" y="1132"/>
                    </a:lnTo>
                    <a:lnTo>
                      <a:pt x="216" y="1132"/>
                    </a:lnTo>
                    <a:lnTo>
                      <a:pt x="213" y="1132"/>
                    </a:lnTo>
                    <a:lnTo>
                      <a:pt x="210" y="1132"/>
                    </a:lnTo>
                    <a:lnTo>
                      <a:pt x="209" y="1132"/>
                    </a:lnTo>
                    <a:lnTo>
                      <a:pt x="202" y="1132"/>
                    </a:lnTo>
                    <a:lnTo>
                      <a:pt x="193" y="1132"/>
                    </a:lnTo>
                    <a:lnTo>
                      <a:pt x="182" y="1132"/>
                    </a:lnTo>
                    <a:lnTo>
                      <a:pt x="167" y="1132"/>
                    </a:lnTo>
                    <a:lnTo>
                      <a:pt x="151" y="1132"/>
                    </a:lnTo>
                    <a:lnTo>
                      <a:pt x="133" y="1132"/>
                    </a:lnTo>
                    <a:lnTo>
                      <a:pt x="115" y="1132"/>
                    </a:lnTo>
                    <a:lnTo>
                      <a:pt x="96" y="1132"/>
                    </a:lnTo>
                    <a:lnTo>
                      <a:pt x="78" y="1132"/>
                    </a:lnTo>
                    <a:lnTo>
                      <a:pt x="61" y="1132"/>
                    </a:lnTo>
                    <a:lnTo>
                      <a:pt x="43" y="1132"/>
                    </a:lnTo>
                    <a:lnTo>
                      <a:pt x="30" y="1132"/>
                    </a:lnTo>
                    <a:lnTo>
                      <a:pt x="17" y="1132"/>
                    </a:lnTo>
                    <a:lnTo>
                      <a:pt x="8" y="1132"/>
                    </a:lnTo>
                    <a:lnTo>
                      <a:pt x="2" y="1132"/>
                    </a:lnTo>
                    <a:lnTo>
                      <a:pt x="0" y="1132"/>
                    </a:lnTo>
                    <a:lnTo>
                      <a:pt x="0" y="1131"/>
                    </a:lnTo>
                    <a:lnTo>
                      <a:pt x="0" y="1130"/>
                    </a:lnTo>
                    <a:lnTo>
                      <a:pt x="0" y="1127"/>
                    </a:lnTo>
                    <a:lnTo>
                      <a:pt x="0" y="1124"/>
                    </a:lnTo>
                    <a:lnTo>
                      <a:pt x="0" y="1119"/>
                    </a:lnTo>
                    <a:lnTo>
                      <a:pt x="0" y="1115"/>
                    </a:lnTo>
                    <a:lnTo>
                      <a:pt x="0" y="1109"/>
                    </a:lnTo>
                    <a:lnTo>
                      <a:pt x="0" y="1102"/>
                    </a:lnTo>
                    <a:lnTo>
                      <a:pt x="0" y="1094"/>
                    </a:lnTo>
                    <a:lnTo>
                      <a:pt x="0" y="1086"/>
                    </a:lnTo>
                    <a:lnTo>
                      <a:pt x="0" y="1077"/>
                    </a:lnTo>
                    <a:lnTo>
                      <a:pt x="0" y="1067"/>
                    </a:lnTo>
                    <a:lnTo>
                      <a:pt x="0" y="1057"/>
                    </a:lnTo>
                    <a:lnTo>
                      <a:pt x="0" y="1046"/>
                    </a:lnTo>
                    <a:lnTo>
                      <a:pt x="0" y="1034"/>
                    </a:lnTo>
                    <a:lnTo>
                      <a:pt x="0" y="1022"/>
                    </a:lnTo>
                    <a:lnTo>
                      <a:pt x="0" y="1010"/>
                    </a:lnTo>
                    <a:lnTo>
                      <a:pt x="0" y="996"/>
                    </a:lnTo>
                    <a:lnTo>
                      <a:pt x="0" y="982"/>
                    </a:lnTo>
                    <a:lnTo>
                      <a:pt x="0" y="968"/>
                    </a:lnTo>
                    <a:lnTo>
                      <a:pt x="0" y="953"/>
                    </a:lnTo>
                    <a:lnTo>
                      <a:pt x="0" y="938"/>
                    </a:lnTo>
                    <a:lnTo>
                      <a:pt x="0" y="923"/>
                    </a:lnTo>
                    <a:lnTo>
                      <a:pt x="0" y="907"/>
                    </a:lnTo>
                    <a:lnTo>
                      <a:pt x="0" y="891"/>
                    </a:lnTo>
                    <a:lnTo>
                      <a:pt x="0" y="875"/>
                    </a:lnTo>
                    <a:lnTo>
                      <a:pt x="0" y="858"/>
                    </a:lnTo>
                    <a:lnTo>
                      <a:pt x="0" y="842"/>
                    </a:lnTo>
                    <a:lnTo>
                      <a:pt x="0" y="824"/>
                    </a:lnTo>
                    <a:lnTo>
                      <a:pt x="0" y="807"/>
                    </a:lnTo>
                    <a:lnTo>
                      <a:pt x="0" y="790"/>
                    </a:lnTo>
                    <a:lnTo>
                      <a:pt x="0" y="771"/>
                    </a:lnTo>
                    <a:lnTo>
                      <a:pt x="0" y="754"/>
                    </a:lnTo>
                    <a:lnTo>
                      <a:pt x="0" y="737"/>
                    </a:lnTo>
                    <a:lnTo>
                      <a:pt x="0" y="720"/>
                    </a:lnTo>
                    <a:lnTo>
                      <a:pt x="0" y="701"/>
                    </a:lnTo>
                    <a:lnTo>
                      <a:pt x="0" y="684"/>
                    </a:lnTo>
                    <a:lnTo>
                      <a:pt x="0" y="667"/>
                    </a:lnTo>
                    <a:lnTo>
                      <a:pt x="0" y="648"/>
                    </a:lnTo>
                    <a:lnTo>
                      <a:pt x="0" y="631"/>
                    </a:lnTo>
                    <a:lnTo>
                      <a:pt x="0" y="614"/>
                    </a:lnTo>
                    <a:lnTo>
                      <a:pt x="0" y="596"/>
                    </a:lnTo>
                    <a:lnTo>
                      <a:pt x="0" y="580"/>
                    </a:lnTo>
                    <a:lnTo>
                      <a:pt x="0" y="563"/>
                    </a:lnTo>
                    <a:lnTo>
                      <a:pt x="0" y="547"/>
                    </a:lnTo>
                    <a:lnTo>
                      <a:pt x="0" y="531"/>
                    </a:lnTo>
                    <a:lnTo>
                      <a:pt x="0" y="515"/>
                    </a:lnTo>
                    <a:lnTo>
                      <a:pt x="0" y="500"/>
                    </a:lnTo>
                    <a:lnTo>
                      <a:pt x="0" y="485"/>
                    </a:lnTo>
                    <a:lnTo>
                      <a:pt x="0" y="470"/>
                    </a:lnTo>
                    <a:lnTo>
                      <a:pt x="0" y="456"/>
                    </a:lnTo>
                    <a:lnTo>
                      <a:pt x="0" y="442"/>
                    </a:lnTo>
                    <a:lnTo>
                      <a:pt x="0" y="428"/>
                    </a:lnTo>
                    <a:lnTo>
                      <a:pt x="0" y="416"/>
                    </a:lnTo>
                    <a:lnTo>
                      <a:pt x="0" y="404"/>
                    </a:lnTo>
                    <a:lnTo>
                      <a:pt x="0" y="392"/>
                    </a:lnTo>
                    <a:lnTo>
                      <a:pt x="0" y="381"/>
                    </a:lnTo>
                    <a:lnTo>
                      <a:pt x="0" y="371"/>
                    </a:lnTo>
                    <a:lnTo>
                      <a:pt x="0" y="361"/>
                    </a:lnTo>
                    <a:lnTo>
                      <a:pt x="0" y="352"/>
                    </a:lnTo>
                    <a:lnTo>
                      <a:pt x="0" y="344"/>
                    </a:lnTo>
                    <a:lnTo>
                      <a:pt x="0" y="336"/>
                    </a:lnTo>
                    <a:lnTo>
                      <a:pt x="0" y="329"/>
                    </a:lnTo>
                    <a:lnTo>
                      <a:pt x="0" y="323"/>
                    </a:lnTo>
                    <a:lnTo>
                      <a:pt x="0" y="319"/>
                    </a:lnTo>
                    <a:lnTo>
                      <a:pt x="0" y="314"/>
                    </a:lnTo>
                    <a:lnTo>
                      <a:pt x="0" y="311"/>
                    </a:lnTo>
                    <a:lnTo>
                      <a:pt x="0" y="308"/>
                    </a:lnTo>
                    <a:lnTo>
                      <a:pt x="0" y="307"/>
                    </a:lnTo>
                    <a:lnTo>
                      <a:pt x="0" y="306"/>
                    </a:lnTo>
                    <a:lnTo>
                      <a:pt x="0" y="295"/>
                    </a:lnTo>
                    <a:lnTo>
                      <a:pt x="1" y="283"/>
                    </a:lnTo>
                    <a:lnTo>
                      <a:pt x="2" y="273"/>
                    </a:lnTo>
                    <a:lnTo>
                      <a:pt x="3" y="261"/>
                    </a:lnTo>
                    <a:lnTo>
                      <a:pt x="4" y="251"/>
                    </a:lnTo>
                    <a:lnTo>
                      <a:pt x="7" y="239"/>
                    </a:lnTo>
                    <a:lnTo>
                      <a:pt x="9" y="229"/>
                    </a:lnTo>
                    <a:lnTo>
                      <a:pt x="12" y="219"/>
                    </a:lnTo>
                    <a:lnTo>
                      <a:pt x="15" y="208"/>
                    </a:lnTo>
                    <a:lnTo>
                      <a:pt x="19" y="198"/>
                    </a:lnTo>
                    <a:lnTo>
                      <a:pt x="23" y="187"/>
                    </a:lnTo>
                    <a:lnTo>
                      <a:pt x="26" y="178"/>
                    </a:lnTo>
                    <a:lnTo>
                      <a:pt x="31" y="169"/>
                    </a:lnTo>
                    <a:lnTo>
                      <a:pt x="37" y="159"/>
                    </a:lnTo>
                    <a:lnTo>
                      <a:pt x="41" y="149"/>
                    </a:lnTo>
                    <a:lnTo>
                      <a:pt x="47" y="141"/>
                    </a:lnTo>
                    <a:lnTo>
                      <a:pt x="53" y="132"/>
                    </a:lnTo>
                    <a:lnTo>
                      <a:pt x="58" y="124"/>
                    </a:lnTo>
                    <a:lnTo>
                      <a:pt x="64" y="115"/>
                    </a:lnTo>
                    <a:lnTo>
                      <a:pt x="71" y="107"/>
                    </a:lnTo>
                    <a:lnTo>
                      <a:pt x="78" y="99"/>
                    </a:lnTo>
                    <a:lnTo>
                      <a:pt x="85" y="92"/>
                    </a:lnTo>
                    <a:lnTo>
                      <a:pt x="92" y="84"/>
                    </a:lnTo>
                    <a:lnTo>
                      <a:pt x="100" y="77"/>
                    </a:lnTo>
                    <a:lnTo>
                      <a:pt x="108" y="70"/>
                    </a:lnTo>
                    <a:lnTo>
                      <a:pt x="116" y="64"/>
                    </a:lnTo>
                    <a:lnTo>
                      <a:pt x="124" y="57"/>
                    </a:lnTo>
                    <a:lnTo>
                      <a:pt x="133" y="52"/>
                    </a:lnTo>
                    <a:lnTo>
                      <a:pt x="141" y="46"/>
                    </a:lnTo>
                    <a:lnTo>
                      <a:pt x="151" y="40"/>
                    </a:lnTo>
                    <a:lnTo>
                      <a:pt x="160" y="35"/>
                    </a:lnTo>
                    <a:lnTo>
                      <a:pt x="169" y="31"/>
                    </a:lnTo>
                    <a:lnTo>
                      <a:pt x="179" y="26"/>
                    </a:lnTo>
                    <a:lnTo>
                      <a:pt x="189" y="22"/>
                    </a:lnTo>
                    <a:lnTo>
                      <a:pt x="199" y="18"/>
                    </a:lnTo>
                    <a:lnTo>
                      <a:pt x="208" y="15"/>
                    </a:lnTo>
                    <a:lnTo>
                      <a:pt x="219" y="11"/>
                    </a:lnTo>
                    <a:lnTo>
                      <a:pt x="230" y="9"/>
                    </a:lnTo>
                    <a:lnTo>
                      <a:pt x="240" y="7"/>
                    </a:lnTo>
                    <a:lnTo>
                      <a:pt x="251" y="4"/>
                    </a:lnTo>
                    <a:lnTo>
                      <a:pt x="262" y="2"/>
                    </a:lnTo>
                    <a:lnTo>
                      <a:pt x="273" y="1"/>
                    </a:lnTo>
                    <a:lnTo>
                      <a:pt x="284" y="0"/>
                    </a:lnTo>
                    <a:lnTo>
                      <a:pt x="296" y="0"/>
                    </a:lnTo>
                    <a:lnTo>
                      <a:pt x="307" y="0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420" name="Freeform 12"/>
              <p:cNvSpPr>
                <a:spLocks noChangeAspect="1"/>
              </p:cNvSpPr>
              <p:nvPr/>
            </p:nvSpPr>
            <p:spPr bwMode="black">
              <a:xfrm>
                <a:off x="5488" y="3962"/>
                <a:ext cx="171" cy="241"/>
              </a:xfrm>
              <a:custGeom>
                <a:avLst/>
                <a:gdLst/>
                <a:ahLst/>
                <a:cxnLst>
                  <a:cxn ang="0">
                    <a:pos x="432" y="0"/>
                  </a:cxn>
                  <a:cxn ang="0">
                    <a:pos x="363" y="0"/>
                  </a:cxn>
                  <a:cxn ang="0">
                    <a:pos x="310" y="0"/>
                  </a:cxn>
                  <a:cxn ang="0">
                    <a:pos x="211" y="0"/>
                  </a:cxn>
                  <a:cxn ang="0">
                    <a:pos x="107" y="0"/>
                  </a:cxn>
                  <a:cxn ang="0">
                    <a:pos x="44" y="0"/>
                  </a:cxn>
                  <a:cxn ang="0">
                    <a:pos x="11" y="1"/>
                  </a:cxn>
                  <a:cxn ang="0">
                    <a:pos x="73" y="15"/>
                  </a:cxn>
                  <a:cxn ang="0">
                    <a:pos x="134" y="37"/>
                  </a:cxn>
                  <a:cxn ang="0">
                    <a:pos x="191" y="65"/>
                  </a:cxn>
                  <a:cxn ang="0">
                    <a:pos x="245" y="100"/>
                  </a:cxn>
                  <a:cxn ang="0">
                    <a:pos x="296" y="140"/>
                  </a:cxn>
                  <a:cxn ang="0">
                    <a:pos x="343" y="185"/>
                  </a:cxn>
                  <a:cxn ang="0">
                    <a:pos x="385" y="236"/>
                  </a:cxn>
                  <a:cxn ang="0">
                    <a:pos x="420" y="290"/>
                  </a:cxn>
                  <a:cxn ang="0">
                    <a:pos x="450" y="349"/>
                  </a:cxn>
                  <a:cxn ang="0">
                    <a:pos x="473" y="411"/>
                  </a:cxn>
                  <a:cxn ang="0">
                    <a:pos x="490" y="474"/>
                  </a:cxn>
                  <a:cxn ang="0">
                    <a:pos x="498" y="541"/>
                  </a:cxn>
                  <a:cxn ang="0">
                    <a:pos x="498" y="603"/>
                  </a:cxn>
                  <a:cxn ang="0">
                    <a:pos x="485" y="685"/>
                  </a:cxn>
                  <a:cxn ang="0">
                    <a:pos x="472" y="729"/>
                  </a:cxn>
                  <a:cxn ang="0">
                    <a:pos x="384" y="729"/>
                  </a:cxn>
                  <a:cxn ang="0">
                    <a:pos x="279" y="729"/>
                  </a:cxn>
                  <a:cxn ang="0">
                    <a:pos x="227" y="730"/>
                  </a:cxn>
                  <a:cxn ang="0">
                    <a:pos x="163" y="747"/>
                  </a:cxn>
                  <a:cxn ang="0">
                    <a:pos x="108" y="784"/>
                  </a:cxn>
                  <a:cxn ang="0">
                    <a:pos x="67" y="834"/>
                  </a:cxn>
                  <a:cxn ang="0">
                    <a:pos x="43" y="895"/>
                  </a:cxn>
                  <a:cxn ang="0">
                    <a:pos x="39" y="963"/>
                  </a:cxn>
                  <a:cxn ang="0">
                    <a:pos x="59" y="1026"/>
                  </a:cxn>
                  <a:cxn ang="0">
                    <a:pos x="97" y="1075"/>
                  </a:cxn>
                  <a:cxn ang="0">
                    <a:pos x="150" y="1111"/>
                  </a:cxn>
                  <a:cxn ang="0">
                    <a:pos x="214" y="1130"/>
                  </a:cxn>
                  <a:cxn ang="0">
                    <a:pos x="260" y="1132"/>
                  </a:cxn>
                  <a:cxn ang="0">
                    <a:pos x="334" y="1132"/>
                  </a:cxn>
                  <a:cxn ang="0">
                    <a:pos x="441" y="1132"/>
                  </a:cxn>
                  <a:cxn ang="0">
                    <a:pos x="541" y="1132"/>
                  </a:cxn>
                  <a:cxn ang="0">
                    <a:pos x="593" y="1132"/>
                  </a:cxn>
                  <a:cxn ang="0">
                    <a:pos x="639" y="1132"/>
                  </a:cxn>
                  <a:cxn ang="0">
                    <a:pos x="745" y="1132"/>
                  </a:cxn>
                  <a:cxn ang="0">
                    <a:pos x="806" y="1132"/>
                  </a:cxn>
                  <a:cxn ang="0">
                    <a:pos x="806" y="1115"/>
                  </a:cxn>
                  <a:cxn ang="0">
                    <a:pos x="806" y="1067"/>
                  </a:cxn>
                  <a:cxn ang="0">
                    <a:pos x="806" y="996"/>
                  </a:cxn>
                  <a:cxn ang="0">
                    <a:pos x="806" y="907"/>
                  </a:cxn>
                  <a:cxn ang="0">
                    <a:pos x="806" y="807"/>
                  </a:cxn>
                  <a:cxn ang="0">
                    <a:pos x="806" y="701"/>
                  </a:cxn>
                  <a:cxn ang="0">
                    <a:pos x="806" y="596"/>
                  </a:cxn>
                  <a:cxn ang="0">
                    <a:pos x="806" y="500"/>
                  </a:cxn>
                  <a:cxn ang="0">
                    <a:pos x="806" y="416"/>
                  </a:cxn>
                  <a:cxn ang="0">
                    <a:pos x="806" y="352"/>
                  </a:cxn>
                  <a:cxn ang="0">
                    <a:pos x="806" y="314"/>
                  </a:cxn>
                  <a:cxn ang="0">
                    <a:pos x="805" y="283"/>
                  </a:cxn>
                  <a:cxn ang="0">
                    <a:pos x="794" y="219"/>
                  </a:cxn>
                  <a:cxn ang="0">
                    <a:pos x="769" y="159"/>
                  </a:cxn>
                  <a:cxn ang="0">
                    <a:pos x="735" y="107"/>
                  </a:cxn>
                  <a:cxn ang="0">
                    <a:pos x="690" y="64"/>
                  </a:cxn>
                  <a:cxn ang="0">
                    <a:pos x="637" y="31"/>
                  </a:cxn>
                  <a:cxn ang="0">
                    <a:pos x="576" y="9"/>
                  </a:cxn>
                  <a:cxn ang="0">
                    <a:pos x="510" y="0"/>
                  </a:cxn>
                </a:cxnLst>
                <a:rect l="0" t="0" r="r" b="b"/>
                <a:pathLst>
                  <a:path w="806" h="1132">
                    <a:moveTo>
                      <a:pt x="499" y="0"/>
                    </a:moveTo>
                    <a:lnTo>
                      <a:pt x="495" y="0"/>
                    </a:lnTo>
                    <a:lnTo>
                      <a:pt x="485" y="0"/>
                    </a:lnTo>
                    <a:lnTo>
                      <a:pt x="470" y="0"/>
                    </a:lnTo>
                    <a:lnTo>
                      <a:pt x="452" y="0"/>
                    </a:lnTo>
                    <a:lnTo>
                      <a:pt x="432" y="0"/>
                    </a:lnTo>
                    <a:lnTo>
                      <a:pt x="412" y="0"/>
                    </a:lnTo>
                    <a:lnTo>
                      <a:pt x="394" y="0"/>
                    </a:lnTo>
                    <a:lnTo>
                      <a:pt x="379" y="0"/>
                    </a:lnTo>
                    <a:lnTo>
                      <a:pt x="369" y="0"/>
                    </a:lnTo>
                    <a:lnTo>
                      <a:pt x="364" y="0"/>
                    </a:lnTo>
                    <a:lnTo>
                      <a:pt x="363" y="0"/>
                    </a:lnTo>
                    <a:lnTo>
                      <a:pt x="359" y="0"/>
                    </a:lnTo>
                    <a:lnTo>
                      <a:pt x="354" y="0"/>
                    </a:lnTo>
                    <a:lnTo>
                      <a:pt x="346" y="0"/>
                    </a:lnTo>
                    <a:lnTo>
                      <a:pt x="335" y="0"/>
                    </a:lnTo>
                    <a:lnTo>
                      <a:pt x="324" y="0"/>
                    </a:lnTo>
                    <a:lnTo>
                      <a:pt x="310" y="0"/>
                    </a:lnTo>
                    <a:lnTo>
                      <a:pt x="296" y="0"/>
                    </a:lnTo>
                    <a:lnTo>
                      <a:pt x="280" y="0"/>
                    </a:lnTo>
                    <a:lnTo>
                      <a:pt x="264" y="0"/>
                    </a:lnTo>
                    <a:lnTo>
                      <a:pt x="247" y="0"/>
                    </a:lnTo>
                    <a:lnTo>
                      <a:pt x="228" y="0"/>
                    </a:lnTo>
                    <a:lnTo>
                      <a:pt x="211" y="0"/>
                    </a:lnTo>
                    <a:lnTo>
                      <a:pt x="192" y="0"/>
                    </a:lnTo>
                    <a:lnTo>
                      <a:pt x="174" y="0"/>
                    </a:lnTo>
                    <a:lnTo>
                      <a:pt x="157" y="0"/>
                    </a:lnTo>
                    <a:lnTo>
                      <a:pt x="139" y="0"/>
                    </a:lnTo>
                    <a:lnTo>
                      <a:pt x="123" y="0"/>
                    </a:lnTo>
                    <a:lnTo>
                      <a:pt x="107" y="0"/>
                    </a:lnTo>
                    <a:lnTo>
                      <a:pt x="92" y="0"/>
                    </a:lnTo>
                    <a:lnTo>
                      <a:pt x="80" y="0"/>
                    </a:lnTo>
                    <a:lnTo>
                      <a:pt x="68" y="0"/>
                    </a:lnTo>
                    <a:lnTo>
                      <a:pt x="58" y="0"/>
                    </a:lnTo>
                    <a:lnTo>
                      <a:pt x="50" y="0"/>
                    </a:lnTo>
                    <a:lnTo>
                      <a:pt x="44" y="0"/>
                    </a:lnTo>
                    <a:lnTo>
                      <a:pt x="39" y="0"/>
                    </a:lnTo>
                    <a:lnTo>
                      <a:pt x="38" y="0"/>
                    </a:lnTo>
                    <a:lnTo>
                      <a:pt x="29" y="0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1" y="1"/>
                    </a:lnTo>
                    <a:lnTo>
                      <a:pt x="21" y="3"/>
                    </a:lnTo>
                    <a:lnTo>
                      <a:pt x="31" y="4"/>
                    </a:lnTo>
                    <a:lnTo>
                      <a:pt x="42" y="7"/>
                    </a:lnTo>
                    <a:lnTo>
                      <a:pt x="52" y="9"/>
                    </a:lnTo>
                    <a:lnTo>
                      <a:pt x="62" y="12"/>
                    </a:lnTo>
                    <a:lnTo>
                      <a:pt x="73" y="15"/>
                    </a:lnTo>
                    <a:lnTo>
                      <a:pt x="83" y="18"/>
                    </a:lnTo>
                    <a:lnTo>
                      <a:pt x="93" y="22"/>
                    </a:lnTo>
                    <a:lnTo>
                      <a:pt x="104" y="25"/>
                    </a:lnTo>
                    <a:lnTo>
                      <a:pt x="114" y="29"/>
                    </a:lnTo>
                    <a:lnTo>
                      <a:pt x="123" y="32"/>
                    </a:lnTo>
                    <a:lnTo>
                      <a:pt x="134" y="37"/>
                    </a:lnTo>
                    <a:lnTo>
                      <a:pt x="143" y="41"/>
                    </a:lnTo>
                    <a:lnTo>
                      <a:pt x="153" y="46"/>
                    </a:lnTo>
                    <a:lnTo>
                      <a:pt x="163" y="50"/>
                    </a:lnTo>
                    <a:lnTo>
                      <a:pt x="173" y="55"/>
                    </a:lnTo>
                    <a:lnTo>
                      <a:pt x="182" y="60"/>
                    </a:lnTo>
                    <a:lnTo>
                      <a:pt x="191" y="65"/>
                    </a:lnTo>
                    <a:lnTo>
                      <a:pt x="201" y="70"/>
                    </a:lnTo>
                    <a:lnTo>
                      <a:pt x="210" y="76"/>
                    </a:lnTo>
                    <a:lnTo>
                      <a:pt x="219" y="82"/>
                    </a:lnTo>
                    <a:lnTo>
                      <a:pt x="228" y="87"/>
                    </a:lnTo>
                    <a:lnTo>
                      <a:pt x="237" y="93"/>
                    </a:lnTo>
                    <a:lnTo>
                      <a:pt x="245" y="100"/>
                    </a:lnTo>
                    <a:lnTo>
                      <a:pt x="255" y="106"/>
                    </a:lnTo>
                    <a:lnTo>
                      <a:pt x="263" y="113"/>
                    </a:lnTo>
                    <a:lnTo>
                      <a:pt x="272" y="118"/>
                    </a:lnTo>
                    <a:lnTo>
                      <a:pt x="280" y="125"/>
                    </a:lnTo>
                    <a:lnTo>
                      <a:pt x="288" y="132"/>
                    </a:lnTo>
                    <a:lnTo>
                      <a:pt x="296" y="140"/>
                    </a:lnTo>
                    <a:lnTo>
                      <a:pt x="304" y="147"/>
                    </a:lnTo>
                    <a:lnTo>
                      <a:pt x="312" y="154"/>
                    </a:lnTo>
                    <a:lnTo>
                      <a:pt x="320" y="162"/>
                    </a:lnTo>
                    <a:lnTo>
                      <a:pt x="328" y="170"/>
                    </a:lnTo>
                    <a:lnTo>
                      <a:pt x="335" y="177"/>
                    </a:lnTo>
                    <a:lnTo>
                      <a:pt x="343" y="185"/>
                    </a:lnTo>
                    <a:lnTo>
                      <a:pt x="350" y="193"/>
                    </a:lnTo>
                    <a:lnTo>
                      <a:pt x="357" y="201"/>
                    </a:lnTo>
                    <a:lnTo>
                      <a:pt x="364" y="211"/>
                    </a:lnTo>
                    <a:lnTo>
                      <a:pt x="371" y="219"/>
                    </a:lnTo>
                    <a:lnTo>
                      <a:pt x="378" y="227"/>
                    </a:lnTo>
                    <a:lnTo>
                      <a:pt x="385" y="236"/>
                    </a:lnTo>
                    <a:lnTo>
                      <a:pt x="391" y="245"/>
                    </a:lnTo>
                    <a:lnTo>
                      <a:pt x="397" y="253"/>
                    </a:lnTo>
                    <a:lnTo>
                      <a:pt x="403" y="262"/>
                    </a:lnTo>
                    <a:lnTo>
                      <a:pt x="409" y="272"/>
                    </a:lnTo>
                    <a:lnTo>
                      <a:pt x="415" y="281"/>
                    </a:lnTo>
                    <a:lnTo>
                      <a:pt x="420" y="290"/>
                    </a:lnTo>
                    <a:lnTo>
                      <a:pt x="426" y="300"/>
                    </a:lnTo>
                    <a:lnTo>
                      <a:pt x="431" y="310"/>
                    </a:lnTo>
                    <a:lnTo>
                      <a:pt x="437" y="319"/>
                    </a:lnTo>
                    <a:lnTo>
                      <a:pt x="441" y="329"/>
                    </a:lnTo>
                    <a:lnTo>
                      <a:pt x="446" y="338"/>
                    </a:lnTo>
                    <a:lnTo>
                      <a:pt x="450" y="349"/>
                    </a:lnTo>
                    <a:lnTo>
                      <a:pt x="455" y="359"/>
                    </a:lnTo>
                    <a:lnTo>
                      <a:pt x="458" y="369"/>
                    </a:lnTo>
                    <a:lnTo>
                      <a:pt x="463" y="379"/>
                    </a:lnTo>
                    <a:lnTo>
                      <a:pt x="467" y="389"/>
                    </a:lnTo>
                    <a:lnTo>
                      <a:pt x="470" y="399"/>
                    </a:lnTo>
                    <a:lnTo>
                      <a:pt x="473" y="411"/>
                    </a:lnTo>
                    <a:lnTo>
                      <a:pt x="477" y="421"/>
                    </a:lnTo>
                    <a:lnTo>
                      <a:pt x="479" y="432"/>
                    </a:lnTo>
                    <a:lnTo>
                      <a:pt x="483" y="442"/>
                    </a:lnTo>
                    <a:lnTo>
                      <a:pt x="485" y="452"/>
                    </a:lnTo>
                    <a:lnTo>
                      <a:pt x="487" y="464"/>
                    </a:lnTo>
                    <a:lnTo>
                      <a:pt x="490" y="474"/>
                    </a:lnTo>
                    <a:lnTo>
                      <a:pt x="492" y="486"/>
                    </a:lnTo>
                    <a:lnTo>
                      <a:pt x="493" y="496"/>
                    </a:lnTo>
                    <a:lnTo>
                      <a:pt x="495" y="508"/>
                    </a:lnTo>
                    <a:lnTo>
                      <a:pt x="496" y="519"/>
                    </a:lnTo>
                    <a:lnTo>
                      <a:pt x="498" y="530"/>
                    </a:lnTo>
                    <a:lnTo>
                      <a:pt x="498" y="541"/>
                    </a:lnTo>
                    <a:lnTo>
                      <a:pt x="499" y="553"/>
                    </a:lnTo>
                    <a:lnTo>
                      <a:pt x="499" y="564"/>
                    </a:lnTo>
                    <a:lnTo>
                      <a:pt x="499" y="576"/>
                    </a:lnTo>
                    <a:lnTo>
                      <a:pt x="499" y="576"/>
                    </a:lnTo>
                    <a:lnTo>
                      <a:pt x="499" y="589"/>
                    </a:lnTo>
                    <a:lnTo>
                      <a:pt x="498" y="603"/>
                    </a:lnTo>
                    <a:lnTo>
                      <a:pt x="496" y="618"/>
                    </a:lnTo>
                    <a:lnTo>
                      <a:pt x="494" y="632"/>
                    </a:lnTo>
                    <a:lnTo>
                      <a:pt x="492" y="646"/>
                    </a:lnTo>
                    <a:lnTo>
                      <a:pt x="490" y="659"/>
                    </a:lnTo>
                    <a:lnTo>
                      <a:pt x="487" y="672"/>
                    </a:lnTo>
                    <a:lnTo>
                      <a:pt x="485" y="685"/>
                    </a:lnTo>
                    <a:lnTo>
                      <a:pt x="483" y="697"/>
                    </a:lnTo>
                    <a:lnTo>
                      <a:pt x="482" y="708"/>
                    </a:lnTo>
                    <a:lnTo>
                      <a:pt x="480" y="718"/>
                    </a:lnTo>
                    <a:lnTo>
                      <a:pt x="479" y="729"/>
                    </a:lnTo>
                    <a:lnTo>
                      <a:pt x="478" y="729"/>
                    </a:lnTo>
                    <a:lnTo>
                      <a:pt x="472" y="729"/>
                    </a:lnTo>
                    <a:lnTo>
                      <a:pt x="463" y="729"/>
                    </a:lnTo>
                    <a:lnTo>
                      <a:pt x="450" y="729"/>
                    </a:lnTo>
                    <a:lnTo>
                      <a:pt x="437" y="729"/>
                    </a:lnTo>
                    <a:lnTo>
                      <a:pt x="420" y="729"/>
                    </a:lnTo>
                    <a:lnTo>
                      <a:pt x="402" y="729"/>
                    </a:lnTo>
                    <a:lnTo>
                      <a:pt x="384" y="729"/>
                    </a:lnTo>
                    <a:lnTo>
                      <a:pt x="364" y="729"/>
                    </a:lnTo>
                    <a:lnTo>
                      <a:pt x="346" y="729"/>
                    </a:lnTo>
                    <a:lnTo>
                      <a:pt x="327" y="729"/>
                    </a:lnTo>
                    <a:lnTo>
                      <a:pt x="309" y="729"/>
                    </a:lnTo>
                    <a:lnTo>
                      <a:pt x="293" y="729"/>
                    </a:lnTo>
                    <a:lnTo>
                      <a:pt x="279" y="729"/>
                    </a:lnTo>
                    <a:lnTo>
                      <a:pt x="266" y="729"/>
                    </a:lnTo>
                    <a:lnTo>
                      <a:pt x="257" y="729"/>
                    </a:lnTo>
                    <a:lnTo>
                      <a:pt x="251" y="729"/>
                    </a:lnTo>
                    <a:lnTo>
                      <a:pt x="249" y="729"/>
                    </a:lnTo>
                    <a:lnTo>
                      <a:pt x="239" y="729"/>
                    </a:lnTo>
                    <a:lnTo>
                      <a:pt x="227" y="730"/>
                    </a:lnTo>
                    <a:lnTo>
                      <a:pt x="216" y="731"/>
                    </a:lnTo>
                    <a:lnTo>
                      <a:pt x="205" y="733"/>
                    </a:lnTo>
                    <a:lnTo>
                      <a:pt x="194" y="736"/>
                    </a:lnTo>
                    <a:lnTo>
                      <a:pt x="183" y="739"/>
                    </a:lnTo>
                    <a:lnTo>
                      <a:pt x="173" y="744"/>
                    </a:lnTo>
                    <a:lnTo>
                      <a:pt x="163" y="747"/>
                    </a:lnTo>
                    <a:lnTo>
                      <a:pt x="153" y="753"/>
                    </a:lnTo>
                    <a:lnTo>
                      <a:pt x="144" y="758"/>
                    </a:lnTo>
                    <a:lnTo>
                      <a:pt x="135" y="763"/>
                    </a:lnTo>
                    <a:lnTo>
                      <a:pt x="126" y="770"/>
                    </a:lnTo>
                    <a:lnTo>
                      <a:pt x="116" y="776"/>
                    </a:lnTo>
                    <a:lnTo>
                      <a:pt x="108" y="784"/>
                    </a:lnTo>
                    <a:lnTo>
                      <a:pt x="100" y="791"/>
                    </a:lnTo>
                    <a:lnTo>
                      <a:pt x="93" y="799"/>
                    </a:lnTo>
                    <a:lnTo>
                      <a:pt x="87" y="807"/>
                    </a:lnTo>
                    <a:lnTo>
                      <a:pt x="80" y="815"/>
                    </a:lnTo>
                    <a:lnTo>
                      <a:pt x="73" y="824"/>
                    </a:lnTo>
                    <a:lnTo>
                      <a:pt x="67" y="834"/>
                    </a:lnTo>
                    <a:lnTo>
                      <a:pt x="62" y="843"/>
                    </a:lnTo>
                    <a:lnTo>
                      <a:pt x="58" y="853"/>
                    </a:lnTo>
                    <a:lnTo>
                      <a:pt x="53" y="864"/>
                    </a:lnTo>
                    <a:lnTo>
                      <a:pt x="50" y="874"/>
                    </a:lnTo>
                    <a:lnTo>
                      <a:pt x="46" y="884"/>
                    </a:lnTo>
                    <a:lnTo>
                      <a:pt x="43" y="895"/>
                    </a:lnTo>
                    <a:lnTo>
                      <a:pt x="42" y="906"/>
                    </a:lnTo>
                    <a:lnTo>
                      <a:pt x="39" y="917"/>
                    </a:lnTo>
                    <a:lnTo>
                      <a:pt x="38" y="928"/>
                    </a:lnTo>
                    <a:lnTo>
                      <a:pt x="38" y="940"/>
                    </a:lnTo>
                    <a:lnTo>
                      <a:pt x="38" y="951"/>
                    </a:lnTo>
                    <a:lnTo>
                      <a:pt x="39" y="963"/>
                    </a:lnTo>
                    <a:lnTo>
                      <a:pt x="42" y="974"/>
                    </a:lnTo>
                    <a:lnTo>
                      <a:pt x="44" y="986"/>
                    </a:lnTo>
                    <a:lnTo>
                      <a:pt x="46" y="996"/>
                    </a:lnTo>
                    <a:lnTo>
                      <a:pt x="50" y="1006"/>
                    </a:lnTo>
                    <a:lnTo>
                      <a:pt x="54" y="1016"/>
                    </a:lnTo>
                    <a:lnTo>
                      <a:pt x="59" y="1026"/>
                    </a:lnTo>
                    <a:lnTo>
                      <a:pt x="63" y="1035"/>
                    </a:lnTo>
                    <a:lnTo>
                      <a:pt x="69" y="1043"/>
                    </a:lnTo>
                    <a:lnTo>
                      <a:pt x="75" y="1052"/>
                    </a:lnTo>
                    <a:lnTo>
                      <a:pt x="82" y="1061"/>
                    </a:lnTo>
                    <a:lnTo>
                      <a:pt x="89" y="1069"/>
                    </a:lnTo>
                    <a:lnTo>
                      <a:pt x="97" y="1075"/>
                    </a:lnTo>
                    <a:lnTo>
                      <a:pt x="105" y="1082"/>
                    </a:lnTo>
                    <a:lnTo>
                      <a:pt x="113" y="1089"/>
                    </a:lnTo>
                    <a:lnTo>
                      <a:pt x="122" y="1095"/>
                    </a:lnTo>
                    <a:lnTo>
                      <a:pt x="131" y="1101"/>
                    </a:lnTo>
                    <a:lnTo>
                      <a:pt x="141" y="1105"/>
                    </a:lnTo>
                    <a:lnTo>
                      <a:pt x="150" y="1111"/>
                    </a:lnTo>
                    <a:lnTo>
                      <a:pt x="160" y="1115"/>
                    </a:lnTo>
                    <a:lnTo>
                      <a:pt x="171" y="1119"/>
                    </a:lnTo>
                    <a:lnTo>
                      <a:pt x="181" y="1123"/>
                    </a:lnTo>
                    <a:lnTo>
                      <a:pt x="192" y="1125"/>
                    </a:lnTo>
                    <a:lnTo>
                      <a:pt x="203" y="1127"/>
                    </a:lnTo>
                    <a:lnTo>
                      <a:pt x="214" y="1130"/>
                    </a:lnTo>
                    <a:lnTo>
                      <a:pt x="226" y="1131"/>
                    </a:lnTo>
                    <a:lnTo>
                      <a:pt x="237" y="1132"/>
                    </a:lnTo>
                    <a:lnTo>
                      <a:pt x="249" y="1132"/>
                    </a:lnTo>
                    <a:lnTo>
                      <a:pt x="251" y="1132"/>
                    </a:lnTo>
                    <a:lnTo>
                      <a:pt x="255" y="1132"/>
                    </a:lnTo>
                    <a:lnTo>
                      <a:pt x="260" y="1132"/>
                    </a:lnTo>
                    <a:lnTo>
                      <a:pt x="268" y="1132"/>
                    </a:lnTo>
                    <a:lnTo>
                      <a:pt x="279" y="1132"/>
                    </a:lnTo>
                    <a:lnTo>
                      <a:pt x="290" y="1132"/>
                    </a:lnTo>
                    <a:lnTo>
                      <a:pt x="303" y="1132"/>
                    </a:lnTo>
                    <a:lnTo>
                      <a:pt x="318" y="1132"/>
                    </a:lnTo>
                    <a:lnTo>
                      <a:pt x="334" y="1132"/>
                    </a:lnTo>
                    <a:lnTo>
                      <a:pt x="350" y="1132"/>
                    </a:lnTo>
                    <a:lnTo>
                      <a:pt x="368" y="1132"/>
                    </a:lnTo>
                    <a:lnTo>
                      <a:pt x="386" y="1132"/>
                    </a:lnTo>
                    <a:lnTo>
                      <a:pt x="403" y="1132"/>
                    </a:lnTo>
                    <a:lnTo>
                      <a:pt x="422" y="1132"/>
                    </a:lnTo>
                    <a:lnTo>
                      <a:pt x="441" y="1132"/>
                    </a:lnTo>
                    <a:lnTo>
                      <a:pt x="458" y="1132"/>
                    </a:lnTo>
                    <a:lnTo>
                      <a:pt x="477" y="1132"/>
                    </a:lnTo>
                    <a:lnTo>
                      <a:pt x="494" y="1132"/>
                    </a:lnTo>
                    <a:lnTo>
                      <a:pt x="510" y="1132"/>
                    </a:lnTo>
                    <a:lnTo>
                      <a:pt x="526" y="1132"/>
                    </a:lnTo>
                    <a:lnTo>
                      <a:pt x="541" y="1132"/>
                    </a:lnTo>
                    <a:lnTo>
                      <a:pt x="554" y="1132"/>
                    </a:lnTo>
                    <a:lnTo>
                      <a:pt x="566" y="1132"/>
                    </a:lnTo>
                    <a:lnTo>
                      <a:pt x="576" y="1132"/>
                    </a:lnTo>
                    <a:lnTo>
                      <a:pt x="584" y="1132"/>
                    </a:lnTo>
                    <a:lnTo>
                      <a:pt x="590" y="1132"/>
                    </a:lnTo>
                    <a:lnTo>
                      <a:pt x="593" y="1132"/>
                    </a:lnTo>
                    <a:lnTo>
                      <a:pt x="594" y="1132"/>
                    </a:lnTo>
                    <a:lnTo>
                      <a:pt x="597" y="1132"/>
                    </a:lnTo>
                    <a:lnTo>
                      <a:pt x="604" y="1132"/>
                    </a:lnTo>
                    <a:lnTo>
                      <a:pt x="613" y="1132"/>
                    </a:lnTo>
                    <a:lnTo>
                      <a:pt x="624" y="1132"/>
                    </a:lnTo>
                    <a:lnTo>
                      <a:pt x="639" y="1132"/>
                    </a:lnTo>
                    <a:lnTo>
                      <a:pt x="655" y="1132"/>
                    </a:lnTo>
                    <a:lnTo>
                      <a:pt x="673" y="1132"/>
                    </a:lnTo>
                    <a:lnTo>
                      <a:pt x="691" y="1132"/>
                    </a:lnTo>
                    <a:lnTo>
                      <a:pt x="710" y="1132"/>
                    </a:lnTo>
                    <a:lnTo>
                      <a:pt x="728" y="1132"/>
                    </a:lnTo>
                    <a:lnTo>
                      <a:pt x="745" y="1132"/>
                    </a:lnTo>
                    <a:lnTo>
                      <a:pt x="763" y="1132"/>
                    </a:lnTo>
                    <a:lnTo>
                      <a:pt x="776" y="1132"/>
                    </a:lnTo>
                    <a:lnTo>
                      <a:pt x="789" y="1132"/>
                    </a:lnTo>
                    <a:lnTo>
                      <a:pt x="798" y="1132"/>
                    </a:lnTo>
                    <a:lnTo>
                      <a:pt x="804" y="1132"/>
                    </a:lnTo>
                    <a:lnTo>
                      <a:pt x="806" y="1132"/>
                    </a:lnTo>
                    <a:lnTo>
                      <a:pt x="806" y="1131"/>
                    </a:lnTo>
                    <a:lnTo>
                      <a:pt x="806" y="1130"/>
                    </a:lnTo>
                    <a:lnTo>
                      <a:pt x="806" y="1127"/>
                    </a:lnTo>
                    <a:lnTo>
                      <a:pt x="806" y="1124"/>
                    </a:lnTo>
                    <a:lnTo>
                      <a:pt x="806" y="1119"/>
                    </a:lnTo>
                    <a:lnTo>
                      <a:pt x="806" y="1115"/>
                    </a:lnTo>
                    <a:lnTo>
                      <a:pt x="806" y="1109"/>
                    </a:lnTo>
                    <a:lnTo>
                      <a:pt x="806" y="1102"/>
                    </a:lnTo>
                    <a:lnTo>
                      <a:pt x="806" y="1094"/>
                    </a:lnTo>
                    <a:lnTo>
                      <a:pt x="806" y="1086"/>
                    </a:lnTo>
                    <a:lnTo>
                      <a:pt x="806" y="1077"/>
                    </a:lnTo>
                    <a:lnTo>
                      <a:pt x="806" y="1067"/>
                    </a:lnTo>
                    <a:lnTo>
                      <a:pt x="806" y="1057"/>
                    </a:lnTo>
                    <a:lnTo>
                      <a:pt x="806" y="1046"/>
                    </a:lnTo>
                    <a:lnTo>
                      <a:pt x="806" y="1034"/>
                    </a:lnTo>
                    <a:lnTo>
                      <a:pt x="806" y="1022"/>
                    </a:lnTo>
                    <a:lnTo>
                      <a:pt x="806" y="1010"/>
                    </a:lnTo>
                    <a:lnTo>
                      <a:pt x="806" y="996"/>
                    </a:lnTo>
                    <a:lnTo>
                      <a:pt x="806" y="982"/>
                    </a:lnTo>
                    <a:lnTo>
                      <a:pt x="806" y="968"/>
                    </a:lnTo>
                    <a:lnTo>
                      <a:pt x="806" y="953"/>
                    </a:lnTo>
                    <a:lnTo>
                      <a:pt x="806" y="938"/>
                    </a:lnTo>
                    <a:lnTo>
                      <a:pt x="806" y="923"/>
                    </a:lnTo>
                    <a:lnTo>
                      <a:pt x="806" y="907"/>
                    </a:lnTo>
                    <a:lnTo>
                      <a:pt x="806" y="891"/>
                    </a:lnTo>
                    <a:lnTo>
                      <a:pt x="806" y="875"/>
                    </a:lnTo>
                    <a:lnTo>
                      <a:pt x="806" y="858"/>
                    </a:lnTo>
                    <a:lnTo>
                      <a:pt x="806" y="842"/>
                    </a:lnTo>
                    <a:lnTo>
                      <a:pt x="806" y="824"/>
                    </a:lnTo>
                    <a:lnTo>
                      <a:pt x="806" y="807"/>
                    </a:lnTo>
                    <a:lnTo>
                      <a:pt x="806" y="790"/>
                    </a:lnTo>
                    <a:lnTo>
                      <a:pt x="806" y="771"/>
                    </a:lnTo>
                    <a:lnTo>
                      <a:pt x="806" y="754"/>
                    </a:lnTo>
                    <a:lnTo>
                      <a:pt x="806" y="737"/>
                    </a:lnTo>
                    <a:lnTo>
                      <a:pt x="806" y="720"/>
                    </a:lnTo>
                    <a:lnTo>
                      <a:pt x="806" y="701"/>
                    </a:lnTo>
                    <a:lnTo>
                      <a:pt x="806" y="684"/>
                    </a:lnTo>
                    <a:lnTo>
                      <a:pt x="806" y="667"/>
                    </a:lnTo>
                    <a:lnTo>
                      <a:pt x="806" y="648"/>
                    </a:lnTo>
                    <a:lnTo>
                      <a:pt x="806" y="631"/>
                    </a:lnTo>
                    <a:lnTo>
                      <a:pt x="806" y="614"/>
                    </a:lnTo>
                    <a:lnTo>
                      <a:pt x="806" y="596"/>
                    </a:lnTo>
                    <a:lnTo>
                      <a:pt x="806" y="580"/>
                    </a:lnTo>
                    <a:lnTo>
                      <a:pt x="806" y="563"/>
                    </a:lnTo>
                    <a:lnTo>
                      <a:pt x="806" y="547"/>
                    </a:lnTo>
                    <a:lnTo>
                      <a:pt x="806" y="531"/>
                    </a:lnTo>
                    <a:lnTo>
                      <a:pt x="806" y="515"/>
                    </a:lnTo>
                    <a:lnTo>
                      <a:pt x="806" y="500"/>
                    </a:lnTo>
                    <a:lnTo>
                      <a:pt x="806" y="485"/>
                    </a:lnTo>
                    <a:lnTo>
                      <a:pt x="806" y="470"/>
                    </a:lnTo>
                    <a:lnTo>
                      <a:pt x="806" y="456"/>
                    </a:lnTo>
                    <a:lnTo>
                      <a:pt x="806" y="442"/>
                    </a:lnTo>
                    <a:lnTo>
                      <a:pt x="806" y="428"/>
                    </a:lnTo>
                    <a:lnTo>
                      <a:pt x="806" y="416"/>
                    </a:lnTo>
                    <a:lnTo>
                      <a:pt x="806" y="404"/>
                    </a:lnTo>
                    <a:lnTo>
                      <a:pt x="806" y="392"/>
                    </a:lnTo>
                    <a:lnTo>
                      <a:pt x="806" y="381"/>
                    </a:lnTo>
                    <a:lnTo>
                      <a:pt x="806" y="371"/>
                    </a:lnTo>
                    <a:lnTo>
                      <a:pt x="806" y="361"/>
                    </a:lnTo>
                    <a:lnTo>
                      <a:pt x="806" y="352"/>
                    </a:lnTo>
                    <a:lnTo>
                      <a:pt x="806" y="344"/>
                    </a:lnTo>
                    <a:lnTo>
                      <a:pt x="806" y="336"/>
                    </a:lnTo>
                    <a:lnTo>
                      <a:pt x="806" y="329"/>
                    </a:lnTo>
                    <a:lnTo>
                      <a:pt x="806" y="323"/>
                    </a:lnTo>
                    <a:lnTo>
                      <a:pt x="806" y="319"/>
                    </a:lnTo>
                    <a:lnTo>
                      <a:pt x="806" y="314"/>
                    </a:lnTo>
                    <a:lnTo>
                      <a:pt x="806" y="311"/>
                    </a:lnTo>
                    <a:lnTo>
                      <a:pt x="806" y="308"/>
                    </a:lnTo>
                    <a:lnTo>
                      <a:pt x="806" y="307"/>
                    </a:lnTo>
                    <a:lnTo>
                      <a:pt x="806" y="306"/>
                    </a:lnTo>
                    <a:lnTo>
                      <a:pt x="806" y="295"/>
                    </a:lnTo>
                    <a:lnTo>
                      <a:pt x="805" y="283"/>
                    </a:lnTo>
                    <a:lnTo>
                      <a:pt x="804" y="273"/>
                    </a:lnTo>
                    <a:lnTo>
                      <a:pt x="803" y="261"/>
                    </a:lnTo>
                    <a:lnTo>
                      <a:pt x="802" y="251"/>
                    </a:lnTo>
                    <a:lnTo>
                      <a:pt x="799" y="239"/>
                    </a:lnTo>
                    <a:lnTo>
                      <a:pt x="797" y="229"/>
                    </a:lnTo>
                    <a:lnTo>
                      <a:pt x="794" y="219"/>
                    </a:lnTo>
                    <a:lnTo>
                      <a:pt x="790" y="208"/>
                    </a:lnTo>
                    <a:lnTo>
                      <a:pt x="787" y="198"/>
                    </a:lnTo>
                    <a:lnTo>
                      <a:pt x="783" y="187"/>
                    </a:lnTo>
                    <a:lnTo>
                      <a:pt x="780" y="178"/>
                    </a:lnTo>
                    <a:lnTo>
                      <a:pt x="775" y="169"/>
                    </a:lnTo>
                    <a:lnTo>
                      <a:pt x="769" y="159"/>
                    </a:lnTo>
                    <a:lnTo>
                      <a:pt x="765" y="149"/>
                    </a:lnTo>
                    <a:lnTo>
                      <a:pt x="759" y="141"/>
                    </a:lnTo>
                    <a:lnTo>
                      <a:pt x="753" y="132"/>
                    </a:lnTo>
                    <a:lnTo>
                      <a:pt x="748" y="124"/>
                    </a:lnTo>
                    <a:lnTo>
                      <a:pt x="742" y="115"/>
                    </a:lnTo>
                    <a:lnTo>
                      <a:pt x="735" y="107"/>
                    </a:lnTo>
                    <a:lnTo>
                      <a:pt x="728" y="99"/>
                    </a:lnTo>
                    <a:lnTo>
                      <a:pt x="721" y="92"/>
                    </a:lnTo>
                    <a:lnTo>
                      <a:pt x="714" y="84"/>
                    </a:lnTo>
                    <a:lnTo>
                      <a:pt x="706" y="77"/>
                    </a:lnTo>
                    <a:lnTo>
                      <a:pt x="698" y="70"/>
                    </a:lnTo>
                    <a:lnTo>
                      <a:pt x="690" y="64"/>
                    </a:lnTo>
                    <a:lnTo>
                      <a:pt x="682" y="57"/>
                    </a:lnTo>
                    <a:lnTo>
                      <a:pt x="673" y="52"/>
                    </a:lnTo>
                    <a:lnTo>
                      <a:pt x="665" y="46"/>
                    </a:lnTo>
                    <a:lnTo>
                      <a:pt x="655" y="40"/>
                    </a:lnTo>
                    <a:lnTo>
                      <a:pt x="646" y="35"/>
                    </a:lnTo>
                    <a:lnTo>
                      <a:pt x="637" y="31"/>
                    </a:lnTo>
                    <a:lnTo>
                      <a:pt x="627" y="26"/>
                    </a:lnTo>
                    <a:lnTo>
                      <a:pt x="617" y="22"/>
                    </a:lnTo>
                    <a:lnTo>
                      <a:pt x="607" y="18"/>
                    </a:lnTo>
                    <a:lnTo>
                      <a:pt x="597" y="15"/>
                    </a:lnTo>
                    <a:lnTo>
                      <a:pt x="587" y="11"/>
                    </a:lnTo>
                    <a:lnTo>
                      <a:pt x="576" y="9"/>
                    </a:lnTo>
                    <a:lnTo>
                      <a:pt x="566" y="7"/>
                    </a:lnTo>
                    <a:lnTo>
                      <a:pt x="555" y="4"/>
                    </a:lnTo>
                    <a:lnTo>
                      <a:pt x="544" y="2"/>
                    </a:lnTo>
                    <a:lnTo>
                      <a:pt x="533" y="1"/>
                    </a:lnTo>
                    <a:lnTo>
                      <a:pt x="522" y="0"/>
                    </a:lnTo>
                    <a:lnTo>
                      <a:pt x="510" y="0"/>
                    </a:lnTo>
                    <a:lnTo>
                      <a:pt x="499" y="0"/>
                    </a:lnTo>
                    <a:lnTo>
                      <a:pt x="499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421" name="Text Box 13"/>
              <p:cNvSpPr txBox="1">
                <a:spLocks noChangeAspect="1" noChangeArrowheads="1"/>
              </p:cNvSpPr>
              <p:nvPr/>
            </p:nvSpPr>
            <p:spPr bwMode="white">
              <a:xfrm>
                <a:off x="5508" y="4127"/>
                <a:ext cx="145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500" dirty="0">
                    <a:solidFill>
                      <a:schemeClr val="tx2"/>
                    </a:solidFill>
                    <a:cs typeface="Times New Roman" pitchFamily="18" charset="0"/>
                  </a:rPr>
                  <a:t>®</a:t>
                </a:r>
                <a:endParaRPr lang="en-US" sz="500" dirty="0">
                  <a:solidFill>
                    <a:schemeClr val="tx2"/>
                  </a:solidFill>
                </a:endParaRPr>
              </a:p>
            </p:txBody>
          </p:sp>
        </p:grpSp>
        <p:pic>
          <p:nvPicPr>
            <p:cNvPr id="657422" name="Picture 14" descr="logo w name"/>
            <p:cNvPicPr>
              <a:picLocks noChangeAspect="1" noChangeArrowheads="1"/>
            </p:cNvPicPr>
            <p:nvPr/>
          </p:nvPicPr>
          <p:blipFill>
            <a:blip r:embed="rId4" cstate="print"/>
            <a:srcRect r="61925"/>
            <a:stretch>
              <a:fillRect/>
            </a:stretch>
          </p:blipFill>
          <p:spPr bwMode="hidden">
            <a:xfrm>
              <a:off x="5275" y="3962"/>
              <a:ext cx="3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57423" name="Line 15"/>
          <p:cNvSpPr>
            <a:spLocks noChangeShapeType="1"/>
          </p:cNvSpPr>
          <p:nvPr/>
        </p:nvSpPr>
        <p:spPr bwMode="gray">
          <a:xfrm>
            <a:off x="4017963" y="5421225"/>
            <a:ext cx="111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57424" name="Text Box 16"/>
          <p:cNvSpPr txBox="1">
            <a:spLocks noChangeArrowheads="1"/>
          </p:cNvSpPr>
          <p:nvPr/>
        </p:nvSpPr>
        <p:spPr bwMode="gray">
          <a:xfrm>
            <a:off x="3040063" y="6122900"/>
            <a:ext cx="69442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smtClean="0"/>
              <a:t>SGBD</a:t>
            </a:r>
            <a:endParaRPr lang="en-US" dirty="0"/>
          </a:p>
        </p:txBody>
      </p:sp>
      <p:sp>
        <p:nvSpPr>
          <p:cNvPr id="657425" name="AutoShape 17"/>
          <p:cNvSpPr>
            <a:spLocks noChangeArrowheads="1"/>
          </p:cNvSpPr>
          <p:nvPr/>
        </p:nvSpPr>
        <p:spPr bwMode="gray">
          <a:xfrm>
            <a:off x="5130800" y="5040225"/>
            <a:ext cx="1123950" cy="815975"/>
          </a:xfrm>
          <a:prstGeom prst="can">
            <a:avLst>
              <a:gd name="adj" fmla="val 26514"/>
            </a:avLst>
          </a:prstGeom>
          <a:solidFill>
            <a:srgbClr val="FFFFCC"/>
          </a:solidFill>
          <a:ln w="9525">
            <a:solidFill>
              <a:srgbClr val="0000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 noProof="1">
              <a:latin typeface="Times New Roman" pitchFamily="18" charset="0"/>
            </a:endParaRPr>
          </a:p>
        </p:txBody>
      </p:sp>
      <p:sp>
        <p:nvSpPr>
          <p:cNvPr id="657457" name="Text Box 49"/>
          <p:cNvSpPr txBox="1">
            <a:spLocks noChangeArrowheads="1"/>
          </p:cNvSpPr>
          <p:nvPr/>
        </p:nvSpPr>
        <p:spPr bwMode="gray">
          <a:xfrm>
            <a:off x="5256475" y="5953038"/>
            <a:ext cx="81144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 smtClean="0"/>
              <a:t>Fichiers</a:t>
            </a:r>
            <a:endParaRPr lang="en-US" dirty="0"/>
          </a:p>
        </p:txBody>
      </p:sp>
      <p:grpSp>
        <p:nvGrpSpPr>
          <p:cNvPr id="51" name="Group 50"/>
          <p:cNvGrpSpPr/>
          <p:nvPr/>
        </p:nvGrpSpPr>
        <p:grpSpPr bwMode="gray">
          <a:xfrm>
            <a:off x="2932397" y="4878123"/>
            <a:ext cx="1152713" cy="1160555"/>
            <a:chOff x="5546420" y="3519715"/>
            <a:chExt cx="2182431" cy="2197277"/>
          </a:xfrm>
        </p:grpSpPr>
        <p:grpSp>
          <p:nvGrpSpPr>
            <p:cNvPr id="52" name="Group 1682"/>
            <p:cNvGrpSpPr/>
            <p:nvPr/>
          </p:nvGrpSpPr>
          <p:grpSpPr bwMode="gray">
            <a:xfrm>
              <a:off x="5546420" y="3529613"/>
              <a:ext cx="955123" cy="1499493"/>
              <a:chOff x="5546420" y="3529613"/>
              <a:chExt cx="955123" cy="1499493"/>
            </a:xfrm>
          </p:grpSpPr>
          <p:sp>
            <p:nvSpPr>
              <p:cNvPr id="838" name="Freeform 336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2574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4" y="527"/>
                  </a:cxn>
                  <a:cxn ang="0">
                    <a:pos x="151" y="626"/>
                  </a:cxn>
                  <a:cxn ang="0">
                    <a:pos x="151" y="0"/>
                  </a:cxn>
                  <a:cxn ang="0">
                    <a:pos x="0" y="79"/>
                  </a:cxn>
                </a:cxnLst>
                <a:rect l="0" t="0" r="r" b="b"/>
                <a:pathLst>
                  <a:path w="151" h="626">
                    <a:moveTo>
                      <a:pt x="0" y="79"/>
                    </a:moveTo>
                    <a:lnTo>
                      <a:pt x="4" y="527"/>
                    </a:lnTo>
                    <a:lnTo>
                      <a:pt x="151" y="626"/>
                    </a:lnTo>
                    <a:lnTo>
                      <a:pt x="151" y="0"/>
                    </a:lnTo>
                    <a:lnTo>
                      <a:pt x="0" y="7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" name="Freeform 337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4843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5" y="527"/>
                  </a:cxn>
                  <a:cxn ang="0">
                    <a:pos x="152" y="626"/>
                  </a:cxn>
                  <a:cxn ang="0">
                    <a:pos x="152" y="0"/>
                  </a:cxn>
                  <a:cxn ang="0">
                    <a:pos x="0" y="79"/>
                  </a:cxn>
                </a:cxnLst>
                <a:rect l="0" t="0" r="r" b="b"/>
                <a:pathLst>
                  <a:path w="152" h="626">
                    <a:moveTo>
                      <a:pt x="0" y="79"/>
                    </a:moveTo>
                    <a:lnTo>
                      <a:pt x="5" y="527"/>
                    </a:lnTo>
                    <a:lnTo>
                      <a:pt x="152" y="626"/>
                    </a:lnTo>
                    <a:lnTo>
                      <a:pt x="152" y="0"/>
                    </a:lnTo>
                    <a:lnTo>
                      <a:pt x="0" y="79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Freeform 338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339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C0C0C0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Freeform 340"/>
              <p:cNvSpPr>
                <a:spLocks/>
              </p:cNvSpPr>
              <p:nvPr/>
            </p:nvSpPr>
            <p:spPr bwMode="gray">
              <a:xfrm flipH="1">
                <a:off x="5550957" y="4955470"/>
                <a:ext cx="621624" cy="73636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0" y="41"/>
                  </a:cxn>
                  <a:cxn ang="0">
                    <a:pos x="100" y="111"/>
                  </a:cxn>
                  <a:cxn ang="0">
                    <a:pos x="474" y="84"/>
                  </a:cxn>
                  <a:cxn ang="0">
                    <a:pos x="542" y="75"/>
                  </a:cxn>
                  <a:cxn ang="0">
                    <a:pos x="1048" y="23"/>
                  </a:cxn>
                  <a:cxn ang="0">
                    <a:pos x="1048" y="23"/>
                  </a:cxn>
                  <a:cxn ang="0">
                    <a:pos x="1048" y="0"/>
                  </a:cxn>
                  <a:cxn ang="0">
                    <a:pos x="538" y="44"/>
                  </a:cxn>
                  <a:cxn ang="0">
                    <a:pos x="478" y="53"/>
                  </a:cxn>
                  <a:cxn ang="0">
                    <a:pos x="88" y="73"/>
                  </a:cxn>
                  <a:cxn ang="0">
                    <a:pos x="88" y="73"/>
                  </a:cxn>
                  <a:cxn ang="0">
                    <a:pos x="0" y="12"/>
                  </a:cxn>
                </a:cxnLst>
                <a:rect l="0" t="0" r="r" b="b"/>
                <a:pathLst>
                  <a:path w="1048" h="125">
                    <a:moveTo>
                      <a:pt x="0" y="12"/>
                    </a:moveTo>
                    <a:lnTo>
                      <a:pt x="0" y="41"/>
                    </a:lnTo>
                    <a:lnTo>
                      <a:pt x="100" y="111"/>
                    </a:lnTo>
                    <a:cubicBezTo>
                      <a:pt x="225" y="125"/>
                      <a:pt x="352" y="117"/>
                      <a:pt x="474" y="84"/>
                    </a:cubicBezTo>
                    <a:cubicBezTo>
                      <a:pt x="493" y="78"/>
                      <a:pt x="522" y="73"/>
                      <a:pt x="542" y="75"/>
                    </a:cubicBezTo>
                    <a:cubicBezTo>
                      <a:pt x="715" y="81"/>
                      <a:pt x="879" y="64"/>
                      <a:pt x="1048" y="23"/>
                    </a:cubicBezTo>
                    <a:lnTo>
                      <a:pt x="1048" y="23"/>
                    </a:lnTo>
                    <a:lnTo>
                      <a:pt x="1048" y="0"/>
                    </a:lnTo>
                    <a:cubicBezTo>
                      <a:pt x="879" y="29"/>
                      <a:pt x="709" y="43"/>
                      <a:pt x="538" y="44"/>
                    </a:cubicBezTo>
                    <a:cubicBezTo>
                      <a:pt x="517" y="44"/>
                      <a:pt x="497" y="47"/>
                      <a:pt x="478" y="53"/>
                    </a:cubicBezTo>
                    <a:cubicBezTo>
                      <a:pt x="351" y="91"/>
                      <a:pt x="218" y="98"/>
                      <a:pt x="88" y="73"/>
                    </a:cubicBezTo>
                    <a:lnTo>
                      <a:pt x="88" y="73"/>
                    </a:lnTo>
                    <a:lnTo>
                      <a:pt x="0" y="1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Freeform 341"/>
              <p:cNvSpPr>
                <a:spLocks/>
              </p:cNvSpPr>
              <p:nvPr/>
            </p:nvSpPr>
            <p:spPr bwMode="gray">
              <a:xfrm flipH="1">
                <a:off x="5550957" y="4910842"/>
                <a:ext cx="621624" cy="100412"/>
              </a:xfrm>
              <a:custGeom>
                <a:avLst/>
                <a:gdLst/>
                <a:ahLst/>
                <a:cxnLst>
                  <a:cxn ang="0">
                    <a:pos x="0" y="369"/>
                  </a:cxn>
                  <a:cxn ang="0">
                    <a:pos x="360" y="621"/>
                  </a:cxn>
                  <a:cxn ang="0">
                    <a:pos x="1958" y="539"/>
                  </a:cxn>
                  <a:cxn ang="0">
                    <a:pos x="2276" y="500"/>
                  </a:cxn>
                  <a:cxn ang="0">
                    <a:pos x="4296" y="321"/>
                  </a:cxn>
                  <a:cxn ang="0">
                    <a:pos x="4296" y="321"/>
                  </a:cxn>
                  <a:cxn ang="0">
                    <a:pos x="4080" y="129"/>
                  </a:cxn>
                  <a:cxn ang="0">
                    <a:pos x="0" y="369"/>
                  </a:cxn>
                </a:cxnLst>
                <a:rect l="0" t="0" r="r" b="b"/>
                <a:pathLst>
                  <a:path w="4296" h="708">
                    <a:moveTo>
                      <a:pt x="0" y="369"/>
                    </a:moveTo>
                    <a:lnTo>
                      <a:pt x="360" y="621"/>
                    </a:lnTo>
                    <a:cubicBezTo>
                      <a:pt x="893" y="708"/>
                      <a:pt x="1438" y="680"/>
                      <a:pt x="1958" y="539"/>
                    </a:cubicBezTo>
                    <a:cubicBezTo>
                      <a:pt x="2062" y="509"/>
                      <a:pt x="2169" y="496"/>
                      <a:pt x="2276" y="500"/>
                    </a:cubicBezTo>
                    <a:cubicBezTo>
                      <a:pt x="2953" y="494"/>
                      <a:pt x="3629" y="434"/>
                      <a:pt x="4296" y="321"/>
                    </a:cubicBezTo>
                    <a:lnTo>
                      <a:pt x="4296" y="321"/>
                    </a:lnTo>
                    <a:lnTo>
                      <a:pt x="4080" y="129"/>
                    </a:lnTo>
                    <a:cubicBezTo>
                      <a:pt x="2716" y="0"/>
                      <a:pt x="1340" y="81"/>
                      <a:pt x="0" y="3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Freeform 342"/>
              <p:cNvSpPr>
                <a:spLocks/>
              </p:cNvSpPr>
              <p:nvPr/>
            </p:nvSpPr>
            <p:spPr bwMode="gray">
              <a:xfrm flipH="1">
                <a:off x="5550957" y="3543001"/>
                <a:ext cx="628430" cy="118264"/>
              </a:xfrm>
              <a:custGeom>
                <a:avLst/>
                <a:gdLst/>
                <a:ahLst/>
                <a:cxnLst>
                  <a:cxn ang="0">
                    <a:pos x="0" y="257"/>
                  </a:cxn>
                  <a:cxn ang="0">
                    <a:pos x="4344" y="293"/>
                  </a:cxn>
                  <a:cxn ang="0">
                    <a:pos x="2016" y="161"/>
                  </a:cxn>
                  <a:cxn ang="0">
                    <a:pos x="408" y="65"/>
                  </a:cxn>
                  <a:cxn ang="0">
                    <a:pos x="408" y="65"/>
                  </a:cxn>
                  <a:cxn ang="0">
                    <a:pos x="0" y="257"/>
                  </a:cxn>
                </a:cxnLst>
                <a:rect l="0" t="0" r="r" b="b"/>
                <a:pathLst>
                  <a:path w="4344" h="831">
                    <a:moveTo>
                      <a:pt x="0" y="257"/>
                    </a:moveTo>
                    <a:cubicBezTo>
                      <a:pt x="1392" y="819"/>
                      <a:pt x="2944" y="831"/>
                      <a:pt x="4344" y="293"/>
                    </a:cubicBezTo>
                    <a:cubicBezTo>
                      <a:pt x="3575" y="168"/>
                      <a:pt x="2795" y="124"/>
                      <a:pt x="2016" y="161"/>
                    </a:cubicBezTo>
                    <a:cubicBezTo>
                      <a:pt x="1491" y="32"/>
                      <a:pt x="946" y="0"/>
                      <a:pt x="408" y="65"/>
                    </a:cubicBezTo>
                    <a:lnTo>
                      <a:pt x="408" y="65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" name="Freeform 343"/>
              <p:cNvSpPr>
                <a:spLocks/>
              </p:cNvSpPr>
              <p:nvPr/>
            </p:nvSpPr>
            <p:spPr bwMode="gray">
              <a:xfrm flipH="1">
                <a:off x="5550957" y="3529613"/>
                <a:ext cx="630699" cy="55785"/>
              </a:xfrm>
              <a:custGeom>
                <a:avLst/>
                <a:gdLst/>
                <a:ahLst/>
                <a:cxnLst>
                  <a:cxn ang="0">
                    <a:pos x="2016" y="119"/>
                  </a:cxn>
                  <a:cxn ang="0">
                    <a:pos x="1644" y="47"/>
                  </a:cxn>
                  <a:cxn ang="0">
                    <a:pos x="408" y="35"/>
                  </a:cxn>
                  <a:cxn ang="0">
                    <a:pos x="0" y="251"/>
                  </a:cxn>
                  <a:cxn ang="0">
                    <a:pos x="0" y="251"/>
                  </a:cxn>
                  <a:cxn ang="0">
                    <a:pos x="0" y="347"/>
                  </a:cxn>
                  <a:cxn ang="0">
                    <a:pos x="408" y="155"/>
                  </a:cxn>
                  <a:cxn ang="0">
                    <a:pos x="1644" y="167"/>
                  </a:cxn>
                  <a:cxn ang="0">
                    <a:pos x="2016" y="251"/>
                  </a:cxn>
                  <a:cxn ang="0">
                    <a:pos x="4344" y="383"/>
                  </a:cxn>
                  <a:cxn ang="0">
                    <a:pos x="4344" y="383"/>
                  </a:cxn>
                  <a:cxn ang="0">
                    <a:pos x="4344" y="275"/>
                  </a:cxn>
                  <a:cxn ang="0">
                    <a:pos x="2016" y="119"/>
                  </a:cxn>
                </a:cxnLst>
                <a:rect l="0" t="0" r="r" b="b"/>
                <a:pathLst>
                  <a:path w="4344" h="383">
                    <a:moveTo>
                      <a:pt x="2016" y="119"/>
                    </a:moveTo>
                    <a:lnTo>
                      <a:pt x="1644" y="47"/>
                    </a:lnTo>
                    <a:cubicBezTo>
                      <a:pt x="1233" y="4"/>
                      <a:pt x="820" y="0"/>
                      <a:pt x="408" y="35"/>
                    </a:cubicBezTo>
                    <a:cubicBezTo>
                      <a:pt x="266" y="95"/>
                      <a:pt x="130" y="168"/>
                      <a:pt x="0" y="251"/>
                    </a:cubicBezTo>
                    <a:lnTo>
                      <a:pt x="0" y="251"/>
                    </a:lnTo>
                    <a:lnTo>
                      <a:pt x="0" y="347"/>
                    </a:lnTo>
                    <a:lnTo>
                      <a:pt x="408" y="155"/>
                    </a:lnTo>
                    <a:cubicBezTo>
                      <a:pt x="819" y="111"/>
                      <a:pt x="1234" y="115"/>
                      <a:pt x="1644" y="167"/>
                    </a:cubicBezTo>
                    <a:cubicBezTo>
                      <a:pt x="1770" y="186"/>
                      <a:pt x="1894" y="214"/>
                      <a:pt x="2016" y="251"/>
                    </a:cubicBezTo>
                    <a:cubicBezTo>
                      <a:pt x="2795" y="215"/>
                      <a:pt x="3575" y="259"/>
                      <a:pt x="4344" y="383"/>
                    </a:cubicBezTo>
                    <a:lnTo>
                      <a:pt x="4344" y="383"/>
                    </a:lnTo>
                    <a:lnTo>
                      <a:pt x="4344" y="275"/>
                    </a:lnTo>
                    <a:cubicBezTo>
                      <a:pt x="3574" y="159"/>
                      <a:pt x="2795" y="106"/>
                      <a:pt x="2016" y="1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Freeform 344"/>
              <p:cNvSpPr>
                <a:spLocks/>
              </p:cNvSpPr>
              <p:nvPr/>
            </p:nvSpPr>
            <p:spPr bwMode="gray">
              <a:xfrm flipH="1">
                <a:off x="5546420" y="4346301"/>
                <a:ext cx="610280" cy="4239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240" y="104"/>
                  </a:cxn>
                  <a:cxn ang="0">
                    <a:pos x="1919" y="64"/>
                  </a:cxn>
                  <a:cxn ang="0">
                    <a:pos x="1919" y="64"/>
                  </a:cxn>
                  <a:cxn ang="0">
                    <a:pos x="2538" y="21"/>
                  </a:cxn>
                  <a:cxn ang="0">
                    <a:pos x="4152" y="32"/>
                  </a:cxn>
                  <a:cxn ang="0">
                    <a:pos x="4152" y="32"/>
                  </a:cxn>
                  <a:cxn ang="0">
                    <a:pos x="4152" y="134"/>
                  </a:cxn>
                  <a:cxn ang="0">
                    <a:pos x="1923" y="220"/>
                  </a:cxn>
                  <a:cxn ang="0">
                    <a:pos x="240" y="272"/>
                  </a:cxn>
                  <a:cxn ang="0">
                    <a:pos x="0" y="224"/>
                  </a:cxn>
                  <a:cxn ang="0">
                    <a:pos x="0" y="224"/>
                  </a:cxn>
                  <a:cxn ang="0">
                    <a:pos x="0" y="32"/>
                  </a:cxn>
                </a:cxnLst>
                <a:rect l="0" t="0" r="r" b="b"/>
                <a:pathLst>
                  <a:path w="4152" h="293">
                    <a:moveTo>
                      <a:pt x="0" y="32"/>
                    </a:moveTo>
                    <a:cubicBezTo>
                      <a:pt x="65" y="90"/>
                      <a:pt x="153" y="117"/>
                      <a:pt x="240" y="104"/>
                    </a:cubicBezTo>
                    <a:cubicBezTo>
                      <a:pt x="800" y="124"/>
                      <a:pt x="1361" y="111"/>
                      <a:pt x="1919" y="64"/>
                    </a:cubicBezTo>
                    <a:lnTo>
                      <a:pt x="1919" y="64"/>
                    </a:lnTo>
                    <a:lnTo>
                      <a:pt x="2538" y="21"/>
                    </a:lnTo>
                    <a:cubicBezTo>
                      <a:pt x="3076" y="0"/>
                      <a:pt x="3615" y="3"/>
                      <a:pt x="4152" y="32"/>
                    </a:cubicBezTo>
                    <a:lnTo>
                      <a:pt x="4152" y="32"/>
                    </a:lnTo>
                    <a:lnTo>
                      <a:pt x="4152" y="134"/>
                    </a:lnTo>
                    <a:cubicBezTo>
                      <a:pt x="3408" y="115"/>
                      <a:pt x="2663" y="143"/>
                      <a:pt x="1923" y="220"/>
                    </a:cubicBezTo>
                    <a:cubicBezTo>
                      <a:pt x="1364" y="276"/>
                      <a:pt x="802" y="293"/>
                      <a:pt x="240" y="272"/>
                    </a:cubicBezTo>
                    <a:cubicBezTo>
                      <a:pt x="157" y="279"/>
                      <a:pt x="74" y="262"/>
                      <a:pt x="0" y="224"/>
                    </a:cubicBezTo>
                    <a:lnTo>
                      <a:pt x="0" y="224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345"/>
              <p:cNvSpPr>
                <a:spLocks/>
              </p:cNvSpPr>
              <p:nvPr/>
            </p:nvSpPr>
            <p:spPr bwMode="gray">
              <a:xfrm flipH="1">
                <a:off x="5555495" y="3547464"/>
                <a:ext cx="564906" cy="816688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0" y="5687"/>
                  </a:cxn>
                  <a:cxn ang="0">
                    <a:pos x="2016" y="5615"/>
                  </a:cxn>
                  <a:cxn ang="0">
                    <a:pos x="2016" y="5615"/>
                  </a:cxn>
                  <a:cxn ang="0">
                    <a:pos x="3888" y="5543"/>
                  </a:cxn>
                  <a:cxn ang="0">
                    <a:pos x="3888" y="323"/>
                  </a:cxn>
                  <a:cxn ang="0">
                    <a:pos x="3024" y="287"/>
                  </a:cxn>
                  <a:cxn ang="0">
                    <a:pos x="1752" y="191"/>
                  </a:cxn>
                  <a:cxn ang="0">
                    <a:pos x="0" y="71"/>
                  </a:cxn>
                </a:cxnLst>
                <a:rect l="0" t="0" r="r" b="b"/>
                <a:pathLst>
                  <a:path w="3888" h="5712">
                    <a:moveTo>
                      <a:pt x="0" y="71"/>
                    </a:moveTo>
                    <a:lnTo>
                      <a:pt x="0" y="5687"/>
                    </a:lnTo>
                    <a:cubicBezTo>
                      <a:pt x="673" y="5712"/>
                      <a:pt x="1347" y="5688"/>
                      <a:pt x="2016" y="5615"/>
                    </a:cubicBezTo>
                    <a:lnTo>
                      <a:pt x="2016" y="5615"/>
                    </a:lnTo>
                    <a:lnTo>
                      <a:pt x="3888" y="5543"/>
                    </a:lnTo>
                    <a:lnTo>
                      <a:pt x="3888" y="323"/>
                    </a:lnTo>
                    <a:cubicBezTo>
                      <a:pt x="3603" y="279"/>
                      <a:pt x="3313" y="267"/>
                      <a:pt x="3024" y="287"/>
                    </a:cubicBezTo>
                    <a:cubicBezTo>
                      <a:pt x="2599" y="280"/>
                      <a:pt x="2174" y="247"/>
                      <a:pt x="1752" y="191"/>
                    </a:cubicBezTo>
                    <a:cubicBezTo>
                      <a:pt x="1181" y="41"/>
                      <a:pt x="587" y="0"/>
                      <a:pt x="0" y="7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Freeform 346"/>
              <p:cNvSpPr>
                <a:spLocks/>
              </p:cNvSpPr>
              <p:nvPr/>
            </p:nvSpPr>
            <p:spPr bwMode="gray">
              <a:xfrm flipH="1">
                <a:off x="5555495" y="4361921"/>
                <a:ext cx="564906" cy="649334"/>
              </a:xfrm>
              <a:custGeom>
                <a:avLst/>
                <a:gdLst/>
                <a:ahLst/>
                <a:cxnLst>
                  <a:cxn ang="0">
                    <a:pos x="0" y="152"/>
                  </a:cxn>
                  <a:cxn ang="0">
                    <a:pos x="0" y="4460"/>
                  </a:cxn>
                  <a:cxn ang="0">
                    <a:pos x="1680" y="4352"/>
                  </a:cxn>
                  <a:cxn ang="0">
                    <a:pos x="1680" y="4352"/>
                  </a:cxn>
                  <a:cxn ang="0">
                    <a:pos x="3888" y="4112"/>
                  </a:cxn>
                  <a:cxn ang="0">
                    <a:pos x="3888" y="4112"/>
                  </a:cxn>
                  <a:cxn ang="0">
                    <a:pos x="3888" y="56"/>
                  </a:cxn>
                  <a:cxn ang="0">
                    <a:pos x="1872" y="80"/>
                  </a:cxn>
                  <a:cxn ang="0">
                    <a:pos x="0" y="152"/>
                  </a:cxn>
                </a:cxnLst>
                <a:rect l="0" t="0" r="r" b="b"/>
                <a:pathLst>
                  <a:path w="3888" h="4553">
                    <a:moveTo>
                      <a:pt x="0" y="152"/>
                    </a:moveTo>
                    <a:lnTo>
                      <a:pt x="0" y="4460"/>
                    </a:lnTo>
                    <a:cubicBezTo>
                      <a:pt x="561" y="4553"/>
                      <a:pt x="1136" y="4516"/>
                      <a:pt x="1680" y="4352"/>
                    </a:cubicBezTo>
                    <a:lnTo>
                      <a:pt x="1680" y="4352"/>
                    </a:lnTo>
                    <a:cubicBezTo>
                      <a:pt x="2419" y="4300"/>
                      <a:pt x="3156" y="4220"/>
                      <a:pt x="3888" y="4112"/>
                    </a:cubicBezTo>
                    <a:lnTo>
                      <a:pt x="3888" y="4112"/>
                    </a:lnTo>
                    <a:lnTo>
                      <a:pt x="3888" y="56"/>
                    </a:lnTo>
                    <a:cubicBezTo>
                      <a:pt x="3217" y="0"/>
                      <a:pt x="2542" y="8"/>
                      <a:pt x="1872" y="80"/>
                    </a:cubicBezTo>
                    <a:cubicBezTo>
                      <a:pt x="1251" y="152"/>
                      <a:pt x="625" y="176"/>
                      <a:pt x="0" y="15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Freeform 347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69696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Freeform 348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969696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" name="Oval 349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 algn="ctr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Oval 350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Oval 351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EAEAE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Oval 352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Freeform 353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8EEF7"/>
              </a:solidFill>
              <a:ln w="31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Freeform 354"/>
              <p:cNvSpPr>
                <a:spLocks/>
              </p:cNvSpPr>
              <p:nvPr/>
            </p:nvSpPr>
            <p:spPr bwMode="gray">
              <a:xfrm flipH="1">
                <a:off x="5632631" y="4375309"/>
                <a:ext cx="188302" cy="602475"/>
              </a:xfrm>
              <a:custGeom>
                <a:avLst/>
                <a:gdLst/>
                <a:ahLst/>
                <a:cxnLst>
                  <a:cxn ang="0">
                    <a:pos x="2" y="47"/>
                  </a:cxn>
                  <a:cxn ang="0">
                    <a:pos x="0" y="1029"/>
                  </a:cxn>
                  <a:cxn ang="0">
                    <a:pos x="153" y="1014"/>
                  </a:cxn>
                  <a:cxn ang="0">
                    <a:pos x="318" y="996"/>
                  </a:cxn>
                  <a:cxn ang="0">
                    <a:pos x="319" y="38"/>
                  </a:cxn>
                  <a:cxn ang="0">
                    <a:pos x="2" y="47"/>
                  </a:cxn>
                </a:cxnLst>
                <a:rect l="0" t="0" r="r" b="b"/>
                <a:pathLst>
                  <a:path w="319" h="1029">
                    <a:moveTo>
                      <a:pt x="2" y="47"/>
                    </a:moveTo>
                    <a:lnTo>
                      <a:pt x="0" y="1029"/>
                    </a:lnTo>
                    <a:lnTo>
                      <a:pt x="153" y="1014"/>
                    </a:lnTo>
                    <a:lnTo>
                      <a:pt x="318" y="996"/>
                    </a:lnTo>
                    <a:lnTo>
                      <a:pt x="319" y="38"/>
                    </a:lnTo>
                    <a:cubicBezTo>
                      <a:pt x="216" y="0"/>
                      <a:pt x="103" y="3"/>
                      <a:pt x="2" y="4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" name="Freeform 355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AEAEA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858" name="Picture 356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gray">
              <a:xfrm flipH="1">
                <a:off x="5961592" y="4562746"/>
                <a:ext cx="61255" cy="24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859" name="Picture 357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gray">
              <a:xfrm flipH="1">
                <a:off x="5966130" y="4843901"/>
                <a:ext cx="52180" cy="2231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860" name="Picture 358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gray">
              <a:xfrm flipH="1">
                <a:off x="5945711" y="3592092"/>
                <a:ext cx="108898" cy="446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861" name="Line 359"/>
              <p:cNvSpPr>
                <a:spLocks noChangeShapeType="1"/>
              </p:cNvSpPr>
              <p:nvPr/>
            </p:nvSpPr>
            <p:spPr bwMode="gray">
              <a:xfrm flipH="1" flipV="1">
                <a:off x="6158969" y="3618869"/>
                <a:ext cx="340305" cy="165123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53" name="Group 1683"/>
            <p:cNvGrpSpPr/>
            <p:nvPr/>
          </p:nvGrpSpPr>
          <p:grpSpPr bwMode="gray">
            <a:xfrm>
              <a:off x="6263999" y="3519715"/>
              <a:ext cx="1464852" cy="1727139"/>
              <a:chOff x="6263999" y="3519715"/>
              <a:chExt cx="1464852" cy="1727139"/>
            </a:xfrm>
          </p:grpSpPr>
          <p:sp>
            <p:nvSpPr>
              <p:cNvPr id="795" name="Freeform 361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Freeform 362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7" name="Freeform 363"/>
              <p:cNvSpPr>
                <a:spLocks/>
              </p:cNvSpPr>
              <p:nvPr/>
            </p:nvSpPr>
            <p:spPr bwMode="gray">
              <a:xfrm>
                <a:off x="6270760" y="4596113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eform 364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365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eform 366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Freeform 367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Freeform 368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" name="Freeform 369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eform 370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371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eform 372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solidFill>
                <a:srgbClr val="6699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Freeform 373"/>
              <p:cNvSpPr>
                <a:spLocks/>
              </p:cNvSpPr>
              <p:nvPr/>
            </p:nvSpPr>
            <p:spPr bwMode="gray">
              <a:xfrm>
                <a:off x="6396962" y="3631143"/>
                <a:ext cx="1065962" cy="880284"/>
              </a:xfrm>
              <a:custGeom>
                <a:avLst/>
                <a:gdLst/>
                <a:ahLst/>
                <a:cxnLst>
                  <a:cxn ang="0">
                    <a:pos x="337" y="0"/>
                  </a:cxn>
                  <a:cxn ang="0">
                    <a:pos x="47" y="3"/>
                  </a:cxn>
                  <a:cxn ang="0">
                    <a:pos x="0" y="281"/>
                  </a:cxn>
                  <a:cxn ang="0">
                    <a:pos x="11" y="268"/>
                  </a:cxn>
                  <a:cxn ang="0">
                    <a:pos x="21" y="255"/>
                  </a:cxn>
                  <a:cxn ang="0">
                    <a:pos x="32" y="244"/>
                  </a:cxn>
                  <a:cxn ang="0">
                    <a:pos x="43" y="234"/>
                  </a:cxn>
                  <a:cxn ang="0">
                    <a:pos x="55" y="224"/>
                  </a:cxn>
                  <a:cxn ang="0">
                    <a:pos x="66" y="216"/>
                  </a:cxn>
                  <a:cxn ang="0">
                    <a:pos x="79" y="208"/>
                  </a:cxn>
                  <a:cxn ang="0">
                    <a:pos x="90" y="201"/>
                  </a:cxn>
                  <a:cxn ang="0">
                    <a:pos x="116" y="189"/>
                  </a:cxn>
                  <a:cxn ang="0">
                    <a:pos x="141" y="178"/>
                  </a:cxn>
                  <a:cxn ang="0">
                    <a:pos x="192" y="159"/>
                  </a:cxn>
                  <a:cxn ang="0">
                    <a:pos x="216" y="148"/>
                  </a:cxn>
                  <a:cxn ang="0">
                    <a:pos x="239" y="137"/>
                  </a:cxn>
                  <a:cxn ang="0">
                    <a:pos x="249" y="130"/>
                  </a:cxn>
                  <a:cxn ang="0">
                    <a:pos x="260" y="123"/>
                  </a:cxn>
                  <a:cxn ang="0">
                    <a:pos x="271" y="115"/>
                  </a:cxn>
                  <a:cxn ang="0">
                    <a:pos x="280" y="107"/>
                  </a:cxn>
                  <a:cxn ang="0">
                    <a:pos x="290" y="97"/>
                  </a:cxn>
                  <a:cxn ang="0">
                    <a:pos x="299" y="87"/>
                  </a:cxn>
                  <a:cxn ang="0">
                    <a:pos x="306" y="75"/>
                  </a:cxn>
                  <a:cxn ang="0">
                    <a:pos x="315" y="63"/>
                  </a:cxn>
                  <a:cxn ang="0">
                    <a:pos x="321" y="49"/>
                  </a:cxn>
                  <a:cxn ang="0">
                    <a:pos x="327" y="34"/>
                  </a:cxn>
                  <a:cxn ang="0">
                    <a:pos x="332" y="17"/>
                  </a:cxn>
                  <a:cxn ang="0">
                    <a:pos x="337" y="0"/>
                  </a:cxn>
                </a:cxnLst>
                <a:rect l="0" t="0" r="r" b="b"/>
                <a:pathLst>
                  <a:path w="337" h="281">
                    <a:moveTo>
                      <a:pt x="337" y="0"/>
                    </a:moveTo>
                    <a:lnTo>
                      <a:pt x="47" y="3"/>
                    </a:lnTo>
                    <a:lnTo>
                      <a:pt x="0" y="281"/>
                    </a:lnTo>
                    <a:lnTo>
                      <a:pt x="11" y="268"/>
                    </a:lnTo>
                    <a:lnTo>
                      <a:pt x="21" y="255"/>
                    </a:lnTo>
                    <a:lnTo>
                      <a:pt x="32" y="244"/>
                    </a:lnTo>
                    <a:lnTo>
                      <a:pt x="43" y="234"/>
                    </a:lnTo>
                    <a:lnTo>
                      <a:pt x="55" y="224"/>
                    </a:lnTo>
                    <a:lnTo>
                      <a:pt x="66" y="216"/>
                    </a:lnTo>
                    <a:lnTo>
                      <a:pt x="79" y="208"/>
                    </a:lnTo>
                    <a:lnTo>
                      <a:pt x="90" y="201"/>
                    </a:lnTo>
                    <a:lnTo>
                      <a:pt x="116" y="189"/>
                    </a:lnTo>
                    <a:lnTo>
                      <a:pt x="141" y="178"/>
                    </a:lnTo>
                    <a:lnTo>
                      <a:pt x="192" y="159"/>
                    </a:lnTo>
                    <a:lnTo>
                      <a:pt x="216" y="148"/>
                    </a:lnTo>
                    <a:lnTo>
                      <a:pt x="239" y="137"/>
                    </a:lnTo>
                    <a:lnTo>
                      <a:pt x="249" y="130"/>
                    </a:lnTo>
                    <a:lnTo>
                      <a:pt x="260" y="123"/>
                    </a:lnTo>
                    <a:lnTo>
                      <a:pt x="271" y="115"/>
                    </a:lnTo>
                    <a:lnTo>
                      <a:pt x="280" y="107"/>
                    </a:lnTo>
                    <a:lnTo>
                      <a:pt x="290" y="97"/>
                    </a:lnTo>
                    <a:lnTo>
                      <a:pt x="299" y="87"/>
                    </a:lnTo>
                    <a:lnTo>
                      <a:pt x="306" y="75"/>
                    </a:lnTo>
                    <a:lnTo>
                      <a:pt x="315" y="63"/>
                    </a:lnTo>
                    <a:lnTo>
                      <a:pt x="321" y="49"/>
                    </a:lnTo>
                    <a:lnTo>
                      <a:pt x="327" y="34"/>
                    </a:lnTo>
                    <a:lnTo>
                      <a:pt x="332" y="1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99CC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Freeform 374"/>
              <p:cNvSpPr>
                <a:spLocks/>
              </p:cNvSpPr>
              <p:nvPr/>
            </p:nvSpPr>
            <p:spPr bwMode="gray">
              <a:xfrm>
                <a:off x="6998679" y="4281885"/>
                <a:ext cx="525093" cy="376628"/>
              </a:xfrm>
              <a:custGeom>
                <a:avLst/>
                <a:gdLst/>
                <a:ahLst/>
                <a:cxnLst>
                  <a:cxn ang="0">
                    <a:pos x="0" y="104"/>
                  </a:cxn>
                  <a:cxn ang="0">
                    <a:pos x="0" y="104"/>
                  </a:cxn>
                  <a:cxn ang="0">
                    <a:pos x="11" y="87"/>
                  </a:cxn>
                  <a:cxn ang="0">
                    <a:pos x="21" y="73"/>
                  </a:cxn>
                  <a:cxn ang="0">
                    <a:pos x="32" y="63"/>
                  </a:cxn>
                  <a:cxn ang="0">
                    <a:pos x="43" y="55"/>
                  </a:cxn>
                  <a:cxn ang="0">
                    <a:pos x="54" y="49"/>
                  </a:cxn>
                  <a:cxn ang="0">
                    <a:pos x="65" y="45"/>
                  </a:cxn>
                  <a:cxn ang="0">
                    <a:pos x="75" y="41"/>
                  </a:cxn>
                  <a:cxn ang="0">
                    <a:pos x="86" y="38"/>
                  </a:cxn>
                  <a:cxn ang="0">
                    <a:pos x="108" y="34"/>
                  </a:cxn>
                  <a:cxn ang="0">
                    <a:pos x="118" y="32"/>
                  </a:cxn>
                  <a:cxn ang="0">
                    <a:pos x="128" y="28"/>
                  </a:cxn>
                  <a:cxn ang="0">
                    <a:pos x="138" y="24"/>
                  </a:cxn>
                  <a:cxn ang="0">
                    <a:pos x="147" y="17"/>
                  </a:cxn>
                  <a:cxn ang="0">
                    <a:pos x="157" y="10"/>
                  </a:cxn>
                  <a:cxn ang="0">
                    <a:pos x="166" y="0"/>
                  </a:cxn>
                  <a:cxn ang="0">
                    <a:pos x="151" y="120"/>
                  </a:cxn>
                  <a:cxn ang="0">
                    <a:pos x="0" y="104"/>
                  </a:cxn>
                </a:cxnLst>
                <a:rect l="0" t="0" r="r" b="b"/>
                <a:pathLst>
                  <a:path w="166" h="120">
                    <a:moveTo>
                      <a:pt x="0" y="104"/>
                    </a:moveTo>
                    <a:lnTo>
                      <a:pt x="0" y="104"/>
                    </a:lnTo>
                    <a:lnTo>
                      <a:pt x="11" y="87"/>
                    </a:lnTo>
                    <a:lnTo>
                      <a:pt x="21" y="73"/>
                    </a:lnTo>
                    <a:lnTo>
                      <a:pt x="32" y="63"/>
                    </a:lnTo>
                    <a:lnTo>
                      <a:pt x="43" y="55"/>
                    </a:lnTo>
                    <a:lnTo>
                      <a:pt x="54" y="49"/>
                    </a:lnTo>
                    <a:lnTo>
                      <a:pt x="65" y="45"/>
                    </a:lnTo>
                    <a:lnTo>
                      <a:pt x="75" y="41"/>
                    </a:lnTo>
                    <a:lnTo>
                      <a:pt x="86" y="38"/>
                    </a:lnTo>
                    <a:lnTo>
                      <a:pt x="108" y="34"/>
                    </a:lnTo>
                    <a:lnTo>
                      <a:pt x="118" y="32"/>
                    </a:lnTo>
                    <a:lnTo>
                      <a:pt x="128" y="28"/>
                    </a:lnTo>
                    <a:lnTo>
                      <a:pt x="138" y="24"/>
                    </a:lnTo>
                    <a:lnTo>
                      <a:pt x="147" y="17"/>
                    </a:lnTo>
                    <a:lnTo>
                      <a:pt x="157" y="10"/>
                    </a:lnTo>
                    <a:lnTo>
                      <a:pt x="166" y="0"/>
                    </a:lnTo>
                    <a:lnTo>
                      <a:pt x="151" y="120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066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Freeform 375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eform 376"/>
              <p:cNvSpPr>
                <a:spLocks noEditPoints="1"/>
              </p:cNvSpPr>
              <p:nvPr/>
            </p:nvSpPr>
            <p:spPr bwMode="gray">
              <a:xfrm>
                <a:off x="6351890" y="3593258"/>
                <a:ext cx="1284563" cy="1067483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53" y="3"/>
                  </a:cxn>
                  <a:cxn ang="0">
                    <a:pos x="51" y="4"/>
                  </a:cxn>
                  <a:cxn ang="0">
                    <a:pos x="51" y="5"/>
                  </a:cxn>
                  <a:cxn ang="0">
                    <a:pos x="0" y="301"/>
                  </a:cxn>
                  <a:cxn ang="0">
                    <a:pos x="0" y="303"/>
                  </a:cxn>
                  <a:cxn ang="0">
                    <a:pos x="2" y="303"/>
                  </a:cxn>
                  <a:cxn ang="0">
                    <a:pos x="355" y="342"/>
                  </a:cxn>
                  <a:cxn ang="0">
                    <a:pos x="356" y="342"/>
                  </a:cxn>
                  <a:cxn ang="0">
                    <a:pos x="357" y="341"/>
                  </a:cxn>
                  <a:cxn ang="0">
                    <a:pos x="406" y="2"/>
                  </a:cxn>
                  <a:cxn ang="0">
                    <a:pos x="405" y="1"/>
                  </a:cxn>
                  <a:cxn ang="0">
                    <a:pos x="404" y="0"/>
                  </a:cxn>
                  <a:cxn ang="0">
                    <a:pos x="401" y="4"/>
                  </a:cxn>
                  <a:cxn ang="0">
                    <a:pos x="401" y="4"/>
                  </a:cxn>
                  <a:cxn ang="0">
                    <a:pos x="354" y="338"/>
                  </a:cxn>
                  <a:cxn ang="0">
                    <a:pos x="5" y="300"/>
                  </a:cxn>
                  <a:cxn ang="0">
                    <a:pos x="54" y="7"/>
                  </a:cxn>
                  <a:cxn ang="0">
                    <a:pos x="401" y="4"/>
                  </a:cxn>
                </a:cxnLst>
                <a:rect l="0" t="0" r="r" b="b"/>
                <a:pathLst>
                  <a:path w="406" h="342">
                    <a:moveTo>
                      <a:pt x="404" y="0"/>
                    </a:moveTo>
                    <a:lnTo>
                      <a:pt x="53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0" y="301"/>
                    </a:lnTo>
                    <a:lnTo>
                      <a:pt x="0" y="303"/>
                    </a:lnTo>
                    <a:lnTo>
                      <a:pt x="2" y="303"/>
                    </a:lnTo>
                    <a:lnTo>
                      <a:pt x="355" y="342"/>
                    </a:lnTo>
                    <a:lnTo>
                      <a:pt x="356" y="342"/>
                    </a:lnTo>
                    <a:lnTo>
                      <a:pt x="357" y="341"/>
                    </a:lnTo>
                    <a:lnTo>
                      <a:pt x="406" y="2"/>
                    </a:lnTo>
                    <a:lnTo>
                      <a:pt x="405" y="1"/>
                    </a:lnTo>
                    <a:lnTo>
                      <a:pt x="404" y="0"/>
                    </a:lnTo>
                    <a:close/>
                    <a:moveTo>
                      <a:pt x="401" y="4"/>
                    </a:moveTo>
                    <a:lnTo>
                      <a:pt x="401" y="4"/>
                    </a:lnTo>
                    <a:lnTo>
                      <a:pt x="354" y="338"/>
                    </a:lnTo>
                    <a:lnTo>
                      <a:pt x="5" y="300"/>
                    </a:lnTo>
                    <a:lnTo>
                      <a:pt x="54" y="7"/>
                    </a:lnTo>
                    <a:lnTo>
                      <a:pt x="401" y="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377"/>
              <p:cNvSpPr>
                <a:spLocks/>
              </p:cNvSpPr>
              <p:nvPr/>
            </p:nvSpPr>
            <p:spPr bwMode="gray">
              <a:xfrm>
                <a:off x="6577252" y="3682400"/>
                <a:ext cx="81130" cy="135943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30"/>
                  </a:cxn>
                  <a:cxn ang="0">
                    <a:pos x="2" y="37"/>
                  </a:cxn>
                  <a:cxn ang="0">
                    <a:pos x="3" y="40"/>
                  </a:cxn>
                  <a:cxn ang="0">
                    <a:pos x="5" y="42"/>
                  </a:cxn>
                  <a:cxn ang="0">
                    <a:pos x="7" y="44"/>
                  </a:cxn>
                  <a:cxn ang="0">
                    <a:pos x="9" y="44"/>
                  </a:cxn>
                  <a:cxn ang="0">
                    <a:pos x="12" y="44"/>
                  </a:cxn>
                  <a:cxn ang="0">
                    <a:pos x="14" y="44"/>
                  </a:cxn>
                  <a:cxn ang="0">
                    <a:pos x="17" y="42"/>
                  </a:cxn>
                  <a:cxn ang="0">
                    <a:pos x="20" y="39"/>
                  </a:cxn>
                  <a:cxn ang="0">
                    <a:pos x="23" y="33"/>
                  </a:cxn>
                  <a:cxn ang="0">
                    <a:pos x="25" y="25"/>
                  </a:cxn>
                  <a:cxn ang="0">
                    <a:pos x="26" y="16"/>
                  </a:cxn>
                  <a:cxn ang="0">
                    <a:pos x="24" y="9"/>
                  </a:cxn>
                  <a:cxn ang="0">
                    <a:pos x="23" y="6"/>
                  </a:cxn>
                  <a:cxn ang="0">
                    <a:pos x="21" y="3"/>
                  </a:cxn>
                  <a:cxn ang="0">
                    <a:pos x="19" y="1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1" y="1"/>
                  </a:cxn>
                  <a:cxn ang="0">
                    <a:pos x="8" y="3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0" y="20"/>
                  </a:cxn>
                </a:cxnLst>
                <a:rect l="0" t="0" r="r" b="b"/>
                <a:pathLst>
                  <a:path w="26" h="44">
                    <a:moveTo>
                      <a:pt x="0" y="20"/>
                    </a:moveTo>
                    <a:lnTo>
                      <a:pt x="0" y="20"/>
                    </a:lnTo>
                    <a:lnTo>
                      <a:pt x="0" y="30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5" y="42"/>
                    </a:lnTo>
                    <a:lnTo>
                      <a:pt x="7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7" y="42"/>
                    </a:lnTo>
                    <a:lnTo>
                      <a:pt x="20" y="39"/>
                    </a:lnTo>
                    <a:lnTo>
                      <a:pt x="23" y="33"/>
                    </a:lnTo>
                    <a:lnTo>
                      <a:pt x="25" y="25"/>
                    </a:lnTo>
                    <a:lnTo>
                      <a:pt x="26" y="16"/>
                    </a:lnTo>
                    <a:lnTo>
                      <a:pt x="24" y="9"/>
                    </a:lnTo>
                    <a:lnTo>
                      <a:pt x="23" y="6"/>
                    </a:lnTo>
                    <a:lnTo>
                      <a:pt x="21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6"/>
                    </a:lnTo>
                    <a:lnTo>
                      <a:pt x="2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Freeform 378"/>
              <p:cNvSpPr>
                <a:spLocks/>
              </p:cNvSpPr>
              <p:nvPr/>
            </p:nvSpPr>
            <p:spPr bwMode="gray">
              <a:xfrm>
                <a:off x="6696694" y="3682400"/>
                <a:ext cx="38312" cy="84686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13"/>
                  </a:cxn>
                  <a:cxn ang="0">
                    <a:pos x="0" y="18"/>
                  </a:cxn>
                  <a:cxn ang="0">
                    <a:pos x="1" y="22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19"/>
                  </a:cxn>
                  <a:cxn ang="0">
                    <a:pos x="12" y="14"/>
                  </a:cxn>
                  <a:cxn ang="0">
                    <a:pos x="12" y="10"/>
                  </a:cxn>
                  <a:cxn ang="0">
                    <a:pos x="12" y="6"/>
                  </a:cxn>
                  <a:cxn ang="0">
                    <a:pos x="10" y="3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4" y="3"/>
                  </a:cxn>
                  <a:cxn ang="0">
                    <a:pos x="2" y="8"/>
                  </a:cxn>
                  <a:cxn ang="0">
                    <a:pos x="1" y="13"/>
                  </a:cxn>
                </a:cxnLst>
                <a:rect l="0" t="0" r="r" b="b"/>
                <a:pathLst>
                  <a:path w="12" h="27">
                    <a:moveTo>
                      <a:pt x="1" y="13"/>
                    </a:moveTo>
                    <a:lnTo>
                      <a:pt x="1" y="13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5"/>
                    </a:lnTo>
                    <a:lnTo>
                      <a:pt x="4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19"/>
                    </a:lnTo>
                    <a:lnTo>
                      <a:pt x="12" y="14"/>
                    </a:lnTo>
                    <a:lnTo>
                      <a:pt x="12" y="10"/>
                    </a:lnTo>
                    <a:lnTo>
                      <a:pt x="12" y="6"/>
                    </a:lnTo>
                    <a:lnTo>
                      <a:pt x="10" y="3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8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Freeform 37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999999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eform 38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Freeform 38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eform 382"/>
              <p:cNvSpPr>
                <a:spLocks noEditPoints="1"/>
              </p:cNvSpPr>
              <p:nvPr/>
            </p:nvSpPr>
            <p:spPr bwMode="gray">
              <a:xfrm>
                <a:off x="7343482" y="4745427"/>
                <a:ext cx="49580" cy="5348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0" y="13"/>
                  </a:cxn>
                  <a:cxn ang="0">
                    <a:pos x="2" y="14"/>
                  </a:cxn>
                  <a:cxn ang="0">
                    <a:pos x="4" y="16"/>
                  </a:cxn>
                  <a:cxn ang="0">
                    <a:pos x="7" y="17"/>
                  </a:cxn>
                  <a:cxn ang="0">
                    <a:pos x="10" y="16"/>
                  </a:cxn>
                  <a:cxn ang="0">
                    <a:pos x="13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4" y="6"/>
                  </a:cxn>
                  <a:cxn ang="0">
                    <a:pos x="13" y="4"/>
                  </a:cxn>
                  <a:cxn ang="0">
                    <a:pos x="10" y="2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4" y="9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0" y="7"/>
                  </a:cxn>
                  <a:cxn ang="0">
                    <a:pos x="11" y="9"/>
                  </a:cxn>
                  <a:cxn ang="0">
                    <a:pos x="10" y="13"/>
                  </a:cxn>
                  <a:cxn ang="0">
                    <a:pos x="7" y="13"/>
                  </a:cxn>
                  <a:cxn ang="0">
                    <a:pos x="5" y="13"/>
                  </a:cxn>
                  <a:cxn ang="0">
                    <a:pos x="4" y="9"/>
                  </a:cxn>
                </a:cxnLst>
                <a:rect l="0" t="0" r="r" b="b"/>
                <a:pathLst>
                  <a:path w="16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3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7" y="17"/>
                    </a:lnTo>
                    <a:lnTo>
                      <a:pt x="10" y="16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6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  <a:moveTo>
                      <a:pt x="4" y="9"/>
                    </a:move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0" y="13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383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Freeform 384"/>
              <p:cNvSpPr>
                <a:spLocks noEditPoints="1"/>
              </p:cNvSpPr>
              <p:nvPr/>
            </p:nvSpPr>
            <p:spPr bwMode="gray">
              <a:xfrm>
                <a:off x="7411091" y="4745427"/>
                <a:ext cx="65355" cy="6462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5" y="19"/>
                  </a:cxn>
                  <a:cxn ang="0">
                    <a:pos x="9" y="21"/>
                  </a:cxn>
                  <a:cxn ang="0">
                    <a:pos x="13" y="19"/>
                  </a:cxn>
                  <a:cxn ang="0">
                    <a:pos x="16" y="18"/>
                  </a:cxn>
                  <a:cxn ang="0">
                    <a:pos x="19" y="14"/>
                  </a:cxn>
                  <a:cxn ang="0">
                    <a:pos x="20" y="10"/>
                  </a:cxn>
                  <a:cxn ang="0">
                    <a:pos x="19" y="6"/>
                  </a:cxn>
                  <a:cxn ang="0">
                    <a:pos x="16" y="3"/>
                  </a:cxn>
                  <a:cxn ang="0">
                    <a:pos x="13" y="0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5"/>
                  </a:cxn>
                  <a:cxn ang="0">
                    <a:pos x="9" y="5"/>
                  </a:cxn>
                  <a:cxn ang="0">
                    <a:pos x="11" y="5"/>
                  </a:cxn>
                  <a:cxn ang="0">
                    <a:pos x="13" y="6"/>
                  </a:cxn>
                  <a:cxn ang="0">
                    <a:pos x="15" y="8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4"/>
                  </a:cxn>
                  <a:cxn ang="0">
                    <a:pos x="4" y="13"/>
                  </a:cxn>
                  <a:cxn ang="0">
                    <a:pos x="4" y="10"/>
                  </a:cxn>
                </a:cxnLst>
                <a:rect l="0" t="0" r="r" b="b"/>
                <a:pathLst>
                  <a:path w="20" h="21">
                    <a:moveTo>
                      <a:pt x="0" y="1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5" y="19"/>
                    </a:lnTo>
                    <a:lnTo>
                      <a:pt x="9" y="21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  <a:moveTo>
                      <a:pt x="4" y="10"/>
                    </a:move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4"/>
                    </a:lnTo>
                    <a:lnTo>
                      <a:pt x="4" y="13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Freeform 385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eform 386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Freeform 387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Freeform 388"/>
              <p:cNvSpPr>
                <a:spLocks/>
              </p:cNvSpPr>
              <p:nvPr/>
            </p:nvSpPr>
            <p:spPr bwMode="gray">
              <a:xfrm>
                <a:off x="6270757" y="4596112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389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eform 390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Freeform 391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eform 392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" name="Freeform 393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Freeform 394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395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Freeform 396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Freeform 397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ECFF"/>
                  </a:gs>
                  <a:gs pos="100000">
                    <a:srgbClr val="6699FF"/>
                  </a:gs>
                </a:gsLst>
                <a:lin ang="18900000" scaled="1"/>
              </a:gra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Freeform 398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Freeform 39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777777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Freeform 40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40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Freeform 402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Freeform 403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4" name="Group 1684"/>
            <p:cNvGrpSpPr/>
            <p:nvPr/>
          </p:nvGrpSpPr>
          <p:grpSpPr bwMode="gray">
            <a:xfrm>
              <a:off x="5729527" y="5251803"/>
              <a:ext cx="1576200" cy="465189"/>
              <a:chOff x="5729527" y="5251803"/>
              <a:chExt cx="1576200" cy="465189"/>
            </a:xfrm>
          </p:grpSpPr>
          <p:sp>
            <p:nvSpPr>
              <p:cNvPr id="55" name="Freeform 1541"/>
              <p:cNvSpPr>
                <a:spLocks/>
              </p:cNvSpPr>
              <p:nvPr/>
            </p:nvSpPr>
            <p:spPr bwMode="gray">
              <a:xfrm>
                <a:off x="5772422" y="5259181"/>
                <a:ext cx="1533305" cy="320081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40"/>
                  </a:cxn>
                  <a:cxn ang="0">
                    <a:pos x="38" y="53"/>
                  </a:cxn>
                  <a:cxn ang="0">
                    <a:pos x="28" y="65"/>
                  </a:cxn>
                  <a:cxn ang="0">
                    <a:pos x="19" y="77"/>
                  </a:cxn>
                  <a:cxn ang="0">
                    <a:pos x="10" y="89"/>
                  </a:cxn>
                  <a:cxn ang="0">
                    <a:pos x="3" y="99"/>
                  </a:cxn>
                  <a:cxn ang="0">
                    <a:pos x="19" y="107"/>
                  </a:cxn>
                  <a:cxn ang="0">
                    <a:pos x="253" y="118"/>
                  </a:cxn>
                  <a:cxn ang="0">
                    <a:pos x="617" y="130"/>
                  </a:cxn>
                  <a:cxn ang="0">
                    <a:pos x="622" y="106"/>
                  </a:cxn>
                  <a:cxn ang="0">
                    <a:pos x="631" y="74"/>
                  </a:cxn>
                  <a:cxn ang="0">
                    <a:pos x="646" y="43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48" h="136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40"/>
                    </a:lnTo>
                    <a:lnTo>
                      <a:pt x="42" y="46"/>
                    </a:lnTo>
                    <a:lnTo>
                      <a:pt x="38" y="53"/>
                    </a:lnTo>
                    <a:lnTo>
                      <a:pt x="33" y="59"/>
                    </a:lnTo>
                    <a:lnTo>
                      <a:pt x="28" y="65"/>
                    </a:lnTo>
                    <a:lnTo>
                      <a:pt x="24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0" y="89"/>
                    </a:lnTo>
                    <a:lnTo>
                      <a:pt x="6" y="94"/>
                    </a:lnTo>
                    <a:lnTo>
                      <a:pt x="3" y="99"/>
                    </a:lnTo>
                    <a:lnTo>
                      <a:pt x="0" y="107"/>
                    </a:lnTo>
                    <a:lnTo>
                      <a:pt x="19" y="107"/>
                    </a:lnTo>
                    <a:lnTo>
                      <a:pt x="104" y="110"/>
                    </a:lnTo>
                    <a:lnTo>
                      <a:pt x="253" y="118"/>
                    </a:lnTo>
                    <a:lnTo>
                      <a:pt x="615" y="136"/>
                    </a:lnTo>
                    <a:lnTo>
                      <a:pt x="617" y="130"/>
                    </a:lnTo>
                    <a:lnTo>
                      <a:pt x="619" y="119"/>
                    </a:lnTo>
                    <a:lnTo>
                      <a:pt x="622" y="106"/>
                    </a:lnTo>
                    <a:lnTo>
                      <a:pt x="626" y="90"/>
                    </a:lnTo>
                    <a:lnTo>
                      <a:pt x="631" y="74"/>
                    </a:lnTo>
                    <a:lnTo>
                      <a:pt x="638" y="58"/>
                    </a:lnTo>
                    <a:lnTo>
                      <a:pt x="646" y="43"/>
                    </a:lnTo>
                    <a:lnTo>
                      <a:pt x="648" y="29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42"/>
              <p:cNvSpPr>
                <a:spLocks/>
              </p:cNvSpPr>
              <p:nvPr/>
            </p:nvSpPr>
            <p:spPr bwMode="gray">
              <a:xfrm>
                <a:off x="5734449" y="5501965"/>
                <a:ext cx="1498146" cy="215027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43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F77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44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545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15162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A59E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546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547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548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49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50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551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552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1553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554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55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56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1557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1558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1559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1560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1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2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1563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1564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1565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1566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67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68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1569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1570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1571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572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73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74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1575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1576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1577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1578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79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80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1581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1582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1583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1584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85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86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1587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1588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1589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1590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91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92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1593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1594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1595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1596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97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98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1599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1600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1601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1602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603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604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1605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1606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1607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1608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609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610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1611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1612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1613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1614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615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616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1617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1618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1619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1620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621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622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1623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1624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1625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1626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627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628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629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630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631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1632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633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634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1635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636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637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638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639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640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1641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Freeform 1642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1643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1644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645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646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1647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1648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1649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650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651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652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653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654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1655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656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657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658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659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660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1661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1662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663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664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1665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1666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1667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1668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669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670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1671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1672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1673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1674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675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676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1677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1678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1679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680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681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682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683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684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1685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686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687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688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689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1690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1691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1692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693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694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1695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1696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1697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1698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699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700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1701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1702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1703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1704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705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706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707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1708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1709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1710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711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712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1713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1714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1715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1716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1717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1718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1719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1720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1721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1722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1723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1724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1725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1726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 1727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1728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1729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1730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1731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1732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1733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Freeform 1734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1735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1736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1737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Freeform 1738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Freeform 1739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Freeform 1740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Freeform 1741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1742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1743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Freeform 1744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Freeform 1745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Freeform 1746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Freeform 1747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1748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1749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750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751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Freeform 1752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Freeform 1753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1754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1755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756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757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Freeform 1758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Freeform 1759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760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1761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762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763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1764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1765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1766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1767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768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769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Freeform 1770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1771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772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1773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774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775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Freeform 1776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Freeform 1777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Freeform 1778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Freeform 1779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780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781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Freeform 1782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Freeform 1783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Freeform 1784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 1785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786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787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 1788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Freeform 1789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Freeform 1790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" name="Freeform 1791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792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793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Freeform 1794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Freeform 1795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Freeform 1796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Freeform 1797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798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799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Freeform 1800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 1801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 1802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 1803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804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805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 1806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 1807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 1808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 1809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810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811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1812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 1813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 1814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1815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816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817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1818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Freeform 1819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 1820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 1821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822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823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 1824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Freeform 1825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Freeform 1826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 1827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828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829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 1830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Freeform 1831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Freeform 1832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 1833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834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835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Freeform 1836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Freeform 1837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" name="Freeform 1838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 1839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840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841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 1842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Freeform 1843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Freeform 1844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 1845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846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847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Freeform 1848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Freeform 1849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" name="Freeform 1850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Freeform 1851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852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853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Freeform 1854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Freeform 1855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Freeform 1856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" name="Freeform 1857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858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859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Freeform 1860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Freeform 1861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" name="Freeform 1862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" name="Freeform 1863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864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865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Freeform 1866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Freeform 1867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Freeform 1868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" name="Freeform 1869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870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871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Freeform 1872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Freeform 1873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Freeform 1874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Freeform 1875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876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877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Freeform 1878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Freeform 1879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" name="Freeform 1880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Freeform 1881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882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883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Freeform 1884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Freeform 1885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" name="Freeform 1886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" name="Freeform 1887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888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889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Freeform 1890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Freeform 1891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Freeform 1892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Freeform 1893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894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895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Freeform 1896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Freeform 1897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Freeform 1898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Freeform 1899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900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901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Freeform 1902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Freeform 1903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" name="Freeform 190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Freeform 1905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906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907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1908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Freeform 1909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Freeform 191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Freeform 191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912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913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Freeform 1914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22540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Freeform 1915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Freeform 1916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Freeform 1917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918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919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Freeform 1920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Freeform 1921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Freeform 1922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" name="Freeform 1923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924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925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Freeform 1926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Freeform 1927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Freeform 1928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Freeform 1929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930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931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Freeform 1932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Freeform 1933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Freeform 1934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Freeform 1935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936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937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1938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Freeform 1939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Freeform 1940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Freeform 1941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Freeform 1942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7" name="Freeform 1943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8" name="Freeform 1944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Freeform 1945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" name="Freeform 1946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" name="Freeform 1947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" name="Freeform 1948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Freeform 1949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Freeform 1950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Freeform 1951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6" name="Freeform 1952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7" name="Freeform 1953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8" name="Freeform 1954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Freeform 1955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Freeform 1956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Freeform 1957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Freeform 1958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Freeform 1959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" name="Freeform 1960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Freeform 1961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6" name="Freeform 1962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7" name="Freeform 1963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8" name="Freeform 1964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9" name="Freeform 1965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0" name="Freeform 1966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" name="Freeform 1967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" name="Freeform 1968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Freeform 1969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" name="Freeform 1970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5" name="Freeform 1971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6" name="Freeform 1972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" name="Freeform 1973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Freeform 1974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975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976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Freeform 1977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Freeform 1978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Freeform 1979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1980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981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982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Freeform 1983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Freeform 1984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Freeform 1985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1986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987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988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Freeform 1989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" name="Freeform 1990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Freeform 1991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1992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993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994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Freeform 1995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" name="Freeform 1996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Freeform 1997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Freeform 1998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999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2000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2001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2002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2003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2004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2005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2006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Freeform 2007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Freeform 2008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Freeform 2009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4" name="Freeform 2010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2011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2012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Freeform 2013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Freeform 2014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Freeform 2015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Freeform 2016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2017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2018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Freeform 2019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4" name="Freeform 2020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" name="Freeform 2021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" name="Freeform 2022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2023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2024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Freeform 2025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0" name="Freeform 2026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Freeform 2027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" name="Freeform 2028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2029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2030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Freeform 2031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Freeform 2032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Freeform 2033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Freeform 2034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2035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2036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Freeform 2037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Freeform 2038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" name="Freeform 2039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" name="Freeform 2040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2041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2042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Freeform 2043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Freeform 2044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9" name="Freeform 2045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0" name="Freeform 2046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2047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2048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Freeform 2049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" name="Freeform 2050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" name="Freeform 2051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" name="Freeform 2052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2053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2054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Freeform 2055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0" name="Freeform 2056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1" name="Freeform 2057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2" name="Freeform 2058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2059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2060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Freeform 2061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Freeform 2062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" name="Freeform 2063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8" name="Freeform 2064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2065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2066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Freeform 2067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Freeform 2068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" name="Freeform 2069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4" name="Freeform 2070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2071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2072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Freeform 2073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Freeform 2074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9" name="Freeform 2075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0" name="Freeform 2076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2077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2078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Freeform 2079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Freeform 2080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" name="Freeform 2081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6" name="Freeform 2082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2083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2084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Freeform 2085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Freeform 2086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1" name="Freeform 2087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2" name="Freeform 2088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2089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2090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Freeform 2091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" name="Freeform 2092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" name="Freeform 2093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8" name="Freeform 2094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2095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2096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Freeform 2097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Freeform 2098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3" name="Freeform 2099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" name="Freeform 2100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2101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2102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Freeform 2103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Freeform 2104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" name="Freeform 2105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Freeform 2106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2107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2108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Freeform 2109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Freeform 2110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" name="Freeform 2111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Freeform 2112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2113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2114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Freeform 2115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Freeform 2116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Freeform 2117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Freeform 2118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2119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2120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Freeform 2121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Freeform 2122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7" name="Freeform 2123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Freeform 2124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2125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2126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Freeform 2127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Freeform 2128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3" name="Freeform 2129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Freeform 2130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2131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2132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Freeform 2133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Freeform 2134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9" name="Freeform 2135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Freeform 2136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2137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2138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Freeform 2139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Freeform 2140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" name="Freeform 2141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Freeform 2142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2143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2144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Freeform 2145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Freeform 2146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1" name="Freeform 2147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Freeform 2148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2149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2150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Freeform 2151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Freeform 2152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Freeform 2153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8" name="Freeform 2154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2155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2156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Freeform 2157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Freeform 2158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Freeform 2159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Freeform 2160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2161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2162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Freeform 2163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Freeform 2164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9" name="Freeform 2165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0" name="Freeform 2166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1" name="Freeform 2167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2" name="Freeform 2168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3" name="Freeform 2169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" name="Freeform 2170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5" name="Freeform 2171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" name="Freeform 2172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7" name="Freeform 2173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8" name="Freeform 2174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9" name="Freeform 2175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0" name="Freeform 2176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1" name="Freeform 2177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2" name="Freeform 2178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3" name="Freeform 2179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" name="Freeform 2180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" name="Freeform 2181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" name="Freeform 2182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7" name="Freeform 2183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8" name="Freeform 2184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9" name="Freeform 2185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0" name="Freeform 2186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1" name="Freeform 2187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2" name="Freeform 2188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3" name="Freeform 2189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4" name="Freeform 2190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5" name="Freeform 2191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" name="Freeform 2192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" name="Freeform 2193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8" name="Freeform 2194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" name="Freeform 2195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" name="Freeform 2196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1" name="Freeform 2197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2" name="Freeform 2198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3" name="Freeform 2199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 2200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Freeform 2201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Freeform 2202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" name="Freeform 2203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Freeform 2204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" name="Freeform 2205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Freeform 2206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Freeform 2207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Freeform 2208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" name="Freeform 2209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Freeform 2210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" name="Freeform 2211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eform 2212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eform 2213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Freeform 2214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" name="Freeform 2215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" name="Freeform 2216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Freeform 2217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eform 2218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eform 2219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Freeform 2220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" name="Freeform 2221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Freeform 2222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Freeform 2223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eform 2224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Freeform 2225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Freeform 2226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1" name="Freeform 2227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eform 2228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Freeform 2229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Freeform 2230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 2231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Freeform 2232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Freeform 2233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eform 2234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Freeform 2235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Freeform 2236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 2237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Freeform 2238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Freeform 2239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eform 2240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Freeform 2241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Freeform 2242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 2243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Freeform 2244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Freeform 2245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Freeform 2246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" name="Freeform 2247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eform 2248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 2249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Freeform 2250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" name="Freeform 2251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Freeform 2252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Freeform 2253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eform 2254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2255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Freeform 2256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Freeform 2257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eform 2258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Freeform 2259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eform 2260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2261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Freeform 2262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Freeform 2263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eform 226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Freeform 2265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eform 2266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2267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Freeform 2268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Freeform 2269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eform 227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Freeform 227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2272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2273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eform 2274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Freeform 2275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eform 2276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1" name="Freeform 2277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2278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2279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eform 2280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Le Système de Gestion de Base de Données</a:t>
            </a:r>
            <a:endParaRPr lang="fr-FR" noProof="0" dirty="0"/>
          </a:p>
        </p:txBody>
      </p:sp>
      <p:sp>
        <p:nvSpPr>
          <p:cNvPr id="13" name="Rectangle 2051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211772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sz="1800" noProof="0" smtClean="0"/>
              <a:t>Le SGBD est en charge de la gestion de la structure de la base de données</a:t>
            </a:r>
          </a:p>
          <a:p>
            <a:pPr lvl="1"/>
            <a:r>
              <a:rPr lang="fr-FR" sz="1800" noProof="0" smtClean="0"/>
              <a:t>S’assure que les données sont stockées correctement</a:t>
            </a:r>
          </a:p>
          <a:p>
            <a:pPr lvl="1"/>
            <a:r>
              <a:rPr lang="fr-FR" sz="1800" noProof="0" smtClean="0"/>
              <a:t>Prend en compte les règles de protection des données</a:t>
            </a:r>
          </a:p>
          <a:p>
            <a:pPr lvl="1"/>
            <a:r>
              <a:rPr lang="fr-FR" sz="1800" noProof="0" smtClean="0"/>
              <a:t>Restaure toutes les données au dernier point de consistance connu, en cas de panne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sz="1800" noProof="0" smtClean="0"/>
              <a:t>Le Système de Gestion de Base de Données Relationnelles (SGBDR)</a:t>
            </a:r>
          </a:p>
          <a:p>
            <a:pPr lvl="1"/>
            <a:r>
              <a:rPr lang="fr-FR" sz="1800" noProof="0" smtClean="0"/>
              <a:t>Type de SGBD le plus couramment utilisé</a:t>
            </a:r>
          </a:p>
          <a:p>
            <a:pPr lvl="1"/>
            <a:r>
              <a:rPr lang="fr-FR" sz="1800" noProof="0" smtClean="0"/>
              <a:t>Les entités métier sont représentées par des tables</a:t>
            </a:r>
          </a:p>
          <a:p>
            <a:pPr lvl="1"/>
            <a:r>
              <a:rPr lang="fr-FR" sz="1800" noProof="0" smtClean="0"/>
              <a:t>Chaque table comprend des colonnes et des lignes</a:t>
            </a:r>
          </a:p>
          <a:p>
            <a:pPr lvl="2"/>
            <a:r>
              <a:rPr lang="fr-FR" sz="1800" noProof="0" smtClean="0"/>
              <a:t>Une colonne est un attribut de l’entité</a:t>
            </a:r>
          </a:p>
          <a:p>
            <a:pPr lvl="2"/>
            <a:r>
              <a:rPr lang="fr-FR" sz="1800" noProof="0" smtClean="0"/>
              <a:t>Une ligne représente une instance de l’entité </a:t>
            </a:r>
          </a:p>
        </p:txBody>
      </p:sp>
      <p:graphicFrame>
        <p:nvGraphicFramePr>
          <p:cNvPr id="14" name="Group 2052"/>
          <p:cNvGraphicFramePr>
            <a:graphicFrameLocks noGrp="1"/>
          </p:cNvGraphicFramePr>
          <p:nvPr/>
        </p:nvGraphicFramePr>
        <p:xfrm>
          <a:off x="2047875" y="5287963"/>
          <a:ext cx="5046663" cy="809626"/>
        </p:xfrm>
        <a:graphic>
          <a:graphicData uri="http://schemas.openxmlformats.org/drawingml/2006/table">
            <a:tbl>
              <a:tblPr/>
              <a:tblGrid>
                <a:gridCol w="1033463"/>
                <a:gridCol w="1533525"/>
                <a:gridCol w="1530350"/>
                <a:gridCol w="949325"/>
              </a:tblGrid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Prénom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Adresse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Téléphone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Salaire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Jean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 Grande 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888-555-1212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14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65,000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5" name="Text Box 2069"/>
          <p:cNvSpPr txBox="1">
            <a:spLocks noChangeArrowheads="1"/>
          </p:cNvSpPr>
          <p:nvPr/>
        </p:nvSpPr>
        <p:spPr bwMode="gray">
          <a:xfrm>
            <a:off x="3074988" y="4941888"/>
            <a:ext cx="84455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/>
              <a:t>Colonne</a:t>
            </a:r>
          </a:p>
        </p:txBody>
      </p:sp>
      <p:sp>
        <p:nvSpPr>
          <p:cNvPr id="16" name="Text Box 2070"/>
          <p:cNvSpPr txBox="1">
            <a:spLocks noChangeArrowheads="1"/>
          </p:cNvSpPr>
          <p:nvPr/>
        </p:nvSpPr>
        <p:spPr bwMode="gray">
          <a:xfrm>
            <a:off x="1331913" y="5729288"/>
            <a:ext cx="6175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/>
              <a:t>Ligne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Attendez, ce n’est pas tout !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312863"/>
            <a:ext cx="8599488" cy="2641749"/>
          </a:xfrm>
        </p:spPr>
        <p:txBody>
          <a:bodyPr/>
          <a:lstStyle/>
          <a:p>
            <a:r>
              <a:rPr lang="fr-FR" noProof="0" dirty="0" smtClean="0"/>
              <a:t>Intégration d’outils décisionnels (BI)</a:t>
            </a:r>
          </a:p>
          <a:p>
            <a:pPr lvl="1"/>
            <a:r>
              <a:rPr lang="fr-FR" noProof="0" dirty="0" err="1" smtClean="0"/>
              <a:t>Integration</a:t>
            </a:r>
            <a:r>
              <a:rPr lang="fr-FR" noProof="0" dirty="0" smtClean="0"/>
              <a:t> Services</a:t>
            </a:r>
          </a:p>
          <a:p>
            <a:pPr lvl="1"/>
            <a:r>
              <a:rPr lang="fr-FR" noProof="0" dirty="0" err="1" smtClean="0"/>
              <a:t>Analysis</a:t>
            </a:r>
            <a:r>
              <a:rPr lang="fr-FR" noProof="0" dirty="0" smtClean="0"/>
              <a:t> Services</a:t>
            </a:r>
          </a:p>
          <a:p>
            <a:pPr lvl="1"/>
            <a:r>
              <a:rPr lang="fr-FR" noProof="0" dirty="0" err="1" smtClean="0"/>
              <a:t>Reporting</a:t>
            </a:r>
            <a:r>
              <a:rPr lang="fr-FR" noProof="0" dirty="0" smtClean="0"/>
              <a:t> Services</a:t>
            </a:r>
          </a:p>
          <a:p>
            <a:r>
              <a:rPr lang="fr-FR" noProof="0" dirty="0" smtClean="0"/>
              <a:t>Va au-delà de la base de données relationnelle habituelle</a:t>
            </a:r>
          </a:p>
          <a:p>
            <a:pPr lvl="1"/>
            <a:r>
              <a:rPr lang="fr-FR" noProof="0" dirty="0" smtClean="0"/>
              <a:t>Recherche de texte intégral</a:t>
            </a:r>
          </a:p>
          <a:p>
            <a:pPr lvl="1"/>
            <a:r>
              <a:rPr lang="fr-FR" noProof="0" dirty="0" smtClean="0"/>
              <a:t>Support XML</a:t>
            </a:r>
          </a:p>
          <a:p>
            <a:pPr lvl="1"/>
            <a:r>
              <a:rPr lang="fr-FR" noProof="0" dirty="0" smtClean="0"/>
              <a:t>Service Broker</a:t>
            </a:r>
            <a:endParaRPr lang="fr-FR" noProof="0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Introduction à SQL Server 2008</a:t>
            </a:r>
            <a:endParaRPr lang="fr-FR" noProof="0" dirty="0"/>
          </a:p>
        </p:txBody>
      </p:sp>
      <p:grpSp>
        <p:nvGrpSpPr>
          <p:cNvPr id="663562" name="Group 10"/>
          <p:cNvGrpSpPr>
            <a:grpSpLocks/>
          </p:cNvGrpSpPr>
          <p:nvPr/>
        </p:nvGrpSpPr>
        <p:grpSpPr bwMode="auto">
          <a:xfrm>
            <a:off x="2873375" y="2768600"/>
            <a:ext cx="228600" cy="311150"/>
            <a:chOff x="208" y="730"/>
            <a:chExt cx="249" cy="292"/>
          </a:xfrm>
        </p:grpSpPr>
        <p:sp>
          <p:nvSpPr>
            <p:cNvPr id="663563" name="AutoShape 11"/>
            <p:cNvSpPr>
              <a:spLocks noChangeArrowheads="1"/>
            </p:cNvSpPr>
            <p:nvPr/>
          </p:nvSpPr>
          <p:spPr bwMode="black">
            <a:xfrm rot="5400000">
              <a:off x="189" y="754"/>
              <a:ext cx="285" cy="248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29412"/>
                    <a:invGamma/>
                  </a:srgbClr>
                </a:gs>
              </a:gsLst>
              <a:lin ang="54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63564" name="Freeform 12"/>
            <p:cNvSpPr>
              <a:spLocks/>
            </p:cNvSpPr>
            <p:nvPr/>
          </p:nvSpPr>
          <p:spPr bwMode="hidden">
            <a:xfrm>
              <a:off x="209" y="730"/>
              <a:ext cx="245" cy="1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5" y="146"/>
                </a:cxn>
                <a:cxn ang="0">
                  <a:pos x="226" y="158"/>
                </a:cxn>
                <a:cxn ang="0">
                  <a:pos x="0" y="23"/>
                </a:cxn>
                <a:cxn ang="0">
                  <a:pos x="0" y="0"/>
                </a:cxn>
              </a:cxnLst>
              <a:rect l="0" t="0" r="r" b="b"/>
              <a:pathLst>
                <a:path w="245" h="158">
                  <a:moveTo>
                    <a:pt x="0" y="0"/>
                  </a:moveTo>
                  <a:lnTo>
                    <a:pt x="245" y="146"/>
                  </a:lnTo>
                  <a:lnTo>
                    <a:pt x="226" y="158"/>
                  </a:lnTo>
                  <a:lnTo>
                    <a:pt x="0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929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565" name="Freeform 13"/>
            <p:cNvSpPr>
              <a:spLocks/>
            </p:cNvSpPr>
            <p:nvPr/>
          </p:nvSpPr>
          <p:spPr bwMode="hidden">
            <a:xfrm>
              <a:off x="209" y="866"/>
              <a:ext cx="248" cy="156"/>
            </a:xfrm>
            <a:custGeom>
              <a:avLst/>
              <a:gdLst/>
              <a:ahLst/>
              <a:cxnLst>
                <a:cxn ang="0">
                  <a:pos x="248" y="12"/>
                </a:cxn>
                <a:cxn ang="0">
                  <a:pos x="0" y="156"/>
                </a:cxn>
                <a:cxn ang="0">
                  <a:pos x="3" y="131"/>
                </a:cxn>
                <a:cxn ang="0">
                  <a:pos x="229" y="0"/>
                </a:cxn>
                <a:cxn ang="0">
                  <a:pos x="248" y="12"/>
                </a:cxn>
              </a:cxnLst>
              <a:rect l="0" t="0" r="r" b="b"/>
              <a:pathLst>
                <a:path w="248" h="156">
                  <a:moveTo>
                    <a:pt x="248" y="12"/>
                  </a:moveTo>
                  <a:lnTo>
                    <a:pt x="0" y="156"/>
                  </a:lnTo>
                  <a:lnTo>
                    <a:pt x="3" y="131"/>
                  </a:lnTo>
                  <a:lnTo>
                    <a:pt x="229" y="0"/>
                  </a:lnTo>
                  <a:lnTo>
                    <a:pt x="248" y="12"/>
                  </a:lnTo>
                  <a:close/>
                </a:path>
              </a:pathLst>
            </a:custGeom>
            <a:solidFill>
              <a:srgbClr val="360000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162300" y="2176463"/>
            <a:ext cx="3989938" cy="3264996"/>
          </a:xfrm>
          <a:noFill/>
        </p:spPr>
        <p:txBody>
          <a:bodyPr lIns="0" tIns="0" rIns="0" bIns="0"/>
          <a:lstStyle/>
          <a:p>
            <a:pPr>
              <a:spcBef>
                <a:spcPts val="2500"/>
              </a:spcBef>
              <a:buNone/>
            </a:pPr>
            <a:r>
              <a:rPr lang="fr-FR" noProof="0" smtClean="0"/>
              <a:t>Découvrir SQL Server 2008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Les éditions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Architecture client/serveur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Composants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Installer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Outils de SQL Server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Les éditions Microsoft SQL Server en bref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312863"/>
            <a:ext cx="8599488" cy="3703578"/>
          </a:xfrm>
        </p:spPr>
        <p:txBody>
          <a:bodyPr/>
          <a:lstStyle/>
          <a:p>
            <a:r>
              <a:rPr lang="fr-FR" noProof="0" dirty="0" smtClean="0"/>
              <a:t>Éditions de base</a:t>
            </a:r>
          </a:p>
          <a:p>
            <a:pPr lvl="1"/>
            <a:r>
              <a:rPr lang="fr-FR" noProof="0" dirty="0" smtClean="0"/>
              <a:t>Enterprise Edition</a:t>
            </a:r>
          </a:p>
          <a:p>
            <a:pPr lvl="1"/>
            <a:r>
              <a:rPr lang="fr-FR" noProof="0" dirty="0" smtClean="0"/>
              <a:t>Standard Edition</a:t>
            </a:r>
          </a:p>
          <a:p>
            <a:r>
              <a:rPr lang="fr-FR" noProof="0" dirty="0" smtClean="0"/>
              <a:t>Éditions avancées</a:t>
            </a:r>
          </a:p>
          <a:p>
            <a:pPr lvl="1"/>
            <a:r>
              <a:rPr lang="fr-FR" noProof="0" dirty="0" err="1" smtClean="0"/>
              <a:t>Workgroup</a:t>
            </a:r>
            <a:endParaRPr lang="fr-FR" noProof="0" dirty="0" smtClean="0"/>
          </a:p>
          <a:p>
            <a:pPr lvl="1"/>
            <a:r>
              <a:rPr lang="fr-FR" noProof="0" dirty="0" smtClean="0"/>
              <a:t>Web</a:t>
            </a:r>
          </a:p>
          <a:p>
            <a:pPr lvl="1"/>
            <a:r>
              <a:rPr lang="fr-FR" noProof="0" dirty="0" smtClean="0"/>
              <a:t>Express</a:t>
            </a:r>
          </a:p>
          <a:p>
            <a:pPr lvl="1"/>
            <a:r>
              <a:rPr lang="fr-FR" noProof="0" dirty="0" smtClean="0"/>
              <a:t>Compact</a:t>
            </a:r>
          </a:p>
          <a:p>
            <a:r>
              <a:rPr lang="fr-FR" noProof="0" dirty="0" smtClean="0"/>
              <a:t>Autres</a:t>
            </a:r>
          </a:p>
          <a:p>
            <a:pPr lvl="1"/>
            <a:r>
              <a:rPr lang="fr-FR" noProof="0" smtClean="0"/>
              <a:t>Developer</a:t>
            </a:r>
            <a:endParaRPr lang="fr-FR" noProof="0" dirty="0" smtClean="0"/>
          </a:p>
          <a:p>
            <a:pPr lvl="1"/>
            <a:r>
              <a:rPr lang="fr-FR" noProof="0" dirty="0" err="1" smtClean="0"/>
              <a:t>Evaluation</a:t>
            </a:r>
            <a:endParaRPr lang="fr-FR" noProof="0" dirty="0" smtClean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gray">
          <a:xfrm>
            <a:off x="344303" y="6121794"/>
            <a:ext cx="284163" cy="307975"/>
            <a:chOff x="1062" y="191"/>
            <a:chExt cx="216" cy="234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gray">
            <a:xfrm flipH="1" flipV="1">
              <a:off x="1072" y="199"/>
              <a:ext cx="28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gray">
            <a:xfrm flipH="1">
              <a:off x="1070" y="325"/>
              <a:ext cx="48" cy="5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gray">
            <a:xfrm flipH="1">
              <a:off x="1062" y="295"/>
              <a:ext cx="34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gray">
            <a:xfrm>
              <a:off x="1135" y="368"/>
              <a:ext cx="72" cy="57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2" y="6"/>
                </a:cxn>
                <a:cxn ang="0">
                  <a:pos x="72" y="16"/>
                </a:cxn>
                <a:cxn ang="0">
                  <a:pos x="72" y="26"/>
                </a:cxn>
                <a:cxn ang="0">
                  <a:pos x="72" y="30"/>
                </a:cxn>
                <a:cxn ang="0">
                  <a:pos x="72" y="30"/>
                </a:cxn>
                <a:cxn ang="0">
                  <a:pos x="72" y="36"/>
                </a:cxn>
                <a:cxn ang="0">
                  <a:pos x="72" y="43"/>
                </a:cxn>
                <a:cxn ang="0">
                  <a:pos x="72" y="43"/>
                </a:cxn>
                <a:cxn ang="0">
                  <a:pos x="70" y="49"/>
                </a:cxn>
                <a:cxn ang="0">
                  <a:pos x="62" y="53"/>
                </a:cxn>
                <a:cxn ang="0">
                  <a:pos x="50" y="55"/>
                </a:cxn>
                <a:cxn ang="0">
                  <a:pos x="36" y="57"/>
                </a:cxn>
                <a:cxn ang="0">
                  <a:pos x="36" y="57"/>
                </a:cxn>
                <a:cxn ang="0">
                  <a:pos x="20" y="55"/>
                </a:cxn>
                <a:cxn ang="0">
                  <a:pos x="8" y="53"/>
                </a:cxn>
                <a:cxn ang="0">
                  <a:pos x="2" y="49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3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26"/>
                </a:cxn>
                <a:cxn ang="0">
                  <a:pos x="0" y="1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32" y="0"/>
                </a:cxn>
                <a:cxn ang="0">
                  <a:pos x="52" y="0"/>
                </a:cxn>
                <a:cxn ang="0">
                  <a:pos x="72" y="0"/>
                </a:cxn>
              </a:cxnLst>
              <a:rect l="0" t="0" r="r" b="b"/>
              <a:pathLst>
                <a:path w="72" h="57">
                  <a:moveTo>
                    <a:pt x="72" y="0"/>
                  </a:moveTo>
                  <a:lnTo>
                    <a:pt x="72" y="6"/>
                  </a:lnTo>
                  <a:lnTo>
                    <a:pt x="72" y="16"/>
                  </a:lnTo>
                  <a:lnTo>
                    <a:pt x="72" y="26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6"/>
                  </a:lnTo>
                  <a:lnTo>
                    <a:pt x="72" y="43"/>
                  </a:lnTo>
                  <a:lnTo>
                    <a:pt x="72" y="43"/>
                  </a:lnTo>
                  <a:lnTo>
                    <a:pt x="70" y="49"/>
                  </a:lnTo>
                  <a:lnTo>
                    <a:pt x="62" y="53"/>
                  </a:lnTo>
                  <a:lnTo>
                    <a:pt x="50" y="55"/>
                  </a:lnTo>
                  <a:lnTo>
                    <a:pt x="36" y="57"/>
                  </a:lnTo>
                  <a:lnTo>
                    <a:pt x="36" y="57"/>
                  </a:lnTo>
                  <a:lnTo>
                    <a:pt x="20" y="55"/>
                  </a:lnTo>
                  <a:lnTo>
                    <a:pt x="8" y="53"/>
                  </a:lnTo>
                  <a:lnTo>
                    <a:pt x="2" y="49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5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gray">
            <a:xfrm>
              <a:off x="1135" y="368"/>
              <a:ext cx="72" cy="57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2" y="6"/>
                </a:cxn>
                <a:cxn ang="0">
                  <a:pos x="72" y="16"/>
                </a:cxn>
                <a:cxn ang="0">
                  <a:pos x="72" y="26"/>
                </a:cxn>
                <a:cxn ang="0">
                  <a:pos x="72" y="30"/>
                </a:cxn>
                <a:cxn ang="0">
                  <a:pos x="72" y="30"/>
                </a:cxn>
                <a:cxn ang="0">
                  <a:pos x="72" y="36"/>
                </a:cxn>
                <a:cxn ang="0">
                  <a:pos x="72" y="43"/>
                </a:cxn>
                <a:cxn ang="0">
                  <a:pos x="72" y="43"/>
                </a:cxn>
                <a:cxn ang="0">
                  <a:pos x="70" y="49"/>
                </a:cxn>
                <a:cxn ang="0">
                  <a:pos x="62" y="53"/>
                </a:cxn>
                <a:cxn ang="0">
                  <a:pos x="50" y="55"/>
                </a:cxn>
                <a:cxn ang="0">
                  <a:pos x="36" y="57"/>
                </a:cxn>
                <a:cxn ang="0">
                  <a:pos x="36" y="57"/>
                </a:cxn>
                <a:cxn ang="0">
                  <a:pos x="20" y="55"/>
                </a:cxn>
                <a:cxn ang="0">
                  <a:pos x="8" y="53"/>
                </a:cxn>
                <a:cxn ang="0">
                  <a:pos x="2" y="49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3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26"/>
                </a:cxn>
                <a:cxn ang="0">
                  <a:pos x="0" y="1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32" y="0"/>
                </a:cxn>
                <a:cxn ang="0">
                  <a:pos x="52" y="0"/>
                </a:cxn>
                <a:cxn ang="0">
                  <a:pos x="72" y="0"/>
                </a:cxn>
              </a:cxnLst>
              <a:rect l="0" t="0" r="r" b="b"/>
              <a:pathLst>
                <a:path w="72" h="57">
                  <a:moveTo>
                    <a:pt x="72" y="0"/>
                  </a:moveTo>
                  <a:lnTo>
                    <a:pt x="72" y="6"/>
                  </a:lnTo>
                  <a:lnTo>
                    <a:pt x="72" y="16"/>
                  </a:lnTo>
                  <a:lnTo>
                    <a:pt x="72" y="26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6"/>
                  </a:lnTo>
                  <a:lnTo>
                    <a:pt x="72" y="43"/>
                  </a:lnTo>
                  <a:lnTo>
                    <a:pt x="72" y="43"/>
                  </a:lnTo>
                  <a:lnTo>
                    <a:pt x="70" y="49"/>
                  </a:lnTo>
                  <a:lnTo>
                    <a:pt x="62" y="53"/>
                  </a:lnTo>
                  <a:lnTo>
                    <a:pt x="50" y="55"/>
                  </a:lnTo>
                  <a:lnTo>
                    <a:pt x="36" y="57"/>
                  </a:lnTo>
                  <a:lnTo>
                    <a:pt x="36" y="57"/>
                  </a:lnTo>
                  <a:lnTo>
                    <a:pt x="20" y="55"/>
                  </a:lnTo>
                  <a:lnTo>
                    <a:pt x="8" y="53"/>
                  </a:lnTo>
                  <a:lnTo>
                    <a:pt x="2" y="49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52" y="0"/>
                  </a:lnTo>
                  <a:lnTo>
                    <a:pt x="72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gray">
            <a:xfrm>
              <a:off x="1098" y="191"/>
              <a:ext cx="144" cy="187"/>
            </a:xfrm>
            <a:custGeom>
              <a:avLst/>
              <a:gdLst/>
              <a:ahLst/>
              <a:cxnLst>
                <a:cxn ang="0">
                  <a:pos x="131" y="112"/>
                </a:cxn>
                <a:cxn ang="0">
                  <a:pos x="123" y="122"/>
                </a:cxn>
                <a:cxn ang="0">
                  <a:pos x="119" y="126"/>
                </a:cxn>
                <a:cxn ang="0">
                  <a:pos x="107" y="155"/>
                </a:cxn>
                <a:cxn ang="0">
                  <a:pos x="105" y="163"/>
                </a:cxn>
                <a:cxn ang="0">
                  <a:pos x="105" y="169"/>
                </a:cxn>
                <a:cxn ang="0">
                  <a:pos x="107" y="179"/>
                </a:cxn>
                <a:cxn ang="0">
                  <a:pos x="103" y="181"/>
                </a:cxn>
                <a:cxn ang="0">
                  <a:pos x="87" y="187"/>
                </a:cxn>
                <a:cxn ang="0">
                  <a:pos x="73" y="187"/>
                </a:cxn>
                <a:cxn ang="0">
                  <a:pos x="47" y="185"/>
                </a:cxn>
                <a:cxn ang="0">
                  <a:pos x="39" y="179"/>
                </a:cxn>
                <a:cxn ang="0">
                  <a:pos x="39" y="173"/>
                </a:cxn>
                <a:cxn ang="0">
                  <a:pos x="39" y="169"/>
                </a:cxn>
                <a:cxn ang="0">
                  <a:pos x="39" y="155"/>
                </a:cxn>
                <a:cxn ang="0">
                  <a:pos x="37" y="148"/>
                </a:cxn>
                <a:cxn ang="0">
                  <a:pos x="35" y="138"/>
                </a:cxn>
                <a:cxn ang="0">
                  <a:pos x="25" y="126"/>
                </a:cxn>
                <a:cxn ang="0">
                  <a:pos x="23" y="122"/>
                </a:cxn>
                <a:cxn ang="0">
                  <a:pos x="14" y="112"/>
                </a:cxn>
                <a:cxn ang="0">
                  <a:pos x="14" y="110"/>
                </a:cxn>
                <a:cxn ang="0">
                  <a:pos x="0" y="71"/>
                </a:cxn>
                <a:cxn ang="0">
                  <a:pos x="2" y="57"/>
                </a:cxn>
                <a:cxn ang="0">
                  <a:pos x="14" y="31"/>
                </a:cxn>
                <a:cxn ang="0">
                  <a:pos x="31" y="12"/>
                </a:cxn>
                <a:cxn ang="0">
                  <a:pos x="57" y="2"/>
                </a:cxn>
                <a:cxn ang="0">
                  <a:pos x="73" y="0"/>
                </a:cxn>
                <a:cxn ang="0">
                  <a:pos x="101" y="6"/>
                </a:cxn>
                <a:cxn ang="0">
                  <a:pos x="125" y="22"/>
                </a:cxn>
                <a:cxn ang="0">
                  <a:pos x="138" y="43"/>
                </a:cxn>
                <a:cxn ang="0">
                  <a:pos x="144" y="71"/>
                </a:cxn>
                <a:cxn ang="0">
                  <a:pos x="142" y="90"/>
                </a:cxn>
              </a:cxnLst>
              <a:rect l="0" t="0" r="r" b="b"/>
              <a:pathLst>
                <a:path w="144" h="187">
                  <a:moveTo>
                    <a:pt x="132" y="110"/>
                  </a:moveTo>
                  <a:lnTo>
                    <a:pt x="131" y="112"/>
                  </a:lnTo>
                  <a:lnTo>
                    <a:pt x="129" y="116"/>
                  </a:lnTo>
                  <a:lnTo>
                    <a:pt x="123" y="122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1" y="138"/>
                  </a:lnTo>
                  <a:lnTo>
                    <a:pt x="107" y="155"/>
                  </a:lnTo>
                  <a:lnTo>
                    <a:pt x="107" y="155"/>
                  </a:lnTo>
                  <a:lnTo>
                    <a:pt x="105" y="163"/>
                  </a:lnTo>
                  <a:lnTo>
                    <a:pt x="105" y="169"/>
                  </a:lnTo>
                  <a:lnTo>
                    <a:pt x="105" y="169"/>
                  </a:lnTo>
                  <a:lnTo>
                    <a:pt x="107" y="173"/>
                  </a:lnTo>
                  <a:lnTo>
                    <a:pt x="107" y="179"/>
                  </a:lnTo>
                  <a:lnTo>
                    <a:pt x="107" y="179"/>
                  </a:lnTo>
                  <a:lnTo>
                    <a:pt x="103" y="181"/>
                  </a:lnTo>
                  <a:lnTo>
                    <a:pt x="97" y="185"/>
                  </a:lnTo>
                  <a:lnTo>
                    <a:pt x="87" y="187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59" y="187"/>
                  </a:lnTo>
                  <a:lnTo>
                    <a:pt x="47" y="185"/>
                  </a:lnTo>
                  <a:lnTo>
                    <a:pt x="41" y="181"/>
                  </a:lnTo>
                  <a:lnTo>
                    <a:pt x="39" y="179"/>
                  </a:lnTo>
                  <a:lnTo>
                    <a:pt x="39" y="179"/>
                  </a:lnTo>
                  <a:lnTo>
                    <a:pt x="39" y="173"/>
                  </a:lnTo>
                  <a:lnTo>
                    <a:pt x="39" y="169"/>
                  </a:lnTo>
                  <a:lnTo>
                    <a:pt x="39" y="169"/>
                  </a:lnTo>
                  <a:lnTo>
                    <a:pt x="39" y="163"/>
                  </a:lnTo>
                  <a:lnTo>
                    <a:pt x="39" y="155"/>
                  </a:lnTo>
                  <a:lnTo>
                    <a:pt x="39" y="155"/>
                  </a:lnTo>
                  <a:lnTo>
                    <a:pt x="37" y="148"/>
                  </a:lnTo>
                  <a:lnTo>
                    <a:pt x="35" y="138"/>
                  </a:lnTo>
                  <a:lnTo>
                    <a:pt x="35" y="138"/>
                  </a:lnTo>
                  <a:lnTo>
                    <a:pt x="31" y="132"/>
                  </a:lnTo>
                  <a:lnTo>
                    <a:pt x="25" y="126"/>
                  </a:lnTo>
                  <a:lnTo>
                    <a:pt x="25" y="126"/>
                  </a:lnTo>
                  <a:lnTo>
                    <a:pt x="23" y="122"/>
                  </a:lnTo>
                  <a:lnTo>
                    <a:pt x="18" y="116"/>
                  </a:lnTo>
                  <a:lnTo>
                    <a:pt x="14" y="112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4" y="90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2" y="57"/>
                  </a:lnTo>
                  <a:lnTo>
                    <a:pt x="6" y="43"/>
                  </a:lnTo>
                  <a:lnTo>
                    <a:pt x="14" y="31"/>
                  </a:lnTo>
                  <a:lnTo>
                    <a:pt x="21" y="22"/>
                  </a:lnTo>
                  <a:lnTo>
                    <a:pt x="31" y="12"/>
                  </a:lnTo>
                  <a:lnTo>
                    <a:pt x="45" y="6"/>
                  </a:lnTo>
                  <a:lnTo>
                    <a:pt x="57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2"/>
                  </a:lnTo>
                  <a:lnTo>
                    <a:pt x="132" y="31"/>
                  </a:lnTo>
                  <a:lnTo>
                    <a:pt x="138" y="43"/>
                  </a:lnTo>
                  <a:lnTo>
                    <a:pt x="142" y="57"/>
                  </a:lnTo>
                  <a:lnTo>
                    <a:pt x="144" y="71"/>
                  </a:lnTo>
                  <a:lnTo>
                    <a:pt x="144" y="71"/>
                  </a:lnTo>
                  <a:lnTo>
                    <a:pt x="142" y="90"/>
                  </a:lnTo>
                  <a:lnTo>
                    <a:pt x="132" y="110"/>
                  </a:lnTo>
                </a:path>
              </a:pathLst>
            </a:custGeom>
            <a:solidFill>
              <a:srgbClr val="FFFFCC"/>
            </a:solidFill>
            <a:ln w="63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gray">
            <a:xfrm>
              <a:off x="1068" y="258"/>
              <a:ext cx="20" cy="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gray">
            <a:xfrm flipV="1">
              <a:off x="1242" y="199"/>
              <a:ext cx="28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gray">
            <a:xfrm>
              <a:off x="1225" y="325"/>
              <a:ext cx="47" cy="5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gray">
            <a:xfrm>
              <a:off x="1246" y="295"/>
              <a:ext cx="32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gray">
            <a:xfrm flipH="1">
              <a:off x="1254" y="258"/>
              <a:ext cx="20" cy="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03127" y="6175042"/>
            <a:ext cx="7389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www.microsoft.com/sqlserver/2008/en/us/editions.aspx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Enterprise Edition</a:t>
            </a:r>
            <a:endParaRPr lang="fr-FR" noProof="0" dirty="0"/>
          </a:p>
        </p:txBody>
      </p:sp>
      <p:sp>
        <p:nvSpPr>
          <p:cNvPr id="673795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857466"/>
          </a:xfrm>
        </p:spPr>
        <p:txBody>
          <a:bodyPr/>
          <a:lstStyle/>
          <a:p>
            <a:r>
              <a:rPr lang="fr-FR" noProof="0" dirty="0" smtClean="0"/>
              <a:t>SQL Server 2008 Enterprise Edition offre les niveaux de performance requis pour prendre en charge le traitement des transactions en ligne </a:t>
            </a:r>
            <a:r>
              <a:rPr lang="fr-FR" u="sng" noProof="0" dirty="0" err="1" smtClean="0"/>
              <a:t>O</a:t>
            </a:r>
            <a:r>
              <a:rPr lang="fr-FR" noProof="0" dirty="0" err="1" smtClean="0"/>
              <a:t>n</a:t>
            </a:r>
            <a:r>
              <a:rPr lang="fr-FR" u="sng" noProof="0" dirty="0" err="1" smtClean="0"/>
              <a:t>L</a:t>
            </a:r>
            <a:r>
              <a:rPr lang="fr-FR" noProof="0" dirty="0" err="1" smtClean="0"/>
              <a:t>ine</a:t>
            </a:r>
            <a:r>
              <a:rPr lang="fr-FR" noProof="0" dirty="0" smtClean="0"/>
              <a:t> </a:t>
            </a:r>
            <a:r>
              <a:rPr lang="fr-FR" u="sng" noProof="0" dirty="0" smtClean="0"/>
              <a:t>T</a:t>
            </a:r>
            <a:r>
              <a:rPr lang="fr-FR" noProof="0" dirty="0" smtClean="0"/>
              <a:t>ransaction </a:t>
            </a:r>
            <a:r>
              <a:rPr lang="fr-FR" u="sng" noProof="0" dirty="0" err="1" smtClean="0"/>
              <a:t>P</a:t>
            </a:r>
            <a:r>
              <a:rPr lang="fr-FR" noProof="0" dirty="0" err="1" smtClean="0"/>
              <a:t>rocessing</a:t>
            </a:r>
            <a:r>
              <a:rPr lang="fr-FR" noProof="0" dirty="0" smtClean="0"/>
              <a:t> (OLTP), les analyses des données complexes, les systèmes d’entrepôt de données et les sites Web</a:t>
            </a:r>
          </a:p>
          <a:p>
            <a:r>
              <a:rPr lang="fr-FR" noProof="0" dirty="0" smtClean="0"/>
              <a:t>Prise en charge complète des fonctions décisionnelles </a:t>
            </a:r>
          </a:p>
          <a:p>
            <a:r>
              <a:rPr lang="fr-FR" noProof="0" dirty="0" smtClean="0"/>
              <a:t>Fonctionnalités évolutives telles que le partitionnement, la compression des données et le gouverneur de ressources</a:t>
            </a:r>
          </a:p>
          <a:p>
            <a:r>
              <a:rPr lang="fr-FR" noProof="0" dirty="0" smtClean="0"/>
              <a:t>Fonctionnalités de haute disponibilité telles que la mise en cluster avec basculement et les bases de données miroir</a:t>
            </a:r>
          </a:p>
          <a:p>
            <a:r>
              <a:rPr lang="fr-FR" noProof="0" dirty="0" smtClean="0"/>
              <a:t>Conçue pour prendre en charge les tâches les plus critiques d’une entreprise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Standard Edition</a:t>
            </a:r>
            <a:endParaRPr lang="fr-FR" noProof="0" dirty="0"/>
          </a:p>
        </p:txBody>
      </p:sp>
      <p:sp>
        <p:nvSpPr>
          <p:cNvPr id="671747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606115"/>
          </a:xfrm>
        </p:spPr>
        <p:txBody>
          <a:bodyPr/>
          <a:lstStyle/>
          <a:p>
            <a:r>
              <a:rPr lang="fr-FR" noProof="0" dirty="0" smtClean="0"/>
              <a:t>Comprend les fonctionnalités essentielles de base de données requises pour le commerce électronique, les entrepôts de données et les solutions sectorielles</a:t>
            </a:r>
          </a:p>
          <a:p>
            <a:r>
              <a:rPr lang="fr-FR" noProof="0" dirty="0" smtClean="0"/>
              <a:t>N’est limitée que par le système d’exploitation pour l’utilisation de la mémoire</a:t>
            </a:r>
          </a:p>
          <a:p>
            <a:pPr lvl="1"/>
            <a:r>
              <a:rPr lang="fr-FR" noProof="0" dirty="0" smtClean="0"/>
              <a:t>La taille de la base de données et le nombre d’utilisateurs sont illimités</a:t>
            </a:r>
          </a:p>
          <a:p>
            <a:r>
              <a:rPr lang="fr-FR" noProof="0" dirty="0" smtClean="0"/>
              <a:t>Gère les fonctions décisionnelles intégrées complètes</a:t>
            </a:r>
          </a:p>
          <a:p>
            <a:r>
              <a:rPr lang="fr-FR" noProof="0" dirty="0" smtClean="0"/>
              <a:t>Fonctions de haute disponibilité limitées</a:t>
            </a:r>
          </a:p>
          <a:p>
            <a:r>
              <a:rPr lang="fr-FR" noProof="0" dirty="0" smtClean="0"/>
              <a:t>Destinée aux plateformes de gestion et d’analyse des données pour les petites et moyennes entreprises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</a:t>
            </a:r>
            <a:r>
              <a:rPr lang="fr-FR" noProof="0" dirty="0" err="1" smtClean="0"/>
              <a:t>Workgroup</a:t>
            </a:r>
            <a:r>
              <a:rPr lang="fr-FR" noProof="0" dirty="0" smtClean="0"/>
              <a:t> Edition</a:t>
            </a:r>
            <a:endParaRPr lang="fr-FR" noProof="0" dirty="0"/>
          </a:p>
        </p:txBody>
      </p:sp>
      <p:sp>
        <p:nvSpPr>
          <p:cNvPr id="669699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4514056"/>
          </a:xfrm>
        </p:spPr>
        <p:txBody>
          <a:bodyPr/>
          <a:lstStyle/>
          <a:p>
            <a:r>
              <a:rPr lang="fr-FR" noProof="0" smtClean="0"/>
              <a:t>Workgroup Edition peut servir de serveur de base de données pour </a:t>
            </a:r>
          </a:p>
          <a:p>
            <a:pPr lvl="1"/>
            <a:r>
              <a:rPr lang="fr-FR" noProof="0" smtClean="0"/>
              <a:t>Gérer les données des petites entreprises</a:t>
            </a:r>
          </a:p>
          <a:p>
            <a:pPr lvl="1"/>
            <a:r>
              <a:rPr lang="fr-FR" noProof="0" smtClean="0"/>
              <a:t>Les opérations des départements ou des succursales</a:t>
            </a:r>
          </a:p>
          <a:p>
            <a:r>
              <a:rPr lang="fr-FR" noProof="0" smtClean="0"/>
              <a:t>Workgroup Edition n’est limitée ni pour la taille de la base de données ni en nombre d’utilisateurs</a:t>
            </a:r>
          </a:p>
          <a:p>
            <a:r>
              <a:rPr lang="fr-FR" noProof="0" smtClean="0"/>
              <a:t>Comprend les fonctionnalités principales d’une base de données de la ligne de produits SQL Server</a:t>
            </a:r>
          </a:p>
          <a:p>
            <a:pPr lvl="1"/>
            <a:r>
              <a:rPr lang="fr-FR" noProof="0" smtClean="0"/>
              <a:t>Facile à mettre à niveau vers les éditions Standard ou Enterprise en cas de besoin de croissance</a:t>
            </a:r>
          </a:p>
          <a:p>
            <a:r>
              <a:rPr lang="fr-FR" noProof="0" smtClean="0"/>
              <a:t>Ne comprend pas Analysis Services</a:t>
            </a:r>
          </a:p>
          <a:p>
            <a:pPr lvl="1"/>
            <a:r>
              <a:rPr lang="fr-FR" noProof="0" smtClean="0"/>
              <a:t>Reporting Services et Integration Services limités</a:t>
            </a:r>
          </a:p>
          <a:p>
            <a:r>
              <a:rPr lang="fr-FR" noProof="0" smtClean="0"/>
              <a:t>Destinée aux petites organisations ou bien comme sous-ensemble d’une plus grande solution à plus bas prix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Web Edition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312863"/>
            <a:ext cx="8599488" cy="3980577"/>
          </a:xfrm>
        </p:spPr>
        <p:txBody>
          <a:bodyPr/>
          <a:lstStyle/>
          <a:p>
            <a:r>
              <a:rPr lang="fr-FR" noProof="0" dirty="0" smtClean="0"/>
              <a:t>Édition conçue pour les applications Web</a:t>
            </a:r>
          </a:p>
          <a:p>
            <a:pPr lvl="1"/>
            <a:r>
              <a:rPr lang="fr-FR" noProof="0" dirty="0" smtClean="0"/>
              <a:t>Convient tout particulièrement pour les environnements Internet hautement disponibles</a:t>
            </a:r>
          </a:p>
          <a:p>
            <a:pPr lvl="1"/>
            <a:r>
              <a:rPr lang="fr-FR" noProof="0" dirty="0" smtClean="0"/>
              <a:t>Permet l’évolutivité des petits sites Web vers des plus grands sites</a:t>
            </a:r>
          </a:p>
          <a:p>
            <a:r>
              <a:rPr lang="fr-FR" noProof="0" dirty="0" smtClean="0"/>
              <a:t>La licence est publique et accessible via Internet</a:t>
            </a:r>
          </a:p>
          <a:p>
            <a:pPr lvl="1"/>
            <a:r>
              <a:rPr lang="fr-FR" noProof="0" dirty="0" smtClean="0"/>
              <a:t>Sites/Pages Web</a:t>
            </a:r>
          </a:p>
          <a:p>
            <a:pPr lvl="1"/>
            <a:r>
              <a:rPr lang="fr-FR" noProof="0" dirty="0" smtClean="0"/>
              <a:t>Applications</a:t>
            </a:r>
          </a:p>
          <a:p>
            <a:pPr lvl="1"/>
            <a:r>
              <a:rPr lang="fr-FR" noProof="0" dirty="0" smtClean="0"/>
              <a:t>Services</a:t>
            </a:r>
          </a:p>
          <a:p>
            <a:r>
              <a:rPr lang="fr-FR" noProof="0" dirty="0" smtClean="0"/>
              <a:t>Elle ne peut pas être utilisée pour les applications sectorielles</a:t>
            </a:r>
          </a:p>
          <a:p>
            <a:pPr lvl="1"/>
            <a:r>
              <a:rPr lang="fr-FR" u="sng" noProof="0" dirty="0" smtClean="0"/>
              <a:t>C</a:t>
            </a:r>
            <a:r>
              <a:rPr lang="fr-FR" noProof="0" dirty="0" smtClean="0"/>
              <a:t>ustomer </a:t>
            </a:r>
            <a:r>
              <a:rPr lang="fr-FR" u="sng" noProof="0" dirty="0" smtClean="0"/>
              <a:t>R</a:t>
            </a:r>
            <a:r>
              <a:rPr lang="fr-FR" noProof="0" dirty="0" smtClean="0"/>
              <a:t>elationship </a:t>
            </a:r>
            <a:r>
              <a:rPr lang="fr-FR" u="sng" noProof="0" dirty="0" smtClean="0"/>
              <a:t>M</a:t>
            </a:r>
            <a:r>
              <a:rPr lang="fr-FR" noProof="0" dirty="0" smtClean="0"/>
              <a:t>anagement (CRM)</a:t>
            </a:r>
          </a:p>
          <a:p>
            <a:pPr lvl="1"/>
            <a:r>
              <a:rPr lang="fr-FR" noProof="0" dirty="0" smtClean="0"/>
              <a:t>Enterprise Resource Management</a:t>
            </a:r>
          </a:p>
          <a:p>
            <a:pPr lvl="1"/>
            <a:r>
              <a:rPr lang="fr-FR" noProof="0" dirty="0" smtClean="0"/>
              <a:t>Ou des applications similaires</a:t>
            </a:r>
            <a:endParaRPr lang="fr-FR" noProof="0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Express Edition</a:t>
            </a:r>
            <a:endParaRPr lang="fr-FR" noProof="0" dirty="0"/>
          </a:p>
        </p:txBody>
      </p:sp>
      <p:sp>
        <p:nvSpPr>
          <p:cNvPr id="667651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4565352"/>
          </a:xfrm>
        </p:spPr>
        <p:txBody>
          <a:bodyPr/>
          <a:lstStyle/>
          <a:p>
            <a:r>
              <a:rPr lang="fr-FR" noProof="0" dirty="0" smtClean="0"/>
              <a:t>SQL Server Express Edition est téléchargeable gratuitement</a:t>
            </a:r>
          </a:p>
          <a:p>
            <a:pPr lvl="1"/>
            <a:r>
              <a:rPr lang="fr-FR" noProof="0" dirty="0" smtClean="0"/>
              <a:t>Niveau débutant facilitant l’apprentissage</a:t>
            </a:r>
          </a:p>
          <a:p>
            <a:pPr lvl="1"/>
            <a:r>
              <a:rPr lang="fr-FR" noProof="0" dirty="0" smtClean="0"/>
              <a:t>Peut être redistribuée gratuitement</a:t>
            </a:r>
          </a:p>
          <a:p>
            <a:pPr lvl="1"/>
            <a:r>
              <a:rPr lang="fr-FR" noProof="0" dirty="0" smtClean="0"/>
              <a:t>Voir </a:t>
            </a:r>
            <a:r>
              <a:rPr lang="fr-FR" noProof="0" dirty="0" smtClean="0">
                <a:latin typeface="Courier New" pitchFamily="49" charset="0"/>
                <a:cs typeface="Courier New" pitchFamily="49" charset="0"/>
              </a:rPr>
              <a:t>www.</a:t>
            </a:r>
            <a:r>
              <a:rPr lang="fr-FR" noProof="0" dirty="0" smtClean="0">
                <a:latin typeface="Courier New" pitchFamily="49" charset="0"/>
              </a:rPr>
              <a:t>microsoft.com/sqlserver/2008/en/us/express.aspx</a:t>
            </a:r>
          </a:p>
          <a:p>
            <a:r>
              <a:rPr lang="fr-FR" noProof="0" dirty="0" smtClean="0"/>
              <a:t>Ne comprend pas toutes les fonctionnalités</a:t>
            </a:r>
          </a:p>
          <a:p>
            <a:pPr lvl="1"/>
            <a:r>
              <a:rPr lang="fr-FR" noProof="0" dirty="0" smtClean="0"/>
              <a:t>Les développeurs devront probablement acheter l’édition </a:t>
            </a:r>
            <a:r>
              <a:rPr lang="fr-FR" noProof="0" dirty="0" err="1" smtClean="0"/>
              <a:t>Developer</a:t>
            </a:r>
            <a:endParaRPr lang="fr-FR" noProof="0" dirty="0" smtClean="0"/>
          </a:p>
          <a:p>
            <a:r>
              <a:rPr lang="fr-FR" noProof="0" dirty="0" smtClean="0"/>
              <a:t>SQL Server Express comprend les fonctions</a:t>
            </a:r>
          </a:p>
          <a:p>
            <a:pPr lvl="1"/>
            <a:r>
              <a:rPr lang="fr-FR" noProof="0" dirty="0" smtClean="0"/>
              <a:t>Management Studio Express</a:t>
            </a:r>
          </a:p>
          <a:p>
            <a:pPr lvl="1"/>
            <a:r>
              <a:rPr lang="fr-FR" noProof="0" dirty="0" smtClean="0"/>
              <a:t>Recherche de texte intégral</a:t>
            </a:r>
          </a:p>
          <a:p>
            <a:r>
              <a:rPr lang="fr-FR" noProof="0" dirty="0" smtClean="0"/>
              <a:t>Une version de </a:t>
            </a:r>
            <a:r>
              <a:rPr lang="fr-FR" noProof="0" dirty="0" err="1" smtClean="0"/>
              <a:t>Reporting</a:t>
            </a:r>
            <a:r>
              <a:rPr lang="fr-FR" noProof="0" dirty="0" smtClean="0"/>
              <a:t> Services limitée et comprise dans SQL Server 2008 </a:t>
            </a:r>
            <a:r>
              <a:rPr lang="fr-FR" noProof="0" dirty="0" err="1" smtClean="0"/>
              <a:t>with</a:t>
            </a:r>
            <a:r>
              <a:rPr lang="fr-FR" noProof="0" dirty="0" smtClean="0"/>
              <a:t> Advanced Services </a:t>
            </a:r>
          </a:p>
          <a:p>
            <a:r>
              <a:rPr lang="fr-FR" noProof="0" dirty="0" smtClean="0"/>
              <a:t>Conçue comme point d’entrée peu onéreux permettant de démarrer avec SQL Server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Compact Edition</a:t>
            </a:r>
            <a:endParaRPr lang="fr-FR" noProof="0" dirty="0"/>
          </a:p>
        </p:txBody>
      </p:sp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021340"/>
          </a:xfrm>
        </p:spPr>
        <p:txBody>
          <a:bodyPr/>
          <a:lstStyle/>
          <a:p>
            <a:r>
              <a:rPr lang="fr-FR" noProof="0" dirty="0" smtClean="0"/>
              <a:t>Intégration de SQL Server pour un périphérique Pocket PC</a:t>
            </a:r>
          </a:p>
          <a:p>
            <a:r>
              <a:rPr lang="fr-FR" noProof="0" dirty="0" smtClean="0"/>
              <a:t>Nécessite un développement supplémentaire pour les applications de stockage et de recherche des données qui utilisent l’édition Compact</a:t>
            </a:r>
          </a:p>
          <a:p>
            <a:pPr lvl="1"/>
            <a:r>
              <a:rPr lang="fr-FR" noProof="0" dirty="0" smtClean="0"/>
              <a:t>Comprend la fonction de réplication pour synchroniser des données avec SQL Server</a:t>
            </a:r>
          </a:p>
          <a:p>
            <a:pPr lvl="1"/>
            <a:r>
              <a:rPr lang="fr-FR" noProof="0" smtClean="0"/>
              <a:t>Autorise les </a:t>
            </a:r>
            <a:r>
              <a:rPr lang="fr-FR" noProof="0" dirty="0" smtClean="0"/>
              <a:t>transactions et T-SQL</a:t>
            </a:r>
          </a:p>
          <a:p>
            <a:pPr lvl="2"/>
            <a:r>
              <a:rPr lang="fr-FR" noProof="0" dirty="0" smtClean="0"/>
              <a:t>Mais pas les procédures stockées</a:t>
            </a:r>
          </a:p>
          <a:p>
            <a:r>
              <a:rPr lang="fr-FR" noProof="0" dirty="0" smtClean="0"/>
              <a:t>Destinée aux applications s’exécutant sur des Assistants Personnels ou des Smartphones</a:t>
            </a:r>
          </a:p>
        </p:txBody>
      </p:sp>
      <p:sp>
        <p:nvSpPr>
          <p:cNvPr id="665604" name="Text Box 4"/>
          <p:cNvSpPr txBox="1">
            <a:spLocks noChangeArrowheads="1"/>
          </p:cNvSpPr>
          <p:nvPr/>
        </p:nvSpPr>
        <p:spPr bwMode="auto">
          <a:xfrm>
            <a:off x="241300" y="6005740"/>
            <a:ext cx="628650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PDA = Personal Digital Assistant</a:t>
            </a:r>
            <a:br>
              <a:rPr lang="en-US" dirty="0" smtClean="0"/>
            </a:br>
            <a:r>
              <a:rPr lang="en-US" dirty="0" smtClean="0"/>
              <a:t>T-SQL </a:t>
            </a:r>
            <a:r>
              <a:rPr lang="en-US" dirty="0"/>
              <a:t>= Transact-SQL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</a:t>
            </a:r>
            <a:r>
              <a:rPr lang="fr-FR" noProof="0" dirty="0" err="1" smtClean="0"/>
              <a:t>Evaluation</a:t>
            </a:r>
            <a:r>
              <a:rPr lang="fr-FR" noProof="0" dirty="0" smtClean="0"/>
              <a:t> Edition et </a:t>
            </a:r>
            <a:r>
              <a:rPr lang="fr-FR" noProof="0" dirty="0" err="1" smtClean="0"/>
              <a:t>Developer</a:t>
            </a:r>
            <a:r>
              <a:rPr lang="fr-FR" noProof="0" dirty="0" smtClean="0"/>
              <a:t> Edition</a:t>
            </a:r>
            <a:endParaRPr lang="fr-FR" noProof="0" dirty="0"/>
          </a:p>
        </p:txBody>
      </p:sp>
      <p:sp>
        <p:nvSpPr>
          <p:cNvPr id="675843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2590453"/>
          </a:xfrm>
        </p:spPr>
        <p:txBody>
          <a:bodyPr/>
          <a:lstStyle/>
          <a:p>
            <a:r>
              <a:rPr lang="fr-FR" noProof="0" smtClean="0"/>
              <a:t>SQL Server Evaluation Edition comprend toutes les fonctionnalités de Enterprise Edition</a:t>
            </a:r>
          </a:p>
          <a:p>
            <a:pPr lvl="1"/>
            <a:r>
              <a:rPr lang="fr-FR" noProof="0" smtClean="0"/>
              <a:t>Licence d’essai de 120 jours</a:t>
            </a:r>
          </a:p>
          <a:p>
            <a:r>
              <a:rPr lang="fr-FR" noProof="0" smtClean="0"/>
              <a:t>SQL Server Developer Edition comprend également toutes les fonctionnalités de Enterprise</a:t>
            </a:r>
          </a:p>
          <a:p>
            <a:pPr lvl="1"/>
            <a:r>
              <a:rPr lang="fr-FR" noProof="0" smtClean="0"/>
              <a:t>Licence autorisée uniquement pour le développement et le test</a:t>
            </a:r>
          </a:p>
          <a:p>
            <a:pPr lvl="1"/>
            <a:r>
              <a:rPr lang="fr-FR" noProof="0" smtClean="0"/>
              <a:t>Pas autorisée pour une utilisation en production</a:t>
            </a:r>
          </a:p>
          <a:p>
            <a:pPr lvl="1"/>
            <a:r>
              <a:rPr lang="fr-FR" noProof="0" smtClean="0"/>
              <a:t>Peu onéreuse</a:t>
            </a:r>
            <a:endParaRPr lang="fr-FR" noProof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Comparaison des éditions SQL Server</a:t>
            </a:r>
            <a:endParaRPr lang="fr-FR" noProof="0" dirty="0"/>
          </a:p>
        </p:txBody>
      </p:sp>
      <p:sp>
        <p:nvSpPr>
          <p:cNvPr id="677891" name="Rectangle 3"/>
          <p:cNvSpPr>
            <a:spLocks noGrp="1" noChangeArrowheads="1"/>
          </p:cNvSpPr>
          <p:nvPr>
            <p:ph idx="1"/>
          </p:nvPr>
        </p:nvSpPr>
        <p:spPr>
          <a:xfrm>
            <a:off x="258762" y="6211950"/>
            <a:ext cx="8268549" cy="307777"/>
          </a:xfrm>
          <a:noFill/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  <a:buFont typeface="Arial" charset="0"/>
              <a:buNone/>
            </a:pPr>
            <a:r>
              <a:rPr lang="fr-FR" sz="1400" b="0" noProof="0" smtClean="0">
                <a:solidFill>
                  <a:schemeClr val="tx1"/>
                </a:solidFill>
              </a:rPr>
              <a:t>*Avec Express Advanced Services</a:t>
            </a:r>
            <a:endParaRPr lang="fr-FR" sz="1400" b="0" noProof="0">
              <a:solidFill>
                <a:schemeClr val="tx1"/>
              </a:solidFill>
            </a:endParaRPr>
          </a:p>
        </p:txBody>
      </p:sp>
      <p:graphicFrame>
        <p:nvGraphicFramePr>
          <p:cNvPr id="677972" name="Group 84"/>
          <p:cNvGraphicFramePr>
            <a:graphicFrameLocks noGrp="1"/>
          </p:cNvGraphicFramePr>
          <p:nvPr/>
        </p:nvGraphicFramePr>
        <p:xfrm>
          <a:off x="349130" y="1343550"/>
          <a:ext cx="8511848" cy="4213063"/>
        </p:xfrm>
        <a:graphic>
          <a:graphicData uri="http://schemas.openxmlformats.org/drawingml/2006/table">
            <a:tbl>
              <a:tblPr/>
              <a:tblGrid>
                <a:gridCol w="1755450"/>
                <a:gridCol w="1366937"/>
                <a:gridCol w="1340160"/>
                <a:gridCol w="1304134"/>
                <a:gridCol w="1203262"/>
                <a:gridCol w="1541905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Fonction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1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Enterprise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1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Standard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1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Workgroup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1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Web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1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Express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22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Nombre de CPU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Illimité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Mémoire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Illimitée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Illimitée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 Go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Illimitée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 Go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Prise en charge 64-bit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Taille limite de la base de données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524 272 To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524 272 To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524 272 To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524 272 To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 Go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Évolutivité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Haute disponibilité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427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Sécurité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Planification de l’agent SQL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Business Intelligence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Oui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</a:t>
                      </a:r>
                      <a:b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(RS, IS)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</a:t>
                      </a:r>
                      <a:b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fr-FR" sz="15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(RS, IS)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5000"/>
                        <a:buFont typeface="Arial" charset="0"/>
                        <a:buNone/>
                        <a:tabLst/>
                      </a:pPr>
                      <a:r>
                        <a:rPr kumimoji="0" lang="fr-FR" sz="15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Limité</a:t>
                      </a:r>
                      <a:br>
                        <a:rPr kumimoji="0" lang="fr-FR" sz="15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fr-FR" sz="15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(RS*, IS)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pSp>
        <p:nvGrpSpPr>
          <p:cNvPr id="5" name="Group 4"/>
          <p:cNvGrpSpPr>
            <a:grpSpLocks/>
          </p:cNvGrpSpPr>
          <p:nvPr/>
        </p:nvGrpSpPr>
        <p:grpSpPr bwMode="gray">
          <a:xfrm>
            <a:off x="270242" y="5754614"/>
            <a:ext cx="284163" cy="307975"/>
            <a:chOff x="1062" y="191"/>
            <a:chExt cx="216" cy="234"/>
          </a:xfrm>
        </p:grpSpPr>
        <p:sp>
          <p:nvSpPr>
            <p:cNvPr id="6" name="Line 5"/>
            <p:cNvSpPr>
              <a:spLocks noChangeShapeType="1"/>
            </p:cNvSpPr>
            <p:nvPr/>
          </p:nvSpPr>
          <p:spPr bwMode="gray">
            <a:xfrm flipH="1" flipV="1">
              <a:off x="1072" y="199"/>
              <a:ext cx="28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gray">
            <a:xfrm flipH="1">
              <a:off x="1070" y="325"/>
              <a:ext cx="48" cy="5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gray">
            <a:xfrm flipH="1">
              <a:off x="1062" y="295"/>
              <a:ext cx="34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gray">
            <a:xfrm>
              <a:off x="1135" y="368"/>
              <a:ext cx="72" cy="57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2" y="6"/>
                </a:cxn>
                <a:cxn ang="0">
                  <a:pos x="72" y="16"/>
                </a:cxn>
                <a:cxn ang="0">
                  <a:pos x="72" y="26"/>
                </a:cxn>
                <a:cxn ang="0">
                  <a:pos x="72" y="30"/>
                </a:cxn>
                <a:cxn ang="0">
                  <a:pos x="72" y="30"/>
                </a:cxn>
                <a:cxn ang="0">
                  <a:pos x="72" y="36"/>
                </a:cxn>
                <a:cxn ang="0">
                  <a:pos x="72" y="43"/>
                </a:cxn>
                <a:cxn ang="0">
                  <a:pos x="72" y="43"/>
                </a:cxn>
                <a:cxn ang="0">
                  <a:pos x="70" y="49"/>
                </a:cxn>
                <a:cxn ang="0">
                  <a:pos x="62" y="53"/>
                </a:cxn>
                <a:cxn ang="0">
                  <a:pos x="50" y="55"/>
                </a:cxn>
                <a:cxn ang="0">
                  <a:pos x="36" y="57"/>
                </a:cxn>
                <a:cxn ang="0">
                  <a:pos x="36" y="57"/>
                </a:cxn>
                <a:cxn ang="0">
                  <a:pos x="20" y="55"/>
                </a:cxn>
                <a:cxn ang="0">
                  <a:pos x="8" y="53"/>
                </a:cxn>
                <a:cxn ang="0">
                  <a:pos x="2" y="49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3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26"/>
                </a:cxn>
                <a:cxn ang="0">
                  <a:pos x="0" y="1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32" y="0"/>
                </a:cxn>
                <a:cxn ang="0">
                  <a:pos x="52" y="0"/>
                </a:cxn>
                <a:cxn ang="0">
                  <a:pos x="72" y="0"/>
                </a:cxn>
              </a:cxnLst>
              <a:rect l="0" t="0" r="r" b="b"/>
              <a:pathLst>
                <a:path w="72" h="57">
                  <a:moveTo>
                    <a:pt x="72" y="0"/>
                  </a:moveTo>
                  <a:lnTo>
                    <a:pt x="72" y="6"/>
                  </a:lnTo>
                  <a:lnTo>
                    <a:pt x="72" y="16"/>
                  </a:lnTo>
                  <a:lnTo>
                    <a:pt x="72" y="26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6"/>
                  </a:lnTo>
                  <a:lnTo>
                    <a:pt x="72" y="43"/>
                  </a:lnTo>
                  <a:lnTo>
                    <a:pt x="72" y="43"/>
                  </a:lnTo>
                  <a:lnTo>
                    <a:pt x="70" y="49"/>
                  </a:lnTo>
                  <a:lnTo>
                    <a:pt x="62" y="53"/>
                  </a:lnTo>
                  <a:lnTo>
                    <a:pt x="50" y="55"/>
                  </a:lnTo>
                  <a:lnTo>
                    <a:pt x="36" y="57"/>
                  </a:lnTo>
                  <a:lnTo>
                    <a:pt x="36" y="57"/>
                  </a:lnTo>
                  <a:lnTo>
                    <a:pt x="20" y="55"/>
                  </a:lnTo>
                  <a:lnTo>
                    <a:pt x="8" y="53"/>
                  </a:lnTo>
                  <a:lnTo>
                    <a:pt x="2" y="49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5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gray">
            <a:xfrm>
              <a:off x="1135" y="368"/>
              <a:ext cx="72" cy="57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2" y="6"/>
                </a:cxn>
                <a:cxn ang="0">
                  <a:pos x="72" y="16"/>
                </a:cxn>
                <a:cxn ang="0">
                  <a:pos x="72" y="26"/>
                </a:cxn>
                <a:cxn ang="0">
                  <a:pos x="72" y="30"/>
                </a:cxn>
                <a:cxn ang="0">
                  <a:pos x="72" y="30"/>
                </a:cxn>
                <a:cxn ang="0">
                  <a:pos x="72" y="36"/>
                </a:cxn>
                <a:cxn ang="0">
                  <a:pos x="72" y="43"/>
                </a:cxn>
                <a:cxn ang="0">
                  <a:pos x="72" y="43"/>
                </a:cxn>
                <a:cxn ang="0">
                  <a:pos x="70" y="49"/>
                </a:cxn>
                <a:cxn ang="0">
                  <a:pos x="62" y="53"/>
                </a:cxn>
                <a:cxn ang="0">
                  <a:pos x="50" y="55"/>
                </a:cxn>
                <a:cxn ang="0">
                  <a:pos x="36" y="57"/>
                </a:cxn>
                <a:cxn ang="0">
                  <a:pos x="36" y="57"/>
                </a:cxn>
                <a:cxn ang="0">
                  <a:pos x="20" y="55"/>
                </a:cxn>
                <a:cxn ang="0">
                  <a:pos x="8" y="53"/>
                </a:cxn>
                <a:cxn ang="0">
                  <a:pos x="2" y="49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3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26"/>
                </a:cxn>
                <a:cxn ang="0">
                  <a:pos x="0" y="1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32" y="0"/>
                </a:cxn>
                <a:cxn ang="0">
                  <a:pos x="52" y="0"/>
                </a:cxn>
                <a:cxn ang="0">
                  <a:pos x="72" y="0"/>
                </a:cxn>
              </a:cxnLst>
              <a:rect l="0" t="0" r="r" b="b"/>
              <a:pathLst>
                <a:path w="72" h="57">
                  <a:moveTo>
                    <a:pt x="72" y="0"/>
                  </a:moveTo>
                  <a:lnTo>
                    <a:pt x="72" y="6"/>
                  </a:lnTo>
                  <a:lnTo>
                    <a:pt x="72" y="16"/>
                  </a:lnTo>
                  <a:lnTo>
                    <a:pt x="72" y="26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6"/>
                  </a:lnTo>
                  <a:lnTo>
                    <a:pt x="72" y="43"/>
                  </a:lnTo>
                  <a:lnTo>
                    <a:pt x="72" y="43"/>
                  </a:lnTo>
                  <a:lnTo>
                    <a:pt x="70" y="49"/>
                  </a:lnTo>
                  <a:lnTo>
                    <a:pt x="62" y="53"/>
                  </a:lnTo>
                  <a:lnTo>
                    <a:pt x="50" y="55"/>
                  </a:lnTo>
                  <a:lnTo>
                    <a:pt x="36" y="57"/>
                  </a:lnTo>
                  <a:lnTo>
                    <a:pt x="36" y="57"/>
                  </a:lnTo>
                  <a:lnTo>
                    <a:pt x="20" y="55"/>
                  </a:lnTo>
                  <a:lnTo>
                    <a:pt x="8" y="53"/>
                  </a:lnTo>
                  <a:lnTo>
                    <a:pt x="2" y="49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52" y="0"/>
                  </a:lnTo>
                  <a:lnTo>
                    <a:pt x="72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gray">
            <a:xfrm>
              <a:off x="1098" y="191"/>
              <a:ext cx="144" cy="187"/>
            </a:xfrm>
            <a:custGeom>
              <a:avLst/>
              <a:gdLst/>
              <a:ahLst/>
              <a:cxnLst>
                <a:cxn ang="0">
                  <a:pos x="131" y="112"/>
                </a:cxn>
                <a:cxn ang="0">
                  <a:pos x="123" y="122"/>
                </a:cxn>
                <a:cxn ang="0">
                  <a:pos x="119" y="126"/>
                </a:cxn>
                <a:cxn ang="0">
                  <a:pos x="107" y="155"/>
                </a:cxn>
                <a:cxn ang="0">
                  <a:pos x="105" y="163"/>
                </a:cxn>
                <a:cxn ang="0">
                  <a:pos x="105" y="169"/>
                </a:cxn>
                <a:cxn ang="0">
                  <a:pos x="107" y="179"/>
                </a:cxn>
                <a:cxn ang="0">
                  <a:pos x="103" y="181"/>
                </a:cxn>
                <a:cxn ang="0">
                  <a:pos x="87" y="187"/>
                </a:cxn>
                <a:cxn ang="0">
                  <a:pos x="73" y="187"/>
                </a:cxn>
                <a:cxn ang="0">
                  <a:pos x="47" y="185"/>
                </a:cxn>
                <a:cxn ang="0">
                  <a:pos x="39" y="179"/>
                </a:cxn>
                <a:cxn ang="0">
                  <a:pos x="39" y="173"/>
                </a:cxn>
                <a:cxn ang="0">
                  <a:pos x="39" y="169"/>
                </a:cxn>
                <a:cxn ang="0">
                  <a:pos x="39" y="155"/>
                </a:cxn>
                <a:cxn ang="0">
                  <a:pos x="37" y="148"/>
                </a:cxn>
                <a:cxn ang="0">
                  <a:pos x="35" y="138"/>
                </a:cxn>
                <a:cxn ang="0">
                  <a:pos x="25" y="126"/>
                </a:cxn>
                <a:cxn ang="0">
                  <a:pos x="23" y="122"/>
                </a:cxn>
                <a:cxn ang="0">
                  <a:pos x="14" y="112"/>
                </a:cxn>
                <a:cxn ang="0">
                  <a:pos x="14" y="110"/>
                </a:cxn>
                <a:cxn ang="0">
                  <a:pos x="0" y="71"/>
                </a:cxn>
                <a:cxn ang="0">
                  <a:pos x="2" y="57"/>
                </a:cxn>
                <a:cxn ang="0">
                  <a:pos x="14" y="31"/>
                </a:cxn>
                <a:cxn ang="0">
                  <a:pos x="31" y="12"/>
                </a:cxn>
                <a:cxn ang="0">
                  <a:pos x="57" y="2"/>
                </a:cxn>
                <a:cxn ang="0">
                  <a:pos x="73" y="0"/>
                </a:cxn>
                <a:cxn ang="0">
                  <a:pos x="101" y="6"/>
                </a:cxn>
                <a:cxn ang="0">
                  <a:pos x="125" y="22"/>
                </a:cxn>
                <a:cxn ang="0">
                  <a:pos x="138" y="43"/>
                </a:cxn>
                <a:cxn ang="0">
                  <a:pos x="144" y="71"/>
                </a:cxn>
                <a:cxn ang="0">
                  <a:pos x="142" y="90"/>
                </a:cxn>
              </a:cxnLst>
              <a:rect l="0" t="0" r="r" b="b"/>
              <a:pathLst>
                <a:path w="144" h="187">
                  <a:moveTo>
                    <a:pt x="132" y="110"/>
                  </a:moveTo>
                  <a:lnTo>
                    <a:pt x="131" y="112"/>
                  </a:lnTo>
                  <a:lnTo>
                    <a:pt x="129" y="116"/>
                  </a:lnTo>
                  <a:lnTo>
                    <a:pt x="123" y="122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1" y="138"/>
                  </a:lnTo>
                  <a:lnTo>
                    <a:pt x="107" y="155"/>
                  </a:lnTo>
                  <a:lnTo>
                    <a:pt x="107" y="155"/>
                  </a:lnTo>
                  <a:lnTo>
                    <a:pt x="105" y="163"/>
                  </a:lnTo>
                  <a:lnTo>
                    <a:pt x="105" y="169"/>
                  </a:lnTo>
                  <a:lnTo>
                    <a:pt x="105" y="169"/>
                  </a:lnTo>
                  <a:lnTo>
                    <a:pt x="107" y="173"/>
                  </a:lnTo>
                  <a:lnTo>
                    <a:pt x="107" y="179"/>
                  </a:lnTo>
                  <a:lnTo>
                    <a:pt x="107" y="179"/>
                  </a:lnTo>
                  <a:lnTo>
                    <a:pt x="103" y="181"/>
                  </a:lnTo>
                  <a:lnTo>
                    <a:pt x="97" y="185"/>
                  </a:lnTo>
                  <a:lnTo>
                    <a:pt x="87" y="187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59" y="187"/>
                  </a:lnTo>
                  <a:lnTo>
                    <a:pt x="47" y="185"/>
                  </a:lnTo>
                  <a:lnTo>
                    <a:pt x="41" y="181"/>
                  </a:lnTo>
                  <a:lnTo>
                    <a:pt x="39" y="179"/>
                  </a:lnTo>
                  <a:lnTo>
                    <a:pt x="39" y="179"/>
                  </a:lnTo>
                  <a:lnTo>
                    <a:pt x="39" y="173"/>
                  </a:lnTo>
                  <a:lnTo>
                    <a:pt x="39" y="169"/>
                  </a:lnTo>
                  <a:lnTo>
                    <a:pt x="39" y="169"/>
                  </a:lnTo>
                  <a:lnTo>
                    <a:pt x="39" y="163"/>
                  </a:lnTo>
                  <a:lnTo>
                    <a:pt x="39" y="155"/>
                  </a:lnTo>
                  <a:lnTo>
                    <a:pt x="39" y="155"/>
                  </a:lnTo>
                  <a:lnTo>
                    <a:pt x="37" y="148"/>
                  </a:lnTo>
                  <a:lnTo>
                    <a:pt x="35" y="138"/>
                  </a:lnTo>
                  <a:lnTo>
                    <a:pt x="35" y="138"/>
                  </a:lnTo>
                  <a:lnTo>
                    <a:pt x="31" y="132"/>
                  </a:lnTo>
                  <a:lnTo>
                    <a:pt x="25" y="126"/>
                  </a:lnTo>
                  <a:lnTo>
                    <a:pt x="25" y="126"/>
                  </a:lnTo>
                  <a:lnTo>
                    <a:pt x="23" y="122"/>
                  </a:lnTo>
                  <a:lnTo>
                    <a:pt x="18" y="116"/>
                  </a:lnTo>
                  <a:lnTo>
                    <a:pt x="14" y="112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4" y="90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2" y="57"/>
                  </a:lnTo>
                  <a:lnTo>
                    <a:pt x="6" y="43"/>
                  </a:lnTo>
                  <a:lnTo>
                    <a:pt x="14" y="31"/>
                  </a:lnTo>
                  <a:lnTo>
                    <a:pt x="21" y="22"/>
                  </a:lnTo>
                  <a:lnTo>
                    <a:pt x="31" y="12"/>
                  </a:lnTo>
                  <a:lnTo>
                    <a:pt x="45" y="6"/>
                  </a:lnTo>
                  <a:lnTo>
                    <a:pt x="57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2"/>
                  </a:lnTo>
                  <a:lnTo>
                    <a:pt x="132" y="31"/>
                  </a:lnTo>
                  <a:lnTo>
                    <a:pt x="138" y="43"/>
                  </a:lnTo>
                  <a:lnTo>
                    <a:pt x="142" y="57"/>
                  </a:lnTo>
                  <a:lnTo>
                    <a:pt x="144" y="71"/>
                  </a:lnTo>
                  <a:lnTo>
                    <a:pt x="144" y="71"/>
                  </a:lnTo>
                  <a:lnTo>
                    <a:pt x="142" y="90"/>
                  </a:lnTo>
                  <a:lnTo>
                    <a:pt x="132" y="110"/>
                  </a:lnTo>
                </a:path>
              </a:pathLst>
            </a:custGeom>
            <a:solidFill>
              <a:srgbClr val="FFFFCC"/>
            </a:solidFill>
            <a:ln w="63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gray">
            <a:xfrm>
              <a:off x="1068" y="258"/>
              <a:ext cx="20" cy="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gray">
            <a:xfrm flipV="1">
              <a:off x="1242" y="199"/>
              <a:ext cx="28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gray">
            <a:xfrm>
              <a:off x="1225" y="325"/>
              <a:ext cx="47" cy="5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gray">
            <a:xfrm>
              <a:off x="1246" y="295"/>
              <a:ext cx="32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gray">
            <a:xfrm flipH="1">
              <a:off x="1254" y="258"/>
              <a:ext cx="20" cy="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57533" y="5867240"/>
            <a:ext cx="756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http://msdn.microsoft.com/en-us/library/cc645993.aspx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Introduction à SQL Server 2008</a:t>
            </a:r>
            <a:endParaRPr lang="fr-FR" noProof="0" dirty="0"/>
          </a:p>
        </p:txBody>
      </p:sp>
      <p:grpSp>
        <p:nvGrpSpPr>
          <p:cNvPr id="679946" name="Group 10"/>
          <p:cNvGrpSpPr>
            <a:grpSpLocks/>
          </p:cNvGrpSpPr>
          <p:nvPr/>
        </p:nvGrpSpPr>
        <p:grpSpPr bwMode="auto">
          <a:xfrm>
            <a:off x="2886075" y="3340100"/>
            <a:ext cx="228600" cy="311150"/>
            <a:chOff x="208" y="730"/>
            <a:chExt cx="249" cy="292"/>
          </a:xfrm>
        </p:grpSpPr>
        <p:sp>
          <p:nvSpPr>
            <p:cNvPr id="679947" name="AutoShape 11"/>
            <p:cNvSpPr>
              <a:spLocks noChangeArrowheads="1"/>
            </p:cNvSpPr>
            <p:nvPr/>
          </p:nvSpPr>
          <p:spPr bwMode="black">
            <a:xfrm rot="5400000">
              <a:off x="189" y="754"/>
              <a:ext cx="285" cy="248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29412"/>
                    <a:invGamma/>
                  </a:srgbClr>
                </a:gs>
              </a:gsLst>
              <a:lin ang="54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79948" name="Freeform 12"/>
            <p:cNvSpPr>
              <a:spLocks/>
            </p:cNvSpPr>
            <p:nvPr/>
          </p:nvSpPr>
          <p:spPr bwMode="hidden">
            <a:xfrm>
              <a:off x="209" y="730"/>
              <a:ext cx="245" cy="1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5" y="146"/>
                </a:cxn>
                <a:cxn ang="0">
                  <a:pos x="226" y="158"/>
                </a:cxn>
                <a:cxn ang="0">
                  <a:pos x="0" y="23"/>
                </a:cxn>
                <a:cxn ang="0">
                  <a:pos x="0" y="0"/>
                </a:cxn>
              </a:cxnLst>
              <a:rect l="0" t="0" r="r" b="b"/>
              <a:pathLst>
                <a:path w="245" h="158">
                  <a:moveTo>
                    <a:pt x="0" y="0"/>
                  </a:moveTo>
                  <a:lnTo>
                    <a:pt x="245" y="146"/>
                  </a:lnTo>
                  <a:lnTo>
                    <a:pt x="226" y="158"/>
                  </a:lnTo>
                  <a:lnTo>
                    <a:pt x="0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929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949" name="Freeform 13"/>
            <p:cNvSpPr>
              <a:spLocks/>
            </p:cNvSpPr>
            <p:nvPr/>
          </p:nvSpPr>
          <p:spPr bwMode="hidden">
            <a:xfrm>
              <a:off x="209" y="866"/>
              <a:ext cx="248" cy="156"/>
            </a:xfrm>
            <a:custGeom>
              <a:avLst/>
              <a:gdLst/>
              <a:ahLst/>
              <a:cxnLst>
                <a:cxn ang="0">
                  <a:pos x="248" y="12"/>
                </a:cxn>
                <a:cxn ang="0">
                  <a:pos x="0" y="156"/>
                </a:cxn>
                <a:cxn ang="0">
                  <a:pos x="3" y="131"/>
                </a:cxn>
                <a:cxn ang="0">
                  <a:pos x="229" y="0"/>
                </a:cxn>
                <a:cxn ang="0">
                  <a:pos x="248" y="12"/>
                </a:cxn>
              </a:cxnLst>
              <a:rect l="0" t="0" r="r" b="b"/>
              <a:pathLst>
                <a:path w="248" h="156">
                  <a:moveTo>
                    <a:pt x="248" y="12"/>
                  </a:moveTo>
                  <a:lnTo>
                    <a:pt x="0" y="156"/>
                  </a:lnTo>
                  <a:lnTo>
                    <a:pt x="3" y="131"/>
                  </a:lnTo>
                  <a:lnTo>
                    <a:pt x="229" y="0"/>
                  </a:lnTo>
                  <a:lnTo>
                    <a:pt x="248" y="12"/>
                  </a:lnTo>
                  <a:close/>
                </a:path>
              </a:pathLst>
            </a:custGeom>
            <a:solidFill>
              <a:srgbClr val="360000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162300" y="2176463"/>
            <a:ext cx="3989938" cy="3264996"/>
          </a:xfrm>
          <a:noFill/>
        </p:spPr>
        <p:txBody>
          <a:bodyPr lIns="0" tIns="0" rIns="0" bIns="0"/>
          <a:lstStyle/>
          <a:p>
            <a:pPr>
              <a:spcBef>
                <a:spcPts val="2500"/>
              </a:spcBef>
              <a:buNone/>
            </a:pPr>
            <a:r>
              <a:rPr lang="fr-FR" noProof="0" smtClean="0"/>
              <a:t>Découvrir SQL Server 2008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Les éditions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Architecture client/serveur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Composants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Installer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Outils de SQL Server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L’environnement SQL Server</a:t>
            </a:r>
            <a:endParaRPr lang="fr-FR" noProof="0" dirty="0"/>
          </a:p>
        </p:txBody>
      </p:sp>
      <p:sp>
        <p:nvSpPr>
          <p:cNvPr id="686084" name="AutoShape 4"/>
          <p:cNvSpPr>
            <a:spLocks/>
          </p:cNvSpPr>
          <p:nvPr/>
        </p:nvSpPr>
        <p:spPr bwMode="gray">
          <a:xfrm>
            <a:off x="901038" y="1618571"/>
            <a:ext cx="431800" cy="4024239"/>
          </a:xfrm>
          <a:prstGeom prst="leftBrace">
            <a:avLst>
              <a:gd name="adj1" fmla="val 72304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 dirty="0"/>
          </a:p>
        </p:txBody>
      </p:sp>
      <p:sp>
        <p:nvSpPr>
          <p:cNvPr id="686085" name="Text Box 5"/>
          <p:cNvSpPr txBox="1">
            <a:spLocks noChangeArrowheads="1"/>
          </p:cNvSpPr>
          <p:nvPr/>
        </p:nvSpPr>
        <p:spPr bwMode="gray">
          <a:xfrm>
            <a:off x="173963" y="3495840"/>
            <a:ext cx="7270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Clients</a:t>
            </a:r>
          </a:p>
        </p:txBody>
      </p:sp>
      <p:sp>
        <p:nvSpPr>
          <p:cNvPr id="686086" name="Text Box 6"/>
          <p:cNvSpPr txBox="1">
            <a:spLocks noChangeArrowheads="1"/>
          </p:cNvSpPr>
          <p:nvPr/>
        </p:nvSpPr>
        <p:spPr bwMode="gray">
          <a:xfrm>
            <a:off x="6635088" y="2005013"/>
            <a:ext cx="18145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SQL Server</a:t>
            </a:r>
          </a:p>
          <a:p>
            <a:r>
              <a:rPr lang="en-US" smtClean="0"/>
              <a:t>Analysis Services</a:t>
            </a:r>
            <a:endParaRPr lang="en-US" dirty="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gray">
          <a:xfrm>
            <a:off x="4533238" y="1866900"/>
            <a:ext cx="406400" cy="3898900"/>
            <a:chOff x="2512" y="1056"/>
            <a:chExt cx="256" cy="2456"/>
          </a:xfrm>
        </p:grpSpPr>
        <p:sp>
          <p:nvSpPr>
            <p:cNvPr id="686088" name="Rectangle 8"/>
            <p:cNvSpPr>
              <a:spLocks noChangeArrowheads="1"/>
            </p:cNvSpPr>
            <p:nvPr/>
          </p:nvSpPr>
          <p:spPr bwMode="gray">
            <a:xfrm>
              <a:off x="2512" y="1112"/>
              <a:ext cx="256" cy="236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686089" name="Oval 9"/>
            <p:cNvSpPr>
              <a:spLocks noChangeArrowheads="1"/>
            </p:cNvSpPr>
            <p:nvPr/>
          </p:nvSpPr>
          <p:spPr bwMode="gray">
            <a:xfrm>
              <a:off x="2512" y="1056"/>
              <a:ext cx="25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686090" name="Oval 10"/>
            <p:cNvSpPr>
              <a:spLocks noChangeArrowheads="1"/>
            </p:cNvSpPr>
            <p:nvPr/>
          </p:nvSpPr>
          <p:spPr bwMode="gray">
            <a:xfrm>
              <a:off x="2512" y="3416"/>
              <a:ext cx="25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686091" name="Line 11"/>
          <p:cNvSpPr>
            <a:spLocks noChangeShapeType="1"/>
          </p:cNvSpPr>
          <p:nvPr/>
        </p:nvSpPr>
        <p:spPr bwMode="gray">
          <a:xfrm>
            <a:off x="4736438" y="2184400"/>
            <a:ext cx="0" cy="299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86092" name="Line 12"/>
          <p:cNvSpPr>
            <a:spLocks noChangeShapeType="1"/>
          </p:cNvSpPr>
          <p:nvPr/>
        </p:nvSpPr>
        <p:spPr bwMode="gray">
          <a:xfrm flipH="1">
            <a:off x="3364838" y="2187575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86093" name="Line 13"/>
          <p:cNvSpPr>
            <a:spLocks noChangeShapeType="1"/>
          </p:cNvSpPr>
          <p:nvPr/>
        </p:nvSpPr>
        <p:spPr bwMode="gray">
          <a:xfrm flipH="1">
            <a:off x="3364838" y="35814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86094" name="Line 14"/>
          <p:cNvSpPr>
            <a:spLocks noChangeShapeType="1"/>
          </p:cNvSpPr>
          <p:nvPr/>
        </p:nvSpPr>
        <p:spPr bwMode="gray">
          <a:xfrm flipH="1">
            <a:off x="3364838" y="5165725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86095" name="Line 15"/>
          <p:cNvSpPr>
            <a:spLocks noChangeShapeType="1"/>
          </p:cNvSpPr>
          <p:nvPr/>
        </p:nvSpPr>
        <p:spPr bwMode="gray">
          <a:xfrm flipH="1">
            <a:off x="4736438" y="4595813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gray">
          <a:xfrm>
            <a:off x="5930238" y="3792538"/>
            <a:ext cx="728663" cy="1600200"/>
            <a:chOff x="3705" y="138"/>
            <a:chExt cx="459" cy="1008"/>
          </a:xfrm>
        </p:grpSpPr>
        <p:sp>
          <p:nvSpPr>
            <p:cNvPr id="686097" name="Freeform 17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0" y="962"/>
                </a:cxn>
                <a:cxn ang="0">
                  <a:pos x="0" y="217"/>
                </a:cxn>
                <a:cxn ang="0">
                  <a:pos x="209" y="0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0" y="962"/>
                  </a:moveTo>
                  <a:lnTo>
                    <a:pt x="0" y="217"/>
                  </a:lnTo>
                  <a:lnTo>
                    <a:pt x="209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098" name="Freeform 18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  <a:cxn ang="0">
                  <a:pos x="209" y="0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099" name="Freeform 19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0" name="Freeform 20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  <a:cxn ang="0">
                  <a:pos x="0" y="194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1" name="Freeform 21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2" name="Freeform 22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3" name="Freeform 23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4" name="Freeform 24"/>
            <p:cNvSpPr>
              <a:spLocks/>
            </p:cNvSpPr>
            <p:nvPr/>
          </p:nvSpPr>
          <p:spPr bwMode="gray">
            <a:xfrm>
              <a:off x="3728" y="870"/>
              <a:ext cx="203" cy="2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3" y="71"/>
                </a:cxn>
                <a:cxn ang="0">
                  <a:pos x="203" y="234"/>
                </a:cxn>
                <a:cxn ang="0">
                  <a:pos x="0" y="163"/>
                </a:cxn>
                <a:cxn ang="0">
                  <a:pos x="0" y="0"/>
                </a:cxn>
              </a:cxnLst>
              <a:rect l="0" t="0" r="r" b="b"/>
              <a:pathLst>
                <a:path w="203" h="234">
                  <a:moveTo>
                    <a:pt x="0" y="0"/>
                  </a:moveTo>
                  <a:lnTo>
                    <a:pt x="203" y="71"/>
                  </a:lnTo>
                  <a:lnTo>
                    <a:pt x="203" y="234"/>
                  </a:lnTo>
                  <a:lnTo>
                    <a:pt x="0" y="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5" name="Freeform 25"/>
            <p:cNvSpPr>
              <a:spLocks/>
            </p:cNvSpPr>
            <p:nvPr/>
          </p:nvSpPr>
          <p:spPr bwMode="gray">
            <a:xfrm>
              <a:off x="3739" y="505"/>
              <a:ext cx="164" cy="1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4" y="59"/>
                </a:cxn>
                <a:cxn ang="0">
                  <a:pos x="164" y="115"/>
                </a:cxn>
                <a:cxn ang="0">
                  <a:pos x="0" y="56"/>
                </a:cxn>
                <a:cxn ang="0">
                  <a:pos x="0" y="0"/>
                </a:cxn>
              </a:cxnLst>
              <a:rect l="0" t="0" r="r" b="b"/>
              <a:pathLst>
                <a:path w="164" h="115">
                  <a:moveTo>
                    <a:pt x="0" y="0"/>
                  </a:moveTo>
                  <a:lnTo>
                    <a:pt x="164" y="59"/>
                  </a:lnTo>
                  <a:lnTo>
                    <a:pt x="164" y="115"/>
                  </a:lnTo>
                  <a:lnTo>
                    <a:pt x="0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6" name="Freeform 26"/>
            <p:cNvSpPr>
              <a:spLocks/>
            </p:cNvSpPr>
            <p:nvPr/>
          </p:nvSpPr>
          <p:spPr bwMode="gray">
            <a:xfrm>
              <a:off x="3820" y="547"/>
              <a:ext cx="71" cy="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25"/>
                </a:cxn>
                <a:cxn ang="0">
                  <a:pos x="71" y="58"/>
                </a:cxn>
                <a:cxn ang="0">
                  <a:pos x="0" y="33"/>
                </a:cxn>
                <a:cxn ang="0">
                  <a:pos x="0" y="0"/>
                </a:cxn>
              </a:cxnLst>
              <a:rect l="0" t="0" r="r" b="b"/>
              <a:pathLst>
                <a:path w="71" h="58">
                  <a:moveTo>
                    <a:pt x="0" y="0"/>
                  </a:moveTo>
                  <a:lnTo>
                    <a:pt x="71" y="25"/>
                  </a:lnTo>
                  <a:lnTo>
                    <a:pt x="71" y="58"/>
                  </a:lnTo>
                  <a:lnTo>
                    <a:pt x="0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7" name="Freeform 27"/>
            <p:cNvSpPr>
              <a:spLocks/>
            </p:cNvSpPr>
            <p:nvPr/>
          </p:nvSpPr>
          <p:spPr bwMode="gray">
            <a:xfrm>
              <a:off x="3728" y="712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3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8" name="Freeform 28"/>
            <p:cNvSpPr>
              <a:spLocks/>
            </p:cNvSpPr>
            <p:nvPr/>
          </p:nvSpPr>
          <p:spPr bwMode="gray">
            <a:xfrm>
              <a:off x="3728" y="643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2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09" name="Freeform 29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10" name="Freeform 30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</a:path>
              </a:pathLst>
            </a:custGeom>
            <a:noFill/>
            <a:ln w="3175">
              <a:solidFill>
                <a:srgbClr val="AAAAAA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11" name="Freeform 31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112" name="Freeform 32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86207" name="Text Box 127"/>
          <p:cNvSpPr txBox="1">
            <a:spLocks noChangeArrowheads="1"/>
          </p:cNvSpPr>
          <p:nvPr/>
        </p:nvSpPr>
        <p:spPr bwMode="gray">
          <a:xfrm>
            <a:off x="1294738" y="1573213"/>
            <a:ext cx="1339850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fr-FR" b="1" smtClean="0"/>
              <a:t>Développeur</a:t>
            </a:r>
          </a:p>
          <a:p>
            <a:r>
              <a:rPr lang="fr-FR" smtClean="0"/>
              <a:t>Visual Studio</a:t>
            </a:r>
          </a:p>
          <a:p>
            <a:r>
              <a:rPr lang="fr-FR" smtClean="0"/>
              <a:t>BI Studio</a:t>
            </a:r>
            <a:endParaRPr lang="fr-FR"/>
          </a:p>
        </p:txBody>
      </p:sp>
      <p:sp>
        <p:nvSpPr>
          <p:cNvPr id="686208" name="Text Box 128"/>
          <p:cNvSpPr txBox="1">
            <a:spLocks noChangeArrowheads="1"/>
          </p:cNvSpPr>
          <p:nvPr/>
        </p:nvSpPr>
        <p:spPr bwMode="gray">
          <a:xfrm>
            <a:off x="1272513" y="2928938"/>
            <a:ext cx="1617751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b="1" smtClean="0"/>
              <a:t>Analystes métier</a:t>
            </a:r>
          </a:p>
          <a:p>
            <a:r>
              <a:rPr lang="fr-FR" smtClean="0"/>
              <a:t>Excel</a:t>
            </a:r>
          </a:p>
          <a:p>
            <a:r>
              <a:rPr lang="fr-FR" smtClean="0"/>
              <a:t>Report Builder</a:t>
            </a:r>
            <a:endParaRPr lang="fr-FR"/>
          </a:p>
        </p:txBody>
      </p:sp>
      <p:sp>
        <p:nvSpPr>
          <p:cNvPr id="686209" name="Text Box 129"/>
          <p:cNvSpPr txBox="1">
            <a:spLocks noChangeArrowheads="1"/>
          </p:cNvSpPr>
          <p:nvPr/>
        </p:nvSpPr>
        <p:spPr bwMode="gray">
          <a:xfrm>
            <a:off x="1199488" y="4170363"/>
            <a:ext cx="1786066" cy="738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b="1" smtClean="0"/>
              <a:t>Administrateur</a:t>
            </a:r>
          </a:p>
          <a:p>
            <a:r>
              <a:rPr lang="fr-FR" smtClean="0"/>
              <a:t>Management Studio</a:t>
            </a:r>
          </a:p>
          <a:p>
            <a:r>
              <a:rPr lang="fr-FR" smtClean="0"/>
              <a:t>Report Manager</a:t>
            </a:r>
            <a:endParaRPr lang="fr-FR"/>
          </a:p>
        </p:txBody>
      </p:sp>
      <p:sp>
        <p:nvSpPr>
          <p:cNvPr id="686210" name="Line 130"/>
          <p:cNvSpPr>
            <a:spLocks noChangeShapeType="1"/>
          </p:cNvSpPr>
          <p:nvPr/>
        </p:nvSpPr>
        <p:spPr bwMode="gray">
          <a:xfrm flipH="1">
            <a:off x="4736438" y="2805113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grpSp>
        <p:nvGrpSpPr>
          <p:cNvPr id="8" name="Group 131"/>
          <p:cNvGrpSpPr>
            <a:grpSpLocks/>
          </p:cNvGrpSpPr>
          <p:nvPr/>
        </p:nvGrpSpPr>
        <p:grpSpPr bwMode="gray">
          <a:xfrm>
            <a:off x="5942938" y="1989138"/>
            <a:ext cx="728663" cy="1600200"/>
            <a:chOff x="3705" y="138"/>
            <a:chExt cx="459" cy="1008"/>
          </a:xfrm>
        </p:grpSpPr>
        <p:sp>
          <p:nvSpPr>
            <p:cNvPr id="686212" name="Freeform 132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0" y="962"/>
                </a:cxn>
                <a:cxn ang="0">
                  <a:pos x="0" y="217"/>
                </a:cxn>
                <a:cxn ang="0">
                  <a:pos x="209" y="0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0" y="962"/>
                  </a:moveTo>
                  <a:lnTo>
                    <a:pt x="0" y="217"/>
                  </a:lnTo>
                  <a:lnTo>
                    <a:pt x="209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13" name="Freeform 133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  <a:cxn ang="0">
                  <a:pos x="209" y="0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14" name="Freeform 134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15" name="Freeform 135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  <a:cxn ang="0">
                  <a:pos x="0" y="194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16" name="Freeform 136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17" name="Freeform 137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18" name="Freeform 138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19" name="Freeform 139"/>
            <p:cNvSpPr>
              <a:spLocks/>
            </p:cNvSpPr>
            <p:nvPr/>
          </p:nvSpPr>
          <p:spPr bwMode="gray">
            <a:xfrm>
              <a:off x="3728" y="870"/>
              <a:ext cx="203" cy="2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3" y="71"/>
                </a:cxn>
                <a:cxn ang="0">
                  <a:pos x="203" y="234"/>
                </a:cxn>
                <a:cxn ang="0">
                  <a:pos x="0" y="163"/>
                </a:cxn>
                <a:cxn ang="0">
                  <a:pos x="0" y="0"/>
                </a:cxn>
              </a:cxnLst>
              <a:rect l="0" t="0" r="r" b="b"/>
              <a:pathLst>
                <a:path w="203" h="234">
                  <a:moveTo>
                    <a:pt x="0" y="0"/>
                  </a:moveTo>
                  <a:lnTo>
                    <a:pt x="203" y="71"/>
                  </a:lnTo>
                  <a:lnTo>
                    <a:pt x="203" y="234"/>
                  </a:lnTo>
                  <a:lnTo>
                    <a:pt x="0" y="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0" name="Freeform 140"/>
            <p:cNvSpPr>
              <a:spLocks/>
            </p:cNvSpPr>
            <p:nvPr/>
          </p:nvSpPr>
          <p:spPr bwMode="gray">
            <a:xfrm>
              <a:off x="3739" y="505"/>
              <a:ext cx="164" cy="1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4" y="59"/>
                </a:cxn>
                <a:cxn ang="0">
                  <a:pos x="164" y="115"/>
                </a:cxn>
                <a:cxn ang="0">
                  <a:pos x="0" y="56"/>
                </a:cxn>
                <a:cxn ang="0">
                  <a:pos x="0" y="0"/>
                </a:cxn>
              </a:cxnLst>
              <a:rect l="0" t="0" r="r" b="b"/>
              <a:pathLst>
                <a:path w="164" h="115">
                  <a:moveTo>
                    <a:pt x="0" y="0"/>
                  </a:moveTo>
                  <a:lnTo>
                    <a:pt x="164" y="59"/>
                  </a:lnTo>
                  <a:lnTo>
                    <a:pt x="164" y="115"/>
                  </a:lnTo>
                  <a:lnTo>
                    <a:pt x="0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1" name="Freeform 141"/>
            <p:cNvSpPr>
              <a:spLocks/>
            </p:cNvSpPr>
            <p:nvPr/>
          </p:nvSpPr>
          <p:spPr bwMode="gray">
            <a:xfrm>
              <a:off x="3820" y="547"/>
              <a:ext cx="71" cy="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25"/>
                </a:cxn>
                <a:cxn ang="0">
                  <a:pos x="71" y="58"/>
                </a:cxn>
                <a:cxn ang="0">
                  <a:pos x="0" y="33"/>
                </a:cxn>
                <a:cxn ang="0">
                  <a:pos x="0" y="0"/>
                </a:cxn>
              </a:cxnLst>
              <a:rect l="0" t="0" r="r" b="b"/>
              <a:pathLst>
                <a:path w="71" h="58">
                  <a:moveTo>
                    <a:pt x="0" y="0"/>
                  </a:moveTo>
                  <a:lnTo>
                    <a:pt x="71" y="25"/>
                  </a:lnTo>
                  <a:lnTo>
                    <a:pt x="71" y="58"/>
                  </a:lnTo>
                  <a:lnTo>
                    <a:pt x="0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2" name="Freeform 142"/>
            <p:cNvSpPr>
              <a:spLocks/>
            </p:cNvSpPr>
            <p:nvPr/>
          </p:nvSpPr>
          <p:spPr bwMode="gray">
            <a:xfrm>
              <a:off x="3728" y="712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3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3" name="Freeform 143"/>
            <p:cNvSpPr>
              <a:spLocks/>
            </p:cNvSpPr>
            <p:nvPr/>
          </p:nvSpPr>
          <p:spPr bwMode="gray">
            <a:xfrm>
              <a:off x="3728" y="643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2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4" name="Freeform 144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5" name="Freeform 145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</a:path>
              </a:pathLst>
            </a:custGeom>
            <a:noFill/>
            <a:ln w="3175">
              <a:solidFill>
                <a:srgbClr val="AAAAAA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6" name="Freeform 146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227" name="Freeform 147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86228" name="Text Box 148"/>
          <p:cNvSpPr txBox="1">
            <a:spLocks noChangeArrowheads="1"/>
          </p:cNvSpPr>
          <p:nvPr/>
        </p:nvSpPr>
        <p:spPr bwMode="gray">
          <a:xfrm>
            <a:off x="6635088" y="3922713"/>
            <a:ext cx="181451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mtClean="0"/>
              <a:t>Reporting Services</a:t>
            </a:r>
            <a:endParaRPr lang="en-US" dirty="0"/>
          </a:p>
        </p:txBody>
      </p:sp>
      <p:sp>
        <p:nvSpPr>
          <p:cNvPr id="686229" name="AutoShape 149"/>
          <p:cNvSpPr>
            <a:spLocks noChangeArrowheads="1"/>
          </p:cNvSpPr>
          <p:nvPr/>
        </p:nvSpPr>
        <p:spPr bwMode="gray">
          <a:xfrm rot="15984139">
            <a:off x="7688088" y="3113088"/>
            <a:ext cx="1881187" cy="561975"/>
          </a:xfrm>
          <a:prstGeom prst="curvedUpArrow">
            <a:avLst>
              <a:gd name="adj1" fmla="val 35629"/>
              <a:gd name="adj2" fmla="val 102578"/>
              <a:gd name="adj3" fmla="val 33333"/>
            </a:avLst>
          </a:prstGeom>
          <a:solidFill>
            <a:schemeClr val="accent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/>
          </a:p>
        </p:txBody>
      </p:sp>
      <p:grpSp>
        <p:nvGrpSpPr>
          <p:cNvPr id="149" name="Group 148"/>
          <p:cNvGrpSpPr/>
          <p:nvPr/>
        </p:nvGrpSpPr>
        <p:grpSpPr bwMode="gray">
          <a:xfrm>
            <a:off x="2704390" y="1926126"/>
            <a:ext cx="772704" cy="777961"/>
            <a:chOff x="5546420" y="3519715"/>
            <a:chExt cx="2182431" cy="2197277"/>
          </a:xfrm>
        </p:grpSpPr>
        <p:grpSp>
          <p:nvGrpSpPr>
            <p:cNvPr id="150" name="Group 1682"/>
            <p:cNvGrpSpPr/>
            <p:nvPr/>
          </p:nvGrpSpPr>
          <p:grpSpPr bwMode="gray">
            <a:xfrm>
              <a:off x="5546420" y="3529613"/>
              <a:ext cx="955123" cy="1499493"/>
              <a:chOff x="5546420" y="3529613"/>
              <a:chExt cx="955123" cy="1499493"/>
            </a:xfrm>
          </p:grpSpPr>
          <p:sp>
            <p:nvSpPr>
              <p:cNvPr id="936" name="Freeform 336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2574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4" y="527"/>
                  </a:cxn>
                  <a:cxn ang="0">
                    <a:pos x="151" y="626"/>
                  </a:cxn>
                  <a:cxn ang="0">
                    <a:pos x="151" y="0"/>
                  </a:cxn>
                  <a:cxn ang="0">
                    <a:pos x="0" y="79"/>
                  </a:cxn>
                </a:cxnLst>
                <a:rect l="0" t="0" r="r" b="b"/>
                <a:pathLst>
                  <a:path w="151" h="626">
                    <a:moveTo>
                      <a:pt x="0" y="79"/>
                    </a:moveTo>
                    <a:lnTo>
                      <a:pt x="4" y="527"/>
                    </a:lnTo>
                    <a:lnTo>
                      <a:pt x="151" y="626"/>
                    </a:lnTo>
                    <a:lnTo>
                      <a:pt x="151" y="0"/>
                    </a:lnTo>
                    <a:lnTo>
                      <a:pt x="0" y="7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7" name="Freeform 337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4843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5" y="527"/>
                  </a:cxn>
                  <a:cxn ang="0">
                    <a:pos x="152" y="626"/>
                  </a:cxn>
                  <a:cxn ang="0">
                    <a:pos x="152" y="0"/>
                  </a:cxn>
                  <a:cxn ang="0">
                    <a:pos x="0" y="79"/>
                  </a:cxn>
                </a:cxnLst>
                <a:rect l="0" t="0" r="r" b="b"/>
                <a:pathLst>
                  <a:path w="152" h="626">
                    <a:moveTo>
                      <a:pt x="0" y="79"/>
                    </a:moveTo>
                    <a:lnTo>
                      <a:pt x="5" y="527"/>
                    </a:lnTo>
                    <a:lnTo>
                      <a:pt x="152" y="626"/>
                    </a:lnTo>
                    <a:lnTo>
                      <a:pt x="152" y="0"/>
                    </a:lnTo>
                    <a:lnTo>
                      <a:pt x="0" y="79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8" name="Freeform 338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Freeform 339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C0C0C0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0" name="Freeform 340"/>
              <p:cNvSpPr>
                <a:spLocks/>
              </p:cNvSpPr>
              <p:nvPr/>
            </p:nvSpPr>
            <p:spPr bwMode="gray">
              <a:xfrm flipH="1">
                <a:off x="5550957" y="4955470"/>
                <a:ext cx="621624" cy="73636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0" y="41"/>
                  </a:cxn>
                  <a:cxn ang="0">
                    <a:pos x="100" y="111"/>
                  </a:cxn>
                  <a:cxn ang="0">
                    <a:pos x="474" y="84"/>
                  </a:cxn>
                  <a:cxn ang="0">
                    <a:pos x="542" y="75"/>
                  </a:cxn>
                  <a:cxn ang="0">
                    <a:pos x="1048" y="23"/>
                  </a:cxn>
                  <a:cxn ang="0">
                    <a:pos x="1048" y="23"/>
                  </a:cxn>
                  <a:cxn ang="0">
                    <a:pos x="1048" y="0"/>
                  </a:cxn>
                  <a:cxn ang="0">
                    <a:pos x="538" y="44"/>
                  </a:cxn>
                  <a:cxn ang="0">
                    <a:pos x="478" y="53"/>
                  </a:cxn>
                  <a:cxn ang="0">
                    <a:pos x="88" y="73"/>
                  </a:cxn>
                  <a:cxn ang="0">
                    <a:pos x="88" y="73"/>
                  </a:cxn>
                  <a:cxn ang="0">
                    <a:pos x="0" y="12"/>
                  </a:cxn>
                </a:cxnLst>
                <a:rect l="0" t="0" r="r" b="b"/>
                <a:pathLst>
                  <a:path w="1048" h="125">
                    <a:moveTo>
                      <a:pt x="0" y="12"/>
                    </a:moveTo>
                    <a:lnTo>
                      <a:pt x="0" y="41"/>
                    </a:lnTo>
                    <a:lnTo>
                      <a:pt x="100" y="111"/>
                    </a:lnTo>
                    <a:cubicBezTo>
                      <a:pt x="225" y="125"/>
                      <a:pt x="352" y="117"/>
                      <a:pt x="474" y="84"/>
                    </a:cubicBezTo>
                    <a:cubicBezTo>
                      <a:pt x="493" y="78"/>
                      <a:pt x="522" y="73"/>
                      <a:pt x="542" y="75"/>
                    </a:cubicBezTo>
                    <a:cubicBezTo>
                      <a:pt x="715" y="81"/>
                      <a:pt x="879" y="64"/>
                      <a:pt x="1048" y="23"/>
                    </a:cubicBezTo>
                    <a:lnTo>
                      <a:pt x="1048" y="23"/>
                    </a:lnTo>
                    <a:lnTo>
                      <a:pt x="1048" y="0"/>
                    </a:lnTo>
                    <a:cubicBezTo>
                      <a:pt x="879" y="29"/>
                      <a:pt x="709" y="43"/>
                      <a:pt x="538" y="44"/>
                    </a:cubicBezTo>
                    <a:cubicBezTo>
                      <a:pt x="517" y="44"/>
                      <a:pt x="497" y="47"/>
                      <a:pt x="478" y="53"/>
                    </a:cubicBezTo>
                    <a:cubicBezTo>
                      <a:pt x="351" y="91"/>
                      <a:pt x="218" y="98"/>
                      <a:pt x="88" y="73"/>
                    </a:cubicBezTo>
                    <a:lnTo>
                      <a:pt x="88" y="73"/>
                    </a:lnTo>
                    <a:lnTo>
                      <a:pt x="0" y="1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Freeform 341"/>
              <p:cNvSpPr>
                <a:spLocks/>
              </p:cNvSpPr>
              <p:nvPr/>
            </p:nvSpPr>
            <p:spPr bwMode="gray">
              <a:xfrm flipH="1">
                <a:off x="5550957" y="4910842"/>
                <a:ext cx="621624" cy="100412"/>
              </a:xfrm>
              <a:custGeom>
                <a:avLst/>
                <a:gdLst/>
                <a:ahLst/>
                <a:cxnLst>
                  <a:cxn ang="0">
                    <a:pos x="0" y="369"/>
                  </a:cxn>
                  <a:cxn ang="0">
                    <a:pos x="360" y="621"/>
                  </a:cxn>
                  <a:cxn ang="0">
                    <a:pos x="1958" y="539"/>
                  </a:cxn>
                  <a:cxn ang="0">
                    <a:pos x="2276" y="500"/>
                  </a:cxn>
                  <a:cxn ang="0">
                    <a:pos x="4296" y="321"/>
                  </a:cxn>
                  <a:cxn ang="0">
                    <a:pos x="4296" y="321"/>
                  </a:cxn>
                  <a:cxn ang="0">
                    <a:pos x="4080" y="129"/>
                  </a:cxn>
                  <a:cxn ang="0">
                    <a:pos x="0" y="369"/>
                  </a:cxn>
                </a:cxnLst>
                <a:rect l="0" t="0" r="r" b="b"/>
                <a:pathLst>
                  <a:path w="4296" h="708">
                    <a:moveTo>
                      <a:pt x="0" y="369"/>
                    </a:moveTo>
                    <a:lnTo>
                      <a:pt x="360" y="621"/>
                    </a:lnTo>
                    <a:cubicBezTo>
                      <a:pt x="893" y="708"/>
                      <a:pt x="1438" y="680"/>
                      <a:pt x="1958" y="539"/>
                    </a:cubicBezTo>
                    <a:cubicBezTo>
                      <a:pt x="2062" y="509"/>
                      <a:pt x="2169" y="496"/>
                      <a:pt x="2276" y="500"/>
                    </a:cubicBezTo>
                    <a:cubicBezTo>
                      <a:pt x="2953" y="494"/>
                      <a:pt x="3629" y="434"/>
                      <a:pt x="4296" y="321"/>
                    </a:cubicBezTo>
                    <a:lnTo>
                      <a:pt x="4296" y="321"/>
                    </a:lnTo>
                    <a:lnTo>
                      <a:pt x="4080" y="129"/>
                    </a:lnTo>
                    <a:cubicBezTo>
                      <a:pt x="2716" y="0"/>
                      <a:pt x="1340" y="81"/>
                      <a:pt x="0" y="3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" name="Freeform 342"/>
              <p:cNvSpPr>
                <a:spLocks/>
              </p:cNvSpPr>
              <p:nvPr/>
            </p:nvSpPr>
            <p:spPr bwMode="gray">
              <a:xfrm flipH="1">
                <a:off x="5550957" y="3543001"/>
                <a:ext cx="628430" cy="118264"/>
              </a:xfrm>
              <a:custGeom>
                <a:avLst/>
                <a:gdLst/>
                <a:ahLst/>
                <a:cxnLst>
                  <a:cxn ang="0">
                    <a:pos x="0" y="257"/>
                  </a:cxn>
                  <a:cxn ang="0">
                    <a:pos x="4344" y="293"/>
                  </a:cxn>
                  <a:cxn ang="0">
                    <a:pos x="2016" y="161"/>
                  </a:cxn>
                  <a:cxn ang="0">
                    <a:pos x="408" y="65"/>
                  </a:cxn>
                  <a:cxn ang="0">
                    <a:pos x="408" y="65"/>
                  </a:cxn>
                  <a:cxn ang="0">
                    <a:pos x="0" y="257"/>
                  </a:cxn>
                </a:cxnLst>
                <a:rect l="0" t="0" r="r" b="b"/>
                <a:pathLst>
                  <a:path w="4344" h="831">
                    <a:moveTo>
                      <a:pt x="0" y="257"/>
                    </a:moveTo>
                    <a:cubicBezTo>
                      <a:pt x="1392" y="819"/>
                      <a:pt x="2944" y="831"/>
                      <a:pt x="4344" y="293"/>
                    </a:cubicBezTo>
                    <a:cubicBezTo>
                      <a:pt x="3575" y="168"/>
                      <a:pt x="2795" y="124"/>
                      <a:pt x="2016" y="161"/>
                    </a:cubicBezTo>
                    <a:cubicBezTo>
                      <a:pt x="1491" y="32"/>
                      <a:pt x="946" y="0"/>
                      <a:pt x="408" y="65"/>
                    </a:cubicBezTo>
                    <a:lnTo>
                      <a:pt x="408" y="65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" name="Freeform 343"/>
              <p:cNvSpPr>
                <a:spLocks/>
              </p:cNvSpPr>
              <p:nvPr/>
            </p:nvSpPr>
            <p:spPr bwMode="gray">
              <a:xfrm flipH="1">
                <a:off x="5550957" y="3529613"/>
                <a:ext cx="630699" cy="55785"/>
              </a:xfrm>
              <a:custGeom>
                <a:avLst/>
                <a:gdLst/>
                <a:ahLst/>
                <a:cxnLst>
                  <a:cxn ang="0">
                    <a:pos x="2016" y="119"/>
                  </a:cxn>
                  <a:cxn ang="0">
                    <a:pos x="1644" y="47"/>
                  </a:cxn>
                  <a:cxn ang="0">
                    <a:pos x="408" y="35"/>
                  </a:cxn>
                  <a:cxn ang="0">
                    <a:pos x="0" y="251"/>
                  </a:cxn>
                  <a:cxn ang="0">
                    <a:pos x="0" y="251"/>
                  </a:cxn>
                  <a:cxn ang="0">
                    <a:pos x="0" y="347"/>
                  </a:cxn>
                  <a:cxn ang="0">
                    <a:pos x="408" y="155"/>
                  </a:cxn>
                  <a:cxn ang="0">
                    <a:pos x="1644" y="167"/>
                  </a:cxn>
                  <a:cxn ang="0">
                    <a:pos x="2016" y="251"/>
                  </a:cxn>
                  <a:cxn ang="0">
                    <a:pos x="4344" y="383"/>
                  </a:cxn>
                  <a:cxn ang="0">
                    <a:pos x="4344" y="383"/>
                  </a:cxn>
                  <a:cxn ang="0">
                    <a:pos x="4344" y="275"/>
                  </a:cxn>
                  <a:cxn ang="0">
                    <a:pos x="2016" y="119"/>
                  </a:cxn>
                </a:cxnLst>
                <a:rect l="0" t="0" r="r" b="b"/>
                <a:pathLst>
                  <a:path w="4344" h="383">
                    <a:moveTo>
                      <a:pt x="2016" y="119"/>
                    </a:moveTo>
                    <a:lnTo>
                      <a:pt x="1644" y="47"/>
                    </a:lnTo>
                    <a:cubicBezTo>
                      <a:pt x="1233" y="4"/>
                      <a:pt x="820" y="0"/>
                      <a:pt x="408" y="35"/>
                    </a:cubicBezTo>
                    <a:cubicBezTo>
                      <a:pt x="266" y="95"/>
                      <a:pt x="130" y="168"/>
                      <a:pt x="0" y="251"/>
                    </a:cubicBezTo>
                    <a:lnTo>
                      <a:pt x="0" y="251"/>
                    </a:lnTo>
                    <a:lnTo>
                      <a:pt x="0" y="347"/>
                    </a:lnTo>
                    <a:lnTo>
                      <a:pt x="408" y="155"/>
                    </a:lnTo>
                    <a:cubicBezTo>
                      <a:pt x="819" y="111"/>
                      <a:pt x="1234" y="115"/>
                      <a:pt x="1644" y="167"/>
                    </a:cubicBezTo>
                    <a:cubicBezTo>
                      <a:pt x="1770" y="186"/>
                      <a:pt x="1894" y="214"/>
                      <a:pt x="2016" y="251"/>
                    </a:cubicBezTo>
                    <a:cubicBezTo>
                      <a:pt x="2795" y="215"/>
                      <a:pt x="3575" y="259"/>
                      <a:pt x="4344" y="383"/>
                    </a:cubicBezTo>
                    <a:lnTo>
                      <a:pt x="4344" y="383"/>
                    </a:lnTo>
                    <a:lnTo>
                      <a:pt x="4344" y="275"/>
                    </a:lnTo>
                    <a:cubicBezTo>
                      <a:pt x="3574" y="159"/>
                      <a:pt x="2795" y="106"/>
                      <a:pt x="2016" y="1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" name="Freeform 344"/>
              <p:cNvSpPr>
                <a:spLocks/>
              </p:cNvSpPr>
              <p:nvPr/>
            </p:nvSpPr>
            <p:spPr bwMode="gray">
              <a:xfrm flipH="1">
                <a:off x="5546420" y="4346301"/>
                <a:ext cx="610280" cy="4239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240" y="104"/>
                  </a:cxn>
                  <a:cxn ang="0">
                    <a:pos x="1919" y="64"/>
                  </a:cxn>
                  <a:cxn ang="0">
                    <a:pos x="1919" y="64"/>
                  </a:cxn>
                  <a:cxn ang="0">
                    <a:pos x="2538" y="21"/>
                  </a:cxn>
                  <a:cxn ang="0">
                    <a:pos x="4152" y="32"/>
                  </a:cxn>
                  <a:cxn ang="0">
                    <a:pos x="4152" y="32"/>
                  </a:cxn>
                  <a:cxn ang="0">
                    <a:pos x="4152" y="134"/>
                  </a:cxn>
                  <a:cxn ang="0">
                    <a:pos x="1923" y="220"/>
                  </a:cxn>
                  <a:cxn ang="0">
                    <a:pos x="240" y="272"/>
                  </a:cxn>
                  <a:cxn ang="0">
                    <a:pos x="0" y="224"/>
                  </a:cxn>
                  <a:cxn ang="0">
                    <a:pos x="0" y="224"/>
                  </a:cxn>
                  <a:cxn ang="0">
                    <a:pos x="0" y="32"/>
                  </a:cxn>
                </a:cxnLst>
                <a:rect l="0" t="0" r="r" b="b"/>
                <a:pathLst>
                  <a:path w="4152" h="293">
                    <a:moveTo>
                      <a:pt x="0" y="32"/>
                    </a:moveTo>
                    <a:cubicBezTo>
                      <a:pt x="65" y="90"/>
                      <a:pt x="153" y="117"/>
                      <a:pt x="240" y="104"/>
                    </a:cubicBezTo>
                    <a:cubicBezTo>
                      <a:pt x="800" y="124"/>
                      <a:pt x="1361" y="111"/>
                      <a:pt x="1919" y="64"/>
                    </a:cubicBezTo>
                    <a:lnTo>
                      <a:pt x="1919" y="64"/>
                    </a:lnTo>
                    <a:lnTo>
                      <a:pt x="2538" y="21"/>
                    </a:lnTo>
                    <a:cubicBezTo>
                      <a:pt x="3076" y="0"/>
                      <a:pt x="3615" y="3"/>
                      <a:pt x="4152" y="32"/>
                    </a:cubicBezTo>
                    <a:lnTo>
                      <a:pt x="4152" y="32"/>
                    </a:lnTo>
                    <a:lnTo>
                      <a:pt x="4152" y="134"/>
                    </a:lnTo>
                    <a:cubicBezTo>
                      <a:pt x="3408" y="115"/>
                      <a:pt x="2663" y="143"/>
                      <a:pt x="1923" y="220"/>
                    </a:cubicBezTo>
                    <a:cubicBezTo>
                      <a:pt x="1364" y="276"/>
                      <a:pt x="802" y="293"/>
                      <a:pt x="240" y="272"/>
                    </a:cubicBezTo>
                    <a:cubicBezTo>
                      <a:pt x="157" y="279"/>
                      <a:pt x="74" y="262"/>
                      <a:pt x="0" y="224"/>
                    </a:cubicBezTo>
                    <a:lnTo>
                      <a:pt x="0" y="224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Freeform 345"/>
              <p:cNvSpPr>
                <a:spLocks/>
              </p:cNvSpPr>
              <p:nvPr/>
            </p:nvSpPr>
            <p:spPr bwMode="gray">
              <a:xfrm flipH="1">
                <a:off x="5555495" y="3547464"/>
                <a:ext cx="564906" cy="816688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0" y="5687"/>
                  </a:cxn>
                  <a:cxn ang="0">
                    <a:pos x="2016" y="5615"/>
                  </a:cxn>
                  <a:cxn ang="0">
                    <a:pos x="2016" y="5615"/>
                  </a:cxn>
                  <a:cxn ang="0">
                    <a:pos x="3888" y="5543"/>
                  </a:cxn>
                  <a:cxn ang="0">
                    <a:pos x="3888" y="323"/>
                  </a:cxn>
                  <a:cxn ang="0">
                    <a:pos x="3024" y="287"/>
                  </a:cxn>
                  <a:cxn ang="0">
                    <a:pos x="1752" y="191"/>
                  </a:cxn>
                  <a:cxn ang="0">
                    <a:pos x="0" y="71"/>
                  </a:cxn>
                </a:cxnLst>
                <a:rect l="0" t="0" r="r" b="b"/>
                <a:pathLst>
                  <a:path w="3888" h="5712">
                    <a:moveTo>
                      <a:pt x="0" y="71"/>
                    </a:moveTo>
                    <a:lnTo>
                      <a:pt x="0" y="5687"/>
                    </a:lnTo>
                    <a:cubicBezTo>
                      <a:pt x="673" y="5712"/>
                      <a:pt x="1347" y="5688"/>
                      <a:pt x="2016" y="5615"/>
                    </a:cubicBezTo>
                    <a:lnTo>
                      <a:pt x="2016" y="5615"/>
                    </a:lnTo>
                    <a:lnTo>
                      <a:pt x="3888" y="5543"/>
                    </a:lnTo>
                    <a:lnTo>
                      <a:pt x="3888" y="323"/>
                    </a:lnTo>
                    <a:cubicBezTo>
                      <a:pt x="3603" y="279"/>
                      <a:pt x="3313" y="267"/>
                      <a:pt x="3024" y="287"/>
                    </a:cubicBezTo>
                    <a:cubicBezTo>
                      <a:pt x="2599" y="280"/>
                      <a:pt x="2174" y="247"/>
                      <a:pt x="1752" y="191"/>
                    </a:cubicBezTo>
                    <a:cubicBezTo>
                      <a:pt x="1181" y="41"/>
                      <a:pt x="587" y="0"/>
                      <a:pt x="0" y="7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6" name="Freeform 346"/>
              <p:cNvSpPr>
                <a:spLocks/>
              </p:cNvSpPr>
              <p:nvPr/>
            </p:nvSpPr>
            <p:spPr bwMode="gray">
              <a:xfrm flipH="1">
                <a:off x="5555495" y="4361921"/>
                <a:ext cx="564906" cy="649334"/>
              </a:xfrm>
              <a:custGeom>
                <a:avLst/>
                <a:gdLst/>
                <a:ahLst/>
                <a:cxnLst>
                  <a:cxn ang="0">
                    <a:pos x="0" y="152"/>
                  </a:cxn>
                  <a:cxn ang="0">
                    <a:pos x="0" y="4460"/>
                  </a:cxn>
                  <a:cxn ang="0">
                    <a:pos x="1680" y="4352"/>
                  </a:cxn>
                  <a:cxn ang="0">
                    <a:pos x="1680" y="4352"/>
                  </a:cxn>
                  <a:cxn ang="0">
                    <a:pos x="3888" y="4112"/>
                  </a:cxn>
                  <a:cxn ang="0">
                    <a:pos x="3888" y="4112"/>
                  </a:cxn>
                  <a:cxn ang="0">
                    <a:pos x="3888" y="56"/>
                  </a:cxn>
                  <a:cxn ang="0">
                    <a:pos x="1872" y="80"/>
                  </a:cxn>
                  <a:cxn ang="0">
                    <a:pos x="0" y="152"/>
                  </a:cxn>
                </a:cxnLst>
                <a:rect l="0" t="0" r="r" b="b"/>
                <a:pathLst>
                  <a:path w="3888" h="4553">
                    <a:moveTo>
                      <a:pt x="0" y="152"/>
                    </a:moveTo>
                    <a:lnTo>
                      <a:pt x="0" y="4460"/>
                    </a:lnTo>
                    <a:cubicBezTo>
                      <a:pt x="561" y="4553"/>
                      <a:pt x="1136" y="4516"/>
                      <a:pt x="1680" y="4352"/>
                    </a:cubicBezTo>
                    <a:lnTo>
                      <a:pt x="1680" y="4352"/>
                    </a:lnTo>
                    <a:cubicBezTo>
                      <a:pt x="2419" y="4300"/>
                      <a:pt x="3156" y="4220"/>
                      <a:pt x="3888" y="4112"/>
                    </a:cubicBezTo>
                    <a:lnTo>
                      <a:pt x="3888" y="4112"/>
                    </a:lnTo>
                    <a:lnTo>
                      <a:pt x="3888" y="56"/>
                    </a:lnTo>
                    <a:cubicBezTo>
                      <a:pt x="3217" y="0"/>
                      <a:pt x="2542" y="8"/>
                      <a:pt x="1872" y="80"/>
                    </a:cubicBezTo>
                    <a:cubicBezTo>
                      <a:pt x="1251" y="152"/>
                      <a:pt x="625" y="176"/>
                      <a:pt x="0" y="15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Freeform 347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69696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8" name="Freeform 348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969696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9" name="Oval 349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 algn="ctr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0" name="Oval 350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Oval 351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EAEAE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" name="Oval 352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Freeform 353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8EEF7"/>
              </a:solidFill>
              <a:ln w="31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4" name="Freeform 354"/>
              <p:cNvSpPr>
                <a:spLocks/>
              </p:cNvSpPr>
              <p:nvPr/>
            </p:nvSpPr>
            <p:spPr bwMode="gray">
              <a:xfrm flipH="1">
                <a:off x="5632631" y="4375309"/>
                <a:ext cx="188302" cy="602475"/>
              </a:xfrm>
              <a:custGeom>
                <a:avLst/>
                <a:gdLst/>
                <a:ahLst/>
                <a:cxnLst>
                  <a:cxn ang="0">
                    <a:pos x="2" y="47"/>
                  </a:cxn>
                  <a:cxn ang="0">
                    <a:pos x="0" y="1029"/>
                  </a:cxn>
                  <a:cxn ang="0">
                    <a:pos x="153" y="1014"/>
                  </a:cxn>
                  <a:cxn ang="0">
                    <a:pos x="318" y="996"/>
                  </a:cxn>
                  <a:cxn ang="0">
                    <a:pos x="319" y="38"/>
                  </a:cxn>
                  <a:cxn ang="0">
                    <a:pos x="2" y="47"/>
                  </a:cxn>
                </a:cxnLst>
                <a:rect l="0" t="0" r="r" b="b"/>
                <a:pathLst>
                  <a:path w="319" h="1029">
                    <a:moveTo>
                      <a:pt x="2" y="47"/>
                    </a:moveTo>
                    <a:lnTo>
                      <a:pt x="0" y="1029"/>
                    </a:lnTo>
                    <a:lnTo>
                      <a:pt x="153" y="1014"/>
                    </a:lnTo>
                    <a:lnTo>
                      <a:pt x="318" y="996"/>
                    </a:lnTo>
                    <a:lnTo>
                      <a:pt x="319" y="38"/>
                    </a:lnTo>
                    <a:cubicBezTo>
                      <a:pt x="216" y="0"/>
                      <a:pt x="103" y="3"/>
                      <a:pt x="2" y="4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" name="Freeform 355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AEAEA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956" name="Picture 35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gray">
              <a:xfrm flipH="1">
                <a:off x="5961592" y="4562746"/>
                <a:ext cx="61255" cy="24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957" name="Picture 357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gray">
              <a:xfrm flipH="1">
                <a:off x="5966130" y="4843901"/>
                <a:ext cx="52180" cy="2231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958" name="Picture 358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gray">
              <a:xfrm flipH="1">
                <a:off x="5945711" y="3592092"/>
                <a:ext cx="108898" cy="446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959" name="Line 359"/>
              <p:cNvSpPr>
                <a:spLocks noChangeShapeType="1"/>
              </p:cNvSpPr>
              <p:nvPr/>
            </p:nvSpPr>
            <p:spPr bwMode="gray">
              <a:xfrm flipH="1" flipV="1">
                <a:off x="6158969" y="3618869"/>
                <a:ext cx="340305" cy="165123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51" name="Group 1683"/>
            <p:cNvGrpSpPr/>
            <p:nvPr/>
          </p:nvGrpSpPr>
          <p:grpSpPr bwMode="gray">
            <a:xfrm>
              <a:off x="6263999" y="3519715"/>
              <a:ext cx="1464852" cy="1727139"/>
              <a:chOff x="6263999" y="3519715"/>
              <a:chExt cx="1464852" cy="1727139"/>
            </a:xfrm>
          </p:grpSpPr>
          <p:sp>
            <p:nvSpPr>
              <p:cNvPr id="893" name="Freeform 361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Freeform 362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 363"/>
              <p:cNvSpPr>
                <a:spLocks/>
              </p:cNvSpPr>
              <p:nvPr/>
            </p:nvSpPr>
            <p:spPr bwMode="gray">
              <a:xfrm>
                <a:off x="6270760" y="4596113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Freeform 364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" name="Freeform 365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" name="Freeform 366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" name="Freeform 367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Freeform 368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Freeform 369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Freeform 370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" name="Freeform 371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Freeform 372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solidFill>
                <a:srgbClr val="6699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" name="Freeform 373"/>
              <p:cNvSpPr>
                <a:spLocks/>
              </p:cNvSpPr>
              <p:nvPr/>
            </p:nvSpPr>
            <p:spPr bwMode="gray">
              <a:xfrm>
                <a:off x="6396962" y="3631143"/>
                <a:ext cx="1065962" cy="880284"/>
              </a:xfrm>
              <a:custGeom>
                <a:avLst/>
                <a:gdLst/>
                <a:ahLst/>
                <a:cxnLst>
                  <a:cxn ang="0">
                    <a:pos x="337" y="0"/>
                  </a:cxn>
                  <a:cxn ang="0">
                    <a:pos x="47" y="3"/>
                  </a:cxn>
                  <a:cxn ang="0">
                    <a:pos x="0" y="281"/>
                  </a:cxn>
                  <a:cxn ang="0">
                    <a:pos x="11" y="268"/>
                  </a:cxn>
                  <a:cxn ang="0">
                    <a:pos x="21" y="255"/>
                  </a:cxn>
                  <a:cxn ang="0">
                    <a:pos x="32" y="244"/>
                  </a:cxn>
                  <a:cxn ang="0">
                    <a:pos x="43" y="234"/>
                  </a:cxn>
                  <a:cxn ang="0">
                    <a:pos x="55" y="224"/>
                  </a:cxn>
                  <a:cxn ang="0">
                    <a:pos x="66" y="216"/>
                  </a:cxn>
                  <a:cxn ang="0">
                    <a:pos x="79" y="208"/>
                  </a:cxn>
                  <a:cxn ang="0">
                    <a:pos x="90" y="201"/>
                  </a:cxn>
                  <a:cxn ang="0">
                    <a:pos x="116" y="189"/>
                  </a:cxn>
                  <a:cxn ang="0">
                    <a:pos x="141" y="178"/>
                  </a:cxn>
                  <a:cxn ang="0">
                    <a:pos x="192" y="159"/>
                  </a:cxn>
                  <a:cxn ang="0">
                    <a:pos x="216" y="148"/>
                  </a:cxn>
                  <a:cxn ang="0">
                    <a:pos x="239" y="137"/>
                  </a:cxn>
                  <a:cxn ang="0">
                    <a:pos x="249" y="130"/>
                  </a:cxn>
                  <a:cxn ang="0">
                    <a:pos x="260" y="123"/>
                  </a:cxn>
                  <a:cxn ang="0">
                    <a:pos x="271" y="115"/>
                  </a:cxn>
                  <a:cxn ang="0">
                    <a:pos x="280" y="107"/>
                  </a:cxn>
                  <a:cxn ang="0">
                    <a:pos x="290" y="97"/>
                  </a:cxn>
                  <a:cxn ang="0">
                    <a:pos x="299" y="87"/>
                  </a:cxn>
                  <a:cxn ang="0">
                    <a:pos x="306" y="75"/>
                  </a:cxn>
                  <a:cxn ang="0">
                    <a:pos x="315" y="63"/>
                  </a:cxn>
                  <a:cxn ang="0">
                    <a:pos x="321" y="49"/>
                  </a:cxn>
                  <a:cxn ang="0">
                    <a:pos x="327" y="34"/>
                  </a:cxn>
                  <a:cxn ang="0">
                    <a:pos x="332" y="17"/>
                  </a:cxn>
                  <a:cxn ang="0">
                    <a:pos x="337" y="0"/>
                  </a:cxn>
                </a:cxnLst>
                <a:rect l="0" t="0" r="r" b="b"/>
                <a:pathLst>
                  <a:path w="337" h="281">
                    <a:moveTo>
                      <a:pt x="337" y="0"/>
                    </a:moveTo>
                    <a:lnTo>
                      <a:pt x="47" y="3"/>
                    </a:lnTo>
                    <a:lnTo>
                      <a:pt x="0" y="281"/>
                    </a:lnTo>
                    <a:lnTo>
                      <a:pt x="11" y="268"/>
                    </a:lnTo>
                    <a:lnTo>
                      <a:pt x="21" y="255"/>
                    </a:lnTo>
                    <a:lnTo>
                      <a:pt x="32" y="244"/>
                    </a:lnTo>
                    <a:lnTo>
                      <a:pt x="43" y="234"/>
                    </a:lnTo>
                    <a:lnTo>
                      <a:pt x="55" y="224"/>
                    </a:lnTo>
                    <a:lnTo>
                      <a:pt x="66" y="216"/>
                    </a:lnTo>
                    <a:lnTo>
                      <a:pt x="79" y="208"/>
                    </a:lnTo>
                    <a:lnTo>
                      <a:pt x="90" y="201"/>
                    </a:lnTo>
                    <a:lnTo>
                      <a:pt x="116" y="189"/>
                    </a:lnTo>
                    <a:lnTo>
                      <a:pt x="141" y="178"/>
                    </a:lnTo>
                    <a:lnTo>
                      <a:pt x="192" y="159"/>
                    </a:lnTo>
                    <a:lnTo>
                      <a:pt x="216" y="148"/>
                    </a:lnTo>
                    <a:lnTo>
                      <a:pt x="239" y="137"/>
                    </a:lnTo>
                    <a:lnTo>
                      <a:pt x="249" y="130"/>
                    </a:lnTo>
                    <a:lnTo>
                      <a:pt x="260" y="123"/>
                    </a:lnTo>
                    <a:lnTo>
                      <a:pt x="271" y="115"/>
                    </a:lnTo>
                    <a:lnTo>
                      <a:pt x="280" y="107"/>
                    </a:lnTo>
                    <a:lnTo>
                      <a:pt x="290" y="97"/>
                    </a:lnTo>
                    <a:lnTo>
                      <a:pt x="299" y="87"/>
                    </a:lnTo>
                    <a:lnTo>
                      <a:pt x="306" y="75"/>
                    </a:lnTo>
                    <a:lnTo>
                      <a:pt x="315" y="63"/>
                    </a:lnTo>
                    <a:lnTo>
                      <a:pt x="321" y="49"/>
                    </a:lnTo>
                    <a:lnTo>
                      <a:pt x="327" y="34"/>
                    </a:lnTo>
                    <a:lnTo>
                      <a:pt x="332" y="1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99CC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" name="Freeform 374"/>
              <p:cNvSpPr>
                <a:spLocks/>
              </p:cNvSpPr>
              <p:nvPr/>
            </p:nvSpPr>
            <p:spPr bwMode="gray">
              <a:xfrm>
                <a:off x="6998679" y="4281885"/>
                <a:ext cx="525093" cy="376628"/>
              </a:xfrm>
              <a:custGeom>
                <a:avLst/>
                <a:gdLst/>
                <a:ahLst/>
                <a:cxnLst>
                  <a:cxn ang="0">
                    <a:pos x="0" y="104"/>
                  </a:cxn>
                  <a:cxn ang="0">
                    <a:pos x="0" y="104"/>
                  </a:cxn>
                  <a:cxn ang="0">
                    <a:pos x="11" y="87"/>
                  </a:cxn>
                  <a:cxn ang="0">
                    <a:pos x="21" y="73"/>
                  </a:cxn>
                  <a:cxn ang="0">
                    <a:pos x="32" y="63"/>
                  </a:cxn>
                  <a:cxn ang="0">
                    <a:pos x="43" y="55"/>
                  </a:cxn>
                  <a:cxn ang="0">
                    <a:pos x="54" y="49"/>
                  </a:cxn>
                  <a:cxn ang="0">
                    <a:pos x="65" y="45"/>
                  </a:cxn>
                  <a:cxn ang="0">
                    <a:pos x="75" y="41"/>
                  </a:cxn>
                  <a:cxn ang="0">
                    <a:pos x="86" y="38"/>
                  </a:cxn>
                  <a:cxn ang="0">
                    <a:pos x="108" y="34"/>
                  </a:cxn>
                  <a:cxn ang="0">
                    <a:pos x="118" y="32"/>
                  </a:cxn>
                  <a:cxn ang="0">
                    <a:pos x="128" y="28"/>
                  </a:cxn>
                  <a:cxn ang="0">
                    <a:pos x="138" y="24"/>
                  </a:cxn>
                  <a:cxn ang="0">
                    <a:pos x="147" y="17"/>
                  </a:cxn>
                  <a:cxn ang="0">
                    <a:pos x="157" y="10"/>
                  </a:cxn>
                  <a:cxn ang="0">
                    <a:pos x="166" y="0"/>
                  </a:cxn>
                  <a:cxn ang="0">
                    <a:pos x="151" y="120"/>
                  </a:cxn>
                  <a:cxn ang="0">
                    <a:pos x="0" y="104"/>
                  </a:cxn>
                </a:cxnLst>
                <a:rect l="0" t="0" r="r" b="b"/>
                <a:pathLst>
                  <a:path w="166" h="120">
                    <a:moveTo>
                      <a:pt x="0" y="104"/>
                    </a:moveTo>
                    <a:lnTo>
                      <a:pt x="0" y="104"/>
                    </a:lnTo>
                    <a:lnTo>
                      <a:pt x="11" y="87"/>
                    </a:lnTo>
                    <a:lnTo>
                      <a:pt x="21" y="73"/>
                    </a:lnTo>
                    <a:lnTo>
                      <a:pt x="32" y="63"/>
                    </a:lnTo>
                    <a:lnTo>
                      <a:pt x="43" y="55"/>
                    </a:lnTo>
                    <a:lnTo>
                      <a:pt x="54" y="49"/>
                    </a:lnTo>
                    <a:lnTo>
                      <a:pt x="65" y="45"/>
                    </a:lnTo>
                    <a:lnTo>
                      <a:pt x="75" y="41"/>
                    </a:lnTo>
                    <a:lnTo>
                      <a:pt x="86" y="38"/>
                    </a:lnTo>
                    <a:lnTo>
                      <a:pt x="108" y="34"/>
                    </a:lnTo>
                    <a:lnTo>
                      <a:pt x="118" y="32"/>
                    </a:lnTo>
                    <a:lnTo>
                      <a:pt x="128" y="28"/>
                    </a:lnTo>
                    <a:lnTo>
                      <a:pt x="138" y="24"/>
                    </a:lnTo>
                    <a:lnTo>
                      <a:pt x="147" y="17"/>
                    </a:lnTo>
                    <a:lnTo>
                      <a:pt x="157" y="10"/>
                    </a:lnTo>
                    <a:lnTo>
                      <a:pt x="166" y="0"/>
                    </a:lnTo>
                    <a:lnTo>
                      <a:pt x="151" y="120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066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" name="Freeform 375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" name="Freeform 376"/>
              <p:cNvSpPr>
                <a:spLocks noEditPoints="1"/>
              </p:cNvSpPr>
              <p:nvPr/>
            </p:nvSpPr>
            <p:spPr bwMode="gray">
              <a:xfrm>
                <a:off x="6351890" y="3593258"/>
                <a:ext cx="1284563" cy="1067483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53" y="3"/>
                  </a:cxn>
                  <a:cxn ang="0">
                    <a:pos x="51" y="4"/>
                  </a:cxn>
                  <a:cxn ang="0">
                    <a:pos x="51" y="5"/>
                  </a:cxn>
                  <a:cxn ang="0">
                    <a:pos x="0" y="301"/>
                  </a:cxn>
                  <a:cxn ang="0">
                    <a:pos x="0" y="303"/>
                  </a:cxn>
                  <a:cxn ang="0">
                    <a:pos x="2" y="303"/>
                  </a:cxn>
                  <a:cxn ang="0">
                    <a:pos x="355" y="342"/>
                  </a:cxn>
                  <a:cxn ang="0">
                    <a:pos x="356" y="342"/>
                  </a:cxn>
                  <a:cxn ang="0">
                    <a:pos x="357" y="341"/>
                  </a:cxn>
                  <a:cxn ang="0">
                    <a:pos x="406" y="2"/>
                  </a:cxn>
                  <a:cxn ang="0">
                    <a:pos x="405" y="1"/>
                  </a:cxn>
                  <a:cxn ang="0">
                    <a:pos x="404" y="0"/>
                  </a:cxn>
                  <a:cxn ang="0">
                    <a:pos x="401" y="4"/>
                  </a:cxn>
                  <a:cxn ang="0">
                    <a:pos x="401" y="4"/>
                  </a:cxn>
                  <a:cxn ang="0">
                    <a:pos x="354" y="338"/>
                  </a:cxn>
                  <a:cxn ang="0">
                    <a:pos x="5" y="300"/>
                  </a:cxn>
                  <a:cxn ang="0">
                    <a:pos x="54" y="7"/>
                  </a:cxn>
                  <a:cxn ang="0">
                    <a:pos x="401" y="4"/>
                  </a:cxn>
                </a:cxnLst>
                <a:rect l="0" t="0" r="r" b="b"/>
                <a:pathLst>
                  <a:path w="406" h="342">
                    <a:moveTo>
                      <a:pt x="404" y="0"/>
                    </a:moveTo>
                    <a:lnTo>
                      <a:pt x="53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0" y="301"/>
                    </a:lnTo>
                    <a:lnTo>
                      <a:pt x="0" y="303"/>
                    </a:lnTo>
                    <a:lnTo>
                      <a:pt x="2" y="303"/>
                    </a:lnTo>
                    <a:lnTo>
                      <a:pt x="355" y="342"/>
                    </a:lnTo>
                    <a:lnTo>
                      <a:pt x="356" y="342"/>
                    </a:lnTo>
                    <a:lnTo>
                      <a:pt x="357" y="341"/>
                    </a:lnTo>
                    <a:lnTo>
                      <a:pt x="406" y="2"/>
                    </a:lnTo>
                    <a:lnTo>
                      <a:pt x="405" y="1"/>
                    </a:lnTo>
                    <a:lnTo>
                      <a:pt x="404" y="0"/>
                    </a:lnTo>
                    <a:close/>
                    <a:moveTo>
                      <a:pt x="401" y="4"/>
                    </a:moveTo>
                    <a:lnTo>
                      <a:pt x="401" y="4"/>
                    </a:lnTo>
                    <a:lnTo>
                      <a:pt x="354" y="338"/>
                    </a:lnTo>
                    <a:lnTo>
                      <a:pt x="5" y="300"/>
                    </a:lnTo>
                    <a:lnTo>
                      <a:pt x="54" y="7"/>
                    </a:lnTo>
                    <a:lnTo>
                      <a:pt x="401" y="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" name="Freeform 377"/>
              <p:cNvSpPr>
                <a:spLocks/>
              </p:cNvSpPr>
              <p:nvPr/>
            </p:nvSpPr>
            <p:spPr bwMode="gray">
              <a:xfrm>
                <a:off x="6577252" y="3682400"/>
                <a:ext cx="81130" cy="135943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30"/>
                  </a:cxn>
                  <a:cxn ang="0">
                    <a:pos x="2" y="37"/>
                  </a:cxn>
                  <a:cxn ang="0">
                    <a:pos x="3" y="40"/>
                  </a:cxn>
                  <a:cxn ang="0">
                    <a:pos x="5" y="42"/>
                  </a:cxn>
                  <a:cxn ang="0">
                    <a:pos x="7" y="44"/>
                  </a:cxn>
                  <a:cxn ang="0">
                    <a:pos x="9" y="44"/>
                  </a:cxn>
                  <a:cxn ang="0">
                    <a:pos x="12" y="44"/>
                  </a:cxn>
                  <a:cxn ang="0">
                    <a:pos x="14" y="44"/>
                  </a:cxn>
                  <a:cxn ang="0">
                    <a:pos x="17" y="42"/>
                  </a:cxn>
                  <a:cxn ang="0">
                    <a:pos x="20" y="39"/>
                  </a:cxn>
                  <a:cxn ang="0">
                    <a:pos x="23" y="33"/>
                  </a:cxn>
                  <a:cxn ang="0">
                    <a:pos x="25" y="25"/>
                  </a:cxn>
                  <a:cxn ang="0">
                    <a:pos x="26" y="16"/>
                  </a:cxn>
                  <a:cxn ang="0">
                    <a:pos x="24" y="9"/>
                  </a:cxn>
                  <a:cxn ang="0">
                    <a:pos x="23" y="6"/>
                  </a:cxn>
                  <a:cxn ang="0">
                    <a:pos x="21" y="3"/>
                  </a:cxn>
                  <a:cxn ang="0">
                    <a:pos x="19" y="1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1" y="1"/>
                  </a:cxn>
                  <a:cxn ang="0">
                    <a:pos x="8" y="3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0" y="20"/>
                  </a:cxn>
                </a:cxnLst>
                <a:rect l="0" t="0" r="r" b="b"/>
                <a:pathLst>
                  <a:path w="26" h="44">
                    <a:moveTo>
                      <a:pt x="0" y="20"/>
                    </a:moveTo>
                    <a:lnTo>
                      <a:pt x="0" y="20"/>
                    </a:lnTo>
                    <a:lnTo>
                      <a:pt x="0" y="30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5" y="42"/>
                    </a:lnTo>
                    <a:lnTo>
                      <a:pt x="7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7" y="42"/>
                    </a:lnTo>
                    <a:lnTo>
                      <a:pt x="20" y="39"/>
                    </a:lnTo>
                    <a:lnTo>
                      <a:pt x="23" y="33"/>
                    </a:lnTo>
                    <a:lnTo>
                      <a:pt x="25" y="25"/>
                    </a:lnTo>
                    <a:lnTo>
                      <a:pt x="26" y="16"/>
                    </a:lnTo>
                    <a:lnTo>
                      <a:pt x="24" y="9"/>
                    </a:lnTo>
                    <a:lnTo>
                      <a:pt x="23" y="6"/>
                    </a:lnTo>
                    <a:lnTo>
                      <a:pt x="21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6"/>
                    </a:lnTo>
                    <a:lnTo>
                      <a:pt x="2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" name="Freeform 378"/>
              <p:cNvSpPr>
                <a:spLocks/>
              </p:cNvSpPr>
              <p:nvPr/>
            </p:nvSpPr>
            <p:spPr bwMode="gray">
              <a:xfrm>
                <a:off x="6696694" y="3682400"/>
                <a:ext cx="38312" cy="84686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13"/>
                  </a:cxn>
                  <a:cxn ang="0">
                    <a:pos x="0" y="18"/>
                  </a:cxn>
                  <a:cxn ang="0">
                    <a:pos x="1" y="22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19"/>
                  </a:cxn>
                  <a:cxn ang="0">
                    <a:pos x="12" y="14"/>
                  </a:cxn>
                  <a:cxn ang="0">
                    <a:pos x="12" y="10"/>
                  </a:cxn>
                  <a:cxn ang="0">
                    <a:pos x="12" y="6"/>
                  </a:cxn>
                  <a:cxn ang="0">
                    <a:pos x="10" y="3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4" y="3"/>
                  </a:cxn>
                  <a:cxn ang="0">
                    <a:pos x="2" y="8"/>
                  </a:cxn>
                  <a:cxn ang="0">
                    <a:pos x="1" y="13"/>
                  </a:cxn>
                </a:cxnLst>
                <a:rect l="0" t="0" r="r" b="b"/>
                <a:pathLst>
                  <a:path w="12" h="27">
                    <a:moveTo>
                      <a:pt x="1" y="13"/>
                    </a:moveTo>
                    <a:lnTo>
                      <a:pt x="1" y="13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5"/>
                    </a:lnTo>
                    <a:lnTo>
                      <a:pt x="4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19"/>
                    </a:lnTo>
                    <a:lnTo>
                      <a:pt x="12" y="14"/>
                    </a:lnTo>
                    <a:lnTo>
                      <a:pt x="12" y="10"/>
                    </a:lnTo>
                    <a:lnTo>
                      <a:pt x="12" y="6"/>
                    </a:lnTo>
                    <a:lnTo>
                      <a:pt x="10" y="3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8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" name="Freeform 37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999999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" name="Freeform 38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" name="Freeform 38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" name="Freeform 382"/>
              <p:cNvSpPr>
                <a:spLocks noEditPoints="1"/>
              </p:cNvSpPr>
              <p:nvPr/>
            </p:nvSpPr>
            <p:spPr bwMode="gray">
              <a:xfrm>
                <a:off x="7343482" y="4745427"/>
                <a:ext cx="49580" cy="5348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0" y="13"/>
                  </a:cxn>
                  <a:cxn ang="0">
                    <a:pos x="2" y="14"/>
                  </a:cxn>
                  <a:cxn ang="0">
                    <a:pos x="4" y="16"/>
                  </a:cxn>
                  <a:cxn ang="0">
                    <a:pos x="7" y="17"/>
                  </a:cxn>
                  <a:cxn ang="0">
                    <a:pos x="10" y="16"/>
                  </a:cxn>
                  <a:cxn ang="0">
                    <a:pos x="13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4" y="6"/>
                  </a:cxn>
                  <a:cxn ang="0">
                    <a:pos x="13" y="4"/>
                  </a:cxn>
                  <a:cxn ang="0">
                    <a:pos x="10" y="2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4" y="9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0" y="7"/>
                  </a:cxn>
                  <a:cxn ang="0">
                    <a:pos x="11" y="9"/>
                  </a:cxn>
                  <a:cxn ang="0">
                    <a:pos x="10" y="13"/>
                  </a:cxn>
                  <a:cxn ang="0">
                    <a:pos x="7" y="13"/>
                  </a:cxn>
                  <a:cxn ang="0">
                    <a:pos x="5" y="13"/>
                  </a:cxn>
                  <a:cxn ang="0">
                    <a:pos x="4" y="9"/>
                  </a:cxn>
                </a:cxnLst>
                <a:rect l="0" t="0" r="r" b="b"/>
                <a:pathLst>
                  <a:path w="16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3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7" y="17"/>
                    </a:lnTo>
                    <a:lnTo>
                      <a:pt x="10" y="16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6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  <a:moveTo>
                      <a:pt x="4" y="9"/>
                    </a:move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0" y="13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" name="Freeform 383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" name="Freeform 384"/>
              <p:cNvSpPr>
                <a:spLocks noEditPoints="1"/>
              </p:cNvSpPr>
              <p:nvPr/>
            </p:nvSpPr>
            <p:spPr bwMode="gray">
              <a:xfrm>
                <a:off x="7411091" y="4745427"/>
                <a:ext cx="65355" cy="6462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5" y="19"/>
                  </a:cxn>
                  <a:cxn ang="0">
                    <a:pos x="9" y="21"/>
                  </a:cxn>
                  <a:cxn ang="0">
                    <a:pos x="13" y="19"/>
                  </a:cxn>
                  <a:cxn ang="0">
                    <a:pos x="16" y="18"/>
                  </a:cxn>
                  <a:cxn ang="0">
                    <a:pos x="19" y="14"/>
                  </a:cxn>
                  <a:cxn ang="0">
                    <a:pos x="20" y="10"/>
                  </a:cxn>
                  <a:cxn ang="0">
                    <a:pos x="19" y="6"/>
                  </a:cxn>
                  <a:cxn ang="0">
                    <a:pos x="16" y="3"/>
                  </a:cxn>
                  <a:cxn ang="0">
                    <a:pos x="13" y="0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5"/>
                  </a:cxn>
                  <a:cxn ang="0">
                    <a:pos x="9" y="5"/>
                  </a:cxn>
                  <a:cxn ang="0">
                    <a:pos x="11" y="5"/>
                  </a:cxn>
                  <a:cxn ang="0">
                    <a:pos x="13" y="6"/>
                  </a:cxn>
                  <a:cxn ang="0">
                    <a:pos x="15" y="8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4"/>
                  </a:cxn>
                  <a:cxn ang="0">
                    <a:pos x="4" y="13"/>
                  </a:cxn>
                  <a:cxn ang="0">
                    <a:pos x="4" y="10"/>
                  </a:cxn>
                </a:cxnLst>
                <a:rect l="0" t="0" r="r" b="b"/>
                <a:pathLst>
                  <a:path w="20" h="21">
                    <a:moveTo>
                      <a:pt x="0" y="1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5" y="19"/>
                    </a:lnTo>
                    <a:lnTo>
                      <a:pt x="9" y="21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  <a:moveTo>
                      <a:pt x="4" y="10"/>
                    </a:move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4"/>
                    </a:lnTo>
                    <a:lnTo>
                      <a:pt x="4" y="13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" name="Freeform 385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" name="Freeform 386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" name="Freeform 387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" name="Freeform 388"/>
              <p:cNvSpPr>
                <a:spLocks/>
              </p:cNvSpPr>
              <p:nvPr/>
            </p:nvSpPr>
            <p:spPr bwMode="gray">
              <a:xfrm>
                <a:off x="6270757" y="4596112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" name="Freeform 389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Freeform 390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" name="Freeform 391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Freeform 392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Freeform 393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Freeform 394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" name="Freeform 395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Freeform 396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" name="Freeform 397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ECFF"/>
                  </a:gs>
                  <a:gs pos="100000">
                    <a:srgbClr val="6699FF"/>
                  </a:gs>
                </a:gsLst>
                <a:lin ang="18900000" scaled="1"/>
              </a:gra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" name="Freeform 398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Freeform 39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777777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" name="Freeform 40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" name="Freeform 40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" name="Freeform 402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" name="Freeform 403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2" name="Group 1684"/>
            <p:cNvGrpSpPr/>
            <p:nvPr/>
          </p:nvGrpSpPr>
          <p:grpSpPr bwMode="gray">
            <a:xfrm>
              <a:off x="5729527" y="5251803"/>
              <a:ext cx="1576200" cy="465189"/>
              <a:chOff x="5729527" y="5251803"/>
              <a:chExt cx="1576200" cy="465189"/>
            </a:xfrm>
          </p:grpSpPr>
          <p:sp>
            <p:nvSpPr>
              <p:cNvPr id="153" name="Freeform 1541"/>
              <p:cNvSpPr>
                <a:spLocks/>
              </p:cNvSpPr>
              <p:nvPr/>
            </p:nvSpPr>
            <p:spPr bwMode="gray">
              <a:xfrm>
                <a:off x="5772422" y="5259181"/>
                <a:ext cx="1533305" cy="320081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40"/>
                  </a:cxn>
                  <a:cxn ang="0">
                    <a:pos x="38" y="53"/>
                  </a:cxn>
                  <a:cxn ang="0">
                    <a:pos x="28" y="65"/>
                  </a:cxn>
                  <a:cxn ang="0">
                    <a:pos x="19" y="77"/>
                  </a:cxn>
                  <a:cxn ang="0">
                    <a:pos x="10" y="89"/>
                  </a:cxn>
                  <a:cxn ang="0">
                    <a:pos x="3" y="99"/>
                  </a:cxn>
                  <a:cxn ang="0">
                    <a:pos x="19" y="107"/>
                  </a:cxn>
                  <a:cxn ang="0">
                    <a:pos x="253" y="118"/>
                  </a:cxn>
                  <a:cxn ang="0">
                    <a:pos x="617" y="130"/>
                  </a:cxn>
                  <a:cxn ang="0">
                    <a:pos x="622" y="106"/>
                  </a:cxn>
                  <a:cxn ang="0">
                    <a:pos x="631" y="74"/>
                  </a:cxn>
                  <a:cxn ang="0">
                    <a:pos x="646" y="43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48" h="136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40"/>
                    </a:lnTo>
                    <a:lnTo>
                      <a:pt x="42" y="46"/>
                    </a:lnTo>
                    <a:lnTo>
                      <a:pt x="38" y="53"/>
                    </a:lnTo>
                    <a:lnTo>
                      <a:pt x="33" y="59"/>
                    </a:lnTo>
                    <a:lnTo>
                      <a:pt x="28" y="65"/>
                    </a:lnTo>
                    <a:lnTo>
                      <a:pt x="24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0" y="89"/>
                    </a:lnTo>
                    <a:lnTo>
                      <a:pt x="6" y="94"/>
                    </a:lnTo>
                    <a:lnTo>
                      <a:pt x="3" y="99"/>
                    </a:lnTo>
                    <a:lnTo>
                      <a:pt x="0" y="107"/>
                    </a:lnTo>
                    <a:lnTo>
                      <a:pt x="19" y="107"/>
                    </a:lnTo>
                    <a:lnTo>
                      <a:pt x="104" y="110"/>
                    </a:lnTo>
                    <a:lnTo>
                      <a:pt x="253" y="118"/>
                    </a:lnTo>
                    <a:lnTo>
                      <a:pt x="615" y="136"/>
                    </a:lnTo>
                    <a:lnTo>
                      <a:pt x="617" y="130"/>
                    </a:lnTo>
                    <a:lnTo>
                      <a:pt x="619" y="119"/>
                    </a:lnTo>
                    <a:lnTo>
                      <a:pt x="622" y="106"/>
                    </a:lnTo>
                    <a:lnTo>
                      <a:pt x="626" y="90"/>
                    </a:lnTo>
                    <a:lnTo>
                      <a:pt x="631" y="74"/>
                    </a:lnTo>
                    <a:lnTo>
                      <a:pt x="638" y="58"/>
                    </a:lnTo>
                    <a:lnTo>
                      <a:pt x="646" y="43"/>
                    </a:lnTo>
                    <a:lnTo>
                      <a:pt x="648" y="29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542"/>
              <p:cNvSpPr>
                <a:spLocks/>
              </p:cNvSpPr>
              <p:nvPr/>
            </p:nvSpPr>
            <p:spPr bwMode="gray">
              <a:xfrm>
                <a:off x="5734449" y="5501965"/>
                <a:ext cx="1498146" cy="215027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1543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F77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Freeform 1544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1545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15162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A59E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1546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547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548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1549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1550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1551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552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553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554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555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556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1557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558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559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560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561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562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1563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1564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565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566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1567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1568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1569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1570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571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572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1573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1574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1575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1576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577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578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1579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1580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1581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582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583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584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585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586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1587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588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589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590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591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1592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1593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1594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595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596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1597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1598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1599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1600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601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602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1603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1604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1605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1606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607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608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609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1610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1611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1612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613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614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1615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1616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1617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1618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1619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1620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1621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1622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1623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1624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1625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1626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1627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1628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 1629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1630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1631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1632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1633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1634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1635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Freeform 1636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1637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1638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1639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Freeform 1640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Freeform 1641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Freeform 1642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Freeform 1643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1644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1645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Freeform 1646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Freeform 1647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Freeform 1648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Freeform 1649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1650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1651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52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53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Freeform 1654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Freeform 1655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1656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1657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58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59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Freeform 1660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Freeform 1661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662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1663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664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665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1666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1667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1668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1669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670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671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Freeform 1672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1673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674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1675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676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677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Freeform 1678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Freeform 1679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Freeform 1680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Freeform 1681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682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683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Freeform 1684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Freeform 1685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Freeform 1686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 1687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688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689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 1690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Freeform 1691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Freeform 1692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" name="Freeform 1693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694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695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Freeform 1696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Freeform 1697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Freeform 1698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Freeform 1699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700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701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Freeform 1702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 1703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 1704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 1705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706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707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 1708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 1709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 1710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 1711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712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713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1714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 1715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 1716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1717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718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719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1720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Freeform 1721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 1722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 1723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724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725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 1726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Freeform 1727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Freeform 1728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 1729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730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731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 1732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Freeform 1733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Freeform 1734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 1735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736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737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Freeform 1738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Freeform 1739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" name="Freeform 1740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 1741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742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743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 1744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Freeform 1745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Freeform 1746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 1747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748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749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Freeform 1750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Freeform 1751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" name="Freeform 1752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Freeform 1753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754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755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Freeform 1756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Freeform 1757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Freeform 1758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" name="Freeform 1759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760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761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Freeform 1762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Freeform 1763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" name="Freeform 1764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" name="Freeform 1765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766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767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Freeform 1768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Freeform 1769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Freeform 1770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" name="Freeform 1771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772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773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Freeform 1774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Freeform 1775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Freeform 1776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Freeform 1777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778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779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Freeform 1780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Freeform 1781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" name="Freeform 1782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Freeform 1783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784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785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Freeform 1786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Freeform 1787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" name="Freeform 1788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" name="Freeform 1789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790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791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Freeform 1792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Freeform 1793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Freeform 1794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Freeform 1795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796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797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Freeform 1798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Freeform 1799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Freeform 1800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Freeform 1801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802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803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Freeform 1804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Freeform 1805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" name="Freeform 1806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Freeform 1807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808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809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1810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Freeform 1811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Freeform 1812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Freeform 1813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814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815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Freeform 1816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Freeform 1817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Freeform 1818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Freeform 1819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820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821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Freeform 1822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Freeform 1823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Freeform 1824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" name="Freeform 1825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826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827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Freeform 1828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Freeform 1829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Freeform 1830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Freeform 1831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832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833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Freeform 1834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Freeform 1835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Freeform 1836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Freeform 1837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838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839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1840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Freeform 1841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Freeform 1842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Freeform 1843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Freeform 1844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7" name="Freeform 1845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8" name="Freeform 1846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Freeform 1847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" name="Freeform 1848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" name="Freeform 1849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" name="Freeform 1850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Freeform 1851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Freeform 1852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Freeform 1853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6" name="Freeform 1854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7" name="Freeform 1855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8" name="Freeform 1856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Freeform 1857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Freeform 1858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Freeform 1859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Freeform 1860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Freeform 1861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" name="Freeform 1862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Freeform 1863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6" name="Freeform 1864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7" name="Freeform 1865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8" name="Freeform 1866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9" name="Freeform 1867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0" name="Freeform 1868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" name="Freeform 1869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" name="Freeform 1870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Freeform 1871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" name="Freeform 1872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5" name="Freeform 1873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6" name="Freeform 1874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" name="Freeform 1875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Freeform 1876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877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878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Freeform 1879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Freeform 1880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Freeform 1881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1882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883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884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Freeform 1885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Freeform 1886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Freeform 1887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1888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889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890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Freeform 1891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" name="Freeform 1892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Freeform 1893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1894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895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896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Freeform 1897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" name="Freeform 1898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Freeform 1899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Freeform 1900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901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902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1903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190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1905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1906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907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908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Freeform 1909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Freeform 191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Freeform 191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4" name="Freeform 1912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913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914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22540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Freeform 1915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Freeform 1916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Freeform 1917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Freeform 1918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919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920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Freeform 1921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4" name="Freeform 1922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" name="Freeform 1923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" name="Freeform 1924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925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926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Freeform 1927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0" name="Freeform 1928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Freeform 1929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" name="Freeform 1930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931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932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Freeform 1933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Freeform 1934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Freeform 1935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Freeform 1936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937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938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Freeform 1939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Freeform 1940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" name="Freeform 1941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" name="Freeform 1942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943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944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Freeform 1945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Freeform 1946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9" name="Freeform 1947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0" name="Freeform 1948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949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950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Freeform 1951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" name="Freeform 1952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" name="Freeform 1953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" name="Freeform 1954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955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956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Freeform 1957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0" name="Freeform 1958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1" name="Freeform 1959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2" name="Freeform 1960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961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962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Freeform 1963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Freeform 1964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" name="Freeform 1965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8" name="Freeform 1966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967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968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Freeform 1969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Freeform 1970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" name="Freeform 1971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4" name="Freeform 1972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973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974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Freeform 1975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Freeform 1976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9" name="Freeform 1977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0" name="Freeform 1978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979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980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Freeform 1981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Freeform 1982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" name="Freeform 1983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6" name="Freeform 1984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985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986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Freeform 1987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Freeform 1988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1" name="Freeform 1989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2" name="Freeform 1990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991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992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Freeform 1993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" name="Freeform 1994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" name="Freeform 1995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8" name="Freeform 1996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997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998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Freeform 1999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Freeform 2000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3" name="Freeform 2001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" name="Freeform 2002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2003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2004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Freeform 2005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Freeform 2006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" name="Freeform 2007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Freeform 2008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2009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2010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Freeform 2011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Freeform 2012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" name="Freeform 2013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Freeform 2014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2015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2016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Freeform 2017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Freeform 2018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Freeform 2019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Freeform 2020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2021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2022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Freeform 2023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Freeform 2024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7" name="Freeform 2025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Freeform 2026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2027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2028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Freeform 2029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Freeform 2030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3" name="Freeform 2031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Freeform 2032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2033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2034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Freeform 2035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Freeform 2036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9" name="Freeform 2037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Freeform 2038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2039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2040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Freeform 2041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Freeform 2042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" name="Freeform 2043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Freeform 2044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2045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2046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Freeform 2047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Freeform 2048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1" name="Freeform 2049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Freeform 2050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2051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2052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Freeform 2053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Freeform 2054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Freeform 2055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8" name="Freeform 2056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2057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2058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Freeform 2059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Freeform 2060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Freeform 2061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Freeform 2062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2063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2064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Freeform 2065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Freeform 2066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9" name="Freeform 2067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0" name="Freeform 2068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1" name="Freeform 2069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2" name="Freeform 2070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3" name="Freeform 2071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" name="Freeform 2072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5" name="Freeform 2073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" name="Freeform 2074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7" name="Freeform 2075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8" name="Freeform 2076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9" name="Freeform 2077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0" name="Freeform 2078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1" name="Freeform 2079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2" name="Freeform 2080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3" name="Freeform 2081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" name="Freeform 2082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" name="Freeform 2083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" name="Freeform 2084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7" name="Freeform 2085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8" name="Freeform 2086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9" name="Freeform 2087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0" name="Freeform 2088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1" name="Freeform 2089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2" name="Freeform 2090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3" name="Freeform 2091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4" name="Freeform 2092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5" name="Freeform 2093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" name="Freeform 2094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" name="Freeform 2095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8" name="Freeform 2096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" name="Freeform 2097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" name="Freeform 2098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1" name="Freeform 2099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2" name="Freeform 2100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3" name="Freeform 2101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 2102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Freeform 2103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Freeform 2104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" name="Freeform 2105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Freeform 2106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" name="Freeform 2107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Freeform 2108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Freeform 2109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Freeform 2110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" name="Freeform 2111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Freeform 2112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" name="Freeform 2113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eform 2114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eform 2115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Freeform 2116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" name="Freeform 2117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" name="Freeform 2118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Freeform 2119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eform 2120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eform 2121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Freeform 2122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" name="Freeform 2123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Freeform 2124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Freeform 2125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eform 2126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Freeform 2127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Freeform 2128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1" name="Freeform 2129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eform 2130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Freeform 2131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Freeform 2132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 2133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Freeform 2134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Freeform 2135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eform 2136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Freeform 2137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Freeform 2138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 2139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Freeform 2140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Freeform 2141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eform 2142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Freeform 2143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Freeform 2144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 2145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Freeform 2146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Freeform 2147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Freeform 2148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" name="Freeform 2149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eform 2150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 2151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Freeform 2152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" name="Freeform 2153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Freeform 2154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Freeform 2155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eform 2156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2157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Freeform 2158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Freeform 2159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eform 2160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Freeform 2161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eform 2162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2163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Freeform 2164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Freeform 2165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eform 2166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Freeform 2167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eform 2168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2169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Freeform 2170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Freeform 2171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eform 2172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Freeform 2173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2174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2175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eform 2176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Freeform 2177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eform 2178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1" name="Freeform 2179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2180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2181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eform 2182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Freeform 2183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Freeform 2184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7" name="Freeform 2185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eform 2186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2187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eform 2188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Freeform 2189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Freeform 2190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" name="Freeform 2191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eform 2192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2193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eform 2194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Freeform 2195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Freeform 2196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Freeform 2197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eform 2198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2199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Freeform 2200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Freeform 2201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eform 2202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Freeform 2203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eform 2204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2205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Freeform 2206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Freeform 2207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eform 2208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Freeform 2209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Freeform 2210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2211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eform 2212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Freeform 2213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eform 2214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" name="Freeform 2215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Freeform 2216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2217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Freeform 2218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Freeform 2219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Freeform 2220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Freeform 2221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Freeform 2222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2223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Freeform 2224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Freeform 2225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Freeform 2226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" name="Freeform 2227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Freeform 2228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2229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Freeform 2230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Freeform 2231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Freeform 2232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" name="Freeform 2233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Freeform 2234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2235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Freeform 2236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Freeform 2237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Freeform 2238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" name="Freeform 2239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Freeform 2240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 2241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Freeform 2242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Freeform 2243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Freeform 2244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" name="Freeform 2245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Freeform 2246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 2247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Freeform 2248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" name="Freeform 2249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Freeform 2250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" name="Freeform 2251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Freeform 2252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 2253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Freeform 2254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" name="Freeform 2255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Freeform 2256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" name="Freeform 2257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Freeform 2258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 2259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Freeform 2260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" name="Freeform 2261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Freeform 2262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" name="Freeform 2263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Freeform 226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 2265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Freeform 2266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" name="Freeform 2267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Freeform 2268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" name="Freeform 2269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Freeform 227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 227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Freeform 2272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" name="Freeform 2273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Freeform 2274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" name="Freeform 2275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Freeform 2276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 2277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Freeform 2278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" name="Freeform 2279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Freeform 2280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60" name="Group 959"/>
          <p:cNvGrpSpPr/>
          <p:nvPr/>
        </p:nvGrpSpPr>
        <p:grpSpPr bwMode="gray">
          <a:xfrm>
            <a:off x="2704394" y="3315540"/>
            <a:ext cx="772704" cy="777961"/>
            <a:chOff x="5546420" y="3519715"/>
            <a:chExt cx="2182431" cy="2197277"/>
          </a:xfrm>
        </p:grpSpPr>
        <p:grpSp>
          <p:nvGrpSpPr>
            <p:cNvPr id="961" name="Group 1682"/>
            <p:cNvGrpSpPr/>
            <p:nvPr/>
          </p:nvGrpSpPr>
          <p:grpSpPr bwMode="gray">
            <a:xfrm>
              <a:off x="5546420" y="3529613"/>
              <a:ext cx="955123" cy="1499493"/>
              <a:chOff x="5546420" y="3529613"/>
              <a:chExt cx="955123" cy="1499493"/>
            </a:xfrm>
          </p:grpSpPr>
          <p:sp>
            <p:nvSpPr>
              <p:cNvPr id="1747" name="Freeform 336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2574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4" y="527"/>
                  </a:cxn>
                  <a:cxn ang="0">
                    <a:pos x="151" y="626"/>
                  </a:cxn>
                  <a:cxn ang="0">
                    <a:pos x="151" y="0"/>
                  </a:cxn>
                  <a:cxn ang="0">
                    <a:pos x="0" y="79"/>
                  </a:cxn>
                </a:cxnLst>
                <a:rect l="0" t="0" r="r" b="b"/>
                <a:pathLst>
                  <a:path w="151" h="626">
                    <a:moveTo>
                      <a:pt x="0" y="79"/>
                    </a:moveTo>
                    <a:lnTo>
                      <a:pt x="4" y="527"/>
                    </a:lnTo>
                    <a:lnTo>
                      <a:pt x="151" y="626"/>
                    </a:lnTo>
                    <a:lnTo>
                      <a:pt x="151" y="0"/>
                    </a:lnTo>
                    <a:lnTo>
                      <a:pt x="0" y="7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" name="Freeform 337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4843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5" y="527"/>
                  </a:cxn>
                  <a:cxn ang="0">
                    <a:pos x="152" y="626"/>
                  </a:cxn>
                  <a:cxn ang="0">
                    <a:pos x="152" y="0"/>
                  </a:cxn>
                  <a:cxn ang="0">
                    <a:pos x="0" y="79"/>
                  </a:cxn>
                </a:cxnLst>
                <a:rect l="0" t="0" r="r" b="b"/>
                <a:pathLst>
                  <a:path w="152" h="626">
                    <a:moveTo>
                      <a:pt x="0" y="79"/>
                    </a:moveTo>
                    <a:lnTo>
                      <a:pt x="5" y="527"/>
                    </a:lnTo>
                    <a:lnTo>
                      <a:pt x="152" y="626"/>
                    </a:lnTo>
                    <a:lnTo>
                      <a:pt x="152" y="0"/>
                    </a:lnTo>
                    <a:lnTo>
                      <a:pt x="0" y="79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" name="Freeform 338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" name="Freeform 339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C0C0C0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" name="Freeform 340"/>
              <p:cNvSpPr>
                <a:spLocks/>
              </p:cNvSpPr>
              <p:nvPr/>
            </p:nvSpPr>
            <p:spPr bwMode="gray">
              <a:xfrm flipH="1">
                <a:off x="5550957" y="4955470"/>
                <a:ext cx="621624" cy="73636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0" y="41"/>
                  </a:cxn>
                  <a:cxn ang="0">
                    <a:pos x="100" y="111"/>
                  </a:cxn>
                  <a:cxn ang="0">
                    <a:pos x="474" y="84"/>
                  </a:cxn>
                  <a:cxn ang="0">
                    <a:pos x="542" y="75"/>
                  </a:cxn>
                  <a:cxn ang="0">
                    <a:pos x="1048" y="23"/>
                  </a:cxn>
                  <a:cxn ang="0">
                    <a:pos x="1048" y="23"/>
                  </a:cxn>
                  <a:cxn ang="0">
                    <a:pos x="1048" y="0"/>
                  </a:cxn>
                  <a:cxn ang="0">
                    <a:pos x="538" y="44"/>
                  </a:cxn>
                  <a:cxn ang="0">
                    <a:pos x="478" y="53"/>
                  </a:cxn>
                  <a:cxn ang="0">
                    <a:pos x="88" y="73"/>
                  </a:cxn>
                  <a:cxn ang="0">
                    <a:pos x="88" y="73"/>
                  </a:cxn>
                  <a:cxn ang="0">
                    <a:pos x="0" y="12"/>
                  </a:cxn>
                </a:cxnLst>
                <a:rect l="0" t="0" r="r" b="b"/>
                <a:pathLst>
                  <a:path w="1048" h="125">
                    <a:moveTo>
                      <a:pt x="0" y="12"/>
                    </a:moveTo>
                    <a:lnTo>
                      <a:pt x="0" y="41"/>
                    </a:lnTo>
                    <a:lnTo>
                      <a:pt x="100" y="111"/>
                    </a:lnTo>
                    <a:cubicBezTo>
                      <a:pt x="225" y="125"/>
                      <a:pt x="352" y="117"/>
                      <a:pt x="474" y="84"/>
                    </a:cubicBezTo>
                    <a:cubicBezTo>
                      <a:pt x="493" y="78"/>
                      <a:pt x="522" y="73"/>
                      <a:pt x="542" y="75"/>
                    </a:cubicBezTo>
                    <a:cubicBezTo>
                      <a:pt x="715" y="81"/>
                      <a:pt x="879" y="64"/>
                      <a:pt x="1048" y="23"/>
                    </a:cubicBezTo>
                    <a:lnTo>
                      <a:pt x="1048" y="23"/>
                    </a:lnTo>
                    <a:lnTo>
                      <a:pt x="1048" y="0"/>
                    </a:lnTo>
                    <a:cubicBezTo>
                      <a:pt x="879" y="29"/>
                      <a:pt x="709" y="43"/>
                      <a:pt x="538" y="44"/>
                    </a:cubicBezTo>
                    <a:cubicBezTo>
                      <a:pt x="517" y="44"/>
                      <a:pt x="497" y="47"/>
                      <a:pt x="478" y="53"/>
                    </a:cubicBezTo>
                    <a:cubicBezTo>
                      <a:pt x="351" y="91"/>
                      <a:pt x="218" y="98"/>
                      <a:pt x="88" y="73"/>
                    </a:cubicBezTo>
                    <a:lnTo>
                      <a:pt x="88" y="73"/>
                    </a:lnTo>
                    <a:lnTo>
                      <a:pt x="0" y="1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" name="Freeform 341"/>
              <p:cNvSpPr>
                <a:spLocks/>
              </p:cNvSpPr>
              <p:nvPr/>
            </p:nvSpPr>
            <p:spPr bwMode="gray">
              <a:xfrm flipH="1">
                <a:off x="5550957" y="4910842"/>
                <a:ext cx="621624" cy="100412"/>
              </a:xfrm>
              <a:custGeom>
                <a:avLst/>
                <a:gdLst/>
                <a:ahLst/>
                <a:cxnLst>
                  <a:cxn ang="0">
                    <a:pos x="0" y="369"/>
                  </a:cxn>
                  <a:cxn ang="0">
                    <a:pos x="360" y="621"/>
                  </a:cxn>
                  <a:cxn ang="0">
                    <a:pos x="1958" y="539"/>
                  </a:cxn>
                  <a:cxn ang="0">
                    <a:pos x="2276" y="500"/>
                  </a:cxn>
                  <a:cxn ang="0">
                    <a:pos x="4296" y="321"/>
                  </a:cxn>
                  <a:cxn ang="0">
                    <a:pos x="4296" y="321"/>
                  </a:cxn>
                  <a:cxn ang="0">
                    <a:pos x="4080" y="129"/>
                  </a:cxn>
                  <a:cxn ang="0">
                    <a:pos x="0" y="369"/>
                  </a:cxn>
                </a:cxnLst>
                <a:rect l="0" t="0" r="r" b="b"/>
                <a:pathLst>
                  <a:path w="4296" h="708">
                    <a:moveTo>
                      <a:pt x="0" y="369"/>
                    </a:moveTo>
                    <a:lnTo>
                      <a:pt x="360" y="621"/>
                    </a:lnTo>
                    <a:cubicBezTo>
                      <a:pt x="893" y="708"/>
                      <a:pt x="1438" y="680"/>
                      <a:pt x="1958" y="539"/>
                    </a:cubicBezTo>
                    <a:cubicBezTo>
                      <a:pt x="2062" y="509"/>
                      <a:pt x="2169" y="496"/>
                      <a:pt x="2276" y="500"/>
                    </a:cubicBezTo>
                    <a:cubicBezTo>
                      <a:pt x="2953" y="494"/>
                      <a:pt x="3629" y="434"/>
                      <a:pt x="4296" y="321"/>
                    </a:cubicBezTo>
                    <a:lnTo>
                      <a:pt x="4296" y="321"/>
                    </a:lnTo>
                    <a:lnTo>
                      <a:pt x="4080" y="129"/>
                    </a:lnTo>
                    <a:cubicBezTo>
                      <a:pt x="2716" y="0"/>
                      <a:pt x="1340" y="81"/>
                      <a:pt x="0" y="3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" name="Freeform 342"/>
              <p:cNvSpPr>
                <a:spLocks/>
              </p:cNvSpPr>
              <p:nvPr/>
            </p:nvSpPr>
            <p:spPr bwMode="gray">
              <a:xfrm flipH="1">
                <a:off x="5550957" y="3543001"/>
                <a:ext cx="628430" cy="118264"/>
              </a:xfrm>
              <a:custGeom>
                <a:avLst/>
                <a:gdLst/>
                <a:ahLst/>
                <a:cxnLst>
                  <a:cxn ang="0">
                    <a:pos x="0" y="257"/>
                  </a:cxn>
                  <a:cxn ang="0">
                    <a:pos x="4344" y="293"/>
                  </a:cxn>
                  <a:cxn ang="0">
                    <a:pos x="2016" y="161"/>
                  </a:cxn>
                  <a:cxn ang="0">
                    <a:pos x="408" y="65"/>
                  </a:cxn>
                  <a:cxn ang="0">
                    <a:pos x="408" y="65"/>
                  </a:cxn>
                  <a:cxn ang="0">
                    <a:pos x="0" y="257"/>
                  </a:cxn>
                </a:cxnLst>
                <a:rect l="0" t="0" r="r" b="b"/>
                <a:pathLst>
                  <a:path w="4344" h="831">
                    <a:moveTo>
                      <a:pt x="0" y="257"/>
                    </a:moveTo>
                    <a:cubicBezTo>
                      <a:pt x="1392" y="819"/>
                      <a:pt x="2944" y="831"/>
                      <a:pt x="4344" y="293"/>
                    </a:cubicBezTo>
                    <a:cubicBezTo>
                      <a:pt x="3575" y="168"/>
                      <a:pt x="2795" y="124"/>
                      <a:pt x="2016" y="161"/>
                    </a:cubicBezTo>
                    <a:cubicBezTo>
                      <a:pt x="1491" y="32"/>
                      <a:pt x="946" y="0"/>
                      <a:pt x="408" y="65"/>
                    </a:cubicBezTo>
                    <a:lnTo>
                      <a:pt x="408" y="65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" name="Freeform 343"/>
              <p:cNvSpPr>
                <a:spLocks/>
              </p:cNvSpPr>
              <p:nvPr/>
            </p:nvSpPr>
            <p:spPr bwMode="gray">
              <a:xfrm flipH="1">
                <a:off x="5550957" y="3529613"/>
                <a:ext cx="630699" cy="55785"/>
              </a:xfrm>
              <a:custGeom>
                <a:avLst/>
                <a:gdLst/>
                <a:ahLst/>
                <a:cxnLst>
                  <a:cxn ang="0">
                    <a:pos x="2016" y="119"/>
                  </a:cxn>
                  <a:cxn ang="0">
                    <a:pos x="1644" y="47"/>
                  </a:cxn>
                  <a:cxn ang="0">
                    <a:pos x="408" y="35"/>
                  </a:cxn>
                  <a:cxn ang="0">
                    <a:pos x="0" y="251"/>
                  </a:cxn>
                  <a:cxn ang="0">
                    <a:pos x="0" y="251"/>
                  </a:cxn>
                  <a:cxn ang="0">
                    <a:pos x="0" y="347"/>
                  </a:cxn>
                  <a:cxn ang="0">
                    <a:pos x="408" y="155"/>
                  </a:cxn>
                  <a:cxn ang="0">
                    <a:pos x="1644" y="167"/>
                  </a:cxn>
                  <a:cxn ang="0">
                    <a:pos x="2016" y="251"/>
                  </a:cxn>
                  <a:cxn ang="0">
                    <a:pos x="4344" y="383"/>
                  </a:cxn>
                  <a:cxn ang="0">
                    <a:pos x="4344" y="383"/>
                  </a:cxn>
                  <a:cxn ang="0">
                    <a:pos x="4344" y="275"/>
                  </a:cxn>
                  <a:cxn ang="0">
                    <a:pos x="2016" y="119"/>
                  </a:cxn>
                </a:cxnLst>
                <a:rect l="0" t="0" r="r" b="b"/>
                <a:pathLst>
                  <a:path w="4344" h="383">
                    <a:moveTo>
                      <a:pt x="2016" y="119"/>
                    </a:moveTo>
                    <a:lnTo>
                      <a:pt x="1644" y="47"/>
                    </a:lnTo>
                    <a:cubicBezTo>
                      <a:pt x="1233" y="4"/>
                      <a:pt x="820" y="0"/>
                      <a:pt x="408" y="35"/>
                    </a:cubicBezTo>
                    <a:cubicBezTo>
                      <a:pt x="266" y="95"/>
                      <a:pt x="130" y="168"/>
                      <a:pt x="0" y="251"/>
                    </a:cubicBezTo>
                    <a:lnTo>
                      <a:pt x="0" y="251"/>
                    </a:lnTo>
                    <a:lnTo>
                      <a:pt x="0" y="347"/>
                    </a:lnTo>
                    <a:lnTo>
                      <a:pt x="408" y="155"/>
                    </a:lnTo>
                    <a:cubicBezTo>
                      <a:pt x="819" y="111"/>
                      <a:pt x="1234" y="115"/>
                      <a:pt x="1644" y="167"/>
                    </a:cubicBezTo>
                    <a:cubicBezTo>
                      <a:pt x="1770" y="186"/>
                      <a:pt x="1894" y="214"/>
                      <a:pt x="2016" y="251"/>
                    </a:cubicBezTo>
                    <a:cubicBezTo>
                      <a:pt x="2795" y="215"/>
                      <a:pt x="3575" y="259"/>
                      <a:pt x="4344" y="383"/>
                    </a:cubicBezTo>
                    <a:lnTo>
                      <a:pt x="4344" y="383"/>
                    </a:lnTo>
                    <a:lnTo>
                      <a:pt x="4344" y="275"/>
                    </a:lnTo>
                    <a:cubicBezTo>
                      <a:pt x="3574" y="159"/>
                      <a:pt x="2795" y="106"/>
                      <a:pt x="2016" y="1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" name="Freeform 344"/>
              <p:cNvSpPr>
                <a:spLocks/>
              </p:cNvSpPr>
              <p:nvPr/>
            </p:nvSpPr>
            <p:spPr bwMode="gray">
              <a:xfrm flipH="1">
                <a:off x="5546420" y="4346301"/>
                <a:ext cx="610280" cy="4239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240" y="104"/>
                  </a:cxn>
                  <a:cxn ang="0">
                    <a:pos x="1919" y="64"/>
                  </a:cxn>
                  <a:cxn ang="0">
                    <a:pos x="1919" y="64"/>
                  </a:cxn>
                  <a:cxn ang="0">
                    <a:pos x="2538" y="21"/>
                  </a:cxn>
                  <a:cxn ang="0">
                    <a:pos x="4152" y="32"/>
                  </a:cxn>
                  <a:cxn ang="0">
                    <a:pos x="4152" y="32"/>
                  </a:cxn>
                  <a:cxn ang="0">
                    <a:pos x="4152" y="134"/>
                  </a:cxn>
                  <a:cxn ang="0">
                    <a:pos x="1923" y="220"/>
                  </a:cxn>
                  <a:cxn ang="0">
                    <a:pos x="240" y="272"/>
                  </a:cxn>
                  <a:cxn ang="0">
                    <a:pos x="0" y="224"/>
                  </a:cxn>
                  <a:cxn ang="0">
                    <a:pos x="0" y="224"/>
                  </a:cxn>
                  <a:cxn ang="0">
                    <a:pos x="0" y="32"/>
                  </a:cxn>
                </a:cxnLst>
                <a:rect l="0" t="0" r="r" b="b"/>
                <a:pathLst>
                  <a:path w="4152" h="293">
                    <a:moveTo>
                      <a:pt x="0" y="32"/>
                    </a:moveTo>
                    <a:cubicBezTo>
                      <a:pt x="65" y="90"/>
                      <a:pt x="153" y="117"/>
                      <a:pt x="240" y="104"/>
                    </a:cubicBezTo>
                    <a:cubicBezTo>
                      <a:pt x="800" y="124"/>
                      <a:pt x="1361" y="111"/>
                      <a:pt x="1919" y="64"/>
                    </a:cubicBezTo>
                    <a:lnTo>
                      <a:pt x="1919" y="64"/>
                    </a:lnTo>
                    <a:lnTo>
                      <a:pt x="2538" y="21"/>
                    </a:lnTo>
                    <a:cubicBezTo>
                      <a:pt x="3076" y="0"/>
                      <a:pt x="3615" y="3"/>
                      <a:pt x="4152" y="32"/>
                    </a:cubicBezTo>
                    <a:lnTo>
                      <a:pt x="4152" y="32"/>
                    </a:lnTo>
                    <a:lnTo>
                      <a:pt x="4152" y="134"/>
                    </a:lnTo>
                    <a:cubicBezTo>
                      <a:pt x="3408" y="115"/>
                      <a:pt x="2663" y="143"/>
                      <a:pt x="1923" y="220"/>
                    </a:cubicBezTo>
                    <a:cubicBezTo>
                      <a:pt x="1364" y="276"/>
                      <a:pt x="802" y="293"/>
                      <a:pt x="240" y="272"/>
                    </a:cubicBezTo>
                    <a:cubicBezTo>
                      <a:pt x="157" y="279"/>
                      <a:pt x="74" y="262"/>
                      <a:pt x="0" y="224"/>
                    </a:cubicBezTo>
                    <a:lnTo>
                      <a:pt x="0" y="224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" name="Freeform 345"/>
              <p:cNvSpPr>
                <a:spLocks/>
              </p:cNvSpPr>
              <p:nvPr/>
            </p:nvSpPr>
            <p:spPr bwMode="gray">
              <a:xfrm flipH="1">
                <a:off x="5555495" y="3547464"/>
                <a:ext cx="564906" cy="816688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0" y="5687"/>
                  </a:cxn>
                  <a:cxn ang="0">
                    <a:pos x="2016" y="5615"/>
                  </a:cxn>
                  <a:cxn ang="0">
                    <a:pos x="2016" y="5615"/>
                  </a:cxn>
                  <a:cxn ang="0">
                    <a:pos x="3888" y="5543"/>
                  </a:cxn>
                  <a:cxn ang="0">
                    <a:pos x="3888" y="323"/>
                  </a:cxn>
                  <a:cxn ang="0">
                    <a:pos x="3024" y="287"/>
                  </a:cxn>
                  <a:cxn ang="0">
                    <a:pos x="1752" y="191"/>
                  </a:cxn>
                  <a:cxn ang="0">
                    <a:pos x="0" y="71"/>
                  </a:cxn>
                </a:cxnLst>
                <a:rect l="0" t="0" r="r" b="b"/>
                <a:pathLst>
                  <a:path w="3888" h="5712">
                    <a:moveTo>
                      <a:pt x="0" y="71"/>
                    </a:moveTo>
                    <a:lnTo>
                      <a:pt x="0" y="5687"/>
                    </a:lnTo>
                    <a:cubicBezTo>
                      <a:pt x="673" y="5712"/>
                      <a:pt x="1347" y="5688"/>
                      <a:pt x="2016" y="5615"/>
                    </a:cubicBezTo>
                    <a:lnTo>
                      <a:pt x="2016" y="5615"/>
                    </a:lnTo>
                    <a:lnTo>
                      <a:pt x="3888" y="5543"/>
                    </a:lnTo>
                    <a:lnTo>
                      <a:pt x="3888" y="323"/>
                    </a:lnTo>
                    <a:cubicBezTo>
                      <a:pt x="3603" y="279"/>
                      <a:pt x="3313" y="267"/>
                      <a:pt x="3024" y="287"/>
                    </a:cubicBezTo>
                    <a:cubicBezTo>
                      <a:pt x="2599" y="280"/>
                      <a:pt x="2174" y="247"/>
                      <a:pt x="1752" y="191"/>
                    </a:cubicBezTo>
                    <a:cubicBezTo>
                      <a:pt x="1181" y="41"/>
                      <a:pt x="587" y="0"/>
                      <a:pt x="0" y="7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" name="Freeform 346"/>
              <p:cNvSpPr>
                <a:spLocks/>
              </p:cNvSpPr>
              <p:nvPr/>
            </p:nvSpPr>
            <p:spPr bwMode="gray">
              <a:xfrm flipH="1">
                <a:off x="5555495" y="4361921"/>
                <a:ext cx="564906" cy="649334"/>
              </a:xfrm>
              <a:custGeom>
                <a:avLst/>
                <a:gdLst/>
                <a:ahLst/>
                <a:cxnLst>
                  <a:cxn ang="0">
                    <a:pos x="0" y="152"/>
                  </a:cxn>
                  <a:cxn ang="0">
                    <a:pos x="0" y="4460"/>
                  </a:cxn>
                  <a:cxn ang="0">
                    <a:pos x="1680" y="4352"/>
                  </a:cxn>
                  <a:cxn ang="0">
                    <a:pos x="1680" y="4352"/>
                  </a:cxn>
                  <a:cxn ang="0">
                    <a:pos x="3888" y="4112"/>
                  </a:cxn>
                  <a:cxn ang="0">
                    <a:pos x="3888" y="4112"/>
                  </a:cxn>
                  <a:cxn ang="0">
                    <a:pos x="3888" y="56"/>
                  </a:cxn>
                  <a:cxn ang="0">
                    <a:pos x="1872" y="80"/>
                  </a:cxn>
                  <a:cxn ang="0">
                    <a:pos x="0" y="152"/>
                  </a:cxn>
                </a:cxnLst>
                <a:rect l="0" t="0" r="r" b="b"/>
                <a:pathLst>
                  <a:path w="3888" h="4553">
                    <a:moveTo>
                      <a:pt x="0" y="152"/>
                    </a:moveTo>
                    <a:lnTo>
                      <a:pt x="0" y="4460"/>
                    </a:lnTo>
                    <a:cubicBezTo>
                      <a:pt x="561" y="4553"/>
                      <a:pt x="1136" y="4516"/>
                      <a:pt x="1680" y="4352"/>
                    </a:cubicBezTo>
                    <a:lnTo>
                      <a:pt x="1680" y="4352"/>
                    </a:lnTo>
                    <a:cubicBezTo>
                      <a:pt x="2419" y="4300"/>
                      <a:pt x="3156" y="4220"/>
                      <a:pt x="3888" y="4112"/>
                    </a:cubicBezTo>
                    <a:lnTo>
                      <a:pt x="3888" y="4112"/>
                    </a:lnTo>
                    <a:lnTo>
                      <a:pt x="3888" y="56"/>
                    </a:lnTo>
                    <a:cubicBezTo>
                      <a:pt x="3217" y="0"/>
                      <a:pt x="2542" y="8"/>
                      <a:pt x="1872" y="80"/>
                    </a:cubicBezTo>
                    <a:cubicBezTo>
                      <a:pt x="1251" y="152"/>
                      <a:pt x="625" y="176"/>
                      <a:pt x="0" y="15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" name="Freeform 347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69696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" name="Freeform 348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969696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" name="Oval 349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 algn="ctr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" name="Oval 350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" name="Oval 351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EAEAE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" name="Oval 352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" name="Freeform 353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8EEF7"/>
              </a:solidFill>
              <a:ln w="31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" name="Freeform 354"/>
              <p:cNvSpPr>
                <a:spLocks/>
              </p:cNvSpPr>
              <p:nvPr/>
            </p:nvSpPr>
            <p:spPr bwMode="gray">
              <a:xfrm flipH="1">
                <a:off x="5632631" y="4375309"/>
                <a:ext cx="188302" cy="602475"/>
              </a:xfrm>
              <a:custGeom>
                <a:avLst/>
                <a:gdLst/>
                <a:ahLst/>
                <a:cxnLst>
                  <a:cxn ang="0">
                    <a:pos x="2" y="47"/>
                  </a:cxn>
                  <a:cxn ang="0">
                    <a:pos x="0" y="1029"/>
                  </a:cxn>
                  <a:cxn ang="0">
                    <a:pos x="153" y="1014"/>
                  </a:cxn>
                  <a:cxn ang="0">
                    <a:pos x="318" y="996"/>
                  </a:cxn>
                  <a:cxn ang="0">
                    <a:pos x="319" y="38"/>
                  </a:cxn>
                  <a:cxn ang="0">
                    <a:pos x="2" y="47"/>
                  </a:cxn>
                </a:cxnLst>
                <a:rect l="0" t="0" r="r" b="b"/>
                <a:pathLst>
                  <a:path w="319" h="1029">
                    <a:moveTo>
                      <a:pt x="2" y="47"/>
                    </a:moveTo>
                    <a:lnTo>
                      <a:pt x="0" y="1029"/>
                    </a:lnTo>
                    <a:lnTo>
                      <a:pt x="153" y="1014"/>
                    </a:lnTo>
                    <a:lnTo>
                      <a:pt x="318" y="996"/>
                    </a:lnTo>
                    <a:lnTo>
                      <a:pt x="319" y="38"/>
                    </a:lnTo>
                    <a:cubicBezTo>
                      <a:pt x="216" y="0"/>
                      <a:pt x="103" y="3"/>
                      <a:pt x="2" y="4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" name="Freeform 355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AEAEA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767" name="Picture 35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gray">
              <a:xfrm flipH="1">
                <a:off x="5961592" y="4562746"/>
                <a:ext cx="61255" cy="24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768" name="Picture 357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gray">
              <a:xfrm flipH="1">
                <a:off x="5966130" y="4843901"/>
                <a:ext cx="52180" cy="2231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769" name="Picture 358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gray">
              <a:xfrm flipH="1">
                <a:off x="5945711" y="3592092"/>
                <a:ext cx="108898" cy="446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770" name="Line 359"/>
              <p:cNvSpPr>
                <a:spLocks noChangeShapeType="1"/>
              </p:cNvSpPr>
              <p:nvPr/>
            </p:nvSpPr>
            <p:spPr bwMode="gray">
              <a:xfrm flipH="1" flipV="1">
                <a:off x="6158969" y="3618869"/>
                <a:ext cx="340305" cy="165123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62" name="Group 1683"/>
            <p:cNvGrpSpPr/>
            <p:nvPr/>
          </p:nvGrpSpPr>
          <p:grpSpPr bwMode="gray">
            <a:xfrm>
              <a:off x="6263999" y="3519715"/>
              <a:ext cx="1464852" cy="1727139"/>
              <a:chOff x="6263999" y="3519715"/>
              <a:chExt cx="1464852" cy="1727139"/>
            </a:xfrm>
          </p:grpSpPr>
          <p:sp>
            <p:nvSpPr>
              <p:cNvPr id="1704" name="Freeform 361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5" name="Freeform 362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6" name="Freeform 363"/>
              <p:cNvSpPr>
                <a:spLocks/>
              </p:cNvSpPr>
              <p:nvPr/>
            </p:nvSpPr>
            <p:spPr bwMode="gray">
              <a:xfrm>
                <a:off x="6270760" y="4596113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7" name="Freeform 364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8" name="Freeform 365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9" name="Freeform 366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0" name="Freeform 367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1" name="Freeform 368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2" name="Freeform 369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3" name="Freeform 370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4" name="Freeform 371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5" name="Freeform 372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solidFill>
                <a:srgbClr val="6699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6" name="Freeform 373"/>
              <p:cNvSpPr>
                <a:spLocks/>
              </p:cNvSpPr>
              <p:nvPr/>
            </p:nvSpPr>
            <p:spPr bwMode="gray">
              <a:xfrm>
                <a:off x="6396962" y="3631143"/>
                <a:ext cx="1065962" cy="880284"/>
              </a:xfrm>
              <a:custGeom>
                <a:avLst/>
                <a:gdLst/>
                <a:ahLst/>
                <a:cxnLst>
                  <a:cxn ang="0">
                    <a:pos x="337" y="0"/>
                  </a:cxn>
                  <a:cxn ang="0">
                    <a:pos x="47" y="3"/>
                  </a:cxn>
                  <a:cxn ang="0">
                    <a:pos x="0" y="281"/>
                  </a:cxn>
                  <a:cxn ang="0">
                    <a:pos x="11" y="268"/>
                  </a:cxn>
                  <a:cxn ang="0">
                    <a:pos x="21" y="255"/>
                  </a:cxn>
                  <a:cxn ang="0">
                    <a:pos x="32" y="244"/>
                  </a:cxn>
                  <a:cxn ang="0">
                    <a:pos x="43" y="234"/>
                  </a:cxn>
                  <a:cxn ang="0">
                    <a:pos x="55" y="224"/>
                  </a:cxn>
                  <a:cxn ang="0">
                    <a:pos x="66" y="216"/>
                  </a:cxn>
                  <a:cxn ang="0">
                    <a:pos x="79" y="208"/>
                  </a:cxn>
                  <a:cxn ang="0">
                    <a:pos x="90" y="201"/>
                  </a:cxn>
                  <a:cxn ang="0">
                    <a:pos x="116" y="189"/>
                  </a:cxn>
                  <a:cxn ang="0">
                    <a:pos x="141" y="178"/>
                  </a:cxn>
                  <a:cxn ang="0">
                    <a:pos x="192" y="159"/>
                  </a:cxn>
                  <a:cxn ang="0">
                    <a:pos x="216" y="148"/>
                  </a:cxn>
                  <a:cxn ang="0">
                    <a:pos x="239" y="137"/>
                  </a:cxn>
                  <a:cxn ang="0">
                    <a:pos x="249" y="130"/>
                  </a:cxn>
                  <a:cxn ang="0">
                    <a:pos x="260" y="123"/>
                  </a:cxn>
                  <a:cxn ang="0">
                    <a:pos x="271" y="115"/>
                  </a:cxn>
                  <a:cxn ang="0">
                    <a:pos x="280" y="107"/>
                  </a:cxn>
                  <a:cxn ang="0">
                    <a:pos x="290" y="97"/>
                  </a:cxn>
                  <a:cxn ang="0">
                    <a:pos x="299" y="87"/>
                  </a:cxn>
                  <a:cxn ang="0">
                    <a:pos x="306" y="75"/>
                  </a:cxn>
                  <a:cxn ang="0">
                    <a:pos x="315" y="63"/>
                  </a:cxn>
                  <a:cxn ang="0">
                    <a:pos x="321" y="49"/>
                  </a:cxn>
                  <a:cxn ang="0">
                    <a:pos x="327" y="34"/>
                  </a:cxn>
                  <a:cxn ang="0">
                    <a:pos x="332" y="17"/>
                  </a:cxn>
                  <a:cxn ang="0">
                    <a:pos x="337" y="0"/>
                  </a:cxn>
                </a:cxnLst>
                <a:rect l="0" t="0" r="r" b="b"/>
                <a:pathLst>
                  <a:path w="337" h="281">
                    <a:moveTo>
                      <a:pt x="337" y="0"/>
                    </a:moveTo>
                    <a:lnTo>
                      <a:pt x="47" y="3"/>
                    </a:lnTo>
                    <a:lnTo>
                      <a:pt x="0" y="281"/>
                    </a:lnTo>
                    <a:lnTo>
                      <a:pt x="11" y="268"/>
                    </a:lnTo>
                    <a:lnTo>
                      <a:pt x="21" y="255"/>
                    </a:lnTo>
                    <a:lnTo>
                      <a:pt x="32" y="244"/>
                    </a:lnTo>
                    <a:lnTo>
                      <a:pt x="43" y="234"/>
                    </a:lnTo>
                    <a:lnTo>
                      <a:pt x="55" y="224"/>
                    </a:lnTo>
                    <a:lnTo>
                      <a:pt x="66" y="216"/>
                    </a:lnTo>
                    <a:lnTo>
                      <a:pt x="79" y="208"/>
                    </a:lnTo>
                    <a:lnTo>
                      <a:pt x="90" y="201"/>
                    </a:lnTo>
                    <a:lnTo>
                      <a:pt x="116" y="189"/>
                    </a:lnTo>
                    <a:lnTo>
                      <a:pt x="141" y="178"/>
                    </a:lnTo>
                    <a:lnTo>
                      <a:pt x="192" y="159"/>
                    </a:lnTo>
                    <a:lnTo>
                      <a:pt x="216" y="148"/>
                    </a:lnTo>
                    <a:lnTo>
                      <a:pt x="239" y="137"/>
                    </a:lnTo>
                    <a:lnTo>
                      <a:pt x="249" y="130"/>
                    </a:lnTo>
                    <a:lnTo>
                      <a:pt x="260" y="123"/>
                    </a:lnTo>
                    <a:lnTo>
                      <a:pt x="271" y="115"/>
                    </a:lnTo>
                    <a:lnTo>
                      <a:pt x="280" y="107"/>
                    </a:lnTo>
                    <a:lnTo>
                      <a:pt x="290" y="97"/>
                    </a:lnTo>
                    <a:lnTo>
                      <a:pt x="299" y="87"/>
                    </a:lnTo>
                    <a:lnTo>
                      <a:pt x="306" y="75"/>
                    </a:lnTo>
                    <a:lnTo>
                      <a:pt x="315" y="63"/>
                    </a:lnTo>
                    <a:lnTo>
                      <a:pt x="321" y="49"/>
                    </a:lnTo>
                    <a:lnTo>
                      <a:pt x="327" y="34"/>
                    </a:lnTo>
                    <a:lnTo>
                      <a:pt x="332" y="1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99CC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7" name="Freeform 374"/>
              <p:cNvSpPr>
                <a:spLocks/>
              </p:cNvSpPr>
              <p:nvPr/>
            </p:nvSpPr>
            <p:spPr bwMode="gray">
              <a:xfrm>
                <a:off x="6998679" y="4281885"/>
                <a:ext cx="525093" cy="376628"/>
              </a:xfrm>
              <a:custGeom>
                <a:avLst/>
                <a:gdLst/>
                <a:ahLst/>
                <a:cxnLst>
                  <a:cxn ang="0">
                    <a:pos x="0" y="104"/>
                  </a:cxn>
                  <a:cxn ang="0">
                    <a:pos x="0" y="104"/>
                  </a:cxn>
                  <a:cxn ang="0">
                    <a:pos x="11" y="87"/>
                  </a:cxn>
                  <a:cxn ang="0">
                    <a:pos x="21" y="73"/>
                  </a:cxn>
                  <a:cxn ang="0">
                    <a:pos x="32" y="63"/>
                  </a:cxn>
                  <a:cxn ang="0">
                    <a:pos x="43" y="55"/>
                  </a:cxn>
                  <a:cxn ang="0">
                    <a:pos x="54" y="49"/>
                  </a:cxn>
                  <a:cxn ang="0">
                    <a:pos x="65" y="45"/>
                  </a:cxn>
                  <a:cxn ang="0">
                    <a:pos x="75" y="41"/>
                  </a:cxn>
                  <a:cxn ang="0">
                    <a:pos x="86" y="38"/>
                  </a:cxn>
                  <a:cxn ang="0">
                    <a:pos x="108" y="34"/>
                  </a:cxn>
                  <a:cxn ang="0">
                    <a:pos x="118" y="32"/>
                  </a:cxn>
                  <a:cxn ang="0">
                    <a:pos x="128" y="28"/>
                  </a:cxn>
                  <a:cxn ang="0">
                    <a:pos x="138" y="24"/>
                  </a:cxn>
                  <a:cxn ang="0">
                    <a:pos x="147" y="17"/>
                  </a:cxn>
                  <a:cxn ang="0">
                    <a:pos x="157" y="10"/>
                  </a:cxn>
                  <a:cxn ang="0">
                    <a:pos x="166" y="0"/>
                  </a:cxn>
                  <a:cxn ang="0">
                    <a:pos x="151" y="120"/>
                  </a:cxn>
                  <a:cxn ang="0">
                    <a:pos x="0" y="104"/>
                  </a:cxn>
                </a:cxnLst>
                <a:rect l="0" t="0" r="r" b="b"/>
                <a:pathLst>
                  <a:path w="166" h="120">
                    <a:moveTo>
                      <a:pt x="0" y="104"/>
                    </a:moveTo>
                    <a:lnTo>
                      <a:pt x="0" y="104"/>
                    </a:lnTo>
                    <a:lnTo>
                      <a:pt x="11" y="87"/>
                    </a:lnTo>
                    <a:lnTo>
                      <a:pt x="21" y="73"/>
                    </a:lnTo>
                    <a:lnTo>
                      <a:pt x="32" y="63"/>
                    </a:lnTo>
                    <a:lnTo>
                      <a:pt x="43" y="55"/>
                    </a:lnTo>
                    <a:lnTo>
                      <a:pt x="54" y="49"/>
                    </a:lnTo>
                    <a:lnTo>
                      <a:pt x="65" y="45"/>
                    </a:lnTo>
                    <a:lnTo>
                      <a:pt x="75" y="41"/>
                    </a:lnTo>
                    <a:lnTo>
                      <a:pt x="86" y="38"/>
                    </a:lnTo>
                    <a:lnTo>
                      <a:pt x="108" y="34"/>
                    </a:lnTo>
                    <a:lnTo>
                      <a:pt x="118" y="32"/>
                    </a:lnTo>
                    <a:lnTo>
                      <a:pt x="128" y="28"/>
                    </a:lnTo>
                    <a:lnTo>
                      <a:pt x="138" y="24"/>
                    </a:lnTo>
                    <a:lnTo>
                      <a:pt x="147" y="17"/>
                    </a:lnTo>
                    <a:lnTo>
                      <a:pt x="157" y="10"/>
                    </a:lnTo>
                    <a:lnTo>
                      <a:pt x="166" y="0"/>
                    </a:lnTo>
                    <a:lnTo>
                      <a:pt x="151" y="120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066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8" name="Freeform 375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9" name="Freeform 376"/>
              <p:cNvSpPr>
                <a:spLocks noEditPoints="1"/>
              </p:cNvSpPr>
              <p:nvPr/>
            </p:nvSpPr>
            <p:spPr bwMode="gray">
              <a:xfrm>
                <a:off x="6351890" y="3593258"/>
                <a:ext cx="1284563" cy="1067483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53" y="3"/>
                  </a:cxn>
                  <a:cxn ang="0">
                    <a:pos x="51" y="4"/>
                  </a:cxn>
                  <a:cxn ang="0">
                    <a:pos x="51" y="5"/>
                  </a:cxn>
                  <a:cxn ang="0">
                    <a:pos x="0" y="301"/>
                  </a:cxn>
                  <a:cxn ang="0">
                    <a:pos x="0" y="303"/>
                  </a:cxn>
                  <a:cxn ang="0">
                    <a:pos x="2" y="303"/>
                  </a:cxn>
                  <a:cxn ang="0">
                    <a:pos x="355" y="342"/>
                  </a:cxn>
                  <a:cxn ang="0">
                    <a:pos x="356" y="342"/>
                  </a:cxn>
                  <a:cxn ang="0">
                    <a:pos x="357" y="341"/>
                  </a:cxn>
                  <a:cxn ang="0">
                    <a:pos x="406" y="2"/>
                  </a:cxn>
                  <a:cxn ang="0">
                    <a:pos x="405" y="1"/>
                  </a:cxn>
                  <a:cxn ang="0">
                    <a:pos x="404" y="0"/>
                  </a:cxn>
                  <a:cxn ang="0">
                    <a:pos x="401" y="4"/>
                  </a:cxn>
                  <a:cxn ang="0">
                    <a:pos x="401" y="4"/>
                  </a:cxn>
                  <a:cxn ang="0">
                    <a:pos x="354" y="338"/>
                  </a:cxn>
                  <a:cxn ang="0">
                    <a:pos x="5" y="300"/>
                  </a:cxn>
                  <a:cxn ang="0">
                    <a:pos x="54" y="7"/>
                  </a:cxn>
                  <a:cxn ang="0">
                    <a:pos x="401" y="4"/>
                  </a:cxn>
                </a:cxnLst>
                <a:rect l="0" t="0" r="r" b="b"/>
                <a:pathLst>
                  <a:path w="406" h="342">
                    <a:moveTo>
                      <a:pt x="404" y="0"/>
                    </a:moveTo>
                    <a:lnTo>
                      <a:pt x="53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0" y="301"/>
                    </a:lnTo>
                    <a:lnTo>
                      <a:pt x="0" y="303"/>
                    </a:lnTo>
                    <a:lnTo>
                      <a:pt x="2" y="303"/>
                    </a:lnTo>
                    <a:lnTo>
                      <a:pt x="355" y="342"/>
                    </a:lnTo>
                    <a:lnTo>
                      <a:pt x="356" y="342"/>
                    </a:lnTo>
                    <a:lnTo>
                      <a:pt x="357" y="341"/>
                    </a:lnTo>
                    <a:lnTo>
                      <a:pt x="406" y="2"/>
                    </a:lnTo>
                    <a:lnTo>
                      <a:pt x="405" y="1"/>
                    </a:lnTo>
                    <a:lnTo>
                      <a:pt x="404" y="0"/>
                    </a:lnTo>
                    <a:close/>
                    <a:moveTo>
                      <a:pt x="401" y="4"/>
                    </a:moveTo>
                    <a:lnTo>
                      <a:pt x="401" y="4"/>
                    </a:lnTo>
                    <a:lnTo>
                      <a:pt x="354" y="338"/>
                    </a:lnTo>
                    <a:lnTo>
                      <a:pt x="5" y="300"/>
                    </a:lnTo>
                    <a:lnTo>
                      <a:pt x="54" y="7"/>
                    </a:lnTo>
                    <a:lnTo>
                      <a:pt x="401" y="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0" name="Freeform 377"/>
              <p:cNvSpPr>
                <a:spLocks/>
              </p:cNvSpPr>
              <p:nvPr/>
            </p:nvSpPr>
            <p:spPr bwMode="gray">
              <a:xfrm>
                <a:off x="6577252" y="3682400"/>
                <a:ext cx="81130" cy="135943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30"/>
                  </a:cxn>
                  <a:cxn ang="0">
                    <a:pos x="2" y="37"/>
                  </a:cxn>
                  <a:cxn ang="0">
                    <a:pos x="3" y="40"/>
                  </a:cxn>
                  <a:cxn ang="0">
                    <a:pos x="5" y="42"/>
                  </a:cxn>
                  <a:cxn ang="0">
                    <a:pos x="7" y="44"/>
                  </a:cxn>
                  <a:cxn ang="0">
                    <a:pos x="9" y="44"/>
                  </a:cxn>
                  <a:cxn ang="0">
                    <a:pos x="12" y="44"/>
                  </a:cxn>
                  <a:cxn ang="0">
                    <a:pos x="14" y="44"/>
                  </a:cxn>
                  <a:cxn ang="0">
                    <a:pos x="17" y="42"/>
                  </a:cxn>
                  <a:cxn ang="0">
                    <a:pos x="20" y="39"/>
                  </a:cxn>
                  <a:cxn ang="0">
                    <a:pos x="23" y="33"/>
                  </a:cxn>
                  <a:cxn ang="0">
                    <a:pos x="25" y="25"/>
                  </a:cxn>
                  <a:cxn ang="0">
                    <a:pos x="26" y="16"/>
                  </a:cxn>
                  <a:cxn ang="0">
                    <a:pos x="24" y="9"/>
                  </a:cxn>
                  <a:cxn ang="0">
                    <a:pos x="23" y="6"/>
                  </a:cxn>
                  <a:cxn ang="0">
                    <a:pos x="21" y="3"/>
                  </a:cxn>
                  <a:cxn ang="0">
                    <a:pos x="19" y="1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1" y="1"/>
                  </a:cxn>
                  <a:cxn ang="0">
                    <a:pos x="8" y="3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0" y="20"/>
                  </a:cxn>
                </a:cxnLst>
                <a:rect l="0" t="0" r="r" b="b"/>
                <a:pathLst>
                  <a:path w="26" h="44">
                    <a:moveTo>
                      <a:pt x="0" y="20"/>
                    </a:moveTo>
                    <a:lnTo>
                      <a:pt x="0" y="20"/>
                    </a:lnTo>
                    <a:lnTo>
                      <a:pt x="0" y="30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5" y="42"/>
                    </a:lnTo>
                    <a:lnTo>
                      <a:pt x="7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7" y="42"/>
                    </a:lnTo>
                    <a:lnTo>
                      <a:pt x="20" y="39"/>
                    </a:lnTo>
                    <a:lnTo>
                      <a:pt x="23" y="33"/>
                    </a:lnTo>
                    <a:lnTo>
                      <a:pt x="25" y="25"/>
                    </a:lnTo>
                    <a:lnTo>
                      <a:pt x="26" y="16"/>
                    </a:lnTo>
                    <a:lnTo>
                      <a:pt x="24" y="9"/>
                    </a:lnTo>
                    <a:lnTo>
                      <a:pt x="23" y="6"/>
                    </a:lnTo>
                    <a:lnTo>
                      <a:pt x="21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6"/>
                    </a:lnTo>
                    <a:lnTo>
                      <a:pt x="2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1" name="Freeform 378"/>
              <p:cNvSpPr>
                <a:spLocks/>
              </p:cNvSpPr>
              <p:nvPr/>
            </p:nvSpPr>
            <p:spPr bwMode="gray">
              <a:xfrm>
                <a:off x="6696694" y="3682400"/>
                <a:ext cx="38312" cy="84686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13"/>
                  </a:cxn>
                  <a:cxn ang="0">
                    <a:pos x="0" y="18"/>
                  </a:cxn>
                  <a:cxn ang="0">
                    <a:pos x="1" y="22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19"/>
                  </a:cxn>
                  <a:cxn ang="0">
                    <a:pos x="12" y="14"/>
                  </a:cxn>
                  <a:cxn ang="0">
                    <a:pos x="12" y="10"/>
                  </a:cxn>
                  <a:cxn ang="0">
                    <a:pos x="12" y="6"/>
                  </a:cxn>
                  <a:cxn ang="0">
                    <a:pos x="10" y="3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4" y="3"/>
                  </a:cxn>
                  <a:cxn ang="0">
                    <a:pos x="2" y="8"/>
                  </a:cxn>
                  <a:cxn ang="0">
                    <a:pos x="1" y="13"/>
                  </a:cxn>
                </a:cxnLst>
                <a:rect l="0" t="0" r="r" b="b"/>
                <a:pathLst>
                  <a:path w="12" h="27">
                    <a:moveTo>
                      <a:pt x="1" y="13"/>
                    </a:moveTo>
                    <a:lnTo>
                      <a:pt x="1" y="13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5"/>
                    </a:lnTo>
                    <a:lnTo>
                      <a:pt x="4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19"/>
                    </a:lnTo>
                    <a:lnTo>
                      <a:pt x="12" y="14"/>
                    </a:lnTo>
                    <a:lnTo>
                      <a:pt x="12" y="10"/>
                    </a:lnTo>
                    <a:lnTo>
                      <a:pt x="12" y="6"/>
                    </a:lnTo>
                    <a:lnTo>
                      <a:pt x="10" y="3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8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2" name="Freeform 37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999999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3" name="Freeform 38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4" name="Freeform 38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5" name="Freeform 382"/>
              <p:cNvSpPr>
                <a:spLocks noEditPoints="1"/>
              </p:cNvSpPr>
              <p:nvPr/>
            </p:nvSpPr>
            <p:spPr bwMode="gray">
              <a:xfrm>
                <a:off x="7343482" y="4745427"/>
                <a:ext cx="49580" cy="5348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0" y="13"/>
                  </a:cxn>
                  <a:cxn ang="0">
                    <a:pos x="2" y="14"/>
                  </a:cxn>
                  <a:cxn ang="0">
                    <a:pos x="4" y="16"/>
                  </a:cxn>
                  <a:cxn ang="0">
                    <a:pos x="7" y="17"/>
                  </a:cxn>
                  <a:cxn ang="0">
                    <a:pos x="10" y="16"/>
                  </a:cxn>
                  <a:cxn ang="0">
                    <a:pos x="13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4" y="6"/>
                  </a:cxn>
                  <a:cxn ang="0">
                    <a:pos x="13" y="4"/>
                  </a:cxn>
                  <a:cxn ang="0">
                    <a:pos x="10" y="2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4" y="9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0" y="7"/>
                  </a:cxn>
                  <a:cxn ang="0">
                    <a:pos x="11" y="9"/>
                  </a:cxn>
                  <a:cxn ang="0">
                    <a:pos x="10" y="13"/>
                  </a:cxn>
                  <a:cxn ang="0">
                    <a:pos x="7" y="13"/>
                  </a:cxn>
                  <a:cxn ang="0">
                    <a:pos x="5" y="13"/>
                  </a:cxn>
                  <a:cxn ang="0">
                    <a:pos x="4" y="9"/>
                  </a:cxn>
                </a:cxnLst>
                <a:rect l="0" t="0" r="r" b="b"/>
                <a:pathLst>
                  <a:path w="16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3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7" y="17"/>
                    </a:lnTo>
                    <a:lnTo>
                      <a:pt x="10" y="16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6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  <a:moveTo>
                      <a:pt x="4" y="9"/>
                    </a:move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0" y="13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6" name="Freeform 383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7" name="Freeform 384"/>
              <p:cNvSpPr>
                <a:spLocks noEditPoints="1"/>
              </p:cNvSpPr>
              <p:nvPr/>
            </p:nvSpPr>
            <p:spPr bwMode="gray">
              <a:xfrm>
                <a:off x="7411091" y="4745427"/>
                <a:ext cx="65355" cy="6462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5" y="19"/>
                  </a:cxn>
                  <a:cxn ang="0">
                    <a:pos x="9" y="21"/>
                  </a:cxn>
                  <a:cxn ang="0">
                    <a:pos x="13" y="19"/>
                  </a:cxn>
                  <a:cxn ang="0">
                    <a:pos x="16" y="18"/>
                  </a:cxn>
                  <a:cxn ang="0">
                    <a:pos x="19" y="14"/>
                  </a:cxn>
                  <a:cxn ang="0">
                    <a:pos x="20" y="10"/>
                  </a:cxn>
                  <a:cxn ang="0">
                    <a:pos x="19" y="6"/>
                  </a:cxn>
                  <a:cxn ang="0">
                    <a:pos x="16" y="3"/>
                  </a:cxn>
                  <a:cxn ang="0">
                    <a:pos x="13" y="0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5"/>
                  </a:cxn>
                  <a:cxn ang="0">
                    <a:pos x="9" y="5"/>
                  </a:cxn>
                  <a:cxn ang="0">
                    <a:pos x="11" y="5"/>
                  </a:cxn>
                  <a:cxn ang="0">
                    <a:pos x="13" y="6"/>
                  </a:cxn>
                  <a:cxn ang="0">
                    <a:pos x="15" y="8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4"/>
                  </a:cxn>
                  <a:cxn ang="0">
                    <a:pos x="4" y="13"/>
                  </a:cxn>
                  <a:cxn ang="0">
                    <a:pos x="4" y="10"/>
                  </a:cxn>
                </a:cxnLst>
                <a:rect l="0" t="0" r="r" b="b"/>
                <a:pathLst>
                  <a:path w="20" h="21">
                    <a:moveTo>
                      <a:pt x="0" y="1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5" y="19"/>
                    </a:lnTo>
                    <a:lnTo>
                      <a:pt x="9" y="21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  <a:moveTo>
                      <a:pt x="4" y="10"/>
                    </a:move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4"/>
                    </a:lnTo>
                    <a:lnTo>
                      <a:pt x="4" y="13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8" name="Freeform 385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9" name="Freeform 386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" name="Freeform 387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1" name="Freeform 388"/>
              <p:cNvSpPr>
                <a:spLocks/>
              </p:cNvSpPr>
              <p:nvPr/>
            </p:nvSpPr>
            <p:spPr bwMode="gray">
              <a:xfrm>
                <a:off x="6270757" y="4596112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2" name="Freeform 389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3" name="Freeform 390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4" name="Freeform 391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5" name="Freeform 392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6" name="Freeform 393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7" name="Freeform 394"/>
              <p:cNvSpPr>
                <a:spLocks/>
              </p:cNvSpPr>
              <p:nvPr/>
            </p:nvSpPr>
            <p:spPr bwMode="gray">
              <a:xfrm>
                <a:off x="6987412" y="4863541"/>
                <a:ext cx="178037" cy="180513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8" name="Freeform 395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9" name="Freeform 396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" name="Freeform 397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ECFF"/>
                  </a:gs>
                  <a:gs pos="100000">
                    <a:srgbClr val="6699FF"/>
                  </a:gs>
                </a:gsLst>
                <a:lin ang="18900000" scaled="1"/>
              </a:gra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1" name="Freeform 398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" name="Freeform 39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777777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" name="Freeform 40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" name="Freeform 40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" name="Freeform 402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" name="Freeform 403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3" name="Group 1684"/>
            <p:cNvGrpSpPr/>
            <p:nvPr/>
          </p:nvGrpSpPr>
          <p:grpSpPr bwMode="gray">
            <a:xfrm>
              <a:off x="5729527" y="5251803"/>
              <a:ext cx="1576200" cy="465189"/>
              <a:chOff x="5729527" y="5251803"/>
              <a:chExt cx="1576200" cy="465189"/>
            </a:xfrm>
          </p:grpSpPr>
          <p:sp>
            <p:nvSpPr>
              <p:cNvPr id="964" name="Freeform 1541"/>
              <p:cNvSpPr>
                <a:spLocks/>
              </p:cNvSpPr>
              <p:nvPr/>
            </p:nvSpPr>
            <p:spPr bwMode="gray">
              <a:xfrm>
                <a:off x="5772422" y="5259181"/>
                <a:ext cx="1533305" cy="320081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40"/>
                  </a:cxn>
                  <a:cxn ang="0">
                    <a:pos x="38" y="53"/>
                  </a:cxn>
                  <a:cxn ang="0">
                    <a:pos x="28" y="65"/>
                  </a:cxn>
                  <a:cxn ang="0">
                    <a:pos x="19" y="77"/>
                  </a:cxn>
                  <a:cxn ang="0">
                    <a:pos x="10" y="89"/>
                  </a:cxn>
                  <a:cxn ang="0">
                    <a:pos x="3" y="99"/>
                  </a:cxn>
                  <a:cxn ang="0">
                    <a:pos x="19" y="107"/>
                  </a:cxn>
                  <a:cxn ang="0">
                    <a:pos x="253" y="118"/>
                  </a:cxn>
                  <a:cxn ang="0">
                    <a:pos x="617" y="130"/>
                  </a:cxn>
                  <a:cxn ang="0">
                    <a:pos x="622" y="106"/>
                  </a:cxn>
                  <a:cxn ang="0">
                    <a:pos x="631" y="74"/>
                  </a:cxn>
                  <a:cxn ang="0">
                    <a:pos x="646" y="43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48" h="136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40"/>
                    </a:lnTo>
                    <a:lnTo>
                      <a:pt x="42" y="46"/>
                    </a:lnTo>
                    <a:lnTo>
                      <a:pt x="38" y="53"/>
                    </a:lnTo>
                    <a:lnTo>
                      <a:pt x="33" y="59"/>
                    </a:lnTo>
                    <a:lnTo>
                      <a:pt x="28" y="65"/>
                    </a:lnTo>
                    <a:lnTo>
                      <a:pt x="24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0" y="89"/>
                    </a:lnTo>
                    <a:lnTo>
                      <a:pt x="6" y="94"/>
                    </a:lnTo>
                    <a:lnTo>
                      <a:pt x="3" y="99"/>
                    </a:lnTo>
                    <a:lnTo>
                      <a:pt x="0" y="107"/>
                    </a:lnTo>
                    <a:lnTo>
                      <a:pt x="19" y="107"/>
                    </a:lnTo>
                    <a:lnTo>
                      <a:pt x="104" y="110"/>
                    </a:lnTo>
                    <a:lnTo>
                      <a:pt x="253" y="118"/>
                    </a:lnTo>
                    <a:lnTo>
                      <a:pt x="615" y="136"/>
                    </a:lnTo>
                    <a:lnTo>
                      <a:pt x="617" y="130"/>
                    </a:lnTo>
                    <a:lnTo>
                      <a:pt x="619" y="119"/>
                    </a:lnTo>
                    <a:lnTo>
                      <a:pt x="622" y="106"/>
                    </a:lnTo>
                    <a:lnTo>
                      <a:pt x="626" y="90"/>
                    </a:lnTo>
                    <a:lnTo>
                      <a:pt x="631" y="74"/>
                    </a:lnTo>
                    <a:lnTo>
                      <a:pt x="638" y="58"/>
                    </a:lnTo>
                    <a:lnTo>
                      <a:pt x="646" y="43"/>
                    </a:lnTo>
                    <a:lnTo>
                      <a:pt x="648" y="29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Freeform 1542"/>
              <p:cNvSpPr>
                <a:spLocks/>
              </p:cNvSpPr>
              <p:nvPr/>
            </p:nvSpPr>
            <p:spPr bwMode="gray">
              <a:xfrm>
                <a:off x="5734449" y="5501965"/>
                <a:ext cx="1498146" cy="215027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" name="Freeform 1543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F77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Freeform 1544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8" name="Freeform 1545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15162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A59E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Freeform 1546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0" name="Freeform 1547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Freeform 1548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" name="Freeform 1549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Freeform 1550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4" name="Freeform 1551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Freeform 1552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6" name="Freeform 1553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Freeform 1554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8" name="Freeform 1555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Freeform 1556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0" name="Freeform 1557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Freeform 1558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2" name="Freeform 1559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Freeform 1560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" name="Freeform 1561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Freeform 1562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" name="Freeform 1563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Freeform 1564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8" name="Freeform 1565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Freeform 1566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0" name="Freeform 1567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Freeform 1568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2" name="Freeform 1569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Freeform 1570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571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Freeform 1572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Freeform 1573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Freeform 1574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8" name="Freeform 1575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Freeform 1576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577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Freeform 1578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Freeform 1579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Freeform 1580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" name="Freeform 1581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Freeform 1582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583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Freeform 1584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Freeform 1585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Freeform 1586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0" name="Freeform 1587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Freeform 1588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589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Freeform 1590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Freeform 1591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Freeform 1592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6" name="Freeform 1593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Freeform 1594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595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Freeform 1596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Freeform 1597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Freeform 1598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2" name="Freeform 1599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Freeform 1600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601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602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Freeform 1603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Freeform 1604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" name="Freeform 1605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Freeform 1606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607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608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609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Freeform 1610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" name="Freeform 1611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Freeform 1612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613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614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615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Freeform 1616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" name="Freeform 1617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Freeform 1618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619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620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621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1622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Freeform 1623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Freeform 1624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625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626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627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Freeform 1628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Freeform 1629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 1630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631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632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633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 1634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Freeform 1635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Freeform 1636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637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638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639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Freeform 1640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Freeform 1641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 1642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643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644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645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Freeform 1646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Freeform 1647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Freeform 1648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649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650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651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 1652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Freeform 1653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 1654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655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656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657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 1658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Freeform 1659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 1660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661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662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663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 1664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Freeform 1665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Freeform 1666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667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668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669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Freeform 1670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4" name="Freeform 1671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Freeform 1672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673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674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675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Freeform 1676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0" name="Freeform 1677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Freeform 1678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679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680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1681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Freeform 1682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" name="Freeform 1683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Freeform 1684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685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686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1687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Freeform 1688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2" name="Freeform 1689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Freeform 1690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691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692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1693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Freeform 1694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8" name="Freeform 1695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Freeform 1696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697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698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1699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Freeform 1700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4" name="Freeform 1701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Freeform 1702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703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704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1705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Freeform 1706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" name="Freeform 1707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" name="Freeform 1708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" name="Freeform 1709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710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Freeform 1711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Freeform 1712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" name="Freeform 1713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" name="Freeform 1714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" name="Freeform 1715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716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Freeform 1717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Freeform 1718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" name="Freeform 1719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" name="Freeform 1720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" name="Freeform 1721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722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Freeform 1723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Freeform 1724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" name="Freeform 1725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" name="Freeform 1726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" name="Freeform 1727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728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Freeform 1729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" name="Freeform 1730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" name="Freeform 1731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" name="Freeform 1732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" name="Freeform 1733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1734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Freeform 1735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" name="Freeform 1736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" name="Freeform 1737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" name="Freeform 1738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" name="Freeform 1739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1740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741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Freeform 1742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Freeform 1743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" name="Freeform 1744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" name="Freeform 1745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1746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747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Freeform 1748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Freeform 1749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3" name="Freeform 1750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4" name="Freeform 1751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1752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753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Freeform 1754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Freeform 1755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9" name="Freeform 1756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0" name="Freeform 1757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1758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759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Freeform 1760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Freeform 1761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5" name="Freeform 1762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Freeform 1763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764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765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Freeform 1766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Freeform 1767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1" name="Freeform 1768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Freeform 1769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3" name="Freeform 1770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Freeform 1771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5" name="Freeform 1772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Freeform 1773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7" name="Freeform 1774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Freeform 1775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9" name="Freeform 1776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Freeform 1777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Freeform 1778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Freeform 1779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3" name="Freeform 1780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Freeform 1781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Freeform 1782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Freeform 1783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Freeform 1784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Freeform 1785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9" name="Freeform 1786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Freeform 1787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Freeform 1788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Freeform 1789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Freeform 1790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Freeform 1791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" name="Freeform 1792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Freeform 1793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Freeform 1794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Freeform 1795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9" name="Freeform 1796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Freeform 1797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1" name="Freeform 1798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Freeform 1799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3" name="Freeform 1800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Freeform 1801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5" name="Freeform 1802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Freeform 1803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7" name="Freeform 1804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Freeform 1805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9" name="Freeform 1806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Freeform 1807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" name="Freeform 1808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Freeform 1809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" name="Freeform 1810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Freeform 1811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" name="Freeform 1812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Freeform 1813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" name="Freeform 1814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Freeform 1815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" name="Freeform 1816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Freeform 1817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" name="Freeform 1818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Freeform 1819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" name="Freeform 1820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Freeform 1821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" name="Freeform 1822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Freeform 1823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" name="Freeform 1824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Freeform 1825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" name="Freeform 1826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Freeform 1827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" name="Freeform 1828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Freeform 1829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" name="Freeform 1830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Freeform 1831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" name="Freeform 1832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Freeform 1833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" name="Freeform 1834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Freeform 1835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" name="Freeform 1836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Freeform 1837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" name="Freeform 1838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Freeform 1839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" name="Freeform 1840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Freeform 1841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" name="Freeform 1842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Freeform 1843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" name="Freeform 1844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Freeform 1845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" name="Freeform 1846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Freeform 1847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" name="Freeform 1848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Freeform 1849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" name="Freeform 1850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Freeform 1851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" name="Freeform 1852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Freeform 1853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" name="Freeform 1854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Freeform 1855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" name="Freeform 1856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Freeform 1857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" name="Freeform 1858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1859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1860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861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862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Freeform 1863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1864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865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1866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867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868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Freeform 1869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1870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1871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1872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1873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1874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Freeform 1875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1876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1877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1878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1879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1880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Freeform 1881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1882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1883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1884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1885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1886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Freeform 1887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1888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1889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1890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1891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1892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Freeform 1893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1894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1895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1896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1897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1898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Freeform 1899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3" name="Freeform 1900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1901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1902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1903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190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Freeform 1905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9" name="Freeform 1906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1907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1908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1909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Freeform 191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Freeform 191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" name="Freeform 1912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1913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1914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22540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1915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Freeform 1916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Freeform 1917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" name="Freeform 1918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Freeform 1919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Freeform 1920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1921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Freeform 1922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Freeform 1923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" name="Freeform 1924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Freeform 1925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Freeform 1926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1927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1928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Freeform 1929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" name="Freeform 1930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Freeform 1931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Freeform 1932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Freeform 1933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" name="Freeform 1934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" name="Freeform 1935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" name="Freeform 1936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Freeform 1937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Freeform 1938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Freeform 1939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" name="Freeform 1940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" name="Freeform 1941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" name="Freeform 1942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Freeform 1943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7" name="Freeform 1944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8" name="Freeform 1945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9" name="Freeform 1946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0" name="Freeform 1947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1" name="Freeform 1948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2" name="Freeform 1949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3" name="Freeform 1950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4" name="Freeform 1951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5" name="Freeform 1952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6" name="Freeform 1953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7" name="Freeform 1954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8" name="Freeform 1955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9" name="Freeform 1956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0" name="Freeform 1957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1" name="Freeform 1958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2" name="Freeform 1959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3" name="Freeform 1960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4" name="Freeform 1961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5" name="Freeform 1962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6" name="Freeform 1963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7" name="Freeform 1964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8" name="Freeform 1965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9" name="Freeform 1966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0" name="Freeform 1967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Freeform 1968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2" name="Freeform 1969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3" name="Freeform 1970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4" name="Freeform 1971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5" name="Freeform 1972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6" name="Freeform 1973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Freeform 1974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8" name="Freeform 1975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9" name="Freeform 1976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0" name="Freeform 1977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1" name="Freeform 1978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2" name="Freeform 1979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Freeform 1980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4" name="Freeform 1981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5" name="Freeform 1982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6" name="Freeform 1983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7" name="Freeform 1984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8" name="Freeform 1985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Freeform 1986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0" name="Freeform 1987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Freeform 1988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2" name="Freeform 1989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Freeform 1990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" name="Freeform 1991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Freeform 1992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" name="Freeform 1993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Freeform 1994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" name="Freeform 1995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Freeform 1996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" name="Freeform 1997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Freeform 1998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" name="Freeform 1999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Freeform 2000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" name="Freeform 2001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Freeform 2002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" name="Freeform 2003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Freeform 2004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" name="Freeform 2005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Freeform 2006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0" name="Freeform 2007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Freeform 2008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2" name="Freeform 2009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Freeform 2010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" name="Freeform 2011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Freeform 2012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" name="Freeform 2013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Freeform 2014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" name="Freeform 2015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Freeform 2016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" name="Freeform 2017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Freeform 2018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" name="Freeform 2019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Freeform 2020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" name="Freeform 2021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Freeform 2022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" name="Freeform 2023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Freeform 2024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" name="Freeform 2025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Freeform 2026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" name="Freeform 2027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Freeform 2028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Freeform 2029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Freeform 2030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" name="Freeform 2031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Freeform 2032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" name="Freeform 2033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Freeform 2034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" name="Freeform 2035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Freeform 2036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" name="Freeform 2037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Freeform 2038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" name="Freeform 2039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Freeform 2040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" name="Freeform 2041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Freeform 2042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" name="Freeform 2043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Freeform 2044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" name="Freeform 2045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Freeform 2046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0" name="Freeform 2047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Freeform 2048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2" name="Freeform 2049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Freeform 2050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4" name="Freeform 2051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Freeform 2052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6" name="Freeform 2053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Freeform 2054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8" name="Freeform 2055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Freeform 2056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0" name="Freeform 2057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Freeform 2058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2" name="Freeform 2059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Freeform 2060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4" name="Freeform 2061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Freeform 2062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6" name="Freeform 2063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Freeform 2064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8" name="Freeform 2065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Freeform 2066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0" name="Freeform 2067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Freeform 2068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2" name="Freeform 2069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Freeform 2070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4" name="Freeform 2071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Freeform 2072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6" name="Freeform 2073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Freeform 2074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8" name="Freeform 2075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Freeform 2076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0" name="Freeform 2077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Freeform 2078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2" name="Freeform 2079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Freeform 2080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4" name="Freeform 2081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Freeform 2082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6" name="Freeform 2083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Freeform 2084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8" name="Freeform 2085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Freeform 2086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0" name="Freeform 2087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Freeform 2088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2" name="Freeform 2089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Freeform 2090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4" name="Freeform 2091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Freeform 2092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6" name="Freeform 2093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Freeform 2094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8" name="Freeform 2095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Freeform 2096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0" name="Freeform 2097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Freeform 2098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2" name="Freeform 2099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Freeform 2100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4" name="Freeform 2101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Freeform 2102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6" name="Freeform 2103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Freeform 2104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8" name="Freeform 2105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Freeform 2106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0" name="Freeform 2107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Freeform 2108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2" name="Freeform 2109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Freeform 2110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4" name="Freeform 2111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Freeform 2112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" name="Freeform 2113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Freeform 2114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" name="Freeform 2115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Freeform 2116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" name="Freeform 2117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Freeform 2118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" name="Freeform 2119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Freeform 2120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" name="Freeform 2121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Freeform 2122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" name="Freeform 2123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Freeform 2124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" name="Freeform 2125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Freeform 2126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" name="Freeform 2127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Freeform 2128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" name="Freeform 2129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Freeform 2130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" name="Freeform 2131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Freeform 2132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" name="Freeform 2133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Freeform 2134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" name="Freeform 2135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Freeform 2136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" name="Freeform 2137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Freeform 2138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" name="Freeform 2139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Freeform 2140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" name="Freeform 2141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Freeform 2142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" name="Freeform 2143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Freeform 2144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" name="Freeform 2145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Freeform 2146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" name="Freeform 2147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Freeform 2148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" name="Freeform 2149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Freeform 2150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" name="Freeform 2151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Freeform 2152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" name="Freeform 2153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Freeform 2154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" name="Freeform 2155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Freeform 2156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" name="Freeform 2157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" name="Freeform 2158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" name="Freeform 2159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" name="Freeform 2160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" name="Freeform 2161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Freeform 2162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" name="Freeform 2163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" name="Freeform 2164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" name="Freeform 2165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" name="Freeform 2166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" name="Freeform 2167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Freeform 2168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" name="Freeform 2169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" name="Freeform 2170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" name="Freeform 2171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" name="Freeform 2172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" name="Freeform 2173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Freeform 2174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" name="Freeform 2175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" name="Freeform 2176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" name="Freeform 2177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" name="Freeform 2178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" name="Freeform 2179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" name="Freeform 2180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" name="Freeform 2181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" name="Freeform 2182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" name="Freeform 2183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" name="Freeform 2184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" name="Freeform 2185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" name="Freeform 2186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" name="Freeform 2187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1" name="Freeform 2188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2" name="Freeform 2189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3" name="Freeform 2190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4" name="Freeform 2191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5" name="Freeform 2192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6" name="Freeform 2193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7" name="Freeform 2194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" name="Freeform 2195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9" name="Freeform 2196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0" name="Freeform 2197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1" name="Freeform 2198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2" name="Freeform 2199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3" name="Freeform 2200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4" name="Freeform 2201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5" name="Freeform 2202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6" name="Freeform 2203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7" name="Freeform 2204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8" name="Freeform 2205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9" name="Freeform 2206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0" name="Freeform 2207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1" name="Freeform 2208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2" name="Freeform 2209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3" name="Freeform 2210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4" name="Freeform 2211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5" name="Freeform 2212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6" name="Freeform 2213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7" name="Freeform 2214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8" name="Freeform 2215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9" name="Freeform 2216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0" name="Freeform 2217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" name="Freeform 2218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" name="Freeform 2219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" name="Freeform 2220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4" name="Freeform 2221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5" name="Freeform 2222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6" name="Freeform 2223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7" name="Freeform 2224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8" name="Freeform 2225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9" name="Freeform 2226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0" name="Freeform 2227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1" name="Freeform 2228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" name="Freeform 2229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" name="Freeform 2230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" name="Freeform 2231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" name="Freeform 2232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" name="Freeform 2233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" name="Freeform 2234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" name="Freeform 2235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9" name="Freeform 2236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0" name="Freeform 2237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1" name="Freeform 2238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2" name="Freeform 2239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3" name="Freeform 2240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4" name="Freeform 2241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5" name="Freeform 2242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6" name="Freeform 2243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7" name="Freeform 2244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8" name="Freeform 2245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9" name="Freeform 2246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0" name="Freeform 2247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1" name="Freeform 2248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2" name="Freeform 2249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3" name="Freeform 2250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4" name="Freeform 2251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5" name="Freeform 2252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6" name="Freeform 2253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7" name="Freeform 2254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8" name="Freeform 2255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9" name="Freeform 2256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0" name="Freeform 2257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1" name="Freeform 2258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2" name="Freeform 2259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3" name="Freeform 2260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4" name="Freeform 2261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5" name="Freeform 2262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6" name="Freeform 2263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7" name="Freeform 226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8" name="Freeform 2265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9" name="Freeform 2266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0" name="Freeform 2267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1" name="Freeform 2268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2" name="Freeform 2269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3" name="Freeform 227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4" name="Freeform 227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5" name="Freeform 2272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6" name="Freeform 2273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7" name="Freeform 2274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8" name="Freeform 2275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9" name="Freeform 2276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" name="Freeform 2277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" name="Freeform 2278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2" name="Freeform 2279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3" name="Freeform 2280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771" name="Group 1770"/>
          <p:cNvGrpSpPr/>
          <p:nvPr/>
        </p:nvGrpSpPr>
        <p:grpSpPr bwMode="gray">
          <a:xfrm>
            <a:off x="2709671" y="4859327"/>
            <a:ext cx="772704" cy="777961"/>
            <a:chOff x="5546420" y="3519715"/>
            <a:chExt cx="2182431" cy="2197277"/>
          </a:xfrm>
        </p:grpSpPr>
        <p:grpSp>
          <p:nvGrpSpPr>
            <p:cNvPr id="1772" name="Group 1682"/>
            <p:cNvGrpSpPr/>
            <p:nvPr/>
          </p:nvGrpSpPr>
          <p:grpSpPr bwMode="gray">
            <a:xfrm>
              <a:off x="5546420" y="3529613"/>
              <a:ext cx="955123" cy="1499493"/>
              <a:chOff x="5546420" y="3529613"/>
              <a:chExt cx="955123" cy="1499493"/>
            </a:xfrm>
          </p:grpSpPr>
          <p:sp>
            <p:nvSpPr>
              <p:cNvPr id="2558" name="Freeform 336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2574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4" y="527"/>
                  </a:cxn>
                  <a:cxn ang="0">
                    <a:pos x="151" y="626"/>
                  </a:cxn>
                  <a:cxn ang="0">
                    <a:pos x="151" y="0"/>
                  </a:cxn>
                  <a:cxn ang="0">
                    <a:pos x="0" y="79"/>
                  </a:cxn>
                </a:cxnLst>
                <a:rect l="0" t="0" r="r" b="b"/>
                <a:pathLst>
                  <a:path w="151" h="626">
                    <a:moveTo>
                      <a:pt x="0" y="79"/>
                    </a:moveTo>
                    <a:lnTo>
                      <a:pt x="4" y="527"/>
                    </a:lnTo>
                    <a:lnTo>
                      <a:pt x="151" y="626"/>
                    </a:lnTo>
                    <a:lnTo>
                      <a:pt x="151" y="0"/>
                    </a:lnTo>
                    <a:lnTo>
                      <a:pt x="0" y="7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9" name="Freeform 337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4843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5" y="527"/>
                  </a:cxn>
                  <a:cxn ang="0">
                    <a:pos x="152" y="626"/>
                  </a:cxn>
                  <a:cxn ang="0">
                    <a:pos x="152" y="0"/>
                  </a:cxn>
                  <a:cxn ang="0">
                    <a:pos x="0" y="79"/>
                  </a:cxn>
                </a:cxnLst>
                <a:rect l="0" t="0" r="r" b="b"/>
                <a:pathLst>
                  <a:path w="152" h="626">
                    <a:moveTo>
                      <a:pt x="0" y="79"/>
                    </a:moveTo>
                    <a:lnTo>
                      <a:pt x="5" y="527"/>
                    </a:lnTo>
                    <a:lnTo>
                      <a:pt x="152" y="626"/>
                    </a:lnTo>
                    <a:lnTo>
                      <a:pt x="152" y="0"/>
                    </a:lnTo>
                    <a:lnTo>
                      <a:pt x="0" y="79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0" name="Freeform 338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" name="Freeform 339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C0C0C0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" name="Freeform 340"/>
              <p:cNvSpPr>
                <a:spLocks/>
              </p:cNvSpPr>
              <p:nvPr/>
            </p:nvSpPr>
            <p:spPr bwMode="gray">
              <a:xfrm flipH="1">
                <a:off x="5550957" y="4955470"/>
                <a:ext cx="621624" cy="73636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0" y="41"/>
                  </a:cxn>
                  <a:cxn ang="0">
                    <a:pos x="100" y="111"/>
                  </a:cxn>
                  <a:cxn ang="0">
                    <a:pos x="474" y="84"/>
                  </a:cxn>
                  <a:cxn ang="0">
                    <a:pos x="542" y="75"/>
                  </a:cxn>
                  <a:cxn ang="0">
                    <a:pos x="1048" y="23"/>
                  </a:cxn>
                  <a:cxn ang="0">
                    <a:pos x="1048" y="23"/>
                  </a:cxn>
                  <a:cxn ang="0">
                    <a:pos x="1048" y="0"/>
                  </a:cxn>
                  <a:cxn ang="0">
                    <a:pos x="538" y="44"/>
                  </a:cxn>
                  <a:cxn ang="0">
                    <a:pos x="478" y="53"/>
                  </a:cxn>
                  <a:cxn ang="0">
                    <a:pos x="88" y="73"/>
                  </a:cxn>
                  <a:cxn ang="0">
                    <a:pos x="88" y="73"/>
                  </a:cxn>
                  <a:cxn ang="0">
                    <a:pos x="0" y="12"/>
                  </a:cxn>
                </a:cxnLst>
                <a:rect l="0" t="0" r="r" b="b"/>
                <a:pathLst>
                  <a:path w="1048" h="125">
                    <a:moveTo>
                      <a:pt x="0" y="12"/>
                    </a:moveTo>
                    <a:lnTo>
                      <a:pt x="0" y="41"/>
                    </a:lnTo>
                    <a:lnTo>
                      <a:pt x="100" y="111"/>
                    </a:lnTo>
                    <a:cubicBezTo>
                      <a:pt x="225" y="125"/>
                      <a:pt x="352" y="117"/>
                      <a:pt x="474" y="84"/>
                    </a:cubicBezTo>
                    <a:cubicBezTo>
                      <a:pt x="493" y="78"/>
                      <a:pt x="522" y="73"/>
                      <a:pt x="542" y="75"/>
                    </a:cubicBezTo>
                    <a:cubicBezTo>
                      <a:pt x="715" y="81"/>
                      <a:pt x="879" y="64"/>
                      <a:pt x="1048" y="23"/>
                    </a:cubicBezTo>
                    <a:lnTo>
                      <a:pt x="1048" y="23"/>
                    </a:lnTo>
                    <a:lnTo>
                      <a:pt x="1048" y="0"/>
                    </a:lnTo>
                    <a:cubicBezTo>
                      <a:pt x="879" y="29"/>
                      <a:pt x="709" y="43"/>
                      <a:pt x="538" y="44"/>
                    </a:cubicBezTo>
                    <a:cubicBezTo>
                      <a:pt x="517" y="44"/>
                      <a:pt x="497" y="47"/>
                      <a:pt x="478" y="53"/>
                    </a:cubicBezTo>
                    <a:cubicBezTo>
                      <a:pt x="351" y="91"/>
                      <a:pt x="218" y="98"/>
                      <a:pt x="88" y="73"/>
                    </a:cubicBezTo>
                    <a:lnTo>
                      <a:pt x="88" y="73"/>
                    </a:lnTo>
                    <a:lnTo>
                      <a:pt x="0" y="1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" name="Freeform 341"/>
              <p:cNvSpPr>
                <a:spLocks/>
              </p:cNvSpPr>
              <p:nvPr/>
            </p:nvSpPr>
            <p:spPr bwMode="gray">
              <a:xfrm flipH="1">
                <a:off x="5550957" y="4910842"/>
                <a:ext cx="621624" cy="100412"/>
              </a:xfrm>
              <a:custGeom>
                <a:avLst/>
                <a:gdLst/>
                <a:ahLst/>
                <a:cxnLst>
                  <a:cxn ang="0">
                    <a:pos x="0" y="369"/>
                  </a:cxn>
                  <a:cxn ang="0">
                    <a:pos x="360" y="621"/>
                  </a:cxn>
                  <a:cxn ang="0">
                    <a:pos x="1958" y="539"/>
                  </a:cxn>
                  <a:cxn ang="0">
                    <a:pos x="2276" y="500"/>
                  </a:cxn>
                  <a:cxn ang="0">
                    <a:pos x="4296" y="321"/>
                  </a:cxn>
                  <a:cxn ang="0">
                    <a:pos x="4296" y="321"/>
                  </a:cxn>
                  <a:cxn ang="0">
                    <a:pos x="4080" y="129"/>
                  </a:cxn>
                  <a:cxn ang="0">
                    <a:pos x="0" y="369"/>
                  </a:cxn>
                </a:cxnLst>
                <a:rect l="0" t="0" r="r" b="b"/>
                <a:pathLst>
                  <a:path w="4296" h="708">
                    <a:moveTo>
                      <a:pt x="0" y="369"/>
                    </a:moveTo>
                    <a:lnTo>
                      <a:pt x="360" y="621"/>
                    </a:lnTo>
                    <a:cubicBezTo>
                      <a:pt x="893" y="708"/>
                      <a:pt x="1438" y="680"/>
                      <a:pt x="1958" y="539"/>
                    </a:cubicBezTo>
                    <a:cubicBezTo>
                      <a:pt x="2062" y="509"/>
                      <a:pt x="2169" y="496"/>
                      <a:pt x="2276" y="500"/>
                    </a:cubicBezTo>
                    <a:cubicBezTo>
                      <a:pt x="2953" y="494"/>
                      <a:pt x="3629" y="434"/>
                      <a:pt x="4296" y="321"/>
                    </a:cubicBezTo>
                    <a:lnTo>
                      <a:pt x="4296" y="321"/>
                    </a:lnTo>
                    <a:lnTo>
                      <a:pt x="4080" y="129"/>
                    </a:lnTo>
                    <a:cubicBezTo>
                      <a:pt x="2716" y="0"/>
                      <a:pt x="1340" y="81"/>
                      <a:pt x="0" y="3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" name="Freeform 342"/>
              <p:cNvSpPr>
                <a:spLocks/>
              </p:cNvSpPr>
              <p:nvPr/>
            </p:nvSpPr>
            <p:spPr bwMode="gray">
              <a:xfrm flipH="1">
                <a:off x="5550957" y="3543001"/>
                <a:ext cx="628430" cy="118264"/>
              </a:xfrm>
              <a:custGeom>
                <a:avLst/>
                <a:gdLst/>
                <a:ahLst/>
                <a:cxnLst>
                  <a:cxn ang="0">
                    <a:pos x="0" y="257"/>
                  </a:cxn>
                  <a:cxn ang="0">
                    <a:pos x="4344" y="293"/>
                  </a:cxn>
                  <a:cxn ang="0">
                    <a:pos x="2016" y="161"/>
                  </a:cxn>
                  <a:cxn ang="0">
                    <a:pos x="408" y="65"/>
                  </a:cxn>
                  <a:cxn ang="0">
                    <a:pos x="408" y="65"/>
                  </a:cxn>
                  <a:cxn ang="0">
                    <a:pos x="0" y="257"/>
                  </a:cxn>
                </a:cxnLst>
                <a:rect l="0" t="0" r="r" b="b"/>
                <a:pathLst>
                  <a:path w="4344" h="831">
                    <a:moveTo>
                      <a:pt x="0" y="257"/>
                    </a:moveTo>
                    <a:cubicBezTo>
                      <a:pt x="1392" y="819"/>
                      <a:pt x="2944" y="831"/>
                      <a:pt x="4344" y="293"/>
                    </a:cubicBezTo>
                    <a:cubicBezTo>
                      <a:pt x="3575" y="168"/>
                      <a:pt x="2795" y="124"/>
                      <a:pt x="2016" y="161"/>
                    </a:cubicBezTo>
                    <a:cubicBezTo>
                      <a:pt x="1491" y="32"/>
                      <a:pt x="946" y="0"/>
                      <a:pt x="408" y="65"/>
                    </a:cubicBezTo>
                    <a:lnTo>
                      <a:pt x="408" y="65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" name="Freeform 343"/>
              <p:cNvSpPr>
                <a:spLocks/>
              </p:cNvSpPr>
              <p:nvPr/>
            </p:nvSpPr>
            <p:spPr bwMode="gray">
              <a:xfrm flipH="1">
                <a:off x="5550957" y="3529613"/>
                <a:ext cx="630699" cy="55785"/>
              </a:xfrm>
              <a:custGeom>
                <a:avLst/>
                <a:gdLst/>
                <a:ahLst/>
                <a:cxnLst>
                  <a:cxn ang="0">
                    <a:pos x="2016" y="119"/>
                  </a:cxn>
                  <a:cxn ang="0">
                    <a:pos x="1644" y="47"/>
                  </a:cxn>
                  <a:cxn ang="0">
                    <a:pos x="408" y="35"/>
                  </a:cxn>
                  <a:cxn ang="0">
                    <a:pos x="0" y="251"/>
                  </a:cxn>
                  <a:cxn ang="0">
                    <a:pos x="0" y="251"/>
                  </a:cxn>
                  <a:cxn ang="0">
                    <a:pos x="0" y="347"/>
                  </a:cxn>
                  <a:cxn ang="0">
                    <a:pos x="408" y="155"/>
                  </a:cxn>
                  <a:cxn ang="0">
                    <a:pos x="1644" y="167"/>
                  </a:cxn>
                  <a:cxn ang="0">
                    <a:pos x="2016" y="251"/>
                  </a:cxn>
                  <a:cxn ang="0">
                    <a:pos x="4344" y="383"/>
                  </a:cxn>
                  <a:cxn ang="0">
                    <a:pos x="4344" y="383"/>
                  </a:cxn>
                  <a:cxn ang="0">
                    <a:pos x="4344" y="275"/>
                  </a:cxn>
                  <a:cxn ang="0">
                    <a:pos x="2016" y="119"/>
                  </a:cxn>
                </a:cxnLst>
                <a:rect l="0" t="0" r="r" b="b"/>
                <a:pathLst>
                  <a:path w="4344" h="383">
                    <a:moveTo>
                      <a:pt x="2016" y="119"/>
                    </a:moveTo>
                    <a:lnTo>
                      <a:pt x="1644" y="47"/>
                    </a:lnTo>
                    <a:cubicBezTo>
                      <a:pt x="1233" y="4"/>
                      <a:pt x="820" y="0"/>
                      <a:pt x="408" y="35"/>
                    </a:cubicBezTo>
                    <a:cubicBezTo>
                      <a:pt x="266" y="95"/>
                      <a:pt x="130" y="168"/>
                      <a:pt x="0" y="251"/>
                    </a:cubicBezTo>
                    <a:lnTo>
                      <a:pt x="0" y="251"/>
                    </a:lnTo>
                    <a:lnTo>
                      <a:pt x="0" y="347"/>
                    </a:lnTo>
                    <a:lnTo>
                      <a:pt x="408" y="155"/>
                    </a:lnTo>
                    <a:cubicBezTo>
                      <a:pt x="819" y="111"/>
                      <a:pt x="1234" y="115"/>
                      <a:pt x="1644" y="167"/>
                    </a:cubicBezTo>
                    <a:cubicBezTo>
                      <a:pt x="1770" y="186"/>
                      <a:pt x="1894" y="214"/>
                      <a:pt x="2016" y="251"/>
                    </a:cubicBezTo>
                    <a:cubicBezTo>
                      <a:pt x="2795" y="215"/>
                      <a:pt x="3575" y="259"/>
                      <a:pt x="4344" y="383"/>
                    </a:cubicBezTo>
                    <a:lnTo>
                      <a:pt x="4344" y="383"/>
                    </a:lnTo>
                    <a:lnTo>
                      <a:pt x="4344" y="275"/>
                    </a:lnTo>
                    <a:cubicBezTo>
                      <a:pt x="3574" y="159"/>
                      <a:pt x="2795" y="106"/>
                      <a:pt x="2016" y="1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6" name="Freeform 344"/>
              <p:cNvSpPr>
                <a:spLocks/>
              </p:cNvSpPr>
              <p:nvPr/>
            </p:nvSpPr>
            <p:spPr bwMode="gray">
              <a:xfrm flipH="1">
                <a:off x="5546420" y="4346301"/>
                <a:ext cx="610280" cy="4239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240" y="104"/>
                  </a:cxn>
                  <a:cxn ang="0">
                    <a:pos x="1919" y="64"/>
                  </a:cxn>
                  <a:cxn ang="0">
                    <a:pos x="1919" y="64"/>
                  </a:cxn>
                  <a:cxn ang="0">
                    <a:pos x="2538" y="21"/>
                  </a:cxn>
                  <a:cxn ang="0">
                    <a:pos x="4152" y="32"/>
                  </a:cxn>
                  <a:cxn ang="0">
                    <a:pos x="4152" y="32"/>
                  </a:cxn>
                  <a:cxn ang="0">
                    <a:pos x="4152" y="134"/>
                  </a:cxn>
                  <a:cxn ang="0">
                    <a:pos x="1923" y="220"/>
                  </a:cxn>
                  <a:cxn ang="0">
                    <a:pos x="240" y="272"/>
                  </a:cxn>
                  <a:cxn ang="0">
                    <a:pos x="0" y="224"/>
                  </a:cxn>
                  <a:cxn ang="0">
                    <a:pos x="0" y="224"/>
                  </a:cxn>
                  <a:cxn ang="0">
                    <a:pos x="0" y="32"/>
                  </a:cxn>
                </a:cxnLst>
                <a:rect l="0" t="0" r="r" b="b"/>
                <a:pathLst>
                  <a:path w="4152" h="293">
                    <a:moveTo>
                      <a:pt x="0" y="32"/>
                    </a:moveTo>
                    <a:cubicBezTo>
                      <a:pt x="65" y="90"/>
                      <a:pt x="153" y="117"/>
                      <a:pt x="240" y="104"/>
                    </a:cubicBezTo>
                    <a:cubicBezTo>
                      <a:pt x="800" y="124"/>
                      <a:pt x="1361" y="111"/>
                      <a:pt x="1919" y="64"/>
                    </a:cubicBezTo>
                    <a:lnTo>
                      <a:pt x="1919" y="64"/>
                    </a:lnTo>
                    <a:lnTo>
                      <a:pt x="2538" y="21"/>
                    </a:lnTo>
                    <a:cubicBezTo>
                      <a:pt x="3076" y="0"/>
                      <a:pt x="3615" y="3"/>
                      <a:pt x="4152" y="32"/>
                    </a:cubicBezTo>
                    <a:lnTo>
                      <a:pt x="4152" y="32"/>
                    </a:lnTo>
                    <a:lnTo>
                      <a:pt x="4152" y="134"/>
                    </a:lnTo>
                    <a:cubicBezTo>
                      <a:pt x="3408" y="115"/>
                      <a:pt x="2663" y="143"/>
                      <a:pt x="1923" y="220"/>
                    </a:cubicBezTo>
                    <a:cubicBezTo>
                      <a:pt x="1364" y="276"/>
                      <a:pt x="802" y="293"/>
                      <a:pt x="240" y="272"/>
                    </a:cubicBezTo>
                    <a:cubicBezTo>
                      <a:pt x="157" y="279"/>
                      <a:pt x="74" y="262"/>
                      <a:pt x="0" y="224"/>
                    </a:cubicBezTo>
                    <a:lnTo>
                      <a:pt x="0" y="224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7" name="Freeform 345"/>
              <p:cNvSpPr>
                <a:spLocks/>
              </p:cNvSpPr>
              <p:nvPr/>
            </p:nvSpPr>
            <p:spPr bwMode="gray">
              <a:xfrm flipH="1">
                <a:off x="5555495" y="3547464"/>
                <a:ext cx="564906" cy="816688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0" y="5687"/>
                  </a:cxn>
                  <a:cxn ang="0">
                    <a:pos x="2016" y="5615"/>
                  </a:cxn>
                  <a:cxn ang="0">
                    <a:pos x="2016" y="5615"/>
                  </a:cxn>
                  <a:cxn ang="0">
                    <a:pos x="3888" y="5543"/>
                  </a:cxn>
                  <a:cxn ang="0">
                    <a:pos x="3888" y="323"/>
                  </a:cxn>
                  <a:cxn ang="0">
                    <a:pos x="3024" y="287"/>
                  </a:cxn>
                  <a:cxn ang="0">
                    <a:pos x="1752" y="191"/>
                  </a:cxn>
                  <a:cxn ang="0">
                    <a:pos x="0" y="71"/>
                  </a:cxn>
                </a:cxnLst>
                <a:rect l="0" t="0" r="r" b="b"/>
                <a:pathLst>
                  <a:path w="3888" h="5712">
                    <a:moveTo>
                      <a:pt x="0" y="71"/>
                    </a:moveTo>
                    <a:lnTo>
                      <a:pt x="0" y="5687"/>
                    </a:lnTo>
                    <a:cubicBezTo>
                      <a:pt x="673" y="5712"/>
                      <a:pt x="1347" y="5688"/>
                      <a:pt x="2016" y="5615"/>
                    </a:cubicBezTo>
                    <a:lnTo>
                      <a:pt x="2016" y="5615"/>
                    </a:lnTo>
                    <a:lnTo>
                      <a:pt x="3888" y="5543"/>
                    </a:lnTo>
                    <a:lnTo>
                      <a:pt x="3888" y="323"/>
                    </a:lnTo>
                    <a:cubicBezTo>
                      <a:pt x="3603" y="279"/>
                      <a:pt x="3313" y="267"/>
                      <a:pt x="3024" y="287"/>
                    </a:cubicBezTo>
                    <a:cubicBezTo>
                      <a:pt x="2599" y="280"/>
                      <a:pt x="2174" y="247"/>
                      <a:pt x="1752" y="191"/>
                    </a:cubicBezTo>
                    <a:cubicBezTo>
                      <a:pt x="1181" y="41"/>
                      <a:pt x="587" y="0"/>
                      <a:pt x="0" y="7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8" name="Freeform 346"/>
              <p:cNvSpPr>
                <a:spLocks/>
              </p:cNvSpPr>
              <p:nvPr/>
            </p:nvSpPr>
            <p:spPr bwMode="gray">
              <a:xfrm flipH="1">
                <a:off x="5555495" y="4361921"/>
                <a:ext cx="564906" cy="649334"/>
              </a:xfrm>
              <a:custGeom>
                <a:avLst/>
                <a:gdLst/>
                <a:ahLst/>
                <a:cxnLst>
                  <a:cxn ang="0">
                    <a:pos x="0" y="152"/>
                  </a:cxn>
                  <a:cxn ang="0">
                    <a:pos x="0" y="4460"/>
                  </a:cxn>
                  <a:cxn ang="0">
                    <a:pos x="1680" y="4352"/>
                  </a:cxn>
                  <a:cxn ang="0">
                    <a:pos x="1680" y="4352"/>
                  </a:cxn>
                  <a:cxn ang="0">
                    <a:pos x="3888" y="4112"/>
                  </a:cxn>
                  <a:cxn ang="0">
                    <a:pos x="3888" y="4112"/>
                  </a:cxn>
                  <a:cxn ang="0">
                    <a:pos x="3888" y="56"/>
                  </a:cxn>
                  <a:cxn ang="0">
                    <a:pos x="1872" y="80"/>
                  </a:cxn>
                  <a:cxn ang="0">
                    <a:pos x="0" y="152"/>
                  </a:cxn>
                </a:cxnLst>
                <a:rect l="0" t="0" r="r" b="b"/>
                <a:pathLst>
                  <a:path w="3888" h="4553">
                    <a:moveTo>
                      <a:pt x="0" y="152"/>
                    </a:moveTo>
                    <a:lnTo>
                      <a:pt x="0" y="4460"/>
                    </a:lnTo>
                    <a:cubicBezTo>
                      <a:pt x="561" y="4553"/>
                      <a:pt x="1136" y="4516"/>
                      <a:pt x="1680" y="4352"/>
                    </a:cubicBezTo>
                    <a:lnTo>
                      <a:pt x="1680" y="4352"/>
                    </a:lnTo>
                    <a:cubicBezTo>
                      <a:pt x="2419" y="4300"/>
                      <a:pt x="3156" y="4220"/>
                      <a:pt x="3888" y="4112"/>
                    </a:cubicBezTo>
                    <a:lnTo>
                      <a:pt x="3888" y="4112"/>
                    </a:lnTo>
                    <a:lnTo>
                      <a:pt x="3888" y="56"/>
                    </a:lnTo>
                    <a:cubicBezTo>
                      <a:pt x="3217" y="0"/>
                      <a:pt x="2542" y="8"/>
                      <a:pt x="1872" y="80"/>
                    </a:cubicBezTo>
                    <a:cubicBezTo>
                      <a:pt x="1251" y="152"/>
                      <a:pt x="625" y="176"/>
                      <a:pt x="0" y="15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" name="Freeform 347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69696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" name="Freeform 348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969696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" name="Oval 349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 algn="ctr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2" name="Oval 350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" name="Oval 351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EAEAE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" name="Oval 352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" name="Freeform 353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8EEF7"/>
              </a:solidFill>
              <a:ln w="31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" name="Freeform 354"/>
              <p:cNvSpPr>
                <a:spLocks/>
              </p:cNvSpPr>
              <p:nvPr/>
            </p:nvSpPr>
            <p:spPr bwMode="gray">
              <a:xfrm flipH="1">
                <a:off x="5632631" y="4375309"/>
                <a:ext cx="188302" cy="602475"/>
              </a:xfrm>
              <a:custGeom>
                <a:avLst/>
                <a:gdLst/>
                <a:ahLst/>
                <a:cxnLst>
                  <a:cxn ang="0">
                    <a:pos x="2" y="47"/>
                  </a:cxn>
                  <a:cxn ang="0">
                    <a:pos x="0" y="1029"/>
                  </a:cxn>
                  <a:cxn ang="0">
                    <a:pos x="153" y="1014"/>
                  </a:cxn>
                  <a:cxn ang="0">
                    <a:pos x="318" y="996"/>
                  </a:cxn>
                  <a:cxn ang="0">
                    <a:pos x="319" y="38"/>
                  </a:cxn>
                  <a:cxn ang="0">
                    <a:pos x="2" y="47"/>
                  </a:cxn>
                </a:cxnLst>
                <a:rect l="0" t="0" r="r" b="b"/>
                <a:pathLst>
                  <a:path w="319" h="1029">
                    <a:moveTo>
                      <a:pt x="2" y="47"/>
                    </a:moveTo>
                    <a:lnTo>
                      <a:pt x="0" y="1029"/>
                    </a:lnTo>
                    <a:lnTo>
                      <a:pt x="153" y="1014"/>
                    </a:lnTo>
                    <a:lnTo>
                      <a:pt x="318" y="996"/>
                    </a:lnTo>
                    <a:lnTo>
                      <a:pt x="319" y="38"/>
                    </a:lnTo>
                    <a:cubicBezTo>
                      <a:pt x="216" y="0"/>
                      <a:pt x="103" y="3"/>
                      <a:pt x="2" y="4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" name="Freeform 355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AEAEA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78" name="Picture 35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gray">
              <a:xfrm flipH="1">
                <a:off x="5961592" y="4562746"/>
                <a:ext cx="61255" cy="24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579" name="Picture 357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gray">
              <a:xfrm flipH="1">
                <a:off x="5966130" y="4843901"/>
                <a:ext cx="52180" cy="2231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580" name="Picture 358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gray">
              <a:xfrm flipH="1">
                <a:off x="5945711" y="3592092"/>
                <a:ext cx="108898" cy="446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581" name="Line 359"/>
              <p:cNvSpPr>
                <a:spLocks noChangeShapeType="1"/>
              </p:cNvSpPr>
              <p:nvPr/>
            </p:nvSpPr>
            <p:spPr bwMode="gray">
              <a:xfrm flipH="1" flipV="1">
                <a:off x="6158969" y="3618869"/>
                <a:ext cx="340305" cy="165123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73" name="Group 1683"/>
            <p:cNvGrpSpPr/>
            <p:nvPr/>
          </p:nvGrpSpPr>
          <p:grpSpPr bwMode="gray">
            <a:xfrm>
              <a:off x="6263999" y="3519715"/>
              <a:ext cx="1464852" cy="1727139"/>
              <a:chOff x="6263999" y="3519715"/>
              <a:chExt cx="1464852" cy="1727139"/>
            </a:xfrm>
          </p:grpSpPr>
          <p:sp>
            <p:nvSpPr>
              <p:cNvPr id="2515" name="Freeform 361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6" name="Freeform 362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7" name="Freeform 363"/>
              <p:cNvSpPr>
                <a:spLocks/>
              </p:cNvSpPr>
              <p:nvPr/>
            </p:nvSpPr>
            <p:spPr bwMode="gray">
              <a:xfrm>
                <a:off x="6270760" y="4596113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8" name="Freeform 364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9" name="Freeform 365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0" name="Freeform 366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1" name="Freeform 367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2" name="Freeform 368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3" name="Freeform 369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4" name="Freeform 370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5" name="Freeform 371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6" name="Freeform 372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solidFill>
                <a:srgbClr val="6699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7" name="Freeform 373"/>
              <p:cNvSpPr>
                <a:spLocks/>
              </p:cNvSpPr>
              <p:nvPr/>
            </p:nvSpPr>
            <p:spPr bwMode="gray">
              <a:xfrm>
                <a:off x="6396962" y="3631143"/>
                <a:ext cx="1065962" cy="880284"/>
              </a:xfrm>
              <a:custGeom>
                <a:avLst/>
                <a:gdLst/>
                <a:ahLst/>
                <a:cxnLst>
                  <a:cxn ang="0">
                    <a:pos x="337" y="0"/>
                  </a:cxn>
                  <a:cxn ang="0">
                    <a:pos x="47" y="3"/>
                  </a:cxn>
                  <a:cxn ang="0">
                    <a:pos x="0" y="281"/>
                  </a:cxn>
                  <a:cxn ang="0">
                    <a:pos x="11" y="268"/>
                  </a:cxn>
                  <a:cxn ang="0">
                    <a:pos x="21" y="255"/>
                  </a:cxn>
                  <a:cxn ang="0">
                    <a:pos x="32" y="244"/>
                  </a:cxn>
                  <a:cxn ang="0">
                    <a:pos x="43" y="234"/>
                  </a:cxn>
                  <a:cxn ang="0">
                    <a:pos x="55" y="224"/>
                  </a:cxn>
                  <a:cxn ang="0">
                    <a:pos x="66" y="216"/>
                  </a:cxn>
                  <a:cxn ang="0">
                    <a:pos x="79" y="208"/>
                  </a:cxn>
                  <a:cxn ang="0">
                    <a:pos x="90" y="201"/>
                  </a:cxn>
                  <a:cxn ang="0">
                    <a:pos x="116" y="189"/>
                  </a:cxn>
                  <a:cxn ang="0">
                    <a:pos x="141" y="178"/>
                  </a:cxn>
                  <a:cxn ang="0">
                    <a:pos x="192" y="159"/>
                  </a:cxn>
                  <a:cxn ang="0">
                    <a:pos x="216" y="148"/>
                  </a:cxn>
                  <a:cxn ang="0">
                    <a:pos x="239" y="137"/>
                  </a:cxn>
                  <a:cxn ang="0">
                    <a:pos x="249" y="130"/>
                  </a:cxn>
                  <a:cxn ang="0">
                    <a:pos x="260" y="123"/>
                  </a:cxn>
                  <a:cxn ang="0">
                    <a:pos x="271" y="115"/>
                  </a:cxn>
                  <a:cxn ang="0">
                    <a:pos x="280" y="107"/>
                  </a:cxn>
                  <a:cxn ang="0">
                    <a:pos x="290" y="97"/>
                  </a:cxn>
                  <a:cxn ang="0">
                    <a:pos x="299" y="87"/>
                  </a:cxn>
                  <a:cxn ang="0">
                    <a:pos x="306" y="75"/>
                  </a:cxn>
                  <a:cxn ang="0">
                    <a:pos x="315" y="63"/>
                  </a:cxn>
                  <a:cxn ang="0">
                    <a:pos x="321" y="49"/>
                  </a:cxn>
                  <a:cxn ang="0">
                    <a:pos x="327" y="34"/>
                  </a:cxn>
                  <a:cxn ang="0">
                    <a:pos x="332" y="17"/>
                  </a:cxn>
                  <a:cxn ang="0">
                    <a:pos x="337" y="0"/>
                  </a:cxn>
                </a:cxnLst>
                <a:rect l="0" t="0" r="r" b="b"/>
                <a:pathLst>
                  <a:path w="337" h="281">
                    <a:moveTo>
                      <a:pt x="337" y="0"/>
                    </a:moveTo>
                    <a:lnTo>
                      <a:pt x="47" y="3"/>
                    </a:lnTo>
                    <a:lnTo>
                      <a:pt x="0" y="281"/>
                    </a:lnTo>
                    <a:lnTo>
                      <a:pt x="11" y="268"/>
                    </a:lnTo>
                    <a:lnTo>
                      <a:pt x="21" y="255"/>
                    </a:lnTo>
                    <a:lnTo>
                      <a:pt x="32" y="244"/>
                    </a:lnTo>
                    <a:lnTo>
                      <a:pt x="43" y="234"/>
                    </a:lnTo>
                    <a:lnTo>
                      <a:pt x="55" y="224"/>
                    </a:lnTo>
                    <a:lnTo>
                      <a:pt x="66" y="216"/>
                    </a:lnTo>
                    <a:lnTo>
                      <a:pt x="79" y="208"/>
                    </a:lnTo>
                    <a:lnTo>
                      <a:pt x="90" y="201"/>
                    </a:lnTo>
                    <a:lnTo>
                      <a:pt x="116" y="189"/>
                    </a:lnTo>
                    <a:lnTo>
                      <a:pt x="141" y="178"/>
                    </a:lnTo>
                    <a:lnTo>
                      <a:pt x="192" y="159"/>
                    </a:lnTo>
                    <a:lnTo>
                      <a:pt x="216" y="148"/>
                    </a:lnTo>
                    <a:lnTo>
                      <a:pt x="239" y="137"/>
                    </a:lnTo>
                    <a:lnTo>
                      <a:pt x="249" y="130"/>
                    </a:lnTo>
                    <a:lnTo>
                      <a:pt x="260" y="123"/>
                    </a:lnTo>
                    <a:lnTo>
                      <a:pt x="271" y="115"/>
                    </a:lnTo>
                    <a:lnTo>
                      <a:pt x="280" y="107"/>
                    </a:lnTo>
                    <a:lnTo>
                      <a:pt x="290" y="97"/>
                    </a:lnTo>
                    <a:lnTo>
                      <a:pt x="299" y="87"/>
                    </a:lnTo>
                    <a:lnTo>
                      <a:pt x="306" y="75"/>
                    </a:lnTo>
                    <a:lnTo>
                      <a:pt x="315" y="63"/>
                    </a:lnTo>
                    <a:lnTo>
                      <a:pt x="321" y="49"/>
                    </a:lnTo>
                    <a:lnTo>
                      <a:pt x="327" y="34"/>
                    </a:lnTo>
                    <a:lnTo>
                      <a:pt x="332" y="1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99CC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8" name="Freeform 374"/>
              <p:cNvSpPr>
                <a:spLocks/>
              </p:cNvSpPr>
              <p:nvPr/>
            </p:nvSpPr>
            <p:spPr bwMode="gray">
              <a:xfrm>
                <a:off x="6998679" y="4281885"/>
                <a:ext cx="525093" cy="376628"/>
              </a:xfrm>
              <a:custGeom>
                <a:avLst/>
                <a:gdLst/>
                <a:ahLst/>
                <a:cxnLst>
                  <a:cxn ang="0">
                    <a:pos x="0" y="104"/>
                  </a:cxn>
                  <a:cxn ang="0">
                    <a:pos x="0" y="104"/>
                  </a:cxn>
                  <a:cxn ang="0">
                    <a:pos x="11" y="87"/>
                  </a:cxn>
                  <a:cxn ang="0">
                    <a:pos x="21" y="73"/>
                  </a:cxn>
                  <a:cxn ang="0">
                    <a:pos x="32" y="63"/>
                  </a:cxn>
                  <a:cxn ang="0">
                    <a:pos x="43" y="55"/>
                  </a:cxn>
                  <a:cxn ang="0">
                    <a:pos x="54" y="49"/>
                  </a:cxn>
                  <a:cxn ang="0">
                    <a:pos x="65" y="45"/>
                  </a:cxn>
                  <a:cxn ang="0">
                    <a:pos x="75" y="41"/>
                  </a:cxn>
                  <a:cxn ang="0">
                    <a:pos x="86" y="38"/>
                  </a:cxn>
                  <a:cxn ang="0">
                    <a:pos x="108" y="34"/>
                  </a:cxn>
                  <a:cxn ang="0">
                    <a:pos x="118" y="32"/>
                  </a:cxn>
                  <a:cxn ang="0">
                    <a:pos x="128" y="28"/>
                  </a:cxn>
                  <a:cxn ang="0">
                    <a:pos x="138" y="24"/>
                  </a:cxn>
                  <a:cxn ang="0">
                    <a:pos x="147" y="17"/>
                  </a:cxn>
                  <a:cxn ang="0">
                    <a:pos x="157" y="10"/>
                  </a:cxn>
                  <a:cxn ang="0">
                    <a:pos x="166" y="0"/>
                  </a:cxn>
                  <a:cxn ang="0">
                    <a:pos x="151" y="120"/>
                  </a:cxn>
                  <a:cxn ang="0">
                    <a:pos x="0" y="104"/>
                  </a:cxn>
                </a:cxnLst>
                <a:rect l="0" t="0" r="r" b="b"/>
                <a:pathLst>
                  <a:path w="166" h="120">
                    <a:moveTo>
                      <a:pt x="0" y="104"/>
                    </a:moveTo>
                    <a:lnTo>
                      <a:pt x="0" y="104"/>
                    </a:lnTo>
                    <a:lnTo>
                      <a:pt x="11" y="87"/>
                    </a:lnTo>
                    <a:lnTo>
                      <a:pt x="21" y="73"/>
                    </a:lnTo>
                    <a:lnTo>
                      <a:pt x="32" y="63"/>
                    </a:lnTo>
                    <a:lnTo>
                      <a:pt x="43" y="55"/>
                    </a:lnTo>
                    <a:lnTo>
                      <a:pt x="54" y="49"/>
                    </a:lnTo>
                    <a:lnTo>
                      <a:pt x="65" y="45"/>
                    </a:lnTo>
                    <a:lnTo>
                      <a:pt x="75" y="41"/>
                    </a:lnTo>
                    <a:lnTo>
                      <a:pt x="86" y="38"/>
                    </a:lnTo>
                    <a:lnTo>
                      <a:pt x="108" y="34"/>
                    </a:lnTo>
                    <a:lnTo>
                      <a:pt x="118" y="32"/>
                    </a:lnTo>
                    <a:lnTo>
                      <a:pt x="128" y="28"/>
                    </a:lnTo>
                    <a:lnTo>
                      <a:pt x="138" y="24"/>
                    </a:lnTo>
                    <a:lnTo>
                      <a:pt x="147" y="17"/>
                    </a:lnTo>
                    <a:lnTo>
                      <a:pt x="157" y="10"/>
                    </a:lnTo>
                    <a:lnTo>
                      <a:pt x="166" y="0"/>
                    </a:lnTo>
                    <a:lnTo>
                      <a:pt x="151" y="120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066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9" name="Freeform 375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0" name="Freeform 376"/>
              <p:cNvSpPr>
                <a:spLocks noEditPoints="1"/>
              </p:cNvSpPr>
              <p:nvPr/>
            </p:nvSpPr>
            <p:spPr bwMode="gray">
              <a:xfrm>
                <a:off x="6351890" y="3593258"/>
                <a:ext cx="1284563" cy="1067483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53" y="3"/>
                  </a:cxn>
                  <a:cxn ang="0">
                    <a:pos x="51" y="4"/>
                  </a:cxn>
                  <a:cxn ang="0">
                    <a:pos x="51" y="5"/>
                  </a:cxn>
                  <a:cxn ang="0">
                    <a:pos x="0" y="301"/>
                  </a:cxn>
                  <a:cxn ang="0">
                    <a:pos x="0" y="303"/>
                  </a:cxn>
                  <a:cxn ang="0">
                    <a:pos x="2" y="303"/>
                  </a:cxn>
                  <a:cxn ang="0">
                    <a:pos x="355" y="342"/>
                  </a:cxn>
                  <a:cxn ang="0">
                    <a:pos x="356" y="342"/>
                  </a:cxn>
                  <a:cxn ang="0">
                    <a:pos x="357" y="341"/>
                  </a:cxn>
                  <a:cxn ang="0">
                    <a:pos x="406" y="2"/>
                  </a:cxn>
                  <a:cxn ang="0">
                    <a:pos x="405" y="1"/>
                  </a:cxn>
                  <a:cxn ang="0">
                    <a:pos x="404" y="0"/>
                  </a:cxn>
                  <a:cxn ang="0">
                    <a:pos x="401" y="4"/>
                  </a:cxn>
                  <a:cxn ang="0">
                    <a:pos x="401" y="4"/>
                  </a:cxn>
                  <a:cxn ang="0">
                    <a:pos x="354" y="338"/>
                  </a:cxn>
                  <a:cxn ang="0">
                    <a:pos x="5" y="300"/>
                  </a:cxn>
                  <a:cxn ang="0">
                    <a:pos x="54" y="7"/>
                  </a:cxn>
                  <a:cxn ang="0">
                    <a:pos x="401" y="4"/>
                  </a:cxn>
                </a:cxnLst>
                <a:rect l="0" t="0" r="r" b="b"/>
                <a:pathLst>
                  <a:path w="406" h="342">
                    <a:moveTo>
                      <a:pt x="404" y="0"/>
                    </a:moveTo>
                    <a:lnTo>
                      <a:pt x="53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0" y="301"/>
                    </a:lnTo>
                    <a:lnTo>
                      <a:pt x="0" y="303"/>
                    </a:lnTo>
                    <a:lnTo>
                      <a:pt x="2" y="303"/>
                    </a:lnTo>
                    <a:lnTo>
                      <a:pt x="355" y="342"/>
                    </a:lnTo>
                    <a:lnTo>
                      <a:pt x="356" y="342"/>
                    </a:lnTo>
                    <a:lnTo>
                      <a:pt x="357" y="341"/>
                    </a:lnTo>
                    <a:lnTo>
                      <a:pt x="406" y="2"/>
                    </a:lnTo>
                    <a:lnTo>
                      <a:pt x="405" y="1"/>
                    </a:lnTo>
                    <a:lnTo>
                      <a:pt x="404" y="0"/>
                    </a:lnTo>
                    <a:close/>
                    <a:moveTo>
                      <a:pt x="401" y="4"/>
                    </a:moveTo>
                    <a:lnTo>
                      <a:pt x="401" y="4"/>
                    </a:lnTo>
                    <a:lnTo>
                      <a:pt x="354" y="338"/>
                    </a:lnTo>
                    <a:lnTo>
                      <a:pt x="5" y="300"/>
                    </a:lnTo>
                    <a:lnTo>
                      <a:pt x="54" y="7"/>
                    </a:lnTo>
                    <a:lnTo>
                      <a:pt x="401" y="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1" name="Freeform 377"/>
              <p:cNvSpPr>
                <a:spLocks/>
              </p:cNvSpPr>
              <p:nvPr/>
            </p:nvSpPr>
            <p:spPr bwMode="gray">
              <a:xfrm>
                <a:off x="6577252" y="3682400"/>
                <a:ext cx="81130" cy="135943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30"/>
                  </a:cxn>
                  <a:cxn ang="0">
                    <a:pos x="2" y="37"/>
                  </a:cxn>
                  <a:cxn ang="0">
                    <a:pos x="3" y="40"/>
                  </a:cxn>
                  <a:cxn ang="0">
                    <a:pos x="5" y="42"/>
                  </a:cxn>
                  <a:cxn ang="0">
                    <a:pos x="7" y="44"/>
                  </a:cxn>
                  <a:cxn ang="0">
                    <a:pos x="9" y="44"/>
                  </a:cxn>
                  <a:cxn ang="0">
                    <a:pos x="12" y="44"/>
                  </a:cxn>
                  <a:cxn ang="0">
                    <a:pos x="14" y="44"/>
                  </a:cxn>
                  <a:cxn ang="0">
                    <a:pos x="17" y="42"/>
                  </a:cxn>
                  <a:cxn ang="0">
                    <a:pos x="20" y="39"/>
                  </a:cxn>
                  <a:cxn ang="0">
                    <a:pos x="23" y="33"/>
                  </a:cxn>
                  <a:cxn ang="0">
                    <a:pos x="25" y="25"/>
                  </a:cxn>
                  <a:cxn ang="0">
                    <a:pos x="26" y="16"/>
                  </a:cxn>
                  <a:cxn ang="0">
                    <a:pos x="24" y="9"/>
                  </a:cxn>
                  <a:cxn ang="0">
                    <a:pos x="23" y="6"/>
                  </a:cxn>
                  <a:cxn ang="0">
                    <a:pos x="21" y="3"/>
                  </a:cxn>
                  <a:cxn ang="0">
                    <a:pos x="19" y="1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1" y="1"/>
                  </a:cxn>
                  <a:cxn ang="0">
                    <a:pos x="8" y="3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0" y="20"/>
                  </a:cxn>
                </a:cxnLst>
                <a:rect l="0" t="0" r="r" b="b"/>
                <a:pathLst>
                  <a:path w="26" h="44">
                    <a:moveTo>
                      <a:pt x="0" y="20"/>
                    </a:moveTo>
                    <a:lnTo>
                      <a:pt x="0" y="20"/>
                    </a:lnTo>
                    <a:lnTo>
                      <a:pt x="0" y="30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5" y="42"/>
                    </a:lnTo>
                    <a:lnTo>
                      <a:pt x="7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7" y="42"/>
                    </a:lnTo>
                    <a:lnTo>
                      <a:pt x="20" y="39"/>
                    </a:lnTo>
                    <a:lnTo>
                      <a:pt x="23" y="33"/>
                    </a:lnTo>
                    <a:lnTo>
                      <a:pt x="25" y="25"/>
                    </a:lnTo>
                    <a:lnTo>
                      <a:pt x="26" y="16"/>
                    </a:lnTo>
                    <a:lnTo>
                      <a:pt x="24" y="9"/>
                    </a:lnTo>
                    <a:lnTo>
                      <a:pt x="23" y="6"/>
                    </a:lnTo>
                    <a:lnTo>
                      <a:pt x="21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6"/>
                    </a:lnTo>
                    <a:lnTo>
                      <a:pt x="2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2" name="Freeform 378"/>
              <p:cNvSpPr>
                <a:spLocks/>
              </p:cNvSpPr>
              <p:nvPr/>
            </p:nvSpPr>
            <p:spPr bwMode="gray">
              <a:xfrm>
                <a:off x="6696694" y="3682400"/>
                <a:ext cx="38312" cy="84686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13"/>
                  </a:cxn>
                  <a:cxn ang="0">
                    <a:pos x="0" y="18"/>
                  </a:cxn>
                  <a:cxn ang="0">
                    <a:pos x="1" y="22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19"/>
                  </a:cxn>
                  <a:cxn ang="0">
                    <a:pos x="12" y="14"/>
                  </a:cxn>
                  <a:cxn ang="0">
                    <a:pos x="12" y="10"/>
                  </a:cxn>
                  <a:cxn ang="0">
                    <a:pos x="12" y="6"/>
                  </a:cxn>
                  <a:cxn ang="0">
                    <a:pos x="10" y="3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4" y="3"/>
                  </a:cxn>
                  <a:cxn ang="0">
                    <a:pos x="2" y="8"/>
                  </a:cxn>
                  <a:cxn ang="0">
                    <a:pos x="1" y="13"/>
                  </a:cxn>
                </a:cxnLst>
                <a:rect l="0" t="0" r="r" b="b"/>
                <a:pathLst>
                  <a:path w="12" h="27">
                    <a:moveTo>
                      <a:pt x="1" y="13"/>
                    </a:moveTo>
                    <a:lnTo>
                      <a:pt x="1" y="13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5"/>
                    </a:lnTo>
                    <a:lnTo>
                      <a:pt x="4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19"/>
                    </a:lnTo>
                    <a:lnTo>
                      <a:pt x="12" y="14"/>
                    </a:lnTo>
                    <a:lnTo>
                      <a:pt x="12" y="10"/>
                    </a:lnTo>
                    <a:lnTo>
                      <a:pt x="12" y="6"/>
                    </a:lnTo>
                    <a:lnTo>
                      <a:pt x="10" y="3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8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3" name="Freeform 37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999999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4" name="Freeform 38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5" name="Freeform 38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6" name="Freeform 382"/>
              <p:cNvSpPr>
                <a:spLocks noEditPoints="1"/>
              </p:cNvSpPr>
              <p:nvPr/>
            </p:nvSpPr>
            <p:spPr bwMode="gray">
              <a:xfrm>
                <a:off x="7343482" y="4745427"/>
                <a:ext cx="49580" cy="5348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0" y="13"/>
                  </a:cxn>
                  <a:cxn ang="0">
                    <a:pos x="2" y="14"/>
                  </a:cxn>
                  <a:cxn ang="0">
                    <a:pos x="4" y="16"/>
                  </a:cxn>
                  <a:cxn ang="0">
                    <a:pos x="7" y="17"/>
                  </a:cxn>
                  <a:cxn ang="0">
                    <a:pos x="10" y="16"/>
                  </a:cxn>
                  <a:cxn ang="0">
                    <a:pos x="13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4" y="6"/>
                  </a:cxn>
                  <a:cxn ang="0">
                    <a:pos x="13" y="4"/>
                  </a:cxn>
                  <a:cxn ang="0">
                    <a:pos x="10" y="2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4" y="9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0" y="7"/>
                  </a:cxn>
                  <a:cxn ang="0">
                    <a:pos x="11" y="9"/>
                  </a:cxn>
                  <a:cxn ang="0">
                    <a:pos x="10" y="13"/>
                  </a:cxn>
                  <a:cxn ang="0">
                    <a:pos x="7" y="13"/>
                  </a:cxn>
                  <a:cxn ang="0">
                    <a:pos x="5" y="13"/>
                  </a:cxn>
                  <a:cxn ang="0">
                    <a:pos x="4" y="9"/>
                  </a:cxn>
                </a:cxnLst>
                <a:rect l="0" t="0" r="r" b="b"/>
                <a:pathLst>
                  <a:path w="16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3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7" y="17"/>
                    </a:lnTo>
                    <a:lnTo>
                      <a:pt x="10" y="16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6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  <a:moveTo>
                      <a:pt x="4" y="9"/>
                    </a:move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0" y="13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7" name="Freeform 383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8" name="Freeform 384"/>
              <p:cNvSpPr>
                <a:spLocks noEditPoints="1"/>
              </p:cNvSpPr>
              <p:nvPr/>
            </p:nvSpPr>
            <p:spPr bwMode="gray">
              <a:xfrm>
                <a:off x="7411091" y="4745427"/>
                <a:ext cx="65355" cy="6462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5" y="19"/>
                  </a:cxn>
                  <a:cxn ang="0">
                    <a:pos x="9" y="21"/>
                  </a:cxn>
                  <a:cxn ang="0">
                    <a:pos x="13" y="19"/>
                  </a:cxn>
                  <a:cxn ang="0">
                    <a:pos x="16" y="18"/>
                  </a:cxn>
                  <a:cxn ang="0">
                    <a:pos x="19" y="14"/>
                  </a:cxn>
                  <a:cxn ang="0">
                    <a:pos x="20" y="10"/>
                  </a:cxn>
                  <a:cxn ang="0">
                    <a:pos x="19" y="6"/>
                  </a:cxn>
                  <a:cxn ang="0">
                    <a:pos x="16" y="3"/>
                  </a:cxn>
                  <a:cxn ang="0">
                    <a:pos x="13" y="0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5"/>
                  </a:cxn>
                  <a:cxn ang="0">
                    <a:pos x="9" y="5"/>
                  </a:cxn>
                  <a:cxn ang="0">
                    <a:pos x="11" y="5"/>
                  </a:cxn>
                  <a:cxn ang="0">
                    <a:pos x="13" y="6"/>
                  </a:cxn>
                  <a:cxn ang="0">
                    <a:pos x="15" y="8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4"/>
                  </a:cxn>
                  <a:cxn ang="0">
                    <a:pos x="4" y="13"/>
                  </a:cxn>
                  <a:cxn ang="0">
                    <a:pos x="4" y="10"/>
                  </a:cxn>
                </a:cxnLst>
                <a:rect l="0" t="0" r="r" b="b"/>
                <a:pathLst>
                  <a:path w="20" h="21">
                    <a:moveTo>
                      <a:pt x="0" y="1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5" y="19"/>
                    </a:lnTo>
                    <a:lnTo>
                      <a:pt x="9" y="21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  <a:moveTo>
                      <a:pt x="4" y="10"/>
                    </a:move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4"/>
                    </a:lnTo>
                    <a:lnTo>
                      <a:pt x="4" y="13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9" name="Freeform 385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0" name="Freeform 386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1" name="Freeform 387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2" name="Freeform 388"/>
              <p:cNvSpPr>
                <a:spLocks/>
              </p:cNvSpPr>
              <p:nvPr/>
            </p:nvSpPr>
            <p:spPr bwMode="gray">
              <a:xfrm>
                <a:off x="6270757" y="4596112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3" name="Freeform 389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4" name="Freeform 390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5" name="Freeform 391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6" name="Freeform 392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7" name="Freeform 393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8" name="Freeform 394"/>
              <p:cNvSpPr>
                <a:spLocks/>
              </p:cNvSpPr>
              <p:nvPr/>
            </p:nvSpPr>
            <p:spPr bwMode="gray">
              <a:xfrm>
                <a:off x="6987412" y="4863541"/>
                <a:ext cx="178037" cy="180513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9" name="Freeform 395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0" name="Freeform 396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1" name="Freeform 397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ECFF"/>
                  </a:gs>
                  <a:gs pos="100000">
                    <a:srgbClr val="6699FF"/>
                  </a:gs>
                </a:gsLst>
                <a:lin ang="18900000" scaled="1"/>
              </a:gra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2" name="Freeform 398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3" name="Freeform 39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777777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4" name="Freeform 40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5" name="Freeform 40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6" name="Freeform 402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7" name="Freeform 403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74" name="Group 1684"/>
            <p:cNvGrpSpPr/>
            <p:nvPr/>
          </p:nvGrpSpPr>
          <p:grpSpPr bwMode="gray">
            <a:xfrm>
              <a:off x="5729527" y="5251803"/>
              <a:ext cx="1576200" cy="465189"/>
              <a:chOff x="5729527" y="5251803"/>
              <a:chExt cx="1576200" cy="465189"/>
            </a:xfrm>
          </p:grpSpPr>
          <p:sp>
            <p:nvSpPr>
              <p:cNvPr id="1775" name="Freeform 1541"/>
              <p:cNvSpPr>
                <a:spLocks/>
              </p:cNvSpPr>
              <p:nvPr/>
            </p:nvSpPr>
            <p:spPr bwMode="gray">
              <a:xfrm>
                <a:off x="5772422" y="5259181"/>
                <a:ext cx="1533305" cy="320081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40"/>
                  </a:cxn>
                  <a:cxn ang="0">
                    <a:pos x="38" y="53"/>
                  </a:cxn>
                  <a:cxn ang="0">
                    <a:pos x="28" y="65"/>
                  </a:cxn>
                  <a:cxn ang="0">
                    <a:pos x="19" y="77"/>
                  </a:cxn>
                  <a:cxn ang="0">
                    <a:pos x="10" y="89"/>
                  </a:cxn>
                  <a:cxn ang="0">
                    <a:pos x="3" y="99"/>
                  </a:cxn>
                  <a:cxn ang="0">
                    <a:pos x="19" y="107"/>
                  </a:cxn>
                  <a:cxn ang="0">
                    <a:pos x="253" y="118"/>
                  </a:cxn>
                  <a:cxn ang="0">
                    <a:pos x="617" y="130"/>
                  </a:cxn>
                  <a:cxn ang="0">
                    <a:pos x="622" y="106"/>
                  </a:cxn>
                  <a:cxn ang="0">
                    <a:pos x="631" y="74"/>
                  </a:cxn>
                  <a:cxn ang="0">
                    <a:pos x="646" y="43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48" h="136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40"/>
                    </a:lnTo>
                    <a:lnTo>
                      <a:pt x="42" y="46"/>
                    </a:lnTo>
                    <a:lnTo>
                      <a:pt x="38" y="53"/>
                    </a:lnTo>
                    <a:lnTo>
                      <a:pt x="33" y="59"/>
                    </a:lnTo>
                    <a:lnTo>
                      <a:pt x="28" y="65"/>
                    </a:lnTo>
                    <a:lnTo>
                      <a:pt x="24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0" y="89"/>
                    </a:lnTo>
                    <a:lnTo>
                      <a:pt x="6" y="94"/>
                    </a:lnTo>
                    <a:lnTo>
                      <a:pt x="3" y="99"/>
                    </a:lnTo>
                    <a:lnTo>
                      <a:pt x="0" y="107"/>
                    </a:lnTo>
                    <a:lnTo>
                      <a:pt x="19" y="107"/>
                    </a:lnTo>
                    <a:lnTo>
                      <a:pt x="104" y="110"/>
                    </a:lnTo>
                    <a:lnTo>
                      <a:pt x="253" y="118"/>
                    </a:lnTo>
                    <a:lnTo>
                      <a:pt x="615" y="136"/>
                    </a:lnTo>
                    <a:lnTo>
                      <a:pt x="617" y="130"/>
                    </a:lnTo>
                    <a:lnTo>
                      <a:pt x="619" y="119"/>
                    </a:lnTo>
                    <a:lnTo>
                      <a:pt x="622" y="106"/>
                    </a:lnTo>
                    <a:lnTo>
                      <a:pt x="626" y="90"/>
                    </a:lnTo>
                    <a:lnTo>
                      <a:pt x="631" y="74"/>
                    </a:lnTo>
                    <a:lnTo>
                      <a:pt x="638" y="58"/>
                    </a:lnTo>
                    <a:lnTo>
                      <a:pt x="646" y="43"/>
                    </a:lnTo>
                    <a:lnTo>
                      <a:pt x="648" y="29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" name="Freeform 1542"/>
              <p:cNvSpPr>
                <a:spLocks/>
              </p:cNvSpPr>
              <p:nvPr/>
            </p:nvSpPr>
            <p:spPr bwMode="gray">
              <a:xfrm>
                <a:off x="5734449" y="5501965"/>
                <a:ext cx="1498146" cy="215027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" name="Freeform 1543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F77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" name="Freeform 1544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" name="Freeform 1545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15162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A59E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" name="Freeform 1546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" name="Freeform 1547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" name="Freeform 1548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" name="Freeform 1549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" name="Freeform 1550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" name="Freeform 1551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" name="Freeform 1552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" name="Freeform 1553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" name="Freeform 1554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" name="Freeform 1555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" name="Freeform 1556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" name="Freeform 1557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" name="Freeform 1558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" name="Freeform 1559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" name="Freeform 1560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" name="Freeform 1561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" name="Freeform 1562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" name="Freeform 1563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" name="Freeform 1564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" name="Freeform 1565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" name="Freeform 1566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" name="Freeform 1567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" name="Freeform 1568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3" name="Freeform 1569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4" name="Freeform 1570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5" name="Freeform 1571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6" name="Freeform 1572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7" name="Freeform 1573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8" name="Freeform 1574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9" name="Freeform 1575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0" name="Freeform 1576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1" name="Freeform 1577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2" name="Freeform 1578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3" name="Freeform 1579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4" name="Freeform 1580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5" name="Freeform 1581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6" name="Freeform 1582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7" name="Freeform 1583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8" name="Freeform 1584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9" name="Freeform 1585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0" name="Freeform 1586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1" name="Freeform 1587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" name="Freeform 1588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" name="Freeform 1589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" name="Freeform 1590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5" name="Freeform 1591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6" name="Freeform 1592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7" name="Freeform 1593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8" name="Freeform 1594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9" name="Freeform 1595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0" name="Freeform 1596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1" name="Freeform 1597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2" name="Freeform 1598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3" name="Freeform 1599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4" name="Freeform 1600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5" name="Freeform 1601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6" name="Freeform 1602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7" name="Freeform 1603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8" name="Freeform 1604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9" name="Freeform 1605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0" name="Freeform 1606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1" name="Freeform 1607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2" name="Freeform 1608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3" name="Freeform 1609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" name="Freeform 1610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5" name="Freeform 1611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" name="Freeform 1612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" name="Freeform 1613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" name="Freeform 1614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" name="Freeform 1615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" name="Freeform 1616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" name="Freeform 1617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" name="Freeform 1618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" name="Freeform 1619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" name="Freeform 1620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" name="Freeform 1621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" name="Freeform 1622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" name="Freeform 1623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" name="Freeform 1624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" name="Freeform 1625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" name="Freeform 1626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" name="Freeform 1627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" name="Freeform 1628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" name="Freeform 1629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" name="Freeform 1630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" name="Freeform 1631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" name="Freeform 1632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" name="Freeform 1633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" name="Freeform 1634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" name="Freeform 1635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" name="Freeform 1636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" name="Freeform 1637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" name="Freeform 1638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" name="Freeform 1639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" name="Freeform 1640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" name="Freeform 1641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" name="Freeform 1642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" name="Freeform 1643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" name="Freeform 1644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" name="Freeform 1645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" name="Freeform 1646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" name="Freeform 1647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" name="Freeform 1648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" name="Freeform 1649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" name="Freeform 1650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" name="Freeform 1651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" name="Freeform 1652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" name="Freeform 1653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" name="Freeform 1654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" name="Freeform 1655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" name="Freeform 1656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" name="Freeform 1657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" name="Freeform 1658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" name="Freeform 1659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" name="Freeform 1660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" name="Freeform 1661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" name="Freeform 1662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" name="Freeform 1663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" name="Freeform 1664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" name="Freeform 1665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" name="Freeform 1666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" name="Freeform 1667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" name="Freeform 1668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" name="Freeform 1669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" name="Freeform 1670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" name="Freeform 1671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" name="Freeform 1672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" name="Freeform 1673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" name="Freeform 1674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" name="Freeform 1675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" name="Freeform 1676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" name="Freeform 1677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" name="Freeform 1678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" name="Freeform 1679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" name="Freeform 1680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" name="Freeform 1681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" name="Freeform 1682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7" name="Freeform 1683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8" name="Freeform 1684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9" name="Freeform 1685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0" name="Freeform 1686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1" name="Freeform 1687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2" name="Freeform 1688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3" name="Freeform 1689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4" name="Freeform 1690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5" name="Freeform 1691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6" name="Freeform 1692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7" name="Freeform 1693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8" name="Freeform 1694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9" name="Freeform 1695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0" name="Freeform 1696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1" name="Freeform 1697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2" name="Freeform 1698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3" name="Freeform 1699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4" name="Freeform 1700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5" name="Freeform 1701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6" name="Freeform 1702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7" name="Freeform 1703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8" name="Freeform 1704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9" name="Freeform 1705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0" name="Freeform 1706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1" name="Freeform 1707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2" name="Freeform 1708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3" name="Freeform 1709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4" name="Freeform 1710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5" name="Freeform 1711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6" name="Freeform 1712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7" name="Freeform 1713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" name="Freeform 1714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" name="Freeform 1715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" name="Freeform 1716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" name="Freeform 1717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" name="Freeform 1718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" name="Freeform 1719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" name="Freeform 1720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" name="Freeform 1721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" name="Freeform 1722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" name="Freeform 1723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" name="Freeform 1724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9" name="Freeform 1725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0" name="Freeform 1726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" name="Freeform 1727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2" name="Freeform 1728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" name="Freeform 1729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4" name="Freeform 1730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5" name="Freeform 1731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6" name="Freeform 1732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" name="Freeform 1733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" name="Freeform 1734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" name="Freeform 1735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" name="Freeform 1736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1" name="Freeform 1737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2" name="Freeform 1738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3" name="Freeform 1739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4" name="Freeform 1740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5" name="Freeform 1741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6" name="Freeform 1742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7" name="Freeform 1743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8" name="Freeform 1744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" name="Freeform 1745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0" name="Freeform 1746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1" name="Freeform 1747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2" name="Freeform 1748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3" name="Freeform 1749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4" name="Freeform 1750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" name="Freeform 1751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" name="Freeform 1752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" name="Freeform 1753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8" name="Freeform 1754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9" name="Freeform 1755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0" name="Freeform 1756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1" name="Freeform 1757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2" name="Freeform 1758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Freeform 1759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4" name="Freeform 1760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5" name="Freeform 1761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6" name="Freeform 1762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7" name="Freeform 1763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8" name="Freeform 1764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9" name="Freeform 1765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0" name="Freeform 1766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1" name="Freeform 1767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2" name="Freeform 1768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3" name="Freeform 1769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4" name="Freeform 1770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5" name="Freeform 1771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6" name="Freeform 1772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7" name="Freeform 1773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8" name="Freeform 1774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Freeform 1775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Freeform 1776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1" name="Freeform 1777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2" name="Freeform 1778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3" name="Freeform 1779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4" name="Freeform 1780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5" name="Freeform 1781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6" name="Freeform 1782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7" name="Freeform 1783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8" name="Freeform 1784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9" name="Freeform 1785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0" name="Freeform 1786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1" name="Freeform 1787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2" name="Freeform 1788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3" name="Freeform 1789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4" name="Freeform 1790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5" name="Freeform 1791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6" name="Freeform 1792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7" name="Freeform 1793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8" name="Freeform 1794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9" name="Freeform 1795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0" name="Freeform 1796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1" name="Freeform 1797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2" name="Freeform 1798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3" name="Freeform 1799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4" name="Freeform 1800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5" name="Freeform 1801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6" name="Freeform 1802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7" name="Freeform 1803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8" name="Freeform 1804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9" name="Freeform 1805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0" name="Freeform 1806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" name="Freeform 1807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2" name="Freeform 1808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3" name="Freeform 1809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4" name="Freeform 1810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5" name="Freeform 1811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6" name="Freeform 1812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7" name="Freeform 1813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8" name="Freeform 1814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" name="Freeform 1815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" name="Freeform 1816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" name="Freeform 1817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" name="Freeform 1818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" name="Freeform 1819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4" name="Freeform 1820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" name="Freeform 1821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" name="Freeform 1822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" name="Freeform 1823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" name="Freeform 1824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" name="Freeform 1825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" name="Freeform 1826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" name="Freeform 1827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2" name="Freeform 1828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3" name="Freeform 1829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4" name="Freeform 1830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5" name="Freeform 1831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6" name="Freeform 1832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7" name="Freeform 1833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" name="Freeform 1834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Freeform 1835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Freeform 1836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Freeform 1837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2" name="Freeform 1838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" name="Freeform 1839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" name="Freeform 1840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1841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1842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Freeform 1843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" name="Freeform 1844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9" name="Freeform 1845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0" name="Freeform 1846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1847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1848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Freeform 1849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4" name="Freeform 1850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5" name="Freeform 1851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6" name="Freeform 1852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1853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1854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Freeform 1855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0" name="Freeform 1856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1" name="Freeform 1857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2" name="Freeform 1858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3" name="Freeform 1859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4" name="Freeform 1860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5" name="Freeform 1861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6" name="Freeform 1862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7" name="Freeform 1863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8" name="Freeform 1864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9" name="Freeform 1865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" name="Freeform 1866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1" name="Freeform 1867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2" name="Freeform 1868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3" name="Freeform 1869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4" name="Freeform 1870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5" name="Freeform 1871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6" name="Freeform 1872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7" name="Freeform 1873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8" name="Freeform 1874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9" name="Freeform 1875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0" name="Freeform 1876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1" name="Freeform 1877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2" name="Freeform 1878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3" name="Freeform 1879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4" name="Freeform 1880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5" name="Freeform 1881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6" name="Freeform 1882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7" name="Freeform 1883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8" name="Freeform 1884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9" name="Freeform 1885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0" name="Freeform 1886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1" name="Freeform 1887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2" name="Freeform 1888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3" name="Freeform 1889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4" name="Freeform 1890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5" name="Freeform 1891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6" name="Freeform 1892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7" name="Freeform 1893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8" name="Freeform 1894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9" name="Freeform 1895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0" name="Freeform 1896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1" name="Freeform 1897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2" name="Freeform 1898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3" name="Freeform 1899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4" name="Freeform 1900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5" name="Freeform 1901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6" name="Freeform 1902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7" name="Freeform 1903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8" name="Freeform 190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9" name="Freeform 1905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0" name="Freeform 1906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1" name="Freeform 1907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2" name="Freeform 1908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3" name="Freeform 1909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4" name="Freeform 191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5" name="Freeform 191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6" name="Freeform 1912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7" name="Freeform 1913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8" name="Freeform 1914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22540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9" name="Freeform 1915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0" name="Freeform 1916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" name="Freeform 1917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" name="Freeform 1918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" name="Freeform 1919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" name="Freeform 1920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" name="Freeform 1921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6" name="Freeform 1922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7" name="Freeform 1923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8" name="Freeform 1924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9" name="Freeform 1925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0" name="Freeform 1926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1" name="Freeform 1927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" name="Freeform 1928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" name="Freeform 1929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" name="Freeform 1930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" name="Freeform 1931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" name="Freeform 1932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" name="Freeform 1933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" name="Freeform 1934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" name="Freeform 1935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" name="Freeform 1936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" name="Freeform 1937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" name="Freeform 1938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" name="Freeform 1939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" name="Freeform 1940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" name="Freeform 1941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" name="Freeform 1942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" name="Freeform 1943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" name="Freeform 1944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" name="Freeform 1945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" name="Freeform 1946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" name="Freeform 1947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" name="Freeform 1948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3" name="Freeform 1949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4" name="Freeform 1950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5" name="Freeform 1951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6" name="Freeform 1952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7" name="Freeform 1953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8" name="Freeform 1954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9" name="Freeform 1955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0" name="Freeform 1956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1" name="Freeform 1957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2" name="Freeform 1958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3" name="Freeform 1959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4" name="Freeform 1960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5" name="Freeform 1961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6" name="Freeform 1962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7" name="Freeform 1963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8" name="Freeform 1964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9" name="Freeform 1965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0" name="Freeform 1966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1" name="Freeform 1967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2" name="Freeform 1968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3" name="Freeform 1969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4" name="Freeform 1970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5" name="Freeform 1971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6" name="Freeform 1972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7" name="Freeform 1973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8" name="Freeform 1974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9" name="Freeform 1975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0" name="Freeform 1976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1" name="Freeform 1977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2" name="Freeform 1978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3" name="Freeform 1979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4" name="Freeform 1980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5" name="Freeform 1981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6" name="Freeform 1982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7" name="Freeform 1983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8" name="Freeform 1984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9" name="Freeform 1985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0" name="Freeform 1986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1" name="Freeform 1987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2" name="Freeform 1988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3" name="Freeform 1989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4" name="Freeform 1990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5" name="Freeform 1991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6" name="Freeform 1992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7" name="Freeform 1993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8" name="Freeform 1994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9" name="Freeform 1995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" name="Freeform 1996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" name="Freeform 1997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" name="Freeform 1998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" name="Freeform 1999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" name="Freeform 2000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" name="Freeform 2001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" name="Freeform 2002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" name="Freeform 2003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" name="Freeform 2004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" name="Freeform 2005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" name="Freeform 2006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" name="Freeform 2007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" name="Freeform 2008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" name="Freeform 2009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" name="Freeform 2010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" name="Freeform 2011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" name="Freeform 2012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" name="Freeform 2013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" name="Freeform 2014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" name="Freeform 2015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0" name="Freeform 2016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1" name="Freeform 2017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2" name="Freeform 2018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3" name="Freeform 2019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" name="Freeform 2020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" name="Freeform 2021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" name="Freeform 2022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" name="Freeform 2023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" name="Freeform 2024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" name="Freeform 2025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" name="Freeform 2026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" name="Freeform 2027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" name="Freeform 2028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" name="Freeform 2029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" name="Freeform 2030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" name="Freeform 2031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" name="Freeform 2032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" name="Freeform 2033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" name="Freeform 2034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" name="Freeform 2035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" name="Freeform 2036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" name="Freeform 2037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" name="Freeform 2038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" name="Freeform 2039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" name="Freeform 2040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" name="Freeform 2041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" name="Freeform 2042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" name="Freeform 2043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8" name="Freeform 2044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9" name="Freeform 2045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0" name="Freeform 2046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1" name="Freeform 2047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2" name="Freeform 2048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3" name="Freeform 2049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4" name="Freeform 2050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5" name="Freeform 2051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" name="Freeform 2052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7" name="Freeform 2053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8" name="Freeform 2054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9" name="Freeform 2055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0" name="Freeform 2056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1" name="Freeform 2057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2" name="Freeform 2058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" name="Freeform 2059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" name="Freeform 2060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" name="Freeform 2061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" name="Freeform 2062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" name="Freeform 2063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" name="Freeform 2064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" name="Freeform 2065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" name="Freeform 2066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" name="Freeform 2067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" name="Freeform 2068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" name="Freeform 2069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" name="Freeform 2070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" name="Freeform 2071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" name="Freeform 2072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" name="Freeform 2073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" name="Freeform 2074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" name="Freeform 2075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" name="Freeform 2076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" name="Freeform 2077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" name="Freeform 2078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3" name="Freeform 2079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4" name="Freeform 2080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5" name="Freeform 2081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6" name="Freeform 2082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7" name="Freeform 2083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8" name="Freeform 2084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9" name="Freeform 2085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0" name="Freeform 2086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1" name="Freeform 2087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2" name="Freeform 2088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3" name="Freeform 2089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4" name="Freeform 2090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5" name="Freeform 2091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6" name="Freeform 2092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7" name="Freeform 2093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8" name="Freeform 2094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9" name="Freeform 2095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0" name="Freeform 2096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1" name="Freeform 2097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2" name="Freeform 2098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3" name="Freeform 2099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4" name="Freeform 2100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5" name="Freeform 2101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6" name="Freeform 2102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7" name="Freeform 2103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8" name="Freeform 2104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9" name="Freeform 2105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0" name="Freeform 2106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1" name="Freeform 2107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2" name="Freeform 2108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3" name="Freeform 2109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4" name="Freeform 2110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5" name="Freeform 2111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6" name="Freeform 2112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7" name="Freeform 2113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8" name="Freeform 2114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9" name="Freeform 2115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0" name="Freeform 2116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1" name="Freeform 2117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2" name="Freeform 2118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3" name="Freeform 2119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4" name="Freeform 2120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5" name="Freeform 2121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6" name="Freeform 2122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" name="Freeform 2123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" name="Freeform 2124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" name="Freeform 2125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" name="Freeform 2126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" name="Freeform 2127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" name="Freeform 2128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" name="Freeform 2129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4" name="Freeform 2130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5" name="Freeform 2131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6" name="Freeform 2132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7" name="Freeform 2133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" name="Freeform 2134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9" name="Freeform 2135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0" name="Freeform 2136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1" name="Freeform 2137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2" name="Freeform 2138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3" name="Freeform 2139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" name="Freeform 2140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" name="Freeform 2141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" name="Freeform 2142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" name="Freeform 2143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" name="Freeform 2144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" name="Freeform 2145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" name="Freeform 2146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" name="Freeform 2147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" name="Freeform 2148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" name="Freeform 2149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" name="Freeform 2150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" name="Freeform 2151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" name="Freeform 2152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" name="Freeform 2153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" name="Freeform 2154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" name="Freeform 2155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" name="Freeform 2156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" name="Freeform 2157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" name="Freeform 2158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" name="Freeform 2159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" name="Freeform 2160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5" name="Freeform 2161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6" name="Freeform 2162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" name="Freeform 2163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" name="Freeform 2164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" name="Freeform 2165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" name="Freeform 2166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" name="Freeform 2167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" name="Freeform 2168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" name="Freeform 2169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" name="Freeform 2170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" name="Freeform 2171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" name="Freeform 2172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" name="Freeform 2173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" name="Freeform 2174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" name="Freeform 2175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" name="Freeform 2176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" name="Freeform 2177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" name="Freeform 2178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" name="Freeform 2179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" name="Freeform 2180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" name="Freeform 2181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" name="Freeform 2182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7" name="Freeform 2183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8" name="Freeform 2184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9" name="Freeform 2185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0" name="Freeform 2186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1" name="Freeform 2187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2" name="Freeform 2188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3" name="Freeform 2189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4" name="Freeform 2190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5" name="Freeform 2191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6" name="Freeform 2192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" name="Freeform 2193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8" name="Freeform 2194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9" name="Freeform 2195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0" name="Freeform 2196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1" name="Freeform 2197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2" name="Freeform 2198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3" name="Freeform 2199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4" name="Freeform 2200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5" name="Freeform 2201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6" name="Freeform 2202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7" name="Freeform 2203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8" name="Freeform 2204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9" name="Freeform 2205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0" name="Freeform 2206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1" name="Freeform 2207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2" name="Freeform 2208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3" name="Freeform 2209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4" name="Freeform 2210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5" name="Freeform 2211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6" name="Freeform 2212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7" name="Freeform 2213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8" name="Freeform 2214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9" name="Freeform 2215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0" name="Freeform 2216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1" name="Freeform 2217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2" name="Freeform 2218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3" name="Freeform 2219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4" name="Freeform 2220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5" name="Freeform 2221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6" name="Freeform 2222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7" name="Freeform 2223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" name="Freeform 2224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" name="Freeform 2225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" name="Freeform 2226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" name="Freeform 2227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" name="Freeform 2228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" name="Freeform 2229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" name="Freeform 2230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" name="Freeform 2231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" name="Freeform 2232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" name="Freeform 2233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" name="Freeform 2234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" name="Freeform 2235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" name="Freeform 2236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" name="Freeform 2237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" name="Freeform 2238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" name="Freeform 2239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" name="Freeform 2240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" name="Freeform 2241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" name="Freeform 2242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" name="Freeform 2243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" name="Freeform 2244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" name="Freeform 2245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" name="Freeform 2246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" name="Freeform 2247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" name="Freeform 2248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" name="Freeform 2249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" name="Freeform 2250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" name="Freeform 2251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" name="Freeform 2252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" name="Freeform 2253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" name="Freeform 2254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9" name="Freeform 2255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0" name="Freeform 2256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1" name="Freeform 2257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2" name="Freeform 2258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3" name="Freeform 2259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4" name="Freeform 2260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5" name="Freeform 2261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6" name="Freeform 2262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7" name="Freeform 2263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8" name="Freeform 226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9" name="Freeform 2265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0" name="Freeform 2266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1" name="Freeform 2267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2" name="Freeform 2268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3" name="Freeform 2269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4" name="Freeform 227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5" name="Freeform 227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6" name="Freeform 2272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7" name="Freeform 2273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8" name="Freeform 2274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9" name="Freeform 2275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0" name="Freeform 2276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1" name="Freeform 2277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2" name="Freeform 2278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3" name="Freeform 2279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4" name="Freeform 2280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L’environnement SQL Server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sp>
        <p:nvSpPr>
          <p:cNvPr id="684034" name="Rectangle 2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621087"/>
          </a:xfrm>
        </p:spPr>
        <p:txBody>
          <a:bodyPr/>
          <a:lstStyle/>
          <a:p>
            <a:r>
              <a:rPr lang="fr-FR" noProof="0" smtClean="0"/>
              <a:t>Le client (frontend)</a:t>
            </a:r>
          </a:p>
          <a:p>
            <a:pPr lvl="1"/>
            <a:r>
              <a:rPr lang="fr-FR" noProof="0" smtClean="0"/>
              <a:t>Interagit avec l’utilisateur</a:t>
            </a:r>
          </a:p>
          <a:p>
            <a:pPr lvl="1"/>
            <a:r>
              <a:rPr lang="fr-FR" noProof="0" smtClean="0"/>
              <a:t>Souvent, mais pas toujours, une interface utilisateur graphique (GUI)</a:t>
            </a:r>
          </a:p>
          <a:p>
            <a:pPr lvl="1"/>
            <a:r>
              <a:rPr lang="fr-FR" noProof="0" smtClean="0"/>
              <a:t>Génère des requêtes</a:t>
            </a:r>
          </a:p>
          <a:p>
            <a:pPr lvl="1"/>
            <a:r>
              <a:rPr lang="fr-FR" noProof="0" smtClean="0"/>
              <a:t>Met en forme les données et les présente à l’utilisateur</a:t>
            </a:r>
          </a:p>
          <a:p>
            <a:r>
              <a:rPr lang="fr-FR" noProof="0" smtClean="0"/>
              <a:t>Le serveur (backend)</a:t>
            </a:r>
          </a:p>
          <a:p>
            <a:pPr lvl="1"/>
            <a:r>
              <a:rPr lang="fr-FR" noProof="0" smtClean="0"/>
              <a:t>Traite les requêtes</a:t>
            </a:r>
          </a:p>
          <a:p>
            <a:pPr lvl="1"/>
            <a:r>
              <a:rPr lang="fr-FR" noProof="0" smtClean="0"/>
              <a:t>Souvent un système de gestion de base de données mais peut aussi être un serveur de fichiers, un serveur de fax, un serveur de traitement, etc.</a:t>
            </a:r>
          </a:p>
          <a:p>
            <a:pPr>
              <a:buNone/>
            </a:pPr>
            <a:r>
              <a:rPr lang="fr-FR" noProof="0" smtClean="0"/>
              <a:t>   Client/serveur signifie qu’il existe deux processus qui travaillent ensemble pour accomplir une tâche</a:t>
            </a:r>
          </a:p>
        </p:txBody>
      </p:sp>
      <p:grpSp>
        <p:nvGrpSpPr>
          <p:cNvPr id="684036" name="Group 4"/>
          <p:cNvGrpSpPr>
            <a:grpSpLocks/>
          </p:cNvGrpSpPr>
          <p:nvPr/>
        </p:nvGrpSpPr>
        <p:grpSpPr bwMode="gray">
          <a:xfrm>
            <a:off x="125000" y="4310888"/>
            <a:ext cx="284163" cy="307975"/>
            <a:chOff x="1062" y="191"/>
            <a:chExt cx="216" cy="234"/>
          </a:xfrm>
        </p:grpSpPr>
        <p:sp>
          <p:nvSpPr>
            <p:cNvPr id="684037" name="Line 5"/>
            <p:cNvSpPr>
              <a:spLocks noChangeShapeType="1"/>
            </p:cNvSpPr>
            <p:nvPr/>
          </p:nvSpPr>
          <p:spPr bwMode="gray">
            <a:xfrm flipH="1" flipV="1">
              <a:off x="1072" y="199"/>
              <a:ext cx="28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38" name="Line 6"/>
            <p:cNvSpPr>
              <a:spLocks noChangeShapeType="1"/>
            </p:cNvSpPr>
            <p:nvPr/>
          </p:nvSpPr>
          <p:spPr bwMode="gray">
            <a:xfrm flipH="1">
              <a:off x="1070" y="325"/>
              <a:ext cx="48" cy="5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39" name="Line 7"/>
            <p:cNvSpPr>
              <a:spLocks noChangeShapeType="1"/>
            </p:cNvSpPr>
            <p:nvPr/>
          </p:nvSpPr>
          <p:spPr bwMode="gray">
            <a:xfrm flipH="1">
              <a:off x="1062" y="295"/>
              <a:ext cx="34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0" name="Freeform 8"/>
            <p:cNvSpPr>
              <a:spLocks/>
            </p:cNvSpPr>
            <p:nvPr/>
          </p:nvSpPr>
          <p:spPr bwMode="gray">
            <a:xfrm>
              <a:off x="1135" y="368"/>
              <a:ext cx="72" cy="57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2" y="6"/>
                </a:cxn>
                <a:cxn ang="0">
                  <a:pos x="72" y="16"/>
                </a:cxn>
                <a:cxn ang="0">
                  <a:pos x="72" y="26"/>
                </a:cxn>
                <a:cxn ang="0">
                  <a:pos x="72" y="30"/>
                </a:cxn>
                <a:cxn ang="0">
                  <a:pos x="72" y="30"/>
                </a:cxn>
                <a:cxn ang="0">
                  <a:pos x="72" y="36"/>
                </a:cxn>
                <a:cxn ang="0">
                  <a:pos x="72" y="43"/>
                </a:cxn>
                <a:cxn ang="0">
                  <a:pos x="72" y="43"/>
                </a:cxn>
                <a:cxn ang="0">
                  <a:pos x="70" y="49"/>
                </a:cxn>
                <a:cxn ang="0">
                  <a:pos x="62" y="53"/>
                </a:cxn>
                <a:cxn ang="0">
                  <a:pos x="50" y="55"/>
                </a:cxn>
                <a:cxn ang="0">
                  <a:pos x="36" y="57"/>
                </a:cxn>
                <a:cxn ang="0">
                  <a:pos x="36" y="57"/>
                </a:cxn>
                <a:cxn ang="0">
                  <a:pos x="20" y="55"/>
                </a:cxn>
                <a:cxn ang="0">
                  <a:pos x="8" y="53"/>
                </a:cxn>
                <a:cxn ang="0">
                  <a:pos x="2" y="49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3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26"/>
                </a:cxn>
                <a:cxn ang="0">
                  <a:pos x="0" y="1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32" y="0"/>
                </a:cxn>
                <a:cxn ang="0">
                  <a:pos x="52" y="0"/>
                </a:cxn>
                <a:cxn ang="0">
                  <a:pos x="72" y="0"/>
                </a:cxn>
              </a:cxnLst>
              <a:rect l="0" t="0" r="r" b="b"/>
              <a:pathLst>
                <a:path w="72" h="57">
                  <a:moveTo>
                    <a:pt x="72" y="0"/>
                  </a:moveTo>
                  <a:lnTo>
                    <a:pt x="72" y="6"/>
                  </a:lnTo>
                  <a:lnTo>
                    <a:pt x="72" y="16"/>
                  </a:lnTo>
                  <a:lnTo>
                    <a:pt x="72" y="26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6"/>
                  </a:lnTo>
                  <a:lnTo>
                    <a:pt x="72" y="43"/>
                  </a:lnTo>
                  <a:lnTo>
                    <a:pt x="72" y="43"/>
                  </a:lnTo>
                  <a:lnTo>
                    <a:pt x="70" y="49"/>
                  </a:lnTo>
                  <a:lnTo>
                    <a:pt x="62" y="53"/>
                  </a:lnTo>
                  <a:lnTo>
                    <a:pt x="50" y="55"/>
                  </a:lnTo>
                  <a:lnTo>
                    <a:pt x="36" y="57"/>
                  </a:lnTo>
                  <a:lnTo>
                    <a:pt x="36" y="57"/>
                  </a:lnTo>
                  <a:lnTo>
                    <a:pt x="20" y="55"/>
                  </a:lnTo>
                  <a:lnTo>
                    <a:pt x="8" y="53"/>
                  </a:lnTo>
                  <a:lnTo>
                    <a:pt x="2" y="49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5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1" name="Freeform 9"/>
            <p:cNvSpPr>
              <a:spLocks/>
            </p:cNvSpPr>
            <p:nvPr/>
          </p:nvSpPr>
          <p:spPr bwMode="gray">
            <a:xfrm>
              <a:off x="1135" y="368"/>
              <a:ext cx="72" cy="57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2" y="6"/>
                </a:cxn>
                <a:cxn ang="0">
                  <a:pos x="72" y="16"/>
                </a:cxn>
                <a:cxn ang="0">
                  <a:pos x="72" y="26"/>
                </a:cxn>
                <a:cxn ang="0">
                  <a:pos x="72" y="30"/>
                </a:cxn>
                <a:cxn ang="0">
                  <a:pos x="72" y="30"/>
                </a:cxn>
                <a:cxn ang="0">
                  <a:pos x="72" y="36"/>
                </a:cxn>
                <a:cxn ang="0">
                  <a:pos x="72" y="43"/>
                </a:cxn>
                <a:cxn ang="0">
                  <a:pos x="72" y="43"/>
                </a:cxn>
                <a:cxn ang="0">
                  <a:pos x="70" y="49"/>
                </a:cxn>
                <a:cxn ang="0">
                  <a:pos x="62" y="53"/>
                </a:cxn>
                <a:cxn ang="0">
                  <a:pos x="50" y="55"/>
                </a:cxn>
                <a:cxn ang="0">
                  <a:pos x="36" y="57"/>
                </a:cxn>
                <a:cxn ang="0">
                  <a:pos x="36" y="57"/>
                </a:cxn>
                <a:cxn ang="0">
                  <a:pos x="20" y="55"/>
                </a:cxn>
                <a:cxn ang="0">
                  <a:pos x="8" y="53"/>
                </a:cxn>
                <a:cxn ang="0">
                  <a:pos x="2" y="49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36"/>
                </a:cxn>
                <a:cxn ang="0">
                  <a:pos x="0" y="30"/>
                </a:cxn>
                <a:cxn ang="0">
                  <a:pos x="0" y="30"/>
                </a:cxn>
                <a:cxn ang="0">
                  <a:pos x="0" y="26"/>
                </a:cxn>
                <a:cxn ang="0">
                  <a:pos x="0" y="16"/>
                </a:cxn>
                <a:cxn ang="0">
                  <a:pos x="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32" y="0"/>
                </a:cxn>
                <a:cxn ang="0">
                  <a:pos x="52" y="0"/>
                </a:cxn>
                <a:cxn ang="0">
                  <a:pos x="72" y="0"/>
                </a:cxn>
              </a:cxnLst>
              <a:rect l="0" t="0" r="r" b="b"/>
              <a:pathLst>
                <a:path w="72" h="57">
                  <a:moveTo>
                    <a:pt x="72" y="0"/>
                  </a:moveTo>
                  <a:lnTo>
                    <a:pt x="72" y="6"/>
                  </a:lnTo>
                  <a:lnTo>
                    <a:pt x="72" y="16"/>
                  </a:lnTo>
                  <a:lnTo>
                    <a:pt x="72" y="26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2" y="36"/>
                  </a:lnTo>
                  <a:lnTo>
                    <a:pt x="72" y="43"/>
                  </a:lnTo>
                  <a:lnTo>
                    <a:pt x="72" y="43"/>
                  </a:lnTo>
                  <a:lnTo>
                    <a:pt x="70" y="49"/>
                  </a:lnTo>
                  <a:lnTo>
                    <a:pt x="62" y="53"/>
                  </a:lnTo>
                  <a:lnTo>
                    <a:pt x="50" y="55"/>
                  </a:lnTo>
                  <a:lnTo>
                    <a:pt x="36" y="57"/>
                  </a:lnTo>
                  <a:lnTo>
                    <a:pt x="36" y="57"/>
                  </a:lnTo>
                  <a:lnTo>
                    <a:pt x="20" y="55"/>
                  </a:lnTo>
                  <a:lnTo>
                    <a:pt x="8" y="53"/>
                  </a:lnTo>
                  <a:lnTo>
                    <a:pt x="2" y="49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2" y="0"/>
                  </a:lnTo>
                  <a:lnTo>
                    <a:pt x="52" y="0"/>
                  </a:lnTo>
                  <a:lnTo>
                    <a:pt x="72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2" name="Freeform 10"/>
            <p:cNvSpPr>
              <a:spLocks/>
            </p:cNvSpPr>
            <p:nvPr/>
          </p:nvSpPr>
          <p:spPr bwMode="gray">
            <a:xfrm>
              <a:off x="1098" y="191"/>
              <a:ext cx="144" cy="187"/>
            </a:xfrm>
            <a:custGeom>
              <a:avLst/>
              <a:gdLst/>
              <a:ahLst/>
              <a:cxnLst>
                <a:cxn ang="0">
                  <a:pos x="131" y="112"/>
                </a:cxn>
                <a:cxn ang="0">
                  <a:pos x="123" y="122"/>
                </a:cxn>
                <a:cxn ang="0">
                  <a:pos x="119" y="126"/>
                </a:cxn>
                <a:cxn ang="0">
                  <a:pos x="107" y="155"/>
                </a:cxn>
                <a:cxn ang="0">
                  <a:pos x="105" y="163"/>
                </a:cxn>
                <a:cxn ang="0">
                  <a:pos x="105" y="169"/>
                </a:cxn>
                <a:cxn ang="0">
                  <a:pos x="107" y="179"/>
                </a:cxn>
                <a:cxn ang="0">
                  <a:pos x="103" y="181"/>
                </a:cxn>
                <a:cxn ang="0">
                  <a:pos x="87" y="187"/>
                </a:cxn>
                <a:cxn ang="0">
                  <a:pos x="73" y="187"/>
                </a:cxn>
                <a:cxn ang="0">
                  <a:pos x="47" y="185"/>
                </a:cxn>
                <a:cxn ang="0">
                  <a:pos x="39" y="179"/>
                </a:cxn>
                <a:cxn ang="0">
                  <a:pos x="39" y="173"/>
                </a:cxn>
                <a:cxn ang="0">
                  <a:pos x="39" y="169"/>
                </a:cxn>
                <a:cxn ang="0">
                  <a:pos x="39" y="155"/>
                </a:cxn>
                <a:cxn ang="0">
                  <a:pos x="37" y="148"/>
                </a:cxn>
                <a:cxn ang="0">
                  <a:pos x="35" y="138"/>
                </a:cxn>
                <a:cxn ang="0">
                  <a:pos x="25" y="126"/>
                </a:cxn>
                <a:cxn ang="0">
                  <a:pos x="23" y="122"/>
                </a:cxn>
                <a:cxn ang="0">
                  <a:pos x="14" y="112"/>
                </a:cxn>
                <a:cxn ang="0">
                  <a:pos x="14" y="110"/>
                </a:cxn>
                <a:cxn ang="0">
                  <a:pos x="0" y="71"/>
                </a:cxn>
                <a:cxn ang="0">
                  <a:pos x="2" y="57"/>
                </a:cxn>
                <a:cxn ang="0">
                  <a:pos x="14" y="31"/>
                </a:cxn>
                <a:cxn ang="0">
                  <a:pos x="31" y="12"/>
                </a:cxn>
                <a:cxn ang="0">
                  <a:pos x="57" y="2"/>
                </a:cxn>
                <a:cxn ang="0">
                  <a:pos x="73" y="0"/>
                </a:cxn>
                <a:cxn ang="0">
                  <a:pos x="101" y="6"/>
                </a:cxn>
                <a:cxn ang="0">
                  <a:pos x="125" y="22"/>
                </a:cxn>
                <a:cxn ang="0">
                  <a:pos x="138" y="43"/>
                </a:cxn>
                <a:cxn ang="0">
                  <a:pos x="144" y="71"/>
                </a:cxn>
                <a:cxn ang="0">
                  <a:pos x="142" y="90"/>
                </a:cxn>
              </a:cxnLst>
              <a:rect l="0" t="0" r="r" b="b"/>
              <a:pathLst>
                <a:path w="144" h="187">
                  <a:moveTo>
                    <a:pt x="132" y="110"/>
                  </a:moveTo>
                  <a:lnTo>
                    <a:pt x="131" y="112"/>
                  </a:lnTo>
                  <a:lnTo>
                    <a:pt x="129" y="116"/>
                  </a:lnTo>
                  <a:lnTo>
                    <a:pt x="123" y="122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1" y="138"/>
                  </a:lnTo>
                  <a:lnTo>
                    <a:pt x="107" y="155"/>
                  </a:lnTo>
                  <a:lnTo>
                    <a:pt x="107" y="155"/>
                  </a:lnTo>
                  <a:lnTo>
                    <a:pt x="105" y="163"/>
                  </a:lnTo>
                  <a:lnTo>
                    <a:pt x="105" y="169"/>
                  </a:lnTo>
                  <a:lnTo>
                    <a:pt x="105" y="169"/>
                  </a:lnTo>
                  <a:lnTo>
                    <a:pt x="107" y="173"/>
                  </a:lnTo>
                  <a:lnTo>
                    <a:pt x="107" y="179"/>
                  </a:lnTo>
                  <a:lnTo>
                    <a:pt x="107" y="179"/>
                  </a:lnTo>
                  <a:lnTo>
                    <a:pt x="103" y="181"/>
                  </a:lnTo>
                  <a:lnTo>
                    <a:pt x="97" y="185"/>
                  </a:lnTo>
                  <a:lnTo>
                    <a:pt x="87" y="187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59" y="187"/>
                  </a:lnTo>
                  <a:lnTo>
                    <a:pt x="47" y="185"/>
                  </a:lnTo>
                  <a:lnTo>
                    <a:pt x="41" y="181"/>
                  </a:lnTo>
                  <a:lnTo>
                    <a:pt x="39" y="179"/>
                  </a:lnTo>
                  <a:lnTo>
                    <a:pt x="39" y="179"/>
                  </a:lnTo>
                  <a:lnTo>
                    <a:pt x="39" y="173"/>
                  </a:lnTo>
                  <a:lnTo>
                    <a:pt x="39" y="169"/>
                  </a:lnTo>
                  <a:lnTo>
                    <a:pt x="39" y="169"/>
                  </a:lnTo>
                  <a:lnTo>
                    <a:pt x="39" y="163"/>
                  </a:lnTo>
                  <a:lnTo>
                    <a:pt x="39" y="155"/>
                  </a:lnTo>
                  <a:lnTo>
                    <a:pt x="39" y="155"/>
                  </a:lnTo>
                  <a:lnTo>
                    <a:pt x="37" y="148"/>
                  </a:lnTo>
                  <a:lnTo>
                    <a:pt x="35" y="138"/>
                  </a:lnTo>
                  <a:lnTo>
                    <a:pt x="35" y="138"/>
                  </a:lnTo>
                  <a:lnTo>
                    <a:pt x="31" y="132"/>
                  </a:lnTo>
                  <a:lnTo>
                    <a:pt x="25" y="126"/>
                  </a:lnTo>
                  <a:lnTo>
                    <a:pt x="25" y="126"/>
                  </a:lnTo>
                  <a:lnTo>
                    <a:pt x="23" y="122"/>
                  </a:lnTo>
                  <a:lnTo>
                    <a:pt x="18" y="116"/>
                  </a:lnTo>
                  <a:lnTo>
                    <a:pt x="14" y="112"/>
                  </a:lnTo>
                  <a:lnTo>
                    <a:pt x="14" y="110"/>
                  </a:lnTo>
                  <a:lnTo>
                    <a:pt x="14" y="110"/>
                  </a:lnTo>
                  <a:lnTo>
                    <a:pt x="4" y="90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2" y="57"/>
                  </a:lnTo>
                  <a:lnTo>
                    <a:pt x="6" y="43"/>
                  </a:lnTo>
                  <a:lnTo>
                    <a:pt x="14" y="31"/>
                  </a:lnTo>
                  <a:lnTo>
                    <a:pt x="21" y="22"/>
                  </a:lnTo>
                  <a:lnTo>
                    <a:pt x="31" y="12"/>
                  </a:lnTo>
                  <a:lnTo>
                    <a:pt x="45" y="6"/>
                  </a:lnTo>
                  <a:lnTo>
                    <a:pt x="57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2"/>
                  </a:lnTo>
                  <a:lnTo>
                    <a:pt x="132" y="31"/>
                  </a:lnTo>
                  <a:lnTo>
                    <a:pt x="138" y="43"/>
                  </a:lnTo>
                  <a:lnTo>
                    <a:pt x="142" y="57"/>
                  </a:lnTo>
                  <a:lnTo>
                    <a:pt x="144" y="71"/>
                  </a:lnTo>
                  <a:lnTo>
                    <a:pt x="144" y="71"/>
                  </a:lnTo>
                  <a:lnTo>
                    <a:pt x="142" y="90"/>
                  </a:lnTo>
                  <a:lnTo>
                    <a:pt x="132" y="110"/>
                  </a:lnTo>
                </a:path>
              </a:pathLst>
            </a:custGeom>
            <a:solidFill>
              <a:srgbClr val="FFFFCC"/>
            </a:solidFill>
            <a:ln w="63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3" name="Line 11"/>
            <p:cNvSpPr>
              <a:spLocks noChangeShapeType="1"/>
            </p:cNvSpPr>
            <p:nvPr/>
          </p:nvSpPr>
          <p:spPr bwMode="gray">
            <a:xfrm>
              <a:off x="1068" y="258"/>
              <a:ext cx="20" cy="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4" name="Line 12"/>
            <p:cNvSpPr>
              <a:spLocks noChangeShapeType="1"/>
            </p:cNvSpPr>
            <p:nvPr/>
          </p:nvSpPr>
          <p:spPr bwMode="gray">
            <a:xfrm flipV="1">
              <a:off x="1242" y="199"/>
              <a:ext cx="28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5" name="Line 13"/>
            <p:cNvSpPr>
              <a:spLocks noChangeShapeType="1"/>
            </p:cNvSpPr>
            <p:nvPr/>
          </p:nvSpPr>
          <p:spPr bwMode="gray">
            <a:xfrm>
              <a:off x="1225" y="325"/>
              <a:ext cx="47" cy="5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6" name="Line 14"/>
            <p:cNvSpPr>
              <a:spLocks noChangeShapeType="1"/>
            </p:cNvSpPr>
            <p:nvPr/>
          </p:nvSpPr>
          <p:spPr bwMode="gray">
            <a:xfrm>
              <a:off x="1246" y="295"/>
              <a:ext cx="32" cy="1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047" name="Line 15"/>
            <p:cNvSpPr>
              <a:spLocks noChangeShapeType="1"/>
            </p:cNvSpPr>
            <p:nvPr/>
          </p:nvSpPr>
          <p:spPr bwMode="gray">
            <a:xfrm flipH="1">
              <a:off x="1254" y="258"/>
              <a:ext cx="20" cy="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Bases de données de bureau ou serveurs base de données</a:t>
            </a:r>
            <a:endParaRPr lang="fr-FR" noProof="0" dirty="0"/>
          </a:p>
        </p:txBody>
      </p:sp>
      <p:sp>
        <p:nvSpPr>
          <p:cNvPr id="688131" name="Rectangle 3"/>
          <p:cNvSpPr>
            <a:spLocks noGrp="1" noChangeArrowheads="1"/>
          </p:cNvSpPr>
          <p:nvPr>
            <p:ph idx="1"/>
          </p:nvPr>
        </p:nvSpPr>
        <p:spPr>
          <a:xfrm>
            <a:off x="282575" y="1316038"/>
            <a:ext cx="8599488" cy="4985980"/>
          </a:xfrm>
          <a:noFill/>
        </p:spPr>
        <p:txBody>
          <a:bodyPr/>
          <a:lstStyle/>
          <a:p>
            <a:r>
              <a:rPr lang="fr-FR" noProof="0" dirty="0" smtClean="0"/>
              <a:t>Bases de données de bureau</a:t>
            </a:r>
          </a:p>
          <a:p>
            <a:pPr lvl="1"/>
            <a:r>
              <a:rPr lang="fr-FR" noProof="0" dirty="0" smtClean="0"/>
              <a:t>Conçues pour de petits groupes de travail ou en mono-utilisateur</a:t>
            </a:r>
          </a:p>
          <a:p>
            <a:pPr lvl="1"/>
            <a:r>
              <a:rPr lang="fr-FR" noProof="0" dirty="0" smtClean="0"/>
              <a:t>Le programme client ouvre directement le fichier concerné (pas en client/serveur)</a:t>
            </a:r>
          </a:p>
          <a:p>
            <a:pPr lvl="1"/>
            <a:r>
              <a:rPr lang="fr-FR" noProof="0" dirty="0" smtClean="0"/>
              <a:t>Idéales pour les petites applications</a:t>
            </a:r>
          </a:p>
          <a:p>
            <a:pPr lvl="1"/>
            <a:r>
              <a:rPr lang="fr-FR" noProof="0" dirty="0" smtClean="0"/>
              <a:t>Posent souvent des problèmes avec plusieurs utilisateurs ou les bases de données importantes</a:t>
            </a:r>
          </a:p>
          <a:p>
            <a:pPr lvl="1"/>
            <a:r>
              <a:rPr lang="fr-FR" noProof="0" dirty="0" smtClean="0"/>
              <a:t>Exemples : Access, </a:t>
            </a:r>
            <a:r>
              <a:rPr lang="fr-FR" noProof="0" dirty="0" err="1" smtClean="0"/>
              <a:t>dBASE</a:t>
            </a:r>
            <a:r>
              <a:rPr lang="fr-FR" noProof="0" dirty="0" smtClean="0"/>
              <a:t> et FoxPro</a:t>
            </a:r>
          </a:p>
          <a:p>
            <a:r>
              <a:rPr lang="fr-FR" noProof="0" dirty="0" smtClean="0"/>
              <a:t>Serveurs de base de données</a:t>
            </a:r>
          </a:p>
          <a:p>
            <a:pPr lvl="1"/>
            <a:r>
              <a:rPr lang="fr-FR" noProof="0" dirty="0" smtClean="0"/>
              <a:t>Conçus pour plusieurs utilisateurs</a:t>
            </a:r>
          </a:p>
          <a:p>
            <a:pPr lvl="1"/>
            <a:r>
              <a:rPr lang="fr-FR" noProof="0" dirty="0" smtClean="0"/>
              <a:t>Le programme serveur ouvre directement le fichier concerné </a:t>
            </a:r>
          </a:p>
          <a:p>
            <a:pPr lvl="2"/>
            <a:r>
              <a:rPr lang="fr-FR" noProof="0" dirty="0" smtClean="0"/>
              <a:t>Le client parle au serveur pour accéder à la base de données</a:t>
            </a:r>
          </a:p>
          <a:p>
            <a:pPr lvl="1"/>
            <a:r>
              <a:rPr lang="fr-FR" noProof="0" dirty="0" smtClean="0"/>
              <a:t>Idéaux pour des applications client/serveur</a:t>
            </a:r>
          </a:p>
          <a:p>
            <a:pPr lvl="1"/>
            <a:r>
              <a:rPr lang="fr-FR" noProof="0" dirty="0" smtClean="0"/>
              <a:t>Si la conception est bonne, il n’y a jamais de problème avec un nombre important d’utilisateurs ni avec de grosses bases de données</a:t>
            </a:r>
          </a:p>
          <a:p>
            <a:pPr lvl="1"/>
            <a:r>
              <a:rPr lang="fr-FR" noProof="0" dirty="0" smtClean="0"/>
              <a:t>Exemples : SQL Server, Oracle, </a:t>
            </a:r>
            <a:r>
              <a:rPr lang="fr-FR" noProof="0" dirty="0" err="1" smtClean="0"/>
              <a:t>Informix</a:t>
            </a:r>
            <a:r>
              <a:rPr lang="fr-FR" noProof="0" dirty="0" smtClean="0"/>
              <a:t> et DB2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Introduction à SQL Server 2008</a:t>
            </a:r>
            <a:endParaRPr lang="fr-FR" noProof="0" dirty="0"/>
          </a:p>
        </p:txBody>
      </p:sp>
      <p:grpSp>
        <p:nvGrpSpPr>
          <p:cNvPr id="690186" name="Group 10"/>
          <p:cNvGrpSpPr>
            <a:grpSpLocks/>
          </p:cNvGrpSpPr>
          <p:nvPr/>
        </p:nvGrpSpPr>
        <p:grpSpPr bwMode="auto">
          <a:xfrm>
            <a:off x="2873375" y="3937000"/>
            <a:ext cx="228600" cy="311150"/>
            <a:chOff x="208" y="730"/>
            <a:chExt cx="249" cy="292"/>
          </a:xfrm>
        </p:grpSpPr>
        <p:sp>
          <p:nvSpPr>
            <p:cNvPr id="690187" name="AutoShape 11"/>
            <p:cNvSpPr>
              <a:spLocks noChangeArrowheads="1"/>
            </p:cNvSpPr>
            <p:nvPr/>
          </p:nvSpPr>
          <p:spPr bwMode="black">
            <a:xfrm rot="5400000">
              <a:off x="189" y="754"/>
              <a:ext cx="285" cy="248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29412"/>
                    <a:invGamma/>
                  </a:srgbClr>
                </a:gs>
              </a:gsLst>
              <a:lin ang="54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0188" name="Freeform 12"/>
            <p:cNvSpPr>
              <a:spLocks/>
            </p:cNvSpPr>
            <p:nvPr/>
          </p:nvSpPr>
          <p:spPr bwMode="hidden">
            <a:xfrm>
              <a:off x="209" y="730"/>
              <a:ext cx="245" cy="1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5" y="146"/>
                </a:cxn>
                <a:cxn ang="0">
                  <a:pos x="226" y="158"/>
                </a:cxn>
                <a:cxn ang="0">
                  <a:pos x="0" y="23"/>
                </a:cxn>
                <a:cxn ang="0">
                  <a:pos x="0" y="0"/>
                </a:cxn>
              </a:cxnLst>
              <a:rect l="0" t="0" r="r" b="b"/>
              <a:pathLst>
                <a:path w="245" h="158">
                  <a:moveTo>
                    <a:pt x="0" y="0"/>
                  </a:moveTo>
                  <a:lnTo>
                    <a:pt x="245" y="146"/>
                  </a:lnTo>
                  <a:lnTo>
                    <a:pt x="226" y="158"/>
                  </a:lnTo>
                  <a:lnTo>
                    <a:pt x="0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929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189" name="Freeform 13"/>
            <p:cNvSpPr>
              <a:spLocks/>
            </p:cNvSpPr>
            <p:nvPr/>
          </p:nvSpPr>
          <p:spPr bwMode="hidden">
            <a:xfrm>
              <a:off x="209" y="866"/>
              <a:ext cx="248" cy="156"/>
            </a:xfrm>
            <a:custGeom>
              <a:avLst/>
              <a:gdLst/>
              <a:ahLst/>
              <a:cxnLst>
                <a:cxn ang="0">
                  <a:pos x="248" y="12"/>
                </a:cxn>
                <a:cxn ang="0">
                  <a:pos x="0" y="156"/>
                </a:cxn>
                <a:cxn ang="0">
                  <a:pos x="3" y="131"/>
                </a:cxn>
                <a:cxn ang="0">
                  <a:pos x="229" y="0"/>
                </a:cxn>
                <a:cxn ang="0">
                  <a:pos x="248" y="12"/>
                </a:cxn>
              </a:cxnLst>
              <a:rect l="0" t="0" r="r" b="b"/>
              <a:pathLst>
                <a:path w="248" h="156">
                  <a:moveTo>
                    <a:pt x="248" y="12"/>
                  </a:moveTo>
                  <a:lnTo>
                    <a:pt x="0" y="156"/>
                  </a:lnTo>
                  <a:lnTo>
                    <a:pt x="3" y="131"/>
                  </a:lnTo>
                  <a:lnTo>
                    <a:pt x="229" y="0"/>
                  </a:lnTo>
                  <a:lnTo>
                    <a:pt x="248" y="12"/>
                  </a:lnTo>
                  <a:close/>
                </a:path>
              </a:pathLst>
            </a:custGeom>
            <a:solidFill>
              <a:srgbClr val="360000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162300" y="2176463"/>
            <a:ext cx="3989938" cy="3264996"/>
          </a:xfrm>
          <a:noFill/>
        </p:spPr>
        <p:txBody>
          <a:bodyPr lIns="0" tIns="0" rIns="0" bIns="0"/>
          <a:lstStyle/>
          <a:p>
            <a:pPr>
              <a:spcBef>
                <a:spcPts val="2500"/>
              </a:spcBef>
              <a:buNone/>
            </a:pPr>
            <a:r>
              <a:rPr lang="fr-FR" noProof="0" smtClean="0"/>
              <a:t>Découvrir SQL Server 2008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Les éditions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Architecture client/serveur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Composants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Installer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Outils de SQL Server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Architecture de SQL Server</a:t>
            </a:r>
            <a:endParaRPr lang="fr-FR" noProof="0" dirty="0"/>
          </a:p>
        </p:txBody>
      </p:sp>
      <p:grpSp>
        <p:nvGrpSpPr>
          <p:cNvPr id="692263" name="Group 39"/>
          <p:cNvGrpSpPr>
            <a:grpSpLocks/>
          </p:cNvGrpSpPr>
          <p:nvPr/>
        </p:nvGrpSpPr>
        <p:grpSpPr bwMode="gray">
          <a:xfrm>
            <a:off x="571501" y="1266827"/>
            <a:ext cx="7943855" cy="5065715"/>
            <a:chOff x="360" y="798"/>
            <a:chExt cx="5004" cy="3191"/>
          </a:xfrm>
        </p:grpSpPr>
        <p:grpSp>
          <p:nvGrpSpPr>
            <p:cNvPr id="692227" name="Group 3"/>
            <p:cNvGrpSpPr>
              <a:grpSpLocks/>
            </p:cNvGrpSpPr>
            <p:nvPr/>
          </p:nvGrpSpPr>
          <p:grpSpPr bwMode="gray">
            <a:xfrm>
              <a:off x="1070" y="834"/>
              <a:ext cx="1604" cy="535"/>
              <a:chOff x="1764" y="1292"/>
              <a:chExt cx="785" cy="535"/>
            </a:xfrm>
          </p:grpSpPr>
          <p:sp>
            <p:nvSpPr>
              <p:cNvPr id="692228" name="Rectangle 4"/>
              <p:cNvSpPr>
                <a:spLocks noChangeArrowheads="1"/>
              </p:cNvSpPr>
              <p:nvPr/>
            </p:nvSpPr>
            <p:spPr bwMode="gray">
              <a:xfrm>
                <a:off x="1764" y="1292"/>
                <a:ext cx="785" cy="535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92229" name="Text Box 5"/>
              <p:cNvSpPr txBox="1">
                <a:spLocks noChangeArrowheads="1"/>
              </p:cNvSpPr>
              <p:nvPr/>
            </p:nvSpPr>
            <p:spPr bwMode="gray">
              <a:xfrm>
                <a:off x="1865" y="1385"/>
                <a:ext cx="545" cy="32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noAutofit/>
              </a:bodyPr>
              <a:lstStyle/>
              <a:p>
                <a:pPr algn="ctr"/>
                <a:r>
                  <a:rPr lang="en-US" dirty="0"/>
                  <a:t>SQL Server </a:t>
                </a:r>
                <a:br>
                  <a:rPr lang="en-US" dirty="0"/>
                </a:br>
                <a:r>
                  <a:rPr lang="en-US" dirty="0"/>
                  <a:t>Management Studio</a:t>
                </a:r>
              </a:p>
            </p:txBody>
          </p:sp>
        </p:grpSp>
        <p:sp>
          <p:nvSpPr>
            <p:cNvPr id="692230" name="Rectangle 6"/>
            <p:cNvSpPr>
              <a:spLocks noChangeArrowheads="1"/>
            </p:cNvSpPr>
            <p:nvPr/>
          </p:nvSpPr>
          <p:spPr bwMode="gray">
            <a:xfrm>
              <a:off x="1735" y="1578"/>
              <a:ext cx="2104" cy="22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algn="ctr"/>
              <a:endParaRPr lang="en-US" noProof="1"/>
            </a:p>
          </p:txBody>
        </p:sp>
        <p:sp>
          <p:nvSpPr>
            <p:cNvPr id="692231" name="Line 7"/>
            <p:cNvSpPr>
              <a:spLocks noChangeShapeType="1"/>
            </p:cNvSpPr>
            <p:nvPr/>
          </p:nvSpPr>
          <p:spPr bwMode="gray">
            <a:xfrm flipH="1">
              <a:off x="2609" y="1380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>
              <a:noAutofit/>
            </a:bodyPr>
            <a:lstStyle/>
            <a:p>
              <a:endParaRPr lang="en-US" dirty="0"/>
            </a:p>
          </p:txBody>
        </p:sp>
        <p:sp>
          <p:nvSpPr>
            <p:cNvPr id="692232" name="Rectangle 8"/>
            <p:cNvSpPr>
              <a:spLocks noChangeArrowheads="1"/>
            </p:cNvSpPr>
            <p:nvPr/>
          </p:nvSpPr>
          <p:spPr bwMode="gray">
            <a:xfrm>
              <a:off x="4386" y="3235"/>
              <a:ext cx="696" cy="43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pPr algn="ctr"/>
              <a:r>
                <a:rPr lang="en-US" dirty="0"/>
                <a:t>  Reporting   </a:t>
              </a:r>
            </a:p>
            <a:p>
              <a:pPr algn="ctr"/>
              <a:r>
                <a:rPr lang="en-US" dirty="0"/>
                <a:t> Services  </a:t>
              </a:r>
            </a:p>
          </p:txBody>
        </p:sp>
        <p:grpSp>
          <p:nvGrpSpPr>
            <p:cNvPr id="692233" name="Group 9"/>
            <p:cNvGrpSpPr>
              <a:grpSpLocks/>
            </p:cNvGrpSpPr>
            <p:nvPr/>
          </p:nvGrpSpPr>
          <p:grpSpPr bwMode="gray">
            <a:xfrm>
              <a:off x="2896" y="3103"/>
              <a:ext cx="746" cy="581"/>
              <a:chOff x="4807" y="3377"/>
              <a:chExt cx="746" cy="581"/>
            </a:xfrm>
          </p:grpSpPr>
          <p:sp>
            <p:nvSpPr>
              <p:cNvPr id="692234" name="AutoShape 10"/>
              <p:cNvSpPr>
                <a:spLocks noChangeArrowheads="1"/>
              </p:cNvSpPr>
              <p:nvPr/>
            </p:nvSpPr>
            <p:spPr bwMode="gray">
              <a:xfrm>
                <a:off x="4807" y="3594"/>
                <a:ext cx="502" cy="364"/>
              </a:xfrm>
              <a:prstGeom prst="can">
                <a:avLst>
                  <a:gd name="adj" fmla="val 26514"/>
                </a:avLst>
              </a:prstGeom>
              <a:solidFill>
                <a:srgbClr val="FFFFCC"/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pPr algn="ctr"/>
                <a:endParaRPr lang="en-US" sz="2400" noProof="1">
                  <a:latin typeface="Times New Roman" pitchFamily="18" charset="0"/>
                </a:endParaRPr>
              </a:p>
            </p:txBody>
          </p:sp>
          <p:sp>
            <p:nvSpPr>
              <p:cNvPr id="692235" name="AutoShape 11"/>
              <p:cNvSpPr>
                <a:spLocks noChangeArrowheads="1"/>
              </p:cNvSpPr>
              <p:nvPr/>
            </p:nvSpPr>
            <p:spPr bwMode="gray">
              <a:xfrm>
                <a:off x="4926" y="3500"/>
                <a:ext cx="502" cy="364"/>
              </a:xfrm>
              <a:prstGeom prst="can">
                <a:avLst>
                  <a:gd name="adj" fmla="val 26514"/>
                </a:avLst>
              </a:prstGeom>
              <a:solidFill>
                <a:srgbClr val="FFFFCC"/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pPr algn="ctr"/>
                <a:endParaRPr lang="en-US" sz="2400" noProof="1">
                  <a:latin typeface="Times New Roman" pitchFamily="18" charset="0"/>
                </a:endParaRPr>
              </a:p>
            </p:txBody>
          </p:sp>
          <p:sp>
            <p:nvSpPr>
              <p:cNvPr id="692236" name="AutoShape 12"/>
              <p:cNvSpPr>
                <a:spLocks noChangeArrowheads="1"/>
              </p:cNvSpPr>
              <p:nvPr/>
            </p:nvSpPr>
            <p:spPr bwMode="gray">
              <a:xfrm>
                <a:off x="5051" y="3377"/>
                <a:ext cx="502" cy="364"/>
              </a:xfrm>
              <a:prstGeom prst="can">
                <a:avLst>
                  <a:gd name="adj" fmla="val 26514"/>
                </a:avLst>
              </a:prstGeom>
              <a:solidFill>
                <a:srgbClr val="FFFFCC"/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noAutofit/>
              </a:bodyPr>
              <a:lstStyle/>
              <a:p>
                <a:pPr algn="ctr"/>
                <a:endParaRPr lang="en-US" sz="2400" noProof="1">
                  <a:latin typeface="Times New Roman" pitchFamily="18" charset="0"/>
                </a:endParaRPr>
              </a:p>
            </p:txBody>
          </p:sp>
        </p:grpSp>
        <p:sp>
          <p:nvSpPr>
            <p:cNvPr id="692237" name="Rectangle 13"/>
            <p:cNvSpPr>
              <a:spLocks noChangeArrowheads="1"/>
            </p:cNvSpPr>
            <p:nvPr/>
          </p:nvSpPr>
          <p:spPr bwMode="gray">
            <a:xfrm>
              <a:off x="4395" y="2474"/>
              <a:ext cx="696" cy="55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pPr algn="ctr"/>
              <a:r>
                <a:rPr lang="en-US" dirty="0"/>
                <a:t>  Analysis   </a:t>
              </a:r>
            </a:p>
            <a:p>
              <a:pPr algn="ctr"/>
              <a:r>
                <a:rPr lang="en-US" dirty="0"/>
                <a:t> Services  </a:t>
              </a:r>
            </a:p>
          </p:txBody>
        </p:sp>
        <p:sp>
          <p:nvSpPr>
            <p:cNvPr id="692238" name="Rectangle 14"/>
            <p:cNvSpPr>
              <a:spLocks noChangeArrowheads="1"/>
            </p:cNvSpPr>
            <p:nvPr/>
          </p:nvSpPr>
          <p:spPr bwMode="gray">
            <a:xfrm>
              <a:off x="1955" y="1732"/>
              <a:ext cx="739" cy="468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 Replication </a:t>
              </a:r>
            </a:p>
            <a:p>
              <a:pPr algn="ctr"/>
              <a:endParaRPr lang="en-US" dirty="0"/>
            </a:p>
          </p:txBody>
        </p:sp>
        <p:sp>
          <p:nvSpPr>
            <p:cNvPr id="692239" name="Rectangle 15"/>
            <p:cNvSpPr>
              <a:spLocks noChangeArrowheads="1"/>
            </p:cNvSpPr>
            <p:nvPr/>
          </p:nvSpPr>
          <p:spPr bwMode="gray">
            <a:xfrm>
              <a:off x="410" y="2452"/>
              <a:ext cx="937" cy="602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/>
                <a:t>  </a:t>
              </a:r>
              <a:r>
                <a:rPr lang="en-US" smtClean="0"/>
                <a:t>Recherche </a:t>
              </a:r>
            </a:p>
            <a:p>
              <a:pPr algn="ctr"/>
              <a:r>
                <a:rPr lang="en-US" smtClean="0"/>
                <a:t>Full text</a:t>
              </a:r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92240" name="Text Box 16"/>
            <p:cNvSpPr txBox="1">
              <a:spLocks noChangeArrowheads="1"/>
            </p:cNvSpPr>
            <p:nvPr/>
          </p:nvSpPr>
          <p:spPr bwMode="gray">
            <a:xfrm>
              <a:off x="2413" y="3788"/>
              <a:ext cx="700" cy="192"/>
            </a:xfrm>
            <a:prstGeom prst="rect">
              <a:avLst/>
            </a:prstGeom>
            <a:noFill/>
            <a:ln w="12700" algn="ctr">
              <a:noFill/>
              <a:prstDash val="dash"/>
              <a:miter lim="800000"/>
              <a:headEnd/>
              <a:tailEnd/>
            </a:ln>
            <a:effectLst/>
          </p:spPr>
          <p:txBody>
            <a:bodyPr wrap="none">
              <a:noAutofit/>
            </a:bodyPr>
            <a:lstStyle/>
            <a:p>
              <a:pPr algn="ctr"/>
              <a:r>
                <a:rPr lang="en-US" dirty="0"/>
                <a:t>SQL Server</a:t>
              </a:r>
            </a:p>
          </p:txBody>
        </p:sp>
        <p:sp>
          <p:nvSpPr>
            <p:cNvPr id="692241" name="Rectangle 17"/>
            <p:cNvSpPr>
              <a:spLocks noChangeArrowheads="1"/>
            </p:cNvSpPr>
            <p:nvPr/>
          </p:nvSpPr>
          <p:spPr bwMode="gray">
            <a:xfrm>
              <a:off x="2856" y="1697"/>
              <a:ext cx="687" cy="602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 smtClean="0"/>
                <a:t>Moteur</a:t>
              </a:r>
            </a:p>
            <a:p>
              <a:pPr algn="ctr"/>
              <a:r>
                <a:rPr lang="en-US" smtClean="0"/>
                <a:t>relationnel</a:t>
              </a:r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692242" name="Rectangle 18"/>
            <p:cNvSpPr>
              <a:spLocks noChangeArrowheads="1"/>
            </p:cNvSpPr>
            <p:nvPr/>
          </p:nvSpPr>
          <p:spPr bwMode="gray">
            <a:xfrm>
              <a:off x="4382" y="1765"/>
              <a:ext cx="696" cy="55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noAutofit/>
            </a:bodyPr>
            <a:lstStyle/>
            <a:p>
              <a:pPr algn="ctr"/>
              <a:r>
                <a:rPr lang="en-US" dirty="0"/>
                <a:t>  Integration   </a:t>
              </a:r>
            </a:p>
            <a:p>
              <a:pPr algn="ctr"/>
              <a:r>
                <a:rPr lang="en-US" dirty="0"/>
                <a:t> Services  </a:t>
              </a:r>
            </a:p>
          </p:txBody>
        </p:sp>
        <p:sp>
          <p:nvSpPr>
            <p:cNvPr id="692243" name="Rectangle 19"/>
            <p:cNvSpPr>
              <a:spLocks noChangeArrowheads="1"/>
            </p:cNvSpPr>
            <p:nvPr/>
          </p:nvSpPr>
          <p:spPr bwMode="gray">
            <a:xfrm>
              <a:off x="406" y="1717"/>
              <a:ext cx="931" cy="602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algn="ctr"/>
              <a:r>
                <a:rPr lang="en-US" dirty="0"/>
                <a:t/>
              </a:r>
              <a:br>
                <a:rPr lang="en-US" dirty="0"/>
              </a:br>
              <a:r>
                <a:rPr lang="en-US" dirty="0"/>
                <a:t> SQL Server </a:t>
              </a:r>
            </a:p>
            <a:p>
              <a:pPr algn="ctr"/>
              <a:r>
                <a:rPr lang="en-US" dirty="0"/>
                <a:t>Agent</a:t>
              </a:r>
            </a:p>
            <a:p>
              <a:pPr algn="ctr"/>
              <a:endParaRPr lang="en-US" dirty="0"/>
            </a:p>
          </p:txBody>
        </p:sp>
        <p:sp>
          <p:nvSpPr>
            <p:cNvPr id="692244" name="Rectangle 20"/>
            <p:cNvSpPr>
              <a:spLocks noChangeArrowheads="1"/>
            </p:cNvSpPr>
            <p:nvPr/>
          </p:nvSpPr>
          <p:spPr bwMode="gray">
            <a:xfrm>
              <a:off x="2868" y="2387"/>
              <a:ext cx="689" cy="602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/>
                <a:t> </a:t>
              </a:r>
              <a:r>
                <a:rPr lang="en-US" smtClean="0"/>
                <a:t>Moteur de</a:t>
              </a:r>
            </a:p>
            <a:p>
              <a:pPr algn="ctr"/>
              <a:r>
                <a:rPr lang="en-US" smtClean="0"/>
                <a:t>stockage</a:t>
              </a:r>
              <a:endParaRPr lang="en-US" dirty="0" smtClean="0"/>
            </a:p>
            <a:p>
              <a:pPr algn="ctr"/>
              <a:endParaRPr lang="en-US" dirty="0"/>
            </a:p>
          </p:txBody>
        </p:sp>
        <p:sp>
          <p:nvSpPr>
            <p:cNvPr id="692245" name="Rectangle 21"/>
            <p:cNvSpPr>
              <a:spLocks noChangeArrowheads="1"/>
            </p:cNvSpPr>
            <p:nvPr/>
          </p:nvSpPr>
          <p:spPr bwMode="gray">
            <a:xfrm>
              <a:off x="4177" y="1565"/>
              <a:ext cx="1070" cy="222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2246" name="Text Box 22"/>
            <p:cNvSpPr txBox="1">
              <a:spLocks noChangeArrowheads="1"/>
            </p:cNvSpPr>
            <p:nvPr/>
          </p:nvSpPr>
          <p:spPr bwMode="gray">
            <a:xfrm>
              <a:off x="4084" y="3797"/>
              <a:ext cx="1280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Business Intelligence</a:t>
              </a:r>
            </a:p>
          </p:txBody>
        </p:sp>
        <p:sp>
          <p:nvSpPr>
            <p:cNvPr id="692247" name="Rectangle 23"/>
            <p:cNvSpPr>
              <a:spLocks noChangeArrowheads="1"/>
            </p:cNvSpPr>
            <p:nvPr/>
          </p:nvSpPr>
          <p:spPr bwMode="gray">
            <a:xfrm>
              <a:off x="1970" y="2369"/>
              <a:ext cx="695" cy="602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algn="ctr"/>
              <a:r>
                <a:rPr lang="en-US" dirty="0" smtClean="0"/>
                <a:t/>
              </a:r>
              <a:br>
                <a:rPr lang="en-US" dirty="0" smtClean="0"/>
              </a:br>
              <a:r>
                <a:rPr lang="en-US" dirty="0" smtClean="0"/>
                <a:t> Database  </a:t>
              </a:r>
              <a:br>
                <a:rPr lang="en-US" dirty="0" smtClean="0"/>
              </a:br>
              <a:r>
                <a:rPr lang="en-US" dirty="0" smtClean="0"/>
                <a:t>Mail</a:t>
              </a:r>
            </a:p>
            <a:p>
              <a:pPr algn="ctr"/>
              <a:endParaRPr lang="en-US" dirty="0"/>
            </a:p>
          </p:txBody>
        </p:sp>
        <p:grpSp>
          <p:nvGrpSpPr>
            <p:cNvPr id="692248" name="Group 24"/>
            <p:cNvGrpSpPr>
              <a:grpSpLocks/>
            </p:cNvGrpSpPr>
            <p:nvPr/>
          </p:nvGrpSpPr>
          <p:grpSpPr bwMode="gray">
            <a:xfrm>
              <a:off x="4043" y="798"/>
              <a:ext cx="1230" cy="557"/>
              <a:chOff x="1688" y="1248"/>
              <a:chExt cx="736" cy="586"/>
            </a:xfrm>
          </p:grpSpPr>
          <p:sp>
            <p:nvSpPr>
              <p:cNvPr id="692249" name="Rectangle 25"/>
              <p:cNvSpPr>
                <a:spLocks noChangeArrowheads="1"/>
              </p:cNvSpPr>
              <p:nvPr/>
            </p:nvSpPr>
            <p:spPr bwMode="gray">
              <a:xfrm>
                <a:off x="1688" y="1299"/>
                <a:ext cx="736" cy="535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692250" name="Text Box 26"/>
              <p:cNvSpPr txBox="1">
                <a:spLocks noChangeArrowheads="1"/>
              </p:cNvSpPr>
              <p:nvPr/>
            </p:nvSpPr>
            <p:spPr bwMode="gray">
              <a:xfrm>
                <a:off x="1701" y="1248"/>
                <a:ext cx="716" cy="46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tIns="228600" anchor="ctr" anchorCtr="1">
                <a:noAutofit/>
              </a:bodyPr>
              <a:lstStyle/>
              <a:p>
                <a:pPr algn="ctr"/>
                <a:r>
                  <a:rPr lang="en-US" dirty="0"/>
                  <a:t>Business Intelligence </a:t>
                </a:r>
              </a:p>
              <a:p>
                <a:pPr algn="ctr"/>
                <a:r>
                  <a:rPr lang="en-US" dirty="0"/>
                  <a:t>Development Studio</a:t>
                </a:r>
              </a:p>
            </p:txBody>
          </p:sp>
        </p:grpSp>
        <p:sp>
          <p:nvSpPr>
            <p:cNvPr id="692251" name="Line 27"/>
            <p:cNvSpPr>
              <a:spLocks noChangeShapeType="1"/>
            </p:cNvSpPr>
            <p:nvPr/>
          </p:nvSpPr>
          <p:spPr bwMode="gray">
            <a:xfrm flipH="1">
              <a:off x="4638" y="1357"/>
              <a:ext cx="0" cy="1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>
              <a:noAutofit/>
            </a:bodyPr>
            <a:lstStyle/>
            <a:p>
              <a:endParaRPr lang="en-US" dirty="0"/>
            </a:p>
          </p:txBody>
        </p:sp>
        <p:sp>
          <p:nvSpPr>
            <p:cNvPr id="692252" name="Rectangle 28"/>
            <p:cNvSpPr>
              <a:spLocks noChangeArrowheads="1"/>
            </p:cNvSpPr>
            <p:nvPr/>
          </p:nvSpPr>
          <p:spPr bwMode="gray">
            <a:xfrm>
              <a:off x="360" y="1580"/>
              <a:ext cx="1070" cy="2201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2253" name="Line 29"/>
            <p:cNvSpPr>
              <a:spLocks noChangeShapeType="1"/>
            </p:cNvSpPr>
            <p:nvPr/>
          </p:nvSpPr>
          <p:spPr bwMode="gray">
            <a:xfrm flipH="1">
              <a:off x="1246" y="1382"/>
              <a:ext cx="0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>
              <a:noAutofit/>
            </a:bodyPr>
            <a:lstStyle/>
            <a:p>
              <a:endParaRPr lang="en-US" dirty="0"/>
            </a:p>
          </p:txBody>
        </p:sp>
        <p:sp>
          <p:nvSpPr>
            <p:cNvPr id="692254" name="Rectangle 30"/>
            <p:cNvSpPr>
              <a:spLocks noChangeArrowheads="1"/>
            </p:cNvSpPr>
            <p:nvPr/>
          </p:nvSpPr>
          <p:spPr bwMode="gray">
            <a:xfrm>
              <a:off x="418" y="3193"/>
              <a:ext cx="918" cy="468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algn="ctr"/>
              <a:r>
                <a:rPr lang="en-US" dirty="0"/>
                <a:t> Distributed</a:t>
              </a:r>
            </a:p>
            <a:p>
              <a:pPr algn="ctr"/>
              <a:r>
                <a:rPr lang="en-US" dirty="0"/>
                <a:t>Transaction</a:t>
              </a:r>
            </a:p>
            <a:p>
              <a:pPr algn="ctr"/>
              <a:r>
                <a:rPr lang="en-US" dirty="0"/>
                <a:t>Coordinator</a:t>
              </a:r>
            </a:p>
          </p:txBody>
        </p:sp>
        <p:sp>
          <p:nvSpPr>
            <p:cNvPr id="692255" name="Text Box 31"/>
            <p:cNvSpPr txBox="1">
              <a:spLocks noChangeArrowheads="1"/>
            </p:cNvSpPr>
            <p:nvPr/>
          </p:nvSpPr>
          <p:spPr bwMode="gray">
            <a:xfrm>
              <a:off x="431" y="3793"/>
              <a:ext cx="105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fr-FR" smtClean="0"/>
                <a:t>Autres services</a:t>
              </a:r>
              <a:endParaRPr lang="fr-FR"/>
            </a:p>
          </p:txBody>
        </p:sp>
        <p:sp>
          <p:nvSpPr>
            <p:cNvPr id="692260" name="Text Box 36"/>
            <p:cNvSpPr txBox="1">
              <a:spLocks noChangeArrowheads="1"/>
            </p:cNvSpPr>
            <p:nvPr/>
          </p:nvSpPr>
          <p:spPr bwMode="gray">
            <a:xfrm>
              <a:off x="2984" y="3396"/>
              <a:ext cx="658" cy="29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noAutofit/>
            </a:bodyPr>
            <a:lstStyle/>
            <a:p>
              <a:pPr algn="ctr"/>
              <a:r>
                <a:rPr lang="en-US" dirty="0" smtClean="0"/>
                <a:t>Bases de </a:t>
              </a:r>
            </a:p>
            <a:p>
              <a:pPr algn="ctr"/>
              <a:r>
                <a:rPr lang="en-US" dirty="0" err="1" smtClean="0"/>
                <a:t>données</a:t>
              </a:r>
              <a:endParaRPr lang="en-US" dirty="0"/>
            </a:p>
          </p:txBody>
        </p:sp>
        <p:sp>
          <p:nvSpPr>
            <p:cNvPr id="692261" name="Rectangle 37"/>
            <p:cNvSpPr>
              <a:spLocks noChangeArrowheads="1"/>
            </p:cNvSpPr>
            <p:nvPr/>
          </p:nvSpPr>
          <p:spPr bwMode="gray">
            <a:xfrm>
              <a:off x="1985" y="3172"/>
              <a:ext cx="695" cy="468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noAutofit/>
            </a:bodyPr>
            <a:lstStyle/>
            <a:p>
              <a:pPr algn="ctr"/>
              <a:r>
                <a:rPr lang="en-US" dirty="0"/>
                <a:t/>
              </a:r>
              <a:br>
                <a:rPr lang="en-US" dirty="0"/>
              </a:br>
              <a:r>
                <a:rPr lang="en-US" dirty="0"/>
                <a:t>.NET CLR</a:t>
              </a:r>
            </a:p>
            <a:p>
              <a:pPr algn="ctr"/>
              <a:endParaRPr lang="en-US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Les composants de SQL Server</a:t>
            </a:r>
            <a:endParaRPr lang="fr-FR" noProof="0" dirty="0"/>
          </a:p>
        </p:txBody>
      </p:sp>
      <p:sp>
        <p:nvSpPr>
          <p:cNvPr id="694275" name="Text Box 3"/>
          <p:cNvSpPr txBox="1">
            <a:spLocks noChangeArrowheads="1"/>
          </p:cNvSpPr>
          <p:nvPr/>
        </p:nvSpPr>
        <p:spPr bwMode="gray">
          <a:xfrm>
            <a:off x="336363" y="4610763"/>
            <a:ext cx="4520789" cy="13849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mtClean="0"/>
              <a:t>SQL Server Management Studio</a:t>
            </a:r>
          </a:p>
          <a:p>
            <a:r>
              <a:rPr lang="fr-FR" smtClean="0">
                <a:solidFill>
                  <a:srgbClr val="000080"/>
                </a:solidFill>
              </a:rPr>
              <a:t>SQL Server Configuration Manager</a:t>
            </a:r>
          </a:p>
          <a:p>
            <a:r>
              <a:rPr lang="fr-FR" smtClean="0"/>
              <a:t>SQL Server Profiler</a:t>
            </a:r>
          </a:p>
          <a:p>
            <a:r>
              <a:rPr lang="fr-FR" smtClean="0"/>
              <a:t>Assistant Paramétrage du moteur de base de données</a:t>
            </a:r>
          </a:p>
          <a:p>
            <a:r>
              <a:rPr lang="fr-FR" smtClean="0"/>
              <a:t>Documentation en ligne</a:t>
            </a:r>
          </a:p>
          <a:p>
            <a:r>
              <a:rPr lang="fr-FR" smtClean="0"/>
              <a:t>Business Intelligence Development Studio</a:t>
            </a:r>
            <a:endParaRPr lang="fr-FR"/>
          </a:p>
        </p:txBody>
      </p:sp>
      <p:sp>
        <p:nvSpPr>
          <p:cNvPr id="694276" name="Text Box 4"/>
          <p:cNvSpPr txBox="1">
            <a:spLocks noChangeArrowheads="1"/>
          </p:cNvSpPr>
          <p:nvPr/>
        </p:nvSpPr>
        <p:spPr bwMode="gray">
          <a:xfrm>
            <a:off x="5948365" y="1751013"/>
            <a:ext cx="81144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mtClean="0"/>
              <a:t>Serveur</a:t>
            </a:r>
            <a:endParaRPr lang="fr-FR"/>
          </a:p>
        </p:txBody>
      </p:sp>
      <p:grpSp>
        <p:nvGrpSpPr>
          <p:cNvPr id="694277" name="Group 5"/>
          <p:cNvGrpSpPr>
            <a:grpSpLocks/>
          </p:cNvGrpSpPr>
          <p:nvPr/>
        </p:nvGrpSpPr>
        <p:grpSpPr bwMode="gray">
          <a:xfrm>
            <a:off x="4959352" y="1854200"/>
            <a:ext cx="406400" cy="3898900"/>
            <a:chOff x="2752" y="1080"/>
            <a:chExt cx="256" cy="2456"/>
          </a:xfrm>
        </p:grpSpPr>
        <p:sp>
          <p:nvSpPr>
            <p:cNvPr id="694278" name="Rectangle 6"/>
            <p:cNvSpPr>
              <a:spLocks noChangeArrowheads="1"/>
            </p:cNvSpPr>
            <p:nvPr/>
          </p:nvSpPr>
          <p:spPr bwMode="gray">
            <a:xfrm>
              <a:off x="2752" y="1136"/>
              <a:ext cx="256" cy="236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694279" name="Oval 7"/>
            <p:cNvSpPr>
              <a:spLocks noChangeArrowheads="1"/>
            </p:cNvSpPr>
            <p:nvPr/>
          </p:nvSpPr>
          <p:spPr bwMode="gray">
            <a:xfrm>
              <a:off x="2752" y="1080"/>
              <a:ext cx="25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694280" name="Oval 8"/>
            <p:cNvSpPr>
              <a:spLocks noChangeArrowheads="1"/>
            </p:cNvSpPr>
            <p:nvPr/>
          </p:nvSpPr>
          <p:spPr bwMode="gray">
            <a:xfrm>
              <a:off x="2752" y="3440"/>
              <a:ext cx="256" cy="9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694281" name="Line 9"/>
          <p:cNvSpPr>
            <a:spLocks noChangeShapeType="1"/>
          </p:cNvSpPr>
          <p:nvPr/>
        </p:nvSpPr>
        <p:spPr bwMode="gray">
          <a:xfrm>
            <a:off x="5162552" y="2181225"/>
            <a:ext cx="0" cy="2990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94282" name="Line 10"/>
          <p:cNvSpPr>
            <a:spLocks noChangeShapeType="1"/>
          </p:cNvSpPr>
          <p:nvPr/>
        </p:nvSpPr>
        <p:spPr bwMode="gray">
          <a:xfrm flipH="1">
            <a:off x="4514852" y="2178050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94283" name="Line 11"/>
          <p:cNvSpPr>
            <a:spLocks noChangeShapeType="1"/>
          </p:cNvSpPr>
          <p:nvPr/>
        </p:nvSpPr>
        <p:spPr bwMode="gray">
          <a:xfrm flipH="1">
            <a:off x="3790952" y="3568700"/>
            <a:ext cx="13716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94284" name="Line 12"/>
          <p:cNvSpPr>
            <a:spLocks noChangeShapeType="1"/>
          </p:cNvSpPr>
          <p:nvPr/>
        </p:nvSpPr>
        <p:spPr bwMode="gray">
          <a:xfrm flipH="1">
            <a:off x="5162552" y="2919413"/>
            <a:ext cx="73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694285" name="Text Box 13"/>
          <p:cNvSpPr txBox="1">
            <a:spLocks noChangeArrowheads="1"/>
          </p:cNvSpPr>
          <p:nvPr/>
        </p:nvSpPr>
        <p:spPr bwMode="gray">
          <a:xfrm>
            <a:off x="5536279" y="4179625"/>
            <a:ext cx="3507971" cy="1600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mtClean="0"/>
              <a:t>Moteur de base de données SQL Server</a:t>
            </a:r>
          </a:p>
          <a:p>
            <a:r>
              <a:rPr lang="fr-FR" smtClean="0"/>
              <a:t>SQL Server Agent</a:t>
            </a:r>
          </a:p>
          <a:p>
            <a:r>
              <a:rPr lang="fr-FR" smtClean="0"/>
              <a:t>SQL Server Browser</a:t>
            </a:r>
          </a:p>
          <a:p>
            <a:r>
              <a:rPr lang="fr-FR" smtClean="0"/>
              <a:t>Recherche de texte intégral</a:t>
            </a:r>
          </a:p>
          <a:p>
            <a:r>
              <a:rPr lang="fr-FR" smtClean="0"/>
              <a:t>Analysis Services</a:t>
            </a:r>
          </a:p>
          <a:p>
            <a:r>
              <a:rPr lang="fr-FR" smtClean="0"/>
              <a:t>Reporting Services</a:t>
            </a:r>
          </a:p>
          <a:p>
            <a:r>
              <a:rPr lang="fr-FR" smtClean="0"/>
              <a:t>Integration Services</a:t>
            </a:r>
            <a:endParaRPr lang="fr-FR"/>
          </a:p>
        </p:txBody>
      </p:sp>
      <p:sp>
        <p:nvSpPr>
          <p:cNvPr id="694286" name="Text Box 14"/>
          <p:cNvSpPr txBox="1">
            <a:spLocks noChangeArrowheads="1"/>
          </p:cNvSpPr>
          <p:nvPr/>
        </p:nvSpPr>
        <p:spPr bwMode="gray">
          <a:xfrm>
            <a:off x="2987676" y="4189413"/>
            <a:ext cx="9048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Windows</a:t>
            </a:r>
          </a:p>
        </p:txBody>
      </p:sp>
      <p:sp>
        <p:nvSpPr>
          <p:cNvPr id="694287" name="Text Box 15"/>
          <p:cNvSpPr txBox="1">
            <a:spLocks noChangeArrowheads="1"/>
          </p:cNvSpPr>
          <p:nvPr/>
        </p:nvSpPr>
        <p:spPr bwMode="gray">
          <a:xfrm>
            <a:off x="3071501" y="2754313"/>
            <a:ext cx="1885453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fr-FR" smtClean="0"/>
              <a:t>Invite de commandes</a:t>
            </a:r>
          </a:p>
          <a:p>
            <a:pPr algn="ctr"/>
            <a:r>
              <a:rPr lang="fr-FR" smtClean="0"/>
              <a:t>(DOS)</a:t>
            </a:r>
            <a:endParaRPr lang="fr-FR"/>
          </a:p>
        </p:txBody>
      </p:sp>
      <p:sp>
        <p:nvSpPr>
          <p:cNvPr id="694288" name="Text Box 16"/>
          <p:cNvSpPr txBox="1">
            <a:spLocks noChangeArrowheads="1"/>
          </p:cNvSpPr>
          <p:nvPr/>
        </p:nvSpPr>
        <p:spPr bwMode="gray">
          <a:xfrm>
            <a:off x="2667001" y="1763713"/>
            <a:ext cx="965200" cy="730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sqlcmd</a:t>
            </a:r>
          </a:p>
          <a:p>
            <a:r>
              <a:rPr lang="en-US" dirty="0"/>
              <a:t>osql</a:t>
            </a:r>
          </a:p>
          <a:p>
            <a:r>
              <a:rPr lang="en-US" dirty="0"/>
              <a:t>bcp</a:t>
            </a:r>
          </a:p>
        </p:txBody>
      </p:sp>
      <p:grpSp>
        <p:nvGrpSpPr>
          <p:cNvPr id="694289" name="Group 17"/>
          <p:cNvGrpSpPr>
            <a:grpSpLocks/>
          </p:cNvGrpSpPr>
          <p:nvPr/>
        </p:nvGrpSpPr>
        <p:grpSpPr bwMode="gray">
          <a:xfrm>
            <a:off x="5915027" y="2146300"/>
            <a:ext cx="728663" cy="1600200"/>
            <a:chOff x="3705" y="138"/>
            <a:chExt cx="459" cy="1008"/>
          </a:xfrm>
        </p:grpSpPr>
        <p:sp>
          <p:nvSpPr>
            <p:cNvPr id="694290" name="Freeform 18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0" y="962"/>
                </a:cxn>
                <a:cxn ang="0">
                  <a:pos x="0" y="217"/>
                </a:cxn>
                <a:cxn ang="0">
                  <a:pos x="209" y="0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0" y="962"/>
                  </a:moveTo>
                  <a:lnTo>
                    <a:pt x="0" y="217"/>
                  </a:lnTo>
                  <a:lnTo>
                    <a:pt x="209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1" name="Freeform 19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  <a:cxn ang="0">
                  <a:pos x="209" y="0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2" name="Freeform 20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3" name="Freeform 21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  <a:cxn ang="0">
                  <a:pos x="0" y="194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4" name="Freeform 22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5" name="Freeform 23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6" name="Freeform 24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7" name="Freeform 25"/>
            <p:cNvSpPr>
              <a:spLocks/>
            </p:cNvSpPr>
            <p:nvPr/>
          </p:nvSpPr>
          <p:spPr bwMode="gray">
            <a:xfrm>
              <a:off x="3728" y="870"/>
              <a:ext cx="203" cy="2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3" y="71"/>
                </a:cxn>
                <a:cxn ang="0">
                  <a:pos x="203" y="234"/>
                </a:cxn>
                <a:cxn ang="0">
                  <a:pos x="0" y="163"/>
                </a:cxn>
                <a:cxn ang="0">
                  <a:pos x="0" y="0"/>
                </a:cxn>
              </a:cxnLst>
              <a:rect l="0" t="0" r="r" b="b"/>
              <a:pathLst>
                <a:path w="203" h="234">
                  <a:moveTo>
                    <a:pt x="0" y="0"/>
                  </a:moveTo>
                  <a:lnTo>
                    <a:pt x="203" y="71"/>
                  </a:lnTo>
                  <a:lnTo>
                    <a:pt x="203" y="234"/>
                  </a:lnTo>
                  <a:lnTo>
                    <a:pt x="0" y="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8" name="Freeform 26"/>
            <p:cNvSpPr>
              <a:spLocks/>
            </p:cNvSpPr>
            <p:nvPr/>
          </p:nvSpPr>
          <p:spPr bwMode="gray">
            <a:xfrm>
              <a:off x="3739" y="505"/>
              <a:ext cx="164" cy="1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4" y="59"/>
                </a:cxn>
                <a:cxn ang="0">
                  <a:pos x="164" y="115"/>
                </a:cxn>
                <a:cxn ang="0">
                  <a:pos x="0" y="56"/>
                </a:cxn>
                <a:cxn ang="0">
                  <a:pos x="0" y="0"/>
                </a:cxn>
              </a:cxnLst>
              <a:rect l="0" t="0" r="r" b="b"/>
              <a:pathLst>
                <a:path w="164" h="115">
                  <a:moveTo>
                    <a:pt x="0" y="0"/>
                  </a:moveTo>
                  <a:lnTo>
                    <a:pt x="164" y="59"/>
                  </a:lnTo>
                  <a:lnTo>
                    <a:pt x="164" y="115"/>
                  </a:lnTo>
                  <a:lnTo>
                    <a:pt x="0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299" name="Freeform 27"/>
            <p:cNvSpPr>
              <a:spLocks/>
            </p:cNvSpPr>
            <p:nvPr/>
          </p:nvSpPr>
          <p:spPr bwMode="gray">
            <a:xfrm>
              <a:off x="3820" y="547"/>
              <a:ext cx="71" cy="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25"/>
                </a:cxn>
                <a:cxn ang="0">
                  <a:pos x="71" y="58"/>
                </a:cxn>
                <a:cxn ang="0">
                  <a:pos x="0" y="33"/>
                </a:cxn>
                <a:cxn ang="0">
                  <a:pos x="0" y="0"/>
                </a:cxn>
              </a:cxnLst>
              <a:rect l="0" t="0" r="r" b="b"/>
              <a:pathLst>
                <a:path w="71" h="58">
                  <a:moveTo>
                    <a:pt x="0" y="0"/>
                  </a:moveTo>
                  <a:lnTo>
                    <a:pt x="71" y="25"/>
                  </a:lnTo>
                  <a:lnTo>
                    <a:pt x="71" y="58"/>
                  </a:lnTo>
                  <a:lnTo>
                    <a:pt x="0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300" name="Freeform 28"/>
            <p:cNvSpPr>
              <a:spLocks/>
            </p:cNvSpPr>
            <p:nvPr/>
          </p:nvSpPr>
          <p:spPr bwMode="gray">
            <a:xfrm>
              <a:off x="3728" y="712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3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301" name="Freeform 29"/>
            <p:cNvSpPr>
              <a:spLocks/>
            </p:cNvSpPr>
            <p:nvPr/>
          </p:nvSpPr>
          <p:spPr bwMode="gray">
            <a:xfrm>
              <a:off x="3728" y="643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2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302" name="Freeform 30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303" name="Freeform 31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</a:path>
              </a:pathLst>
            </a:custGeom>
            <a:noFill/>
            <a:ln w="3175">
              <a:solidFill>
                <a:srgbClr val="AAAAAA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304" name="Freeform 32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305" name="Freeform 33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94369" name="Text Box 97"/>
          <p:cNvSpPr txBox="1">
            <a:spLocks noChangeArrowheads="1"/>
          </p:cNvSpPr>
          <p:nvPr/>
        </p:nvSpPr>
        <p:spPr bwMode="gray">
          <a:xfrm>
            <a:off x="2424376" y="1463675"/>
            <a:ext cx="1200970" cy="307777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mtClean="0"/>
              <a:t>Outils clients</a:t>
            </a:r>
            <a:endParaRPr lang="fr-FR"/>
          </a:p>
        </p:txBody>
      </p:sp>
      <p:sp>
        <p:nvSpPr>
          <p:cNvPr id="694370" name="Text Box 98"/>
          <p:cNvSpPr txBox="1">
            <a:spLocks noChangeArrowheads="1"/>
          </p:cNvSpPr>
          <p:nvPr/>
        </p:nvSpPr>
        <p:spPr bwMode="gray">
          <a:xfrm>
            <a:off x="352238" y="4254500"/>
            <a:ext cx="1200970" cy="307777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mtClean="0"/>
              <a:t>Outils clients</a:t>
            </a:r>
            <a:endParaRPr lang="fr-FR"/>
          </a:p>
        </p:txBody>
      </p:sp>
      <p:sp>
        <p:nvSpPr>
          <p:cNvPr id="694371" name="Text Box 99"/>
          <p:cNvSpPr txBox="1">
            <a:spLocks noChangeArrowheads="1"/>
          </p:cNvSpPr>
          <p:nvPr/>
        </p:nvSpPr>
        <p:spPr bwMode="gray">
          <a:xfrm>
            <a:off x="5777165" y="3843163"/>
            <a:ext cx="1649811" cy="307777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mtClean="0"/>
              <a:t>Services Windows</a:t>
            </a:r>
            <a:endParaRPr lang="en-US" dirty="0"/>
          </a:p>
        </p:txBody>
      </p:sp>
      <p:grpSp>
        <p:nvGrpSpPr>
          <p:cNvPr id="912" name="Group 911"/>
          <p:cNvGrpSpPr/>
          <p:nvPr/>
        </p:nvGrpSpPr>
        <p:grpSpPr bwMode="gray">
          <a:xfrm>
            <a:off x="3039276" y="3303663"/>
            <a:ext cx="772704" cy="777961"/>
            <a:chOff x="5546420" y="3519715"/>
            <a:chExt cx="2182431" cy="2197277"/>
          </a:xfrm>
        </p:grpSpPr>
        <p:grpSp>
          <p:nvGrpSpPr>
            <p:cNvPr id="913" name="Group 1682"/>
            <p:cNvGrpSpPr/>
            <p:nvPr/>
          </p:nvGrpSpPr>
          <p:grpSpPr bwMode="gray">
            <a:xfrm>
              <a:off x="5546420" y="3529613"/>
              <a:ext cx="955123" cy="1499493"/>
              <a:chOff x="5546420" y="3529613"/>
              <a:chExt cx="955123" cy="1499493"/>
            </a:xfrm>
          </p:grpSpPr>
          <p:sp>
            <p:nvSpPr>
              <p:cNvPr id="1699" name="Freeform 336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2574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4" y="527"/>
                  </a:cxn>
                  <a:cxn ang="0">
                    <a:pos x="151" y="626"/>
                  </a:cxn>
                  <a:cxn ang="0">
                    <a:pos x="151" y="0"/>
                  </a:cxn>
                  <a:cxn ang="0">
                    <a:pos x="0" y="79"/>
                  </a:cxn>
                </a:cxnLst>
                <a:rect l="0" t="0" r="r" b="b"/>
                <a:pathLst>
                  <a:path w="151" h="626">
                    <a:moveTo>
                      <a:pt x="0" y="79"/>
                    </a:moveTo>
                    <a:lnTo>
                      <a:pt x="4" y="527"/>
                    </a:lnTo>
                    <a:lnTo>
                      <a:pt x="151" y="626"/>
                    </a:lnTo>
                    <a:lnTo>
                      <a:pt x="151" y="0"/>
                    </a:lnTo>
                    <a:lnTo>
                      <a:pt x="0" y="7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" name="Freeform 337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4843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5" y="527"/>
                  </a:cxn>
                  <a:cxn ang="0">
                    <a:pos x="152" y="626"/>
                  </a:cxn>
                  <a:cxn ang="0">
                    <a:pos x="152" y="0"/>
                  </a:cxn>
                  <a:cxn ang="0">
                    <a:pos x="0" y="79"/>
                  </a:cxn>
                </a:cxnLst>
                <a:rect l="0" t="0" r="r" b="b"/>
                <a:pathLst>
                  <a:path w="152" h="626">
                    <a:moveTo>
                      <a:pt x="0" y="79"/>
                    </a:moveTo>
                    <a:lnTo>
                      <a:pt x="5" y="527"/>
                    </a:lnTo>
                    <a:lnTo>
                      <a:pt x="152" y="626"/>
                    </a:lnTo>
                    <a:lnTo>
                      <a:pt x="152" y="0"/>
                    </a:lnTo>
                    <a:lnTo>
                      <a:pt x="0" y="79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" name="Freeform 338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2" name="Freeform 339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C0C0C0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3" name="Freeform 340"/>
              <p:cNvSpPr>
                <a:spLocks/>
              </p:cNvSpPr>
              <p:nvPr/>
            </p:nvSpPr>
            <p:spPr bwMode="gray">
              <a:xfrm flipH="1">
                <a:off x="5550957" y="4955470"/>
                <a:ext cx="621624" cy="73636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0" y="41"/>
                  </a:cxn>
                  <a:cxn ang="0">
                    <a:pos x="100" y="111"/>
                  </a:cxn>
                  <a:cxn ang="0">
                    <a:pos x="474" y="84"/>
                  </a:cxn>
                  <a:cxn ang="0">
                    <a:pos x="542" y="75"/>
                  </a:cxn>
                  <a:cxn ang="0">
                    <a:pos x="1048" y="23"/>
                  </a:cxn>
                  <a:cxn ang="0">
                    <a:pos x="1048" y="23"/>
                  </a:cxn>
                  <a:cxn ang="0">
                    <a:pos x="1048" y="0"/>
                  </a:cxn>
                  <a:cxn ang="0">
                    <a:pos x="538" y="44"/>
                  </a:cxn>
                  <a:cxn ang="0">
                    <a:pos x="478" y="53"/>
                  </a:cxn>
                  <a:cxn ang="0">
                    <a:pos x="88" y="73"/>
                  </a:cxn>
                  <a:cxn ang="0">
                    <a:pos x="88" y="73"/>
                  </a:cxn>
                  <a:cxn ang="0">
                    <a:pos x="0" y="12"/>
                  </a:cxn>
                </a:cxnLst>
                <a:rect l="0" t="0" r="r" b="b"/>
                <a:pathLst>
                  <a:path w="1048" h="125">
                    <a:moveTo>
                      <a:pt x="0" y="12"/>
                    </a:moveTo>
                    <a:lnTo>
                      <a:pt x="0" y="41"/>
                    </a:lnTo>
                    <a:lnTo>
                      <a:pt x="100" y="111"/>
                    </a:lnTo>
                    <a:cubicBezTo>
                      <a:pt x="225" y="125"/>
                      <a:pt x="352" y="117"/>
                      <a:pt x="474" y="84"/>
                    </a:cubicBezTo>
                    <a:cubicBezTo>
                      <a:pt x="493" y="78"/>
                      <a:pt x="522" y="73"/>
                      <a:pt x="542" y="75"/>
                    </a:cubicBezTo>
                    <a:cubicBezTo>
                      <a:pt x="715" y="81"/>
                      <a:pt x="879" y="64"/>
                      <a:pt x="1048" y="23"/>
                    </a:cubicBezTo>
                    <a:lnTo>
                      <a:pt x="1048" y="23"/>
                    </a:lnTo>
                    <a:lnTo>
                      <a:pt x="1048" y="0"/>
                    </a:lnTo>
                    <a:cubicBezTo>
                      <a:pt x="879" y="29"/>
                      <a:pt x="709" y="43"/>
                      <a:pt x="538" y="44"/>
                    </a:cubicBezTo>
                    <a:cubicBezTo>
                      <a:pt x="517" y="44"/>
                      <a:pt x="497" y="47"/>
                      <a:pt x="478" y="53"/>
                    </a:cubicBezTo>
                    <a:cubicBezTo>
                      <a:pt x="351" y="91"/>
                      <a:pt x="218" y="98"/>
                      <a:pt x="88" y="73"/>
                    </a:cubicBezTo>
                    <a:lnTo>
                      <a:pt x="88" y="73"/>
                    </a:lnTo>
                    <a:lnTo>
                      <a:pt x="0" y="1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4" name="Freeform 341"/>
              <p:cNvSpPr>
                <a:spLocks/>
              </p:cNvSpPr>
              <p:nvPr/>
            </p:nvSpPr>
            <p:spPr bwMode="gray">
              <a:xfrm flipH="1">
                <a:off x="5550957" y="4910842"/>
                <a:ext cx="621624" cy="100412"/>
              </a:xfrm>
              <a:custGeom>
                <a:avLst/>
                <a:gdLst/>
                <a:ahLst/>
                <a:cxnLst>
                  <a:cxn ang="0">
                    <a:pos x="0" y="369"/>
                  </a:cxn>
                  <a:cxn ang="0">
                    <a:pos x="360" y="621"/>
                  </a:cxn>
                  <a:cxn ang="0">
                    <a:pos x="1958" y="539"/>
                  </a:cxn>
                  <a:cxn ang="0">
                    <a:pos x="2276" y="500"/>
                  </a:cxn>
                  <a:cxn ang="0">
                    <a:pos x="4296" y="321"/>
                  </a:cxn>
                  <a:cxn ang="0">
                    <a:pos x="4296" y="321"/>
                  </a:cxn>
                  <a:cxn ang="0">
                    <a:pos x="4080" y="129"/>
                  </a:cxn>
                  <a:cxn ang="0">
                    <a:pos x="0" y="369"/>
                  </a:cxn>
                </a:cxnLst>
                <a:rect l="0" t="0" r="r" b="b"/>
                <a:pathLst>
                  <a:path w="4296" h="708">
                    <a:moveTo>
                      <a:pt x="0" y="369"/>
                    </a:moveTo>
                    <a:lnTo>
                      <a:pt x="360" y="621"/>
                    </a:lnTo>
                    <a:cubicBezTo>
                      <a:pt x="893" y="708"/>
                      <a:pt x="1438" y="680"/>
                      <a:pt x="1958" y="539"/>
                    </a:cubicBezTo>
                    <a:cubicBezTo>
                      <a:pt x="2062" y="509"/>
                      <a:pt x="2169" y="496"/>
                      <a:pt x="2276" y="500"/>
                    </a:cubicBezTo>
                    <a:cubicBezTo>
                      <a:pt x="2953" y="494"/>
                      <a:pt x="3629" y="434"/>
                      <a:pt x="4296" y="321"/>
                    </a:cubicBezTo>
                    <a:lnTo>
                      <a:pt x="4296" y="321"/>
                    </a:lnTo>
                    <a:lnTo>
                      <a:pt x="4080" y="129"/>
                    </a:lnTo>
                    <a:cubicBezTo>
                      <a:pt x="2716" y="0"/>
                      <a:pt x="1340" y="81"/>
                      <a:pt x="0" y="3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5" name="Freeform 342"/>
              <p:cNvSpPr>
                <a:spLocks/>
              </p:cNvSpPr>
              <p:nvPr/>
            </p:nvSpPr>
            <p:spPr bwMode="gray">
              <a:xfrm flipH="1">
                <a:off x="5550957" y="3543001"/>
                <a:ext cx="628430" cy="118264"/>
              </a:xfrm>
              <a:custGeom>
                <a:avLst/>
                <a:gdLst/>
                <a:ahLst/>
                <a:cxnLst>
                  <a:cxn ang="0">
                    <a:pos x="0" y="257"/>
                  </a:cxn>
                  <a:cxn ang="0">
                    <a:pos x="4344" y="293"/>
                  </a:cxn>
                  <a:cxn ang="0">
                    <a:pos x="2016" y="161"/>
                  </a:cxn>
                  <a:cxn ang="0">
                    <a:pos x="408" y="65"/>
                  </a:cxn>
                  <a:cxn ang="0">
                    <a:pos x="408" y="65"/>
                  </a:cxn>
                  <a:cxn ang="0">
                    <a:pos x="0" y="257"/>
                  </a:cxn>
                </a:cxnLst>
                <a:rect l="0" t="0" r="r" b="b"/>
                <a:pathLst>
                  <a:path w="4344" h="831">
                    <a:moveTo>
                      <a:pt x="0" y="257"/>
                    </a:moveTo>
                    <a:cubicBezTo>
                      <a:pt x="1392" y="819"/>
                      <a:pt x="2944" y="831"/>
                      <a:pt x="4344" y="293"/>
                    </a:cubicBezTo>
                    <a:cubicBezTo>
                      <a:pt x="3575" y="168"/>
                      <a:pt x="2795" y="124"/>
                      <a:pt x="2016" y="161"/>
                    </a:cubicBezTo>
                    <a:cubicBezTo>
                      <a:pt x="1491" y="32"/>
                      <a:pt x="946" y="0"/>
                      <a:pt x="408" y="65"/>
                    </a:cubicBezTo>
                    <a:lnTo>
                      <a:pt x="408" y="65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6" name="Freeform 343"/>
              <p:cNvSpPr>
                <a:spLocks/>
              </p:cNvSpPr>
              <p:nvPr/>
            </p:nvSpPr>
            <p:spPr bwMode="gray">
              <a:xfrm flipH="1">
                <a:off x="5550957" y="3529613"/>
                <a:ext cx="630699" cy="55785"/>
              </a:xfrm>
              <a:custGeom>
                <a:avLst/>
                <a:gdLst/>
                <a:ahLst/>
                <a:cxnLst>
                  <a:cxn ang="0">
                    <a:pos x="2016" y="119"/>
                  </a:cxn>
                  <a:cxn ang="0">
                    <a:pos x="1644" y="47"/>
                  </a:cxn>
                  <a:cxn ang="0">
                    <a:pos x="408" y="35"/>
                  </a:cxn>
                  <a:cxn ang="0">
                    <a:pos x="0" y="251"/>
                  </a:cxn>
                  <a:cxn ang="0">
                    <a:pos x="0" y="251"/>
                  </a:cxn>
                  <a:cxn ang="0">
                    <a:pos x="0" y="347"/>
                  </a:cxn>
                  <a:cxn ang="0">
                    <a:pos x="408" y="155"/>
                  </a:cxn>
                  <a:cxn ang="0">
                    <a:pos x="1644" y="167"/>
                  </a:cxn>
                  <a:cxn ang="0">
                    <a:pos x="2016" y="251"/>
                  </a:cxn>
                  <a:cxn ang="0">
                    <a:pos x="4344" y="383"/>
                  </a:cxn>
                  <a:cxn ang="0">
                    <a:pos x="4344" y="383"/>
                  </a:cxn>
                  <a:cxn ang="0">
                    <a:pos x="4344" y="275"/>
                  </a:cxn>
                  <a:cxn ang="0">
                    <a:pos x="2016" y="119"/>
                  </a:cxn>
                </a:cxnLst>
                <a:rect l="0" t="0" r="r" b="b"/>
                <a:pathLst>
                  <a:path w="4344" h="383">
                    <a:moveTo>
                      <a:pt x="2016" y="119"/>
                    </a:moveTo>
                    <a:lnTo>
                      <a:pt x="1644" y="47"/>
                    </a:lnTo>
                    <a:cubicBezTo>
                      <a:pt x="1233" y="4"/>
                      <a:pt x="820" y="0"/>
                      <a:pt x="408" y="35"/>
                    </a:cubicBezTo>
                    <a:cubicBezTo>
                      <a:pt x="266" y="95"/>
                      <a:pt x="130" y="168"/>
                      <a:pt x="0" y="251"/>
                    </a:cubicBezTo>
                    <a:lnTo>
                      <a:pt x="0" y="251"/>
                    </a:lnTo>
                    <a:lnTo>
                      <a:pt x="0" y="347"/>
                    </a:lnTo>
                    <a:lnTo>
                      <a:pt x="408" y="155"/>
                    </a:lnTo>
                    <a:cubicBezTo>
                      <a:pt x="819" y="111"/>
                      <a:pt x="1234" y="115"/>
                      <a:pt x="1644" y="167"/>
                    </a:cubicBezTo>
                    <a:cubicBezTo>
                      <a:pt x="1770" y="186"/>
                      <a:pt x="1894" y="214"/>
                      <a:pt x="2016" y="251"/>
                    </a:cubicBezTo>
                    <a:cubicBezTo>
                      <a:pt x="2795" y="215"/>
                      <a:pt x="3575" y="259"/>
                      <a:pt x="4344" y="383"/>
                    </a:cubicBezTo>
                    <a:lnTo>
                      <a:pt x="4344" y="383"/>
                    </a:lnTo>
                    <a:lnTo>
                      <a:pt x="4344" y="275"/>
                    </a:lnTo>
                    <a:cubicBezTo>
                      <a:pt x="3574" y="159"/>
                      <a:pt x="2795" y="106"/>
                      <a:pt x="2016" y="1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7" name="Freeform 344"/>
              <p:cNvSpPr>
                <a:spLocks/>
              </p:cNvSpPr>
              <p:nvPr/>
            </p:nvSpPr>
            <p:spPr bwMode="gray">
              <a:xfrm flipH="1">
                <a:off x="5546420" y="4346301"/>
                <a:ext cx="610280" cy="4239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240" y="104"/>
                  </a:cxn>
                  <a:cxn ang="0">
                    <a:pos x="1919" y="64"/>
                  </a:cxn>
                  <a:cxn ang="0">
                    <a:pos x="1919" y="64"/>
                  </a:cxn>
                  <a:cxn ang="0">
                    <a:pos x="2538" y="21"/>
                  </a:cxn>
                  <a:cxn ang="0">
                    <a:pos x="4152" y="32"/>
                  </a:cxn>
                  <a:cxn ang="0">
                    <a:pos x="4152" y="32"/>
                  </a:cxn>
                  <a:cxn ang="0">
                    <a:pos x="4152" y="134"/>
                  </a:cxn>
                  <a:cxn ang="0">
                    <a:pos x="1923" y="220"/>
                  </a:cxn>
                  <a:cxn ang="0">
                    <a:pos x="240" y="272"/>
                  </a:cxn>
                  <a:cxn ang="0">
                    <a:pos x="0" y="224"/>
                  </a:cxn>
                  <a:cxn ang="0">
                    <a:pos x="0" y="224"/>
                  </a:cxn>
                  <a:cxn ang="0">
                    <a:pos x="0" y="32"/>
                  </a:cxn>
                </a:cxnLst>
                <a:rect l="0" t="0" r="r" b="b"/>
                <a:pathLst>
                  <a:path w="4152" h="293">
                    <a:moveTo>
                      <a:pt x="0" y="32"/>
                    </a:moveTo>
                    <a:cubicBezTo>
                      <a:pt x="65" y="90"/>
                      <a:pt x="153" y="117"/>
                      <a:pt x="240" y="104"/>
                    </a:cubicBezTo>
                    <a:cubicBezTo>
                      <a:pt x="800" y="124"/>
                      <a:pt x="1361" y="111"/>
                      <a:pt x="1919" y="64"/>
                    </a:cubicBezTo>
                    <a:lnTo>
                      <a:pt x="1919" y="64"/>
                    </a:lnTo>
                    <a:lnTo>
                      <a:pt x="2538" y="21"/>
                    </a:lnTo>
                    <a:cubicBezTo>
                      <a:pt x="3076" y="0"/>
                      <a:pt x="3615" y="3"/>
                      <a:pt x="4152" y="32"/>
                    </a:cubicBezTo>
                    <a:lnTo>
                      <a:pt x="4152" y="32"/>
                    </a:lnTo>
                    <a:lnTo>
                      <a:pt x="4152" y="134"/>
                    </a:lnTo>
                    <a:cubicBezTo>
                      <a:pt x="3408" y="115"/>
                      <a:pt x="2663" y="143"/>
                      <a:pt x="1923" y="220"/>
                    </a:cubicBezTo>
                    <a:cubicBezTo>
                      <a:pt x="1364" y="276"/>
                      <a:pt x="802" y="293"/>
                      <a:pt x="240" y="272"/>
                    </a:cubicBezTo>
                    <a:cubicBezTo>
                      <a:pt x="157" y="279"/>
                      <a:pt x="74" y="262"/>
                      <a:pt x="0" y="224"/>
                    </a:cubicBezTo>
                    <a:lnTo>
                      <a:pt x="0" y="224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8" name="Freeform 345"/>
              <p:cNvSpPr>
                <a:spLocks/>
              </p:cNvSpPr>
              <p:nvPr/>
            </p:nvSpPr>
            <p:spPr bwMode="gray">
              <a:xfrm flipH="1">
                <a:off x="5555495" y="3547464"/>
                <a:ext cx="564906" cy="816688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0" y="5687"/>
                  </a:cxn>
                  <a:cxn ang="0">
                    <a:pos x="2016" y="5615"/>
                  </a:cxn>
                  <a:cxn ang="0">
                    <a:pos x="2016" y="5615"/>
                  </a:cxn>
                  <a:cxn ang="0">
                    <a:pos x="3888" y="5543"/>
                  </a:cxn>
                  <a:cxn ang="0">
                    <a:pos x="3888" y="323"/>
                  </a:cxn>
                  <a:cxn ang="0">
                    <a:pos x="3024" y="287"/>
                  </a:cxn>
                  <a:cxn ang="0">
                    <a:pos x="1752" y="191"/>
                  </a:cxn>
                  <a:cxn ang="0">
                    <a:pos x="0" y="71"/>
                  </a:cxn>
                </a:cxnLst>
                <a:rect l="0" t="0" r="r" b="b"/>
                <a:pathLst>
                  <a:path w="3888" h="5712">
                    <a:moveTo>
                      <a:pt x="0" y="71"/>
                    </a:moveTo>
                    <a:lnTo>
                      <a:pt x="0" y="5687"/>
                    </a:lnTo>
                    <a:cubicBezTo>
                      <a:pt x="673" y="5712"/>
                      <a:pt x="1347" y="5688"/>
                      <a:pt x="2016" y="5615"/>
                    </a:cubicBezTo>
                    <a:lnTo>
                      <a:pt x="2016" y="5615"/>
                    </a:lnTo>
                    <a:lnTo>
                      <a:pt x="3888" y="5543"/>
                    </a:lnTo>
                    <a:lnTo>
                      <a:pt x="3888" y="323"/>
                    </a:lnTo>
                    <a:cubicBezTo>
                      <a:pt x="3603" y="279"/>
                      <a:pt x="3313" y="267"/>
                      <a:pt x="3024" y="287"/>
                    </a:cubicBezTo>
                    <a:cubicBezTo>
                      <a:pt x="2599" y="280"/>
                      <a:pt x="2174" y="247"/>
                      <a:pt x="1752" y="191"/>
                    </a:cubicBezTo>
                    <a:cubicBezTo>
                      <a:pt x="1181" y="41"/>
                      <a:pt x="587" y="0"/>
                      <a:pt x="0" y="7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9" name="Freeform 346"/>
              <p:cNvSpPr>
                <a:spLocks/>
              </p:cNvSpPr>
              <p:nvPr/>
            </p:nvSpPr>
            <p:spPr bwMode="gray">
              <a:xfrm flipH="1">
                <a:off x="5555495" y="4361921"/>
                <a:ext cx="564906" cy="649334"/>
              </a:xfrm>
              <a:custGeom>
                <a:avLst/>
                <a:gdLst/>
                <a:ahLst/>
                <a:cxnLst>
                  <a:cxn ang="0">
                    <a:pos x="0" y="152"/>
                  </a:cxn>
                  <a:cxn ang="0">
                    <a:pos x="0" y="4460"/>
                  </a:cxn>
                  <a:cxn ang="0">
                    <a:pos x="1680" y="4352"/>
                  </a:cxn>
                  <a:cxn ang="0">
                    <a:pos x="1680" y="4352"/>
                  </a:cxn>
                  <a:cxn ang="0">
                    <a:pos x="3888" y="4112"/>
                  </a:cxn>
                  <a:cxn ang="0">
                    <a:pos x="3888" y="4112"/>
                  </a:cxn>
                  <a:cxn ang="0">
                    <a:pos x="3888" y="56"/>
                  </a:cxn>
                  <a:cxn ang="0">
                    <a:pos x="1872" y="80"/>
                  </a:cxn>
                  <a:cxn ang="0">
                    <a:pos x="0" y="152"/>
                  </a:cxn>
                </a:cxnLst>
                <a:rect l="0" t="0" r="r" b="b"/>
                <a:pathLst>
                  <a:path w="3888" h="4553">
                    <a:moveTo>
                      <a:pt x="0" y="152"/>
                    </a:moveTo>
                    <a:lnTo>
                      <a:pt x="0" y="4460"/>
                    </a:lnTo>
                    <a:cubicBezTo>
                      <a:pt x="561" y="4553"/>
                      <a:pt x="1136" y="4516"/>
                      <a:pt x="1680" y="4352"/>
                    </a:cubicBezTo>
                    <a:lnTo>
                      <a:pt x="1680" y="4352"/>
                    </a:lnTo>
                    <a:cubicBezTo>
                      <a:pt x="2419" y="4300"/>
                      <a:pt x="3156" y="4220"/>
                      <a:pt x="3888" y="4112"/>
                    </a:cubicBezTo>
                    <a:lnTo>
                      <a:pt x="3888" y="4112"/>
                    </a:lnTo>
                    <a:lnTo>
                      <a:pt x="3888" y="56"/>
                    </a:lnTo>
                    <a:cubicBezTo>
                      <a:pt x="3217" y="0"/>
                      <a:pt x="2542" y="8"/>
                      <a:pt x="1872" y="80"/>
                    </a:cubicBezTo>
                    <a:cubicBezTo>
                      <a:pt x="1251" y="152"/>
                      <a:pt x="625" y="176"/>
                      <a:pt x="0" y="15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0" name="Freeform 347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69696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1" name="Freeform 348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969696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2" name="Oval 349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 algn="ctr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3" name="Oval 350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4" name="Oval 351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EAEAE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5" name="Oval 352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6" name="Freeform 353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8EEF7"/>
              </a:solidFill>
              <a:ln w="31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7" name="Freeform 354"/>
              <p:cNvSpPr>
                <a:spLocks/>
              </p:cNvSpPr>
              <p:nvPr/>
            </p:nvSpPr>
            <p:spPr bwMode="gray">
              <a:xfrm flipH="1">
                <a:off x="5632631" y="4375309"/>
                <a:ext cx="188302" cy="602475"/>
              </a:xfrm>
              <a:custGeom>
                <a:avLst/>
                <a:gdLst/>
                <a:ahLst/>
                <a:cxnLst>
                  <a:cxn ang="0">
                    <a:pos x="2" y="47"/>
                  </a:cxn>
                  <a:cxn ang="0">
                    <a:pos x="0" y="1029"/>
                  </a:cxn>
                  <a:cxn ang="0">
                    <a:pos x="153" y="1014"/>
                  </a:cxn>
                  <a:cxn ang="0">
                    <a:pos x="318" y="996"/>
                  </a:cxn>
                  <a:cxn ang="0">
                    <a:pos x="319" y="38"/>
                  </a:cxn>
                  <a:cxn ang="0">
                    <a:pos x="2" y="47"/>
                  </a:cxn>
                </a:cxnLst>
                <a:rect l="0" t="0" r="r" b="b"/>
                <a:pathLst>
                  <a:path w="319" h="1029">
                    <a:moveTo>
                      <a:pt x="2" y="47"/>
                    </a:moveTo>
                    <a:lnTo>
                      <a:pt x="0" y="1029"/>
                    </a:lnTo>
                    <a:lnTo>
                      <a:pt x="153" y="1014"/>
                    </a:lnTo>
                    <a:lnTo>
                      <a:pt x="318" y="996"/>
                    </a:lnTo>
                    <a:lnTo>
                      <a:pt x="319" y="38"/>
                    </a:lnTo>
                    <a:cubicBezTo>
                      <a:pt x="216" y="0"/>
                      <a:pt x="103" y="3"/>
                      <a:pt x="2" y="4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8" name="Freeform 355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AEAEA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719" name="Picture 35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gray">
              <a:xfrm flipH="1">
                <a:off x="5961592" y="4562746"/>
                <a:ext cx="61255" cy="24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720" name="Picture 357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gray">
              <a:xfrm flipH="1">
                <a:off x="5966130" y="4843901"/>
                <a:ext cx="52180" cy="2231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721" name="Picture 358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gray">
              <a:xfrm flipH="1">
                <a:off x="5945711" y="3592092"/>
                <a:ext cx="108898" cy="446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722" name="Line 359"/>
              <p:cNvSpPr>
                <a:spLocks noChangeShapeType="1"/>
              </p:cNvSpPr>
              <p:nvPr/>
            </p:nvSpPr>
            <p:spPr bwMode="gray">
              <a:xfrm flipH="1" flipV="1">
                <a:off x="6158969" y="3618869"/>
                <a:ext cx="340305" cy="165123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914" name="Group 1683"/>
            <p:cNvGrpSpPr/>
            <p:nvPr/>
          </p:nvGrpSpPr>
          <p:grpSpPr bwMode="gray">
            <a:xfrm>
              <a:off x="6263999" y="3519715"/>
              <a:ext cx="1464852" cy="1727139"/>
              <a:chOff x="6263999" y="3519715"/>
              <a:chExt cx="1464852" cy="1727139"/>
            </a:xfrm>
          </p:grpSpPr>
          <p:sp>
            <p:nvSpPr>
              <p:cNvPr id="1656" name="Freeform 361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" name="Freeform 362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8" name="Freeform 363"/>
              <p:cNvSpPr>
                <a:spLocks/>
              </p:cNvSpPr>
              <p:nvPr/>
            </p:nvSpPr>
            <p:spPr bwMode="gray">
              <a:xfrm>
                <a:off x="6270760" y="4596113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9" name="Freeform 364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0" name="Freeform 365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1" name="Freeform 366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2" name="Freeform 367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3" name="Freeform 368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4" name="Freeform 369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5" name="Freeform 370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6" name="Freeform 371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7" name="Freeform 372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solidFill>
                <a:srgbClr val="6699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8" name="Freeform 373"/>
              <p:cNvSpPr>
                <a:spLocks/>
              </p:cNvSpPr>
              <p:nvPr/>
            </p:nvSpPr>
            <p:spPr bwMode="gray">
              <a:xfrm>
                <a:off x="6396962" y="3631143"/>
                <a:ext cx="1065962" cy="880284"/>
              </a:xfrm>
              <a:custGeom>
                <a:avLst/>
                <a:gdLst/>
                <a:ahLst/>
                <a:cxnLst>
                  <a:cxn ang="0">
                    <a:pos x="337" y="0"/>
                  </a:cxn>
                  <a:cxn ang="0">
                    <a:pos x="47" y="3"/>
                  </a:cxn>
                  <a:cxn ang="0">
                    <a:pos x="0" y="281"/>
                  </a:cxn>
                  <a:cxn ang="0">
                    <a:pos x="11" y="268"/>
                  </a:cxn>
                  <a:cxn ang="0">
                    <a:pos x="21" y="255"/>
                  </a:cxn>
                  <a:cxn ang="0">
                    <a:pos x="32" y="244"/>
                  </a:cxn>
                  <a:cxn ang="0">
                    <a:pos x="43" y="234"/>
                  </a:cxn>
                  <a:cxn ang="0">
                    <a:pos x="55" y="224"/>
                  </a:cxn>
                  <a:cxn ang="0">
                    <a:pos x="66" y="216"/>
                  </a:cxn>
                  <a:cxn ang="0">
                    <a:pos x="79" y="208"/>
                  </a:cxn>
                  <a:cxn ang="0">
                    <a:pos x="90" y="201"/>
                  </a:cxn>
                  <a:cxn ang="0">
                    <a:pos x="116" y="189"/>
                  </a:cxn>
                  <a:cxn ang="0">
                    <a:pos x="141" y="178"/>
                  </a:cxn>
                  <a:cxn ang="0">
                    <a:pos x="192" y="159"/>
                  </a:cxn>
                  <a:cxn ang="0">
                    <a:pos x="216" y="148"/>
                  </a:cxn>
                  <a:cxn ang="0">
                    <a:pos x="239" y="137"/>
                  </a:cxn>
                  <a:cxn ang="0">
                    <a:pos x="249" y="130"/>
                  </a:cxn>
                  <a:cxn ang="0">
                    <a:pos x="260" y="123"/>
                  </a:cxn>
                  <a:cxn ang="0">
                    <a:pos x="271" y="115"/>
                  </a:cxn>
                  <a:cxn ang="0">
                    <a:pos x="280" y="107"/>
                  </a:cxn>
                  <a:cxn ang="0">
                    <a:pos x="290" y="97"/>
                  </a:cxn>
                  <a:cxn ang="0">
                    <a:pos x="299" y="87"/>
                  </a:cxn>
                  <a:cxn ang="0">
                    <a:pos x="306" y="75"/>
                  </a:cxn>
                  <a:cxn ang="0">
                    <a:pos x="315" y="63"/>
                  </a:cxn>
                  <a:cxn ang="0">
                    <a:pos x="321" y="49"/>
                  </a:cxn>
                  <a:cxn ang="0">
                    <a:pos x="327" y="34"/>
                  </a:cxn>
                  <a:cxn ang="0">
                    <a:pos x="332" y="17"/>
                  </a:cxn>
                  <a:cxn ang="0">
                    <a:pos x="337" y="0"/>
                  </a:cxn>
                </a:cxnLst>
                <a:rect l="0" t="0" r="r" b="b"/>
                <a:pathLst>
                  <a:path w="337" h="281">
                    <a:moveTo>
                      <a:pt x="337" y="0"/>
                    </a:moveTo>
                    <a:lnTo>
                      <a:pt x="47" y="3"/>
                    </a:lnTo>
                    <a:lnTo>
                      <a:pt x="0" y="281"/>
                    </a:lnTo>
                    <a:lnTo>
                      <a:pt x="11" y="268"/>
                    </a:lnTo>
                    <a:lnTo>
                      <a:pt x="21" y="255"/>
                    </a:lnTo>
                    <a:lnTo>
                      <a:pt x="32" y="244"/>
                    </a:lnTo>
                    <a:lnTo>
                      <a:pt x="43" y="234"/>
                    </a:lnTo>
                    <a:lnTo>
                      <a:pt x="55" y="224"/>
                    </a:lnTo>
                    <a:lnTo>
                      <a:pt x="66" y="216"/>
                    </a:lnTo>
                    <a:lnTo>
                      <a:pt x="79" y="208"/>
                    </a:lnTo>
                    <a:lnTo>
                      <a:pt x="90" y="201"/>
                    </a:lnTo>
                    <a:lnTo>
                      <a:pt x="116" y="189"/>
                    </a:lnTo>
                    <a:lnTo>
                      <a:pt x="141" y="178"/>
                    </a:lnTo>
                    <a:lnTo>
                      <a:pt x="192" y="159"/>
                    </a:lnTo>
                    <a:lnTo>
                      <a:pt x="216" y="148"/>
                    </a:lnTo>
                    <a:lnTo>
                      <a:pt x="239" y="137"/>
                    </a:lnTo>
                    <a:lnTo>
                      <a:pt x="249" y="130"/>
                    </a:lnTo>
                    <a:lnTo>
                      <a:pt x="260" y="123"/>
                    </a:lnTo>
                    <a:lnTo>
                      <a:pt x="271" y="115"/>
                    </a:lnTo>
                    <a:lnTo>
                      <a:pt x="280" y="107"/>
                    </a:lnTo>
                    <a:lnTo>
                      <a:pt x="290" y="97"/>
                    </a:lnTo>
                    <a:lnTo>
                      <a:pt x="299" y="87"/>
                    </a:lnTo>
                    <a:lnTo>
                      <a:pt x="306" y="75"/>
                    </a:lnTo>
                    <a:lnTo>
                      <a:pt x="315" y="63"/>
                    </a:lnTo>
                    <a:lnTo>
                      <a:pt x="321" y="49"/>
                    </a:lnTo>
                    <a:lnTo>
                      <a:pt x="327" y="34"/>
                    </a:lnTo>
                    <a:lnTo>
                      <a:pt x="332" y="1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99CC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9" name="Freeform 374"/>
              <p:cNvSpPr>
                <a:spLocks/>
              </p:cNvSpPr>
              <p:nvPr/>
            </p:nvSpPr>
            <p:spPr bwMode="gray">
              <a:xfrm>
                <a:off x="6998679" y="4281885"/>
                <a:ext cx="525093" cy="376628"/>
              </a:xfrm>
              <a:custGeom>
                <a:avLst/>
                <a:gdLst/>
                <a:ahLst/>
                <a:cxnLst>
                  <a:cxn ang="0">
                    <a:pos x="0" y="104"/>
                  </a:cxn>
                  <a:cxn ang="0">
                    <a:pos x="0" y="104"/>
                  </a:cxn>
                  <a:cxn ang="0">
                    <a:pos x="11" y="87"/>
                  </a:cxn>
                  <a:cxn ang="0">
                    <a:pos x="21" y="73"/>
                  </a:cxn>
                  <a:cxn ang="0">
                    <a:pos x="32" y="63"/>
                  </a:cxn>
                  <a:cxn ang="0">
                    <a:pos x="43" y="55"/>
                  </a:cxn>
                  <a:cxn ang="0">
                    <a:pos x="54" y="49"/>
                  </a:cxn>
                  <a:cxn ang="0">
                    <a:pos x="65" y="45"/>
                  </a:cxn>
                  <a:cxn ang="0">
                    <a:pos x="75" y="41"/>
                  </a:cxn>
                  <a:cxn ang="0">
                    <a:pos x="86" y="38"/>
                  </a:cxn>
                  <a:cxn ang="0">
                    <a:pos x="108" y="34"/>
                  </a:cxn>
                  <a:cxn ang="0">
                    <a:pos x="118" y="32"/>
                  </a:cxn>
                  <a:cxn ang="0">
                    <a:pos x="128" y="28"/>
                  </a:cxn>
                  <a:cxn ang="0">
                    <a:pos x="138" y="24"/>
                  </a:cxn>
                  <a:cxn ang="0">
                    <a:pos x="147" y="17"/>
                  </a:cxn>
                  <a:cxn ang="0">
                    <a:pos x="157" y="10"/>
                  </a:cxn>
                  <a:cxn ang="0">
                    <a:pos x="166" y="0"/>
                  </a:cxn>
                  <a:cxn ang="0">
                    <a:pos x="151" y="120"/>
                  </a:cxn>
                  <a:cxn ang="0">
                    <a:pos x="0" y="104"/>
                  </a:cxn>
                </a:cxnLst>
                <a:rect l="0" t="0" r="r" b="b"/>
                <a:pathLst>
                  <a:path w="166" h="120">
                    <a:moveTo>
                      <a:pt x="0" y="104"/>
                    </a:moveTo>
                    <a:lnTo>
                      <a:pt x="0" y="104"/>
                    </a:lnTo>
                    <a:lnTo>
                      <a:pt x="11" y="87"/>
                    </a:lnTo>
                    <a:lnTo>
                      <a:pt x="21" y="73"/>
                    </a:lnTo>
                    <a:lnTo>
                      <a:pt x="32" y="63"/>
                    </a:lnTo>
                    <a:lnTo>
                      <a:pt x="43" y="55"/>
                    </a:lnTo>
                    <a:lnTo>
                      <a:pt x="54" y="49"/>
                    </a:lnTo>
                    <a:lnTo>
                      <a:pt x="65" y="45"/>
                    </a:lnTo>
                    <a:lnTo>
                      <a:pt x="75" y="41"/>
                    </a:lnTo>
                    <a:lnTo>
                      <a:pt x="86" y="38"/>
                    </a:lnTo>
                    <a:lnTo>
                      <a:pt x="108" y="34"/>
                    </a:lnTo>
                    <a:lnTo>
                      <a:pt x="118" y="32"/>
                    </a:lnTo>
                    <a:lnTo>
                      <a:pt x="128" y="28"/>
                    </a:lnTo>
                    <a:lnTo>
                      <a:pt x="138" y="24"/>
                    </a:lnTo>
                    <a:lnTo>
                      <a:pt x="147" y="17"/>
                    </a:lnTo>
                    <a:lnTo>
                      <a:pt x="157" y="10"/>
                    </a:lnTo>
                    <a:lnTo>
                      <a:pt x="166" y="0"/>
                    </a:lnTo>
                    <a:lnTo>
                      <a:pt x="151" y="120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066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0" name="Freeform 375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1" name="Freeform 376"/>
              <p:cNvSpPr>
                <a:spLocks noEditPoints="1"/>
              </p:cNvSpPr>
              <p:nvPr/>
            </p:nvSpPr>
            <p:spPr bwMode="gray">
              <a:xfrm>
                <a:off x="6351890" y="3593258"/>
                <a:ext cx="1284563" cy="1067483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53" y="3"/>
                  </a:cxn>
                  <a:cxn ang="0">
                    <a:pos x="51" y="4"/>
                  </a:cxn>
                  <a:cxn ang="0">
                    <a:pos x="51" y="5"/>
                  </a:cxn>
                  <a:cxn ang="0">
                    <a:pos x="0" y="301"/>
                  </a:cxn>
                  <a:cxn ang="0">
                    <a:pos x="0" y="303"/>
                  </a:cxn>
                  <a:cxn ang="0">
                    <a:pos x="2" y="303"/>
                  </a:cxn>
                  <a:cxn ang="0">
                    <a:pos x="355" y="342"/>
                  </a:cxn>
                  <a:cxn ang="0">
                    <a:pos x="356" y="342"/>
                  </a:cxn>
                  <a:cxn ang="0">
                    <a:pos x="357" y="341"/>
                  </a:cxn>
                  <a:cxn ang="0">
                    <a:pos x="406" y="2"/>
                  </a:cxn>
                  <a:cxn ang="0">
                    <a:pos x="405" y="1"/>
                  </a:cxn>
                  <a:cxn ang="0">
                    <a:pos x="404" y="0"/>
                  </a:cxn>
                  <a:cxn ang="0">
                    <a:pos x="401" y="4"/>
                  </a:cxn>
                  <a:cxn ang="0">
                    <a:pos x="401" y="4"/>
                  </a:cxn>
                  <a:cxn ang="0">
                    <a:pos x="354" y="338"/>
                  </a:cxn>
                  <a:cxn ang="0">
                    <a:pos x="5" y="300"/>
                  </a:cxn>
                  <a:cxn ang="0">
                    <a:pos x="54" y="7"/>
                  </a:cxn>
                  <a:cxn ang="0">
                    <a:pos x="401" y="4"/>
                  </a:cxn>
                </a:cxnLst>
                <a:rect l="0" t="0" r="r" b="b"/>
                <a:pathLst>
                  <a:path w="406" h="342">
                    <a:moveTo>
                      <a:pt x="404" y="0"/>
                    </a:moveTo>
                    <a:lnTo>
                      <a:pt x="53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0" y="301"/>
                    </a:lnTo>
                    <a:lnTo>
                      <a:pt x="0" y="303"/>
                    </a:lnTo>
                    <a:lnTo>
                      <a:pt x="2" y="303"/>
                    </a:lnTo>
                    <a:lnTo>
                      <a:pt x="355" y="342"/>
                    </a:lnTo>
                    <a:lnTo>
                      <a:pt x="356" y="342"/>
                    </a:lnTo>
                    <a:lnTo>
                      <a:pt x="357" y="341"/>
                    </a:lnTo>
                    <a:lnTo>
                      <a:pt x="406" y="2"/>
                    </a:lnTo>
                    <a:lnTo>
                      <a:pt x="405" y="1"/>
                    </a:lnTo>
                    <a:lnTo>
                      <a:pt x="404" y="0"/>
                    </a:lnTo>
                    <a:close/>
                    <a:moveTo>
                      <a:pt x="401" y="4"/>
                    </a:moveTo>
                    <a:lnTo>
                      <a:pt x="401" y="4"/>
                    </a:lnTo>
                    <a:lnTo>
                      <a:pt x="354" y="338"/>
                    </a:lnTo>
                    <a:lnTo>
                      <a:pt x="5" y="300"/>
                    </a:lnTo>
                    <a:lnTo>
                      <a:pt x="54" y="7"/>
                    </a:lnTo>
                    <a:lnTo>
                      <a:pt x="401" y="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2" name="Freeform 377"/>
              <p:cNvSpPr>
                <a:spLocks/>
              </p:cNvSpPr>
              <p:nvPr/>
            </p:nvSpPr>
            <p:spPr bwMode="gray">
              <a:xfrm>
                <a:off x="6577252" y="3682400"/>
                <a:ext cx="81130" cy="135943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30"/>
                  </a:cxn>
                  <a:cxn ang="0">
                    <a:pos x="2" y="37"/>
                  </a:cxn>
                  <a:cxn ang="0">
                    <a:pos x="3" y="40"/>
                  </a:cxn>
                  <a:cxn ang="0">
                    <a:pos x="5" y="42"/>
                  </a:cxn>
                  <a:cxn ang="0">
                    <a:pos x="7" y="44"/>
                  </a:cxn>
                  <a:cxn ang="0">
                    <a:pos x="9" y="44"/>
                  </a:cxn>
                  <a:cxn ang="0">
                    <a:pos x="12" y="44"/>
                  </a:cxn>
                  <a:cxn ang="0">
                    <a:pos x="14" y="44"/>
                  </a:cxn>
                  <a:cxn ang="0">
                    <a:pos x="17" y="42"/>
                  </a:cxn>
                  <a:cxn ang="0">
                    <a:pos x="20" y="39"/>
                  </a:cxn>
                  <a:cxn ang="0">
                    <a:pos x="23" y="33"/>
                  </a:cxn>
                  <a:cxn ang="0">
                    <a:pos x="25" y="25"/>
                  </a:cxn>
                  <a:cxn ang="0">
                    <a:pos x="26" y="16"/>
                  </a:cxn>
                  <a:cxn ang="0">
                    <a:pos x="24" y="9"/>
                  </a:cxn>
                  <a:cxn ang="0">
                    <a:pos x="23" y="6"/>
                  </a:cxn>
                  <a:cxn ang="0">
                    <a:pos x="21" y="3"/>
                  </a:cxn>
                  <a:cxn ang="0">
                    <a:pos x="19" y="1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1" y="1"/>
                  </a:cxn>
                  <a:cxn ang="0">
                    <a:pos x="8" y="3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0" y="20"/>
                  </a:cxn>
                </a:cxnLst>
                <a:rect l="0" t="0" r="r" b="b"/>
                <a:pathLst>
                  <a:path w="26" h="44">
                    <a:moveTo>
                      <a:pt x="0" y="20"/>
                    </a:moveTo>
                    <a:lnTo>
                      <a:pt x="0" y="20"/>
                    </a:lnTo>
                    <a:lnTo>
                      <a:pt x="0" y="30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5" y="42"/>
                    </a:lnTo>
                    <a:lnTo>
                      <a:pt x="7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7" y="42"/>
                    </a:lnTo>
                    <a:lnTo>
                      <a:pt x="20" y="39"/>
                    </a:lnTo>
                    <a:lnTo>
                      <a:pt x="23" y="33"/>
                    </a:lnTo>
                    <a:lnTo>
                      <a:pt x="25" y="25"/>
                    </a:lnTo>
                    <a:lnTo>
                      <a:pt x="26" y="16"/>
                    </a:lnTo>
                    <a:lnTo>
                      <a:pt x="24" y="9"/>
                    </a:lnTo>
                    <a:lnTo>
                      <a:pt x="23" y="6"/>
                    </a:lnTo>
                    <a:lnTo>
                      <a:pt x="21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6"/>
                    </a:lnTo>
                    <a:lnTo>
                      <a:pt x="2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3" name="Freeform 378"/>
              <p:cNvSpPr>
                <a:spLocks/>
              </p:cNvSpPr>
              <p:nvPr/>
            </p:nvSpPr>
            <p:spPr bwMode="gray">
              <a:xfrm>
                <a:off x="6696694" y="3682400"/>
                <a:ext cx="38312" cy="84686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13"/>
                  </a:cxn>
                  <a:cxn ang="0">
                    <a:pos x="0" y="18"/>
                  </a:cxn>
                  <a:cxn ang="0">
                    <a:pos x="1" y="22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19"/>
                  </a:cxn>
                  <a:cxn ang="0">
                    <a:pos x="12" y="14"/>
                  </a:cxn>
                  <a:cxn ang="0">
                    <a:pos x="12" y="10"/>
                  </a:cxn>
                  <a:cxn ang="0">
                    <a:pos x="12" y="6"/>
                  </a:cxn>
                  <a:cxn ang="0">
                    <a:pos x="10" y="3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4" y="3"/>
                  </a:cxn>
                  <a:cxn ang="0">
                    <a:pos x="2" y="8"/>
                  </a:cxn>
                  <a:cxn ang="0">
                    <a:pos x="1" y="13"/>
                  </a:cxn>
                </a:cxnLst>
                <a:rect l="0" t="0" r="r" b="b"/>
                <a:pathLst>
                  <a:path w="12" h="27">
                    <a:moveTo>
                      <a:pt x="1" y="13"/>
                    </a:moveTo>
                    <a:lnTo>
                      <a:pt x="1" y="13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5"/>
                    </a:lnTo>
                    <a:lnTo>
                      <a:pt x="4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19"/>
                    </a:lnTo>
                    <a:lnTo>
                      <a:pt x="12" y="14"/>
                    </a:lnTo>
                    <a:lnTo>
                      <a:pt x="12" y="10"/>
                    </a:lnTo>
                    <a:lnTo>
                      <a:pt x="12" y="6"/>
                    </a:lnTo>
                    <a:lnTo>
                      <a:pt x="10" y="3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8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4" name="Freeform 37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999999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5" name="Freeform 38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6" name="Freeform 38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7" name="Freeform 382"/>
              <p:cNvSpPr>
                <a:spLocks noEditPoints="1"/>
              </p:cNvSpPr>
              <p:nvPr/>
            </p:nvSpPr>
            <p:spPr bwMode="gray">
              <a:xfrm>
                <a:off x="7343482" y="4745427"/>
                <a:ext cx="49580" cy="5348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0" y="13"/>
                  </a:cxn>
                  <a:cxn ang="0">
                    <a:pos x="2" y="14"/>
                  </a:cxn>
                  <a:cxn ang="0">
                    <a:pos x="4" y="16"/>
                  </a:cxn>
                  <a:cxn ang="0">
                    <a:pos x="7" y="17"/>
                  </a:cxn>
                  <a:cxn ang="0">
                    <a:pos x="10" y="16"/>
                  </a:cxn>
                  <a:cxn ang="0">
                    <a:pos x="13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4" y="6"/>
                  </a:cxn>
                  <a:cxn ang="0">
                    <a:pos x="13" y="4"/>
                  </a:cxn>
                  <a:cxn ang="0">
                    <a:pos x="10" y="2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4" y="9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0" y="7"/>
                  </a:cxn>
                  <a:cxn ang="0">
                    <a:pos x="11" y="9"/>
                  </a:cxn>
                  <a:cxn ang="0">
                    <a:pos x="10" y="13"/>
                  </a:cxn>
                  <a:cxn ang="0">
                    <a:pos x="7" y="13"/>
                  </a:cxn>
                  <a:cxn ang="0">
                    <a:pos x="5" y="13"/>
                  </a:cxn>
                  <a:cxn ang="0">
                    <a:pos x="4" y="9"/>
                  </a:cxn>
                </a:cxnLst>
                <a:rect l="0" t="0" r="r" b="b"/>
                <a:pathLst>
                  <a:path w="16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3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7" y="17"/>
                    </a:lnTo>
                    <a:lnTo>
                      <a:pt x="10" y="16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6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  <a:moveTo>
                      <a:pt x="4" y="9"/>
                    </a:move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0" y="13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8" name="Freeform 383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9" name="Freeform 384"/>
              <p:cNvSpPr>
                <a:spLocks noEditPoints="1"/>
              </p:cNvSpPr>
              <p:nvPr/>
            </p:nvSpPr>
            <p:spPr bwMode="gray">
              <a:xfrm>
                <a:off x="7411091" y="4745427"/>
                <a:ext cx="65355" cy="6462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5" y="19"/>
                  </a:cxn>
                  <a:cxn ang="0">
                    <a:pos x="9" y="21"/>
                  </a:cxn>
                  <a:cxn ang="0">
                    <a:pos x="13" y="19"/>
                  </a:cxn>
                  <a:cxn ang="0">
                    <a:pos x="16" y="18"/>
                  </a:cxn>
                  <a:cxn ang="0">
                    <a:pos x="19" y="14"/>
                  </a:cxn>
                  <a:cxn ang="0">
                    <a:pos x="20" y="10"/>
                  </a:cxn>
                  <a:cxn ang="0">
                    <a:pos x="19" y="6"/>
                  </a:cxn>
                  <a:cxn ang="0">
                    <a:pos x="16" y="3"/>
                  </a:cxn>
                  <a:cxn ang="0">
                    <a:pos x="13" y="0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5"/>
                  </a:cxn>
                  <a:cxn ang="0">
                    <a:pos x="9" y="5"/>
                  </a:cxn>
                  <a:cxn ang="0">
                    <a:pos x="11" y="5"/>
                  </a:cxn>
                  <a:cxn ang="0">
                    <a:pos x="13" y="6"/>
                  </a:cxn>
                  <a:cxn ang="0">
                    <a:pos x="15" y="8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4"/>
                  </a:cxn>
                  <a:cxn ang="0">
                    <a:pos x="4" y="13"/>
                  </a:cxn>
                  <a:cxn ang="0">
                    <a:pos x="4" y="10"/>
                  </a:cxn>
                </a:cxnLst>
                <a:rect l="0" t="0" r="r" b="b"/>
                <a:pathLst>
                  <a:path w="20" h="21">
                    <a:moveTo>
                      <a:pt x="0" y="1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5" y="19"/>
                    </a:lnTo>
                    <a:lnTo>
                      <a:pt x="9" y="21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  <a:moveTo>
                      <a:pt x="4" y="10"/>
                    </a:move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4"/>
                    </a:lnTo>
                    <a:lnTo>
                      <a:pt x="4" y="13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0" name="Freeform 385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1" name="Freeform 386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2" name="Freeform 387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3" name="Freeform 388"/>
              <p:cNvSpPr>
                <a:spLocks/>
              </p:cNvSpPr>
              <p:nvPr/>
            </p:nvSpPr>
            <p:spPr bwMode="gray">
              <a:xfrm>
                <a:off x="6270757" y="4596112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4" name="Freeform 389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5" name="Freeform 390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6" name="Freeform 391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7" name="Freeform 392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8" name="Freeform 393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9" name="Freeform 394"/>
              <p:cNvSpPr>
                <a:spLocks/>
              </p:cNvSpPr>
              <p:nvPr/>
            </p:nvSpPr>
            <p:spPr bwMode="gray">
              <a:xfrm>
                <a:off x="6987412" y="4863541"/>
                <a:ext cx="178037" cy="180513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0" name="Freeform 395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1" name="Freeform 396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2" name="Freeform 397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ECFF"/>
                  </a:gs>
                  <a:gs pos="100000">
                    <a:srgbClr val="6699FF"/>
                  </a:gs>
                </a:gsLst>
                <a:lin ang="18900000" scaled="1"/>
              </a:gra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3" name="Freeform 398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4" name="Freeform 39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777777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5" name="Freeform 40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6" name="Freeform 40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7" name="Freeform 402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8" name="Freeform 403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15" name="Group 1684"/>
            <p:cNvGrpSpPr/>
            <p:nvPr/>
          </p:nvGrpSpPr>
          <p:grpSpPr bwMode="gray">
            <a:xfrm>
              <a:off x="5729527" y="5251803"/>
              <a:ext cx="1576200" cy="465189"/>
              <a:chOff x="5729527" y="5251803"/>
              <a:chExt cx="1576200" cy="465189"/>
            </a:xfrm>
          </p:grpSpPr>
          <p:sp>
            <p:nvSpPr>
              <p:cNvPr id="916" name="Freeform 1541"/>
              <p:cNvSpPr>
                <a:spLocks/>
              </p:cNvSpPr>
              <p:nvPr/>
            </p:nvSpPr>
            <p:spPr bwMode="gray">
              <a:xfrm>
                <a:off x="5772422" y="5259181"/>
                <a:ext cx="1533305" cy="320081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40"/>
                  </a:cxn>
                  <a:cxn ang="0">
                    <a:pos x="38" y="53"/>
                  </a:cxn>
                  <a:cxn ang="0">
                    <a:pos x="28" y="65"/>
                  </a:cxn>
                  <a:cxn ang="0">
                    <a:pos x="19" y="77"/>
                  </a:cxn>
                  <a:cxn ang="0">
                    <a:pos x="10" y="89"/>
                  </a:cxn>
                  <a:cxn ang="0">
                    <a:pos x="3" y="99"/>
                  </a:cxn>
                  <a:cxn ang="0">
                    <a:pos x="19" y="107"/>
                  </a:cxn>
                  <a:cxn ang="0">
                    <a:pos x="253" y="118"/>
                  </a:cxn>
                  <a:cxn ang="0">
                    <a:pos x="617" y="130"/>
                  </a:cxn>
                  <a:cxn ang="0">
                    <a:pos x="622" y="106"/>
                  </a:cxn>
                  <a:cxn ang="0">
                    <a:pos x="631" y="74"/>
                  </a:cxn>
                  <a:cxn ang="0">
                    <a:pos x="646" y="43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48" h="136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40"/>
                    </a:lnTo>
                    <a:lnTo>
                      <a:pt x="42" y="46"/>
                    </a:lnTo>
                    <a:lnTo>
                      <a:pt x="38" y="53"/>
                    </a:lnTo>
                    <a:lnTo>
                      <a:pt x="33" y="59"/>
                    </a:lnTo>
                    <a:lnTo>
                      <a:pt x="28" y="65"/>
                    </a:lnTo>
                    <a:lnTo>
                      <a:pt x="24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0" y="89"/>
                    </a:lnTo>
                    <a:lnTo>
                      <a:pt x="6" y="94"/>
                    </a:lnTo>
                    <a:lnTo>
                      <a:pt x="3" y="99"/>
                    </a:lnTo>
                    <a:lnTo>
                      <a:pt x="0" y="107"/>
                    </a:lnTo>
                    <a:lnTo>
                      <a:pt x="19" y="107"/>
                    </a:lnTo>
                    <a:lnTo>
                      <a:pt x="104" y="110"/>
                    </a:lnTo>
                    <a:lnTo>
                      <a:pt x="253" y="118"/>
                    </a:lnTo>
                    <a:lnTo>
                      <a:pt x="615" y="136"/>
                    </a:lnTo>
                    <a:lnTo>
                      <a:pt x="617" y="130"/>
                    </a:lnTo>
                    <a:lnTo>
                      <a:pt x="619" y="119"/>
                    </a:lnTo>
                    <a:lnTo>
                      <a:pt x="622" y="106"/>
                    </a:lnTo>
                    <a:lnTo>
                      <a:pt x="626" y="90"/>
                    </a:lnTo>
                    <a:lnTo>
                      <a:pt x="631" y="74"/>
                    </a:lnTo>
                    <a:lnTo>
                      <a:pt x="638" y="58"/>
                    </a:lnTo>
                    <a:lnTo>
                      <a:pt x="646" y="43"/>
                    </a:lnTo>
                    <a:lnTo>
                      <a:pt x="648" y="29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" name="Freeform 1542"/>
              <p:cNvSpPr>
                <a:spLocks/>
              </p:cNvSpPr>
              <p:nvPr/>
            </p:nvSpPr>
            <p:spPr bwMode="gray">
              <a:xfrm>
                <a:off x="5734449" y="5501965"/>
                <a:ext cx="1498146" cy="215027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" name="Freeform 1543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F77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" name="Freeform 1544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" name="Freeform 1545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15162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A59E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" name="Freeform 1546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Freeform 1547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" name="Freeform 1548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Freeform 1549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Freeform 1550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Freeform 1551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" name="Freeform 1552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Freeform 1553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" name="Freeform 1554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" name="Freeform 1555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Freeform 1556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" name="Freeform 1557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" name="Freeform 1558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" name="Freeform 1559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" name="Freeform 1560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6" name="Freeform 1561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7" name="Freeform 1562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8" name="Freeform 1563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Freeform 1564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0" name="Freeform 1565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Freeform 1566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" name="Freeform 1567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" name="Freeform 1568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" name="Freeform 1569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Freeform 1570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6" name="Freeform 1571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Freeform 1572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8" name="Freeform 1573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9" name="Freeform 1574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0" name="Freeform 1575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Freeform 1576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" name="Freeform 1577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Freeform 1578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4" name="Freeform 1579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" name="Freeform 1580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6" name="Freeform 1581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Freeform 1582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8" name="Freeform 1583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9" name="Freeform 1584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0" name="Freeform 1585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1" name="Freeform 1586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" name="Freeform 1587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Freeform 1588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" name="Freeform 1589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Freeform 1590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" name="Freeform 1591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Freeform 1592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8" name="Freeform 1593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Freeform 1594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0" name="Freeform 1595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Freeform 1596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" name="Freeform 1597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Freeform 1598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4" name="Freeform 1599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Freeform 1600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6" name="Freeform 1601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Freeform 1602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8" name="Freeform 1603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Freeform 1604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0" name="Freeform 1605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Freeform 1606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2" name="Freeform 1607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Freeform 1608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" name="Freeform 1609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Freeform 1610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6" name="Freeform 1611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Freeform 1612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8" name="Freeform 1613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Freeform 1614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0" name="Freeform 1615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Freeform 1616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2" name="Freeform 1617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Freeform 1618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619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Freeform 1620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Freeform 1621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Freeform 1622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8" name="Freeform 1623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Freeform 1624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625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Freeform 1626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Freeform 1627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Freeform 1628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4" name="Freeform 1629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Freeform 1630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631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Freeform 1632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Freeform 1633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Freeform 1634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0" name="Freeform 1635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Freeform 1636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637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Freeform 1638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Freeform 1639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Freeform 1640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6" name="Freeform 1641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Freeform 1642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643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Freeform 1644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Freeform 1645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Freeform 1646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2" name="Freeform 1647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Freeform 1648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649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650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Freeform 1651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Freeform 1652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" name="Freeform 1653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Freeform 1654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655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656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657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Freeform 1658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" name="Freeform 1659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Freeform 1660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661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662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663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Freeform 1664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" name="Freeform 1665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Freeform 1666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667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668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669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Freeform 1670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" name="Freeform 1671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Freeform 1672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673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674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675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Freeform 1676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Freeform 1677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 1678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679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680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681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 1682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" name="Freeform 1683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Freeform 1684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685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686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687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Freeform 1688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Freeform 1689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 1690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691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692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693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Freeform 1694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0" name="Freeform 1695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Freeform 1696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697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698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699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 1700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Freeform 1701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 1702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703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704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705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 1706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Freeform 1707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 1708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709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710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711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 1712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Freeform 1713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Freeform 1714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715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716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717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Freeform 1718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4" name="Freeform 1719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Freeform 1720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721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722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723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Freeform 1724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0" name="Freeform 1725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Freeform 1726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727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728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1729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Freeform 1730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" name="Freeform 1731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Freeform 1732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733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734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1735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Freeform 1736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2" name="Freeform 1737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Freeform 1738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739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740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1741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Freeform 1742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8" name="Freeform 1743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Freeform 1744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745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746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1747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Freeform 1748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4" name="Freeform 1749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Freeform 1750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751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752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1753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Freeform 1754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" name="Freeform 1755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" name="Freeform 1756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" name="Freeform 1757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758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Freeform 1759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Freeform 1760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" name="Freeform 1761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" name="Freeform 1762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" name="Freeform 1763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764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Freeform 1765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Freeform 1766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" name="Freeform 1767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3" name="Freeform 1768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" name="Freeform 1769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770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Freeform 1771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Freeform 1772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" name="Freeform 1773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" name="Freeform 1774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" name="Freeform 1775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776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Freeform 1777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" name="Freeform 1778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" name="Freeform 1779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" name="Freeform 1780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" name="Freeform 1781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1782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Freeform 1783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" name="Freeform 1784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" name="Freeform 1785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" name="Freeform 1786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" name="Freeform 1787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1788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789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Freeform 1790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Freeform 1791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" name="Freeform 1792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" name="Freeform 1793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1794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795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Freeform 1796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Freeform 1797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3" name="Freeform 1798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4" name="Freeform 1799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1800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801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Freeform 1802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Freeform 1803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9" name="Freeform 1804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0" name="Freeform 1805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1806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807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Freeform 1808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Freeform 1809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5" name="Freeform 1810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Freeform 1811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812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813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Freeform 1814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Freeform 1815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1" name="Freeform 1816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Freeform 1817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3" name="Freeform 1818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Freeform 1819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5" name="Freeform 1820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Freeform 1821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7" name="Freeform 1822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Freeform 1823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9" name="Freeform 1824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Freeform 1825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Freeform 1826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Freeform 1827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3" name="Freeform 1828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Freeform 1829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5" name="Freeform 1830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Freeform 1831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Freeform 1832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Freeform 1833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9" name="Freeform 1834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Freeform 1835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1" name="Freeform 1836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Freeform 1837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Freeform 1838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Freeform 1839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" name="Freeform 1840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Freeform 1841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7" name="Freeform 1842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Freeform 1843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9" name="Freeform 1844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Freeform 1845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1" name="Freeform 1846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Freeform 1847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3" name="Freeform 1848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Freeform 1849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5" name="Freeform 1850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Freeform 1851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7" name="Freeform 1852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Freeform 1853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9" name="Freeform 1854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Freeform 1855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" name="Freeform 1856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Freeform 1857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" name="Freeform 1858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Freeform 1859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" name="Freeform 1860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Freeform 1861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" name="Freeform 1862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Freeform 1863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" name="Freeform 1864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Freeform 1865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" name="Freeform 1866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Freeform 1867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" name="Freeform 1868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Freeform 1869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" name="Freeform 1870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Freeform 1871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" name="Freeform 1872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Freeform 1873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" name="Freeform 1874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Freeform 1875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" name="Freeform 1876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Freeform 1877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" name="Freeform 1878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Freeform 1879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" name="Freeform 1880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Freeform 1881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" name="Freeform 1882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Freeform 1883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" name="Freeform 1884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Freeform 1885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" name="Freeform 1886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Freeform 1887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" name="Freeform 1888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Freeform 1889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" name="Freeform 1890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Freeform 1891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" name="Freeform 1892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Freeform 1893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" name="Freeform 1894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Freeform 1895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" name="Freeform 1896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Freeform 1897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" name="Freeform 1898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Freeform 1899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" name="Freeform 1900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Freeform 1901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" name="Freeform 1902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Freeform 1903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" name="Freeform 190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Freeform 1905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" name="Freeform 1906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1907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1908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909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91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Freeform 191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1912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913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1914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22540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915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916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Freeform 1917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1918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1919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1920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1921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1922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Freeform 1923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1924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1925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1926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1927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1928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Freeform 1929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1930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1931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1932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1933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1934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Freeform 1935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1936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1937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1938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1939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1940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Freeform 1941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1942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1943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1944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1945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1946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Freeform 1947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3" name="Freeform 1948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1949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1950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1951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1952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Freeform 1953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9" name="Freeform 1954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1955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1956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1957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Freeform 1958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Freeform 1959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" name="Freeform 1960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1961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1962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1963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Freeform 1964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Freeform 1965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" name="Freeform 1966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Freeform 1967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Freeform 1968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1969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Freeform 1970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Freeform 1971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" name="Freeform 1972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Freeform 1973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Freeform 1974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1975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1976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Freeform 1977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" name="Freeform 1978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Freeform 1979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Freeform 1980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Freeform 1981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" name="Freeform 1982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" name="Freeform 1983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" name="Freeform 1984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Freeform 1985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Freeform 1986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Freeform 1987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" name="Freeform 1988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" name="Freeform 1989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" name="Freeform 1990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Freeform 1991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7" name="Freeform 1992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8" name="Freeform 1993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9" name="Freeform 1994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0" name="Freeform 1995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1" name="Freeform 1996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2" name="Freeform 1997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3" name="Freeform 1998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4" name="Freeform 1999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5" name="Freeform 2000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6" name="Freeform 2001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7" name="Freeform 2002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8" name="Freeform 2003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9" name="Freeform 2004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0" name="Freeform 2005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1" name="Freeform 2006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2" name="Freeform 2007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3" name="Freeform 2008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4" name="Freeform 2009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5" name="Freeform 2010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6" name="Freeform 2011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7" name="Freeform 2012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8" name="Freeform 2013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9" name="Freeform 2014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0" name="Freeform 2015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Freeform 2016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2" name="Freeform 2017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3" name="Freeform 2018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4" name="Freeform 2019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5" name="Freeform 2020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6" name="Freeform 2021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Freeform 2022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8" name="Freeform 2023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9" name="Freeform 2024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0" name="Freeform 2025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1" name="Freeform 2026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2" name="Freeform 2027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Freeform 2028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4" name="Freeform 2029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5" name="Freeform 2030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6" name="Freeform 2031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7" name="Freeform 2032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8" name="Freeform 2033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Freeform 2034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0" name="Freeform 2035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Freeform 2036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2" name="Freeform 2037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Freeform 2038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" name="Freeform 2039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Freeform 2040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" name="Freeform 2041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Freeform 2042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" name="Freeform 2043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Freeform 2044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" name="Freeform 2045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Freeform 2046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" name="Freeform 2047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Freeform 2048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" name="Freeform 2049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Freeform 2050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" name="Freeform 2051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Freeform 2052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" name="Freeform 2053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Freeform 2054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0" name="Freeform 2055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Freeform 2056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2" name="Freeform 2057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Freeform 2058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" name="Freeform 2059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Freeform 2060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" name="Freeform 2061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Freeform 2062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" name="Freeform 2063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Freeform 2064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" name="Freeform 2065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Freeform 2066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" name="Freeform 2067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Freeform 2068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" name="Freeform 2069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Freeform 2070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" name="Freeform 2071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Freeform 2072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" name="Freeform 2073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Freeform 2074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" name="Freeform 2075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Freeform 2076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Freeform 2077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Freeform 2078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" name="Freeform 2079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Freeform 2080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" name="Freeform 2081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Freeform 2082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" name="Freeform 2083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Freeform 2084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" name="Freeform 2085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Freeform 2086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" name="Freeform 2087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Freeform 2088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" name="Freeform 2089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Freeform 2090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" name="Freeform 2091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Freeform 2092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" name="Freeform 2093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Freeform 2094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0" name="Freeform 2095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Freeform 2096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2" name="Freeform 2097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Freeform 2098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4" name="Freeform 2099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Freeform 2100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6" name="Freeform 2101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Freeform 2102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8" name="Freeform 2103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Freeform 2104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0" name="Freeform 2105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Freeform 2106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2" name="Freeform 2107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Freeform 2108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4" name="Freeform 2109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Freeform 2110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6" name="Freeform 2111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Freeform 2112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8" name="Freeform 2113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Freeform 2114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0" name="Freeform 2115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Freeform 2116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2" name="Freeform 2117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Freeform 2118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4" name="Freeform 2119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Freeform 2120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6" name="Freeform 2121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Freeform 2122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8" name="Freeform 2123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Freeform 2124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0" name="Freeform 2125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Freeform 2126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2" name="Freeform 2127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Freeform 2128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4" name="Freeform 2129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Freeform 2130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6" name="Freeform 2131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Freeform 2132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8" name="Freeform 2133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Freeform 2134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0" name="Freeform 2135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Freeform 2136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2" name="Freeform 2137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Freeform 2138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4" name="Freeform 2139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Freeform 2140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6" name="Freeform 2141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Freeform 2142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8" name="Freeform 2143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Freeform 2144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0" name="Freeform 2145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Freeform 2146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2" name="Freeform 2147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Freeform 2148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4" name="Freeform 2149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Freeform 2150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6" name="Freeform 2151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Freeform 2152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8" name="Freeform 2153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Freeform 2154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0" name="Freeform 2155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Freeform 2156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2" name="Freeform 2157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Freeform 2158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4" name="Freeform 2159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Freeform 2160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" name="Freeform 2161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Freeform 2162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" name="Freeform 2163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Freeform 2164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" name="Freeform 2165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Freeform 2166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" name="Freeform 2167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Freeform 2168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" name="Freeform 2169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Freeform 2170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" name="Freeform 2171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Freeform 2172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" name="Freeform 2173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Freeform 2174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" name="Freeform 2175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Freeform 2176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" name="Freeform 2177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Freeform 2178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" name="Freeform 2179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Freeform 2180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6" name="Freeform 2181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Freeform 2182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" name="Freeform 2183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Freeform 2184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" name="Freeform 2185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Freeform 2186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2" name="Freeform 2187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Freeform 2188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" name="Freeform 2189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Freeform 2190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" name="Freeform 2191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Freeform 2192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" name="Freeform 2193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Freeform 2194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" name="Freeform 2195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Freeform 2196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" name="Freeform 2197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Freeform 2198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4" name="Freeform 2199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Freeform 2200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" name="Freeform 2201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Freeform 2202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" name="Freeform 2203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Freeform 2204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0" name="Freeform 2205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1" name="Freeform 2206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2" name="Freeform 2207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" name="Freeform 2208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" name="Freeform 2209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Freeform 2210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6" name="Freeform 2211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7" name="Freeform 2212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8" name="Freeform 2213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" name="Freeform 2214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" name="Freeform 2215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Freeform 2216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2" name="Freeform 2217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3" name="Freeform 2218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4" name="Freeform 2219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" name="Freeform 2220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" name="Freeform 2221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Freeform 2222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" name="Freeform 2223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" name="Freeform 2224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0" name="Freeform 2225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" name="Freeform 2226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" name="Freeform 2227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" name="Freeform 2228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4" name="Freeform 2229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5" name="Freeform 2230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6" name="Freeform 2231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" name="Freeform 2232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" name="Freeform 2233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" name="Freeform 2234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0" name="Freeform 2235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1" name="Freeform 2236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2" name="Freeform 2237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3" name="Freeform 2238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4" name="Freeform 2239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5" name="Freeform 2240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6" name="Freeform 2241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7" name="Freeform 2242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8" name="Freeform 2243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9" name="Freeform 2244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0" name="Freeform 2245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1" name="Freeform 2246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2" name="Freeform 2247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3" name="Freeform 2248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4" name="Freeform 2249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5" name="Freeform 2250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6" name="Freeform 2251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7" name="Freeform 2252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8" name="Freeform 2253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9" name="Freeform 2254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0" name="Freeform 2255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1" name="Freeform 2256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2" name="Freeform 2257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3" name="Freeform 2258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4" name="Freeform 2259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5" name="Freeform 2260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6" name="Freeform 2261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7" name="Freeform 2262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8" name="Freeform 2263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9" name="Freeform 226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0" name="Freeform 2265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" name="Freeform 2266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2" name="Freeform 2267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" name="Freeform 2268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4" name="Freeform 2269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5" name="Freeform 227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6" name="Freeform 227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7" name="Freeform 2272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8" name="Freeform 2273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9" name="Freeform 2274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0" name="Freeform 2275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1" name="Freeform 2276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" name="Freeform 2277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" name="Freeform 2278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" name="Freeform 2279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" name="Freeform 2280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723" name="Group 1722"/>
          <p:cNvGrpSpPr/>
          <p:nvPr/>
        </p:nvGrpSpPr>
        <p:grpSpPr bwMode="gray">
          <a:xfrm>
            <a:off x="3763414" y="1912272"/>
            <a:ext cx="772704" cy="777961"/>
            <a:chOff x="5546420" y="3519715"/>
            <a:chExt cx="2182431" cy="2197277"/>
          </a:xfrm>
        </p:grpSpPr>
        <p:grpSp>
          <p:nvGrpSpPr>
            <p:cNvPr id="1724" name="Group 1682"/>
            <p:cNvGrpSpPr/>
            <p:nvPr/>
          </p:nvGrpSpPr>
          <p:grpSpPr bwMode="gray">
            <a:xfrm>
              <a:off x="5546420" y="3529613"/>
              <a:ext cx="955123" cy="1499493"/>
              <a:chOff x="5546420" y="3529613"/>
              <a:chExt cx="955123" cy="1499493"/>
            </a:xfrm>
          </p:grpSpPr>
          <p:sp>
            <p:nvSpPr>
              <p:cNvPr id="2510" name="Freeform 336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2574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4" y="527"/>
                  </a:cxn>
                  <a:cxn ang="0">
                    <a:pos x="151" y="626"/>
                  </a:cxn>
                  <a:cxn ang="0">
                    <a:pos x="151" y="0"/>
                  </a:cxn>
                  <a:cxn ang="0">
                    <a:pos x="0" y="79"/>
                  </a:cxn>
                </a:cxnLst>
                <a:rect l="0" t="0" r="r" b="b"/>
                <a:pathLst>
                  <a:path w="151" h="626">
                    <a:moveTo>
                      <a:pt x="0" y="79"/>
                    </a:moveTo>
                    <a:lnTo>
                      <a:pt x="4" y="527"/>
                    </a:lnTo>
                    <a:lnTo>
                      <a:pt x="151" y="626"/>
                    </a:lnTo>
                    <a:lnTo>
                      <a:pt x="151" y="0"/>
                    </a:lnTo>
                    <a:lnTo>
                      <a:pt x="0" y="7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1" name="Freeform 337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4843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5" y="527"/>
                  </a:cxn>
                  <a:cxn ang="0">
                    <a:pos x="152" y="626"/>
                  </a:cxn>
                  <a:cxn ang="0">
                    <a:pos x="152" y="0"/>
                  </a:cxn>
                  <a:cxn ang="0">
                    <a:pos x="0" y="79"/>
                  </a:cxn>
                </a:cxnLst>
                <a:rect l="0" t="0" r="r" b="b"/>
                <a:pathLst>
                  <a:path w="152" h="626">
                    <a:moveTo>
                      <a:pt x="0" y="79"/>
                    </a:moveTo>
                    <a:lnTo>
                      <a:pt x="5" y="527"/>
                    </a:lnTo>
                    <a:lnTo>
                      <a:pt x="152" y="626"/>
                    </a:lnTo>
                    <a:lnTo>
                      <a:pt x="152" y="0"/>
                    </a:lnTo>
                    <a:lnTo>
                      <a:pt x="0" y="79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2" name="Freeform 338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3" name="Freeform 339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C0C0C0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4" name="Freeform 340"/>
              <p:cNvSpPr>
                <a:spLocks/>
              </p:cNvSpPr>
              <p:nvPr/>
            </p:nvSpPr>
            <p:spPr bwMode="gray">
              <a:xfrm flipH="1">
                <a:off x="5550957" y="4955470"/>
                <a:ext cx="621624" cy="73636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0" y="41"/>
                  </a:cxn>
                  <a:cxn ang="0">
                    <a:pos x="100" y="111"/>
                  </a:cxn>
                  <a:cxn ang="0">
                    <a:pos x="474" y="84"/>
                  </a:cxn>
                  <a:cxn ang="0">
                    <a:pos x="542" y="75"/>
                  </a:cxn>
                  <a:cxn ang="0">
                    <a:pos x="1048" y="23"/>
                  </a:cxn>
                  <a:cxn ang="0">
                    <a:pos x="1048" y="23"/>
                  </a:cxn>
                  <a:cxn ang="0">
                    <a:pos x="1048" y="0"/>
                  </a:cxn>
                  <a:cxn ang="0">
                    <a:pos x="538" y="44"/>
                  </a:cxn>
                  <a:cxn ang="0">
                    <a:pos x="478" y="53"/>
                  </a:cxn>
                  <a:cxn ang="0">
                    <a:pos x="88" y="73"/>
                  </a:cxn>
                  <a:cxn ang="0">
                    <a:pos x="88" y="73"/>
                  </a:cxn>
                  <a:cxn ang="0">
                    <a:pos x="0" y="12"/>
                  </a:cxn>
                </a:cxnLst>
                <a:rect l="0" t="0" r="r" b="b"/>
                <a:pathLst>
                  <a:path w="1048" h="125">
                    <a:moveTo>
                      <a:pt x="0" y="12"/>
                    </a:moveTo>
                    <a:lnTo>
                      <a:pt x="0" y="41"/>
                    </a:lnTo>
                    <a:lnTo>
                      <a:pt x="100" y="111"/>
                    </a:lnTo>
                    <a:cubicBezTo>
                      <a:pt x="225" y="125"/>
                      <a:pt x="352" y="117"/>
                      <a:pt x="474" y="84"/>
                    </a:cubicBezTo>
                    <a:cubicBezTo>
                      <a:pt x="493" y="78"/>
                      <a:pt x="522" y="73"/>
                      <a:pt x="542" y="75"/>
                    </a:cubicBezTo>
                    <a:cubicBezTo>
                      <a:pt x="715" y="81"/>
                      <a:pt x="879" y="64"/>
                      <a:pt x="1048" y="23"/>
                    </a:cubicBezTo>
                    <a:lnTo>
                      <a:pt x="1048" y="23"/>
                    </a:lnTo>
                    <a:lnTo>
                      <a:pt x="1048" y="0"/>
                    </a:lnTo>
                    <a:cubicBezTo>
                      <a:pt x="879" y="29"/>
                      <a:pt x="709" y="43"/>
                      <a:pt x="538" y="44"/>
                    </a:cubicBezTo>
                    <a:cubicBezTo>
                      <a:pt x="517" y="44"/>
                      <a:pt x="497" y="47"/>
                      <a:pt x="478" y="53"/>
                    </a:cubicBezTo>
                    <a:cubicBezTo>
                      <a:pt x="351" y="91"/>
                      <a:pt x="218" y="98"/>
                      <a:pt x="88" y="73"/>
                    </a:cubicBezTo>
                    <a:lnTo>
                      <a:pt x="88" y="73"/>
                    </a:lnTo>
                    <a:lnTo>
                      <a:pt x="0" y="1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5" name="Freeform 341"/>
              <p:cNvSpPr>
                <a:spLocks/>
              </p:cNvSpPr>
              <p:nvPr/>
            </p:nvSpPr>
            <p:spPr bwMode="gray">
              <a:xfrm flipH="1">
                <a:off x="5550957" y="4910842"/>
                <a:ext cx="621624" cy="100412"/>
              </a:xfrm>
              <a:custGeom>
                <a:avLst/>
                <a:gdLst/>
                <a:ahLst/>
                <a:cxnLst>
                  <a:cxn ang="0">
                    <a:pos x="0" y="369"/>
                  </a:cxn>
                  <a:cxn ang="0">
                    <a:pos x="360" y="621"/>
                  </a:cxn>
                  <a:cxn ang="0">
                    <a:pos x="1958" y="539"/>
                  </a:cxn>
                  <a:cxn ang="0">
                    <a:pos x="2276" y="500"/>
                  </a:cxn>
                  <a:cxn ang="0">
                    <a:pos x="4296" y="321"/>
                  </a:cxn>
                  <a:cxn ang="0">
                    <a:pos x="4296" y="321"/>
                  </a:cxn>
                  <a:cxn ang="0">
                    <a:pos x="4080" y="129"/>
                  </a:cxn>
                  <a:cxn ang="0">
                    <a:pos x="0" y="369"/>
                  </a:cxn>
                </a:cxnLst>
                <a:rect l="0" t="0" r="r" b="b"/>
                <a:pathLst>
                  <a:path w="4296" h="708">
                    <a:moveTo>
                      <a:pt x="0" y="369"/>
                    </a:moveTo>
                    <a:lnTo>
                      <a:pt x="360" y="621"/>
                    </a:lnTo>
                    <a:cubicBezTo>
                      <a:pt x="893" y="708"/>
                      <a:pt x="1438" y="680"/>
                      <a:pt x="1958" y="539"/>
                    </a:cubicBezTo>
                    <a:cubicBezTo>
                      <a:pt x="2062" y="509"/>
                      <a:pt x="2169" y="496"/>
                      <a:pt x="2276" y="500"/>
                    </a:cubicBezTo>
                    <a:cubicBezTo>
                      <a:pt x="2953" y="494"/>
                      <a:pt x="3629" y="434"/>
                      <a:pt x="4296" y="321"/>
                    </a:cubicBezTo>
                    <a:lnTo>
                      <a:pt x="4296" y="321"/>
                    </a:lnTo>
                    <a:lnTo>
                      <a:pt x="4080" y="129"/>
                    </a:lnTo>
                    <a:cubicBezTo>
                      <a:pt x="2716" y="0"/>
                      <a:pt x="1340" y="81"/>
                      <a:pt x="0" y="3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6" name="Freeform 342"/>
              <p:cNvSpPr>
                <a:spLocks/>
              </p:cNvSpPr>
              <p:nvPr/>
            </p:nvSpPr>
            <p:spPr bwMode="gray">
              <a:xfrm flipH="1">
                <a:off x="5550957" y="3543001"/>
                <a:ext cx="628430" cy="118264"/>
              </a:xfrm>
              <a:custGeom>
                <a:avLst/>
                <a:gdLst/>
                <a:ahLst/>
                <a:cxnLst>
                  <a:cxn ang="0">
                    <a:pos x="0" y="257"/>
                  </a:cxn>
                  <a:cxn ang="0">
                    <a:pos x="4344" y="293"/>
                  </a:cxn>
                  <a:cxn ang="0">
                    <a:pos x="2016" y="161"/>
                  </a:cxn>
                  <a:cxn ang="0">
                    <a:pos x="408" y="65"/>
                  </a:cxn>
                  <a:cxn ang="0">
                    <a:pos x="408" y="65"/>
                  </a:cxn>
                  <a:cxn ang="0">
                    <a:pos x="0" y="257"/>
                  </a:cxn>
                </a:cxnLst>
                <a:rect l="0" t="0" r="r" b="b"/>
                <a:pathLst>
                  <a:path w="4344" h="831">
                    <a:moveTo>
                      <a:pt x="0" y="257"/>
                    </a:moveTo>
                    <a:cubicBezTo>
                      <a:pt x="1392" y="819"/>
                      <a:pt x="2944" y="831"/>
                      <a:pt x="4344" y="293"/>
                    </a:cubicBezTo>
                    <a:cubicBezTo>
                      <a:pt x="3575" y="168"/>
                      <a:pt x="2795" y="124"/>
                      <a:pt x="2016" y="161"/>
                    </a:cubicBezTo>
                    <a:cubicBezTo>
                      <a:pt x="1491" y="32"/>
                      <a:pt x="946" y="0"/>
                      <a:pt x="408" y="65"/>
                    </a:cubicBezTo>
                    <a:lnTo>
                      <a:pt x="408" y="65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7" name="Freeform 343"/>
              <p:cNvSpPr>
                <a:spLocks/>
              </p:cNvSpPr>
              <p:nvPr/>
            </p:nvSpPr>
            <p:spPr bwMode="gray">
              <a:xfrm flipH="1">
                <a:off x="5550957" y="3529613"/>
                <a:ext cx="630699" cy="55785"/>
              </a:xfrm>
              <a:custGeom>
                <a:avLst/>
                <a:gdLst/>
                <a:ahLst/>
                <a:cxnLst>
                  <a:cxn ang="0">
                    <a:pos x="2016" y="119"/>
                  </a:cxn>
                  <a:cxn ang="0">
                    <a:pos x="1644" y="47"/>
                  </a:cxn>
                  <a:cxn ang="0">
                    <a:pos x="408" y="35"/>
                  </a:cxn>
                  <a:cxn ang="0">
                    <a:pos x="0" y="251"/>
                  </a:cxn>
                  <a:cxn ang="0">
                    <a:pos x="0" y="251"/>
                  </a:cxn>
                  <a:cxn ang="0">
                    <a:pos x="0" y="347"/>
                  </a:cxn>
                  <a:cxn ang="0">
                    <a:pos x="408" y="155"/>
                  </a:cxn>
                  <a:cxn ang="0">
                    <a:pos x="1644" y="167"/>
                  </a:cxn>
                  <a:cxn ang="0">
                    <a:pos x="2016" y="251"/>
                  </a:cxn>
                  <a:cxn ang="0">
                    <a:pos x="4344" y="383"/>
                  </a:cxn>
                  <a:cxn ang="0">
                    <a:pos x="4344" y="383"/>
                  </a:cxn>
                  <a:cxn ang="0">
                    <a:pos x="4344" y="275"/>
                  </a:cxn>
                  <a:cxn ang="0">
                    <a:pos x="2016" y="119"/>
                  </a:cxn>
                </a:cxnLst>
                <a:rect l="0" t="0" r="r" b="b"/>
                <a:pathLst>
                  <a:path w="4344" h="383">
                    <a:moveTo>
                      <a:pt x="2016" y="119"/>
                    </a:moveTo>
                    <a:lnTo>
                      <a:pt x="1644" y="47"/>
                    </a:lnTo>
                    <a:cubicBezTo>
                      <a:pt x="1233" y="4"/>
                      <a:pt x="820" y="0"/>
                      <a:pt x="408" y="35"/>
                    </a:cubicBezTo>
                    <a:cubicBezTo>
                      <a:pt x="266" y="95"/>
                      <a:pt x="130" y="168"/>
                      <a:pt x="0" y="251"/>
                    </a:cubicBezTo>
                    <a:lnTo>
                      <a:pt x="0" y="251"/>
                    </a:lnTo>
                    <a:lnTo>
                      <a:pt x="0" y="347"/>
                    </a:lnTo>
                    <a:lnTo>
                      <a:pt x="408" y="155"/>
                    </a:lnTo>
                    <a:cubicBezTo>
                      <a:pt x="819" y="111"/>
                      <a:pt x="1234" y="115"/>
                      <a:pt x="1644" y="167"/>
                    </a:cubicBezTo>
                    <a:cubicBezTo>
                      <a:pt x="1770" y="186"/>
                      <a:pt x="1894" y="214"/>
                      <a:pt x="2016" y="251"/>
                    </a:cubicBezTo>
                    <a:cubicBezTo>
                      <a:pt x="2795" y="215"/>
                      <a:pt x="3575" y="259"/>
                      <a:pt x="4344" y="383"/>
                    </a:cubicBezTo>
                    <a:lnTo>
                      <a:pt x="4344" y="383"/>
                    </a:lnTo>
                    <a:lnTo>
                      <a:pt x="4344" y="275"/>
                    </a:lnTo>
                    <a:cubicBezTo>
                      <a:pt x="3574" y="159"/>
                      <a:pt x="2795" y="106"/>
                      <a:pt x="2016" y="1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8" name="Freeform 344"/>
              <p:cNvSpPr>
                <a:spLocks/>
              </p:cNvSpPr>
              <p:nvPr/>
            </p:nvSpPr>
            <p:spPr bwMode="gray">
              <a:xfrm flipH="1">
                <a:off x="5546420" y="4346301"/>
                <a:ext cx="610280" cy="4239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240" y="104"/>
                  </a:cxn>
                  <a:cxn ang="0">
                    <a:pos x="1919" y="64"/>
                  </a:cxn>
                  <a:cxn ang="0">
                    <a:pos x="1919" y="64"/>
                  </a:cxn>
                  <a:cxn ang="0">
                    <a:pos x="2538" y="21"/>
                  </a:cxn>
                  <a:cxn ang="0">
                    <a:pos x="4152" y="32"/>
                  </a:cxn>
                  <a:cxn ang="0">
                    <a:pos x="4152" y="32"/>
                  </a:cxn>
                  <a:cxn ang="0">
                    <a:pos x="4152" y="134"/>
                  </a:cxn>
                  <a:cxn ang="0">
                    <a:pos x="1923" y="220"/>
                  </a:cxn>
                  <a:cxn ang="0">
                    <a:pos x="240" y="272"/>
                  </a:cxn>
                  <a:cxn ang="0">
                    <a:pos x="0" y="224"/>
                  </a:cxn>
                  <a:cxn ang="0">
                    <a:pos x="0" y="224"/>
                  </a:cxn>
                  <a:cxn ang="0">
                    <a:pos x="0" y="32"/>
                  </a:cxn>
                </a:cxnLst>
                <a:rect l="0" t="0" r="r" b="b"/>
                <a:pathLst>
                  <a:path w="4152" h="293">
                    <a:moveTo>
                      <a:pt x="0" y="32"/>
                    </a:moveTo>
                    <a:cubicBezTo>
                      <a:pt x="65" y="90"/>
                      <a:pt x="153" y="117"/>
                      <a:pt x="240" y="104"/>
                    </a:cubicBezTo>
                    <a:cubicBezTo>
                      <a:pt x="800" y="124"/>
                      <a:pt x="1361" y="111"/>
                      <a:pt x="1919" y="64"/>
                    </a:cubicBezTo>
                    <a:lnTo>
                      <a:pt x="1919" y="64"/>
                    </a:lnTo>
                    <a:lnTo>
                      <a:pt x="2538" y="21"/>
                    </a:lnTo>
                    <a:cubicBezTo>
                      <a:pt x="3076" y="0"/>
                      <a:pt x="3615" y="3"/>
                      <a:pt x="4152" y="32"/>
                    </a:cubicBezTo>
                    <a:lnTo>
                      <a:pt x="4152" y="32"/>
                    </a:lnTo>
                    <a:lnTo>
                      <a:pt x="4152" y="134"/>
                    </a:lnTo>
                    <a:cubicBezTo>
                      <a:pt x="3408" y="115"/>
                      <a:pt x="2663" y="143"/>
                      <a:pt x="1923" y="220"/>
                    </a:cubicBezTo>
                    <a:cubicBezTo>
                      <a:pt x="1364" y="276"/>
                      <a:pt x="802" y="293"/>
                      <a:pt x="240" y="272"/>
                    </a:cubicBezTo>
                    <a:cubicBezTo>
                      <a:pt x="157" y="279"/>
                      <a:pt x="74" y="262"/>
                      <a:pt x="0" y="224"/>
                    </a:cubicBezTo>
                    <a:lnTo>
                      <a:pt x="0" y="224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9" name="Freeform 345"/>
              <p:cNvSpPr>
                <a:spLocks/>
              </p:cNvSpPr>
              <p:nvPr/>
            </p:nvSpPr>
            <p:spPr bwMode="gray">
              <a:xfrm flipH="1">
                <a:off x="5555495" y="3547464"/>
                <a:ext cx="564906" cy="816688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0" y="5687"/>
                  </a:cxn>
                  <a:cxn ang="0">
                    <a:pos x="2016" y="5615"/>
                  </a:cxn>
                  <a:cxn ang="0">
                    <a:pos x="2016" y="5615"/>
                  </a:cxn>
                  <a:cxn ang="0">
                    <a:pos x="3888" y="5543"/>
                  </a:cxn>
                  <a:cxn ang="0">
                    <a:pos x="3888" y="323"/>
                  </a:cxn>
                  <a:cxn ang="0">
                    <a:pos x="3024" y="287"/>
                  </a:cxn>
                  <a:cxn ang="0">
                    <a:pos x="1752" y="191"/>
                  </a:cxn>
                  <a:cxn ang="0">
                    <a:pos x="0" y="71"/>
                  </a:cxn>
                </a:cxnLst>
                <a:rect l="0" t="0" r="r" b="b"/>
                <a:pathLst>
                  <a:path w="3888" h="5712">
                    <a:moveTo>
                      <a:pt x="0" y="71"/>
                    </a:moveTo>
                    <a:lnTo>
                      <a:pt x="0" y="5687"/>
                    </a:lnTo>
                    <a:cubicBezTo>
                      <a:pt x="673" y="5712"/>
                      <a:pt x="1347" y="5688"/>
                      <a:pt x="2016" y="5615"/>
                    </a:cubicBezTo>
                    <a:lnTo>
                      <a:pt x="2016" y="5615"/>
                    </a:lnTo>
                    <a:lnTo>
                      <a:pt x="3888" y="5543"/>
                    </a:lnTo>
                    <a:lnTo>
                      <a:pt x="3888" y="323"/>
                    </a:lnTo>
                    <a:cubicBezTo>
                      <a:pt x="3603" y="279"/>
                      <a:pt x="3313" y="267"/>
                      <a:pt x="3024" y="287"/>
                    </a:cubicBezTo>
                    <a:cubicBezTo>
                      <a:pt x="2599" y="280"/>
                      <a:pt x="2174" y="247"/>
                      <a:pt x="1752" y="191"/>
                    </a:cubicBezTo>
                    <a:cubicBezTo>
                      <a:pt x="1181" y="41"/>
                      <a:pt x="587" y="0"/>
                      <a:pt x="0" y="7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0" name="Freeform 346"/>
              <p:cNvSpPr>
                <a:spLocks/>
              </p:cNvSpPr>
              <p:nvPr/>
            </p:nvSpPr>
            <p:spPr bwMode="gray">
              <a:xfrm flipH="1">
                <a:off x="5555495" y="4361921"/>
                <a:ext cx="564906" cy="649334"/>
              </a:xfrm>
              <a:custGeom>
                <a:avLst/>
                <a:gdLst/>
                <a:ahLst/>
                <a:cxnLst>
                  <a:cxn ang="0">
                    <a:pos x="0" y="152"/>
                  </a:cxn>
                  <a:cxn ang="0">
                    <a:pos x="0" y="4460"/>
                  </a:cxn>
                  <a:cxn ang="0">
                    <a:pos x="1680" y="4352"/>
                  </a:cxn>
                  <a:cxn ang="0">
                    <a:pos x="1680" y="4352"/>
                  </a:cxn>
                  <a:cxn ang="0">
                    <a:pos x="3888" y="4112"/>
                  </a:cxn>
                  <a:cxn ang="0">
                    <a:pos x="3888" y="4112"/>
                  </a:cxn>
                  <a:cxn ang="0">
                    <a:pos x="3888" y="56"/>
                  </a:cxn>
                  <a:cxn ang="0">
                    <a:pos x="1872" y="80"/>
                  </a:cxn>
                  <a:cxn ang="0">
                    <a:pos x="0" y="152"/>
                  </a:cxn>
                </a:cxnLst>
                <a:rect l="0" t="0" r="r" b="b"/>
                <a:pathLst>
                  <a:path w="3888" h="4553">
                    <a:moveTo>
                      <a:pt x="0" y="152"/>
                    </a:moveTo>
                    <a:lnTo>
                      <a:pt x="0" y="4460"/>
                    </a:lnTo>
                    <a:cubicBezTo>
                      <a:pt x="561" y="4553"/>
                      <a:pt x="1136" y="4516"/>
                      <a:pt x="1680" y="4352"/>
                    </a:cubicBezTo>
                    <a:lnTo>
                      <a:pt x="1680" y="4352"/>
                    </a:lnTo>
                    <a:cubicBezTo>
                      <a:pt x="2419" y="4300"/>
                      <a:pt x="3156" y="4220"/>
                      <a:pt x="3888" y="4112"/>
                    </a:cubicBezTo>
                    <a:lnTo>
                      <a:pt x="3888" y="4112"/>
                    </a:lnTo>
                    <a:lnTo>
                      <a:pt x="3888" y="56"/>
                    </a:lnTo>
                    <a:cubicBezTo>
                      <a:pt x="3217" y="0"/>
                      <a:pt x="2542" y="8"/>
                      <a:pt x="1872" y="80"/>
                    </a:cubicBezTo>
                    <a:cubicBezTo>
                      <a:pt x="1251" y="152"/>
                      <a:pt x="625" y="176"/>
                      <a:pt x="0" y="15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1" name="Freeform 347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69696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2" name="Freeform 348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969696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3" name="Oval 349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 algn="ctr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4" name="Oval 350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5" name="Oval 351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EAEAE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6" name="Oval 352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7" name="Freeform 353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8EEF7"/>
              </a:solidFill>
              <a:ln w="31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8" name="Freeform 354"/>
              <p:cNvSpPr>
                <a:spLocks/>
              </p:cNvSpPr>
              <p:nvPr/>
            </p:nvSpPr>
            <p:spPr bwMode="gray">
              <a:xfrm flipH="1">
                <a:off x="5632631" y="4375309"/>
                <a:ext cx="188302" cy="602475"/>
              </a:xfrm>
              <a:custGeom>
                <a:avLst/>
                <a:gdLst/>
                <a:ahLst/>
                <a:cxnLst>
                  <a:cxn ang="0">
                    <a:pos x="2" y="47"/>
                  </a:cxn>
                  <a:cxn ang="0">
                    <a:pos x="0" y="1029"/>
                  </a:cxn>
                  <a:cxn ang="0">
                    <a:pos x="153" y="1014"/>
                  </a:cxn>
                  <a:cxn ang="0">
                    <a:pos x="318" y="996"/>
                  </a:cxn>
                  <a:cxn ang="0">
                    <a:pos x="319" y="38"/>
                  </a:cxn>
                  <a:cxn ang="0">
                    <a:pos x="2" y="47"/>
                  </a:cxn>
                </a:cxnLst>
                <a:rect l="0" t="0" r="r" b="b"/>
                <a:pathLst>
                  <a:path w="319" h="1029">
                    <a:moveTo>
                      <a:pt x="2" y="47"/>
                    </a:moveTo>
                    <a:lnTo>
                      <a:pt x="0" y="1029"/>
                    </a:lnTo>
                    <a:lnTo>
                      <a:pt x="153" y="1014"/>
                    </a:lnTo>
                    <a:lnTo>
                      <a:pt x="318" y="996"/>
                    </a:lnTo>
                    <a:lnTo>
                      <a:pt x="319" y="38"/>
                    </a:lnTo>
                    <a:cubicBezTo>
                      <a:pt x="216" y="0"/>
                      <a:pt x="103" y="3"/>
                      <a:pt x="2" y="4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9" name="Freeform 355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AEAEA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30" name="Picture 35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gray">
              <a:xfrm flipH="1">
                <a:off x="5961592" y="4562746"/>
                <a:ext cx="61255" cy="24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531" name="Picture 357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gray">
              <a:xfrm flipH="1">
                <a:off x="5966130" y="4843901"/>
                <a:ext cx="52180" cy="2231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532" name="Picture 358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gray">
              <a:xfrm flipH="1">
                <a:off x="5945711" y="3592092"/>
                <a:ext cx="108898" cy="446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533" name="Line 359"/>
              <p:cNvSpPr>
                <a:spLocks noChangeShapeType="1"/>
              </p:cNvSpPr>
              <p:nvPr/>
            </p:nvSpPr>
            <p:spPr bwMode="gray">
              <a:xfrm flipH="1" flipV="1">
                <a:off x="6158969" y="3618869"/>
                <a:ext cx="340305" cy="165123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25" name="Group 1683"/>
            <p:cNvGrpSpPr/>
            <p:nvPr/>
          </p:nvGrpSpPr>
          <p:grpSpPr bwMode="gray">
            <a:xfrm>
              <a:off x="6263999" y="3519715"/>
              <a:ext cx="1464852" cy="1727139"/>
              <a:chOff x="6263999" y="3519715"/>
              <a:chExt cx="1464852" cy="1727139"/>
            </a:xfrm>
          </p:grpSpPr>
          <p:sp>
            <p:nvSpPr>
              <p:cNvPr id="2467" name="Freeform 361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" name="Freeform 362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" name="Freeform 363"/>
              <p:cNvSpPr>
                <a:spLocks/>
              </p:cNvSpPr>
              <p:nvPr/>
            </p:nvSpPr>
            <p:spPr bwMode="gray">
              <a:xfrm>
                <a:off x="6270760" y="4596113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" name="Freeform 364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" name="Freeform 365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" name="Freeform 366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" name="Freeform 367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" name="Freeform 368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" name="Freeform 369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" name="Freeform 370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" name="Freeform 371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" name="Freeform 372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solidFill>
                <a:srgbClr val="6699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" name="Freeform 373"/>
              <p:cNvSpPr>
                <a:spLocks/>
              </p:cNvSpPr>
              <p:nvPr/>
            </p:nvSpPr>
            <p:spPr bwMode="gray">
              <a:xfrm>
                <a:off x="6396962" y="3631143"/>
                <a:ext cx="1065962" cy="880284"/>
              </a:xfrm>
              <a:custGeom>
                <a:avLst/>
                <a:gdLst/>
                <a:ahLst/>
                <a:cxnLst>
                  <a:cxn ang="0">
                    <a:pos x="337" y="0"/>
                  </a:cxn>
                  <a:cxn ang="0">
                    <a:pos x="47" y="3"/>
                  </a:cxn>
                  <a:cxn ang="0">
                    <a:pos x="0" y="281"/>
                  </a:cxn>
                  <a:cxn ang="0">
                    <a:pos x="11" y="268"/>
                  </a:cxn>
                  <a:cxn ang="0">
                    <a:pos x="21" y="255"/>
                  </a:cxn>
                  <a:cxn ang="0">
                    <a:pos x="32" y="244"/>
                  </a:cxn>
                  <a:cxn ang="0">
                    <a:pos x="43" y="234"/>
                  </a:cxn>
                  <a:cxn ang="0">
                    <a:pos x="55" y="224"/>
                  </a:cxn>
                  <a:cxn ang="0">
                    <a:pos x="66" y="216"/>
                  </a:cxn>
                  <a:cxn ang="0">
                    <a:pos x="79" y="208"/>
                  </a:cxn>
                  <a:cxn ang="0">
                    <a:pos x="90" y="201"/>
                  </a:cxn>
                  <a:cxn ang="0">
                    <a:pos x="116" y="189"/>
                  </a:cxn>
                  <a:cxn ang="0">
                    <a:pos x="141" y="178"/>
                  </a:cxn>
                  <a:cxn ang="0">
                    <a:pos x="192" y="159"/>
                  </a:cxn>
                  <a:cxn ang="0">
                    <a:pos x="216" y="148"/>
                  </a:cxn>
                  <a:cxn ang="0">
                    <a:pos x="239" y="137"/>
                  </a:cxn>
                  <a:cxn ang="0">
                    <a:pos x="249" y="130"/>
                  </a:cxn>
                  <a:cxn ang="0">
                    <a:pos x="260" y="123"/>
                  </a:cxn>
                  <a:cxn ang="0">
                    <a:pos x="271" y="115"/>
                  </a:cxn>
                  <a:cxn ang="0">
                    <a:pos x="280" y="107"/>
                  </a:cxn>
                  <a:cxn ang="0">
                    <a:pos x="290" y="97"/>
                  </a:cxn>
                  <a:cxn ang="0">
                    <a:pos x="299" y="87"/>
                  </a:cxn>
                  <a:cxn ang="0">
                    <a:pos x="306" y="75"/>
                  </a:cxn>
                  <a:cxn ang="0">
                    <a:pos x="315" y="63"/>
                  </a:cxn>
                  <a:cxn ang="0">
                    <a:pos x="321" y="49"/>
                  </a:cxn>
                  <a:cxn ang="0">
                    <a:pos x="327" y="34"/>
                  </a:cxn>
                  <a:cxn ang="0">
                    <a:pos x="332" y="17"/>
                  </a:cxn>
                  <a:cxn ang="0">
                    <a:pos x="337" y="0"/>
                  </a:cxn>
                </a:cxnLst>
                <a:rect l="0" t="0" r="r" b="b"/>
                <a:pathLst>
                  <a:path w="337" h="281">
                    <a:moveTo>
                      <a:pt x="337" y="0"/>
                    </a:moveTo>
                    <a:lnTo>
                      <a:pt x="47" y="3"/>
                    </a:lnTo>
                    <a:lnTo>
                      <a:pt x="0" y="281"/>
                    </a:lnTo>
                    <a:lnTo>
                      <a:pt x="11" y="268"/>
                    </a:lnTo>
                    <a:lnTo>
                      <a:pt x="21" y="255"/>
                    </a:lnTo>
                    <a:lnTo>
                      <a:pt x="32" y="244"/>
                    </a:lnTo>
                    <a:lnTo>
                      <a:pt x="43" y="234"/>
                    </a:lnTo>
                    <a:lnTo>
                      <a:pt x="55" y="224"/>
                    </a:lnTo>
                    <a:lnTo>
                      <a:pt x="66" y="216"/>
                    </a:lnTo>
                    <a:lnTo>
                      <a:pt x="79" y="208"/>
                    </a:lnTo>
                    <a:lnTo>
                      <a:pt x="90" y="201"/>
                    </a:lnTo>
                    <a:lnTo>
                      <a:pt x="116" y="189"/>
                    </a:lnTo>
                    <a:lnTo>
                      <a:pt x="141" y="178"/>
                    </a:lnTo>
                    <a:lnTo>
                      <a:pt x="192" y="159"/>
                    </a:lnTo>
                    <a:lnTo>
                      <a:pt x="216" y="148"/>
                    </a:lnTo>
                    <a:lnTo>
                      <a:pt x="239" y="137"/>
                    </a:lnTo>
                    <a:lnTo>
                      <a:pt x="249" y="130"/>
                    </a:lnTo>
                    <a:lnTo>
                      <a:pt x="260" y="123"/>
                    </a:lnTo>
                    <a:lnTo>
                      <a:pt x="271" y="115"/>
                    </a:lnTo>
                    <a:lnTo>
                      <a:pt x="280" y="107"/>
                    </a:lnTo>
                    <a:lnTo>
                      <a:pt x="290" y="97"/>
                    </a:lnTo>
                    <a:lnTo>
                      <a:pt x="299" y="87"/>
                    </a:lnTo>
                    <a:lnTo>
                      <a:pt x="306" y="75"/>
                    </a:lnTo>
                    <a:lnTo>
                      <a:pt x="315" y="63"/>
                    </a:lnTo>
                    <a:lnTo>
                      <a:pt x="321" y="49"/>
                    </a:lnTo>
                    <a:lnTo>
                      <a:pt x="327" y="34"/>
                    </a:lnTo>
                    <a:lnTo>
                      <a:pt x="332" y="1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99CC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" name="Freeform 374"/>
              <p:cNvSpPr>
                <a:spLocks/>
              </p:cNvSpPr>
              <p:nvPr/>
            </p:nvSpPr>
            <p:spPr bwMode="gray">
              <a:xfrm>
                <a:off x="6998679" y="4281885"/>
                <a:ext cx="525093" cy="376628"/>
              </a:xfrm>
              <a:custGeom>
                <a:avLst/>
                <a:gdLst/>
                <a:ahLst/>
                <a:cxnLst>
                  <a:cxn ang="0">
                    <a:pos x="0" y="104"/>
                  </a:cxn>
                  <a:cxn ang="0">
                    <a:pos x="0" y="104"/>
                  </a:cxn>
                  <a:cxn ang="0">
                    <a:pos x="11" y="87"/>
                  </a:cxn>
                  <a:cxn ang="0">
                    <a:pos x="21" y="73"/>
                  </a:cxn>
                  <a:cxn ang="0">
                    <a:pos x="32" y="63"/>
                  </a:cxn>
                  <a:cxn ang="0">
                    <a:pos x="43" y="55"/>
                  </a:cxn>
                  <a:cxn ang="0">
                    <a:pos x="54" y="49"/>
                  </a:cxn>
                  <a:cxn ang="0">
                    <a:pos x="65" y="45"/>
                  </a:cxn>
                  <a:cxn ang="0">
                    <a:pos x="75" y="41"/>
                  </a:cxn>
                  <a:cxn ang="0">
                    <a:pos x="86" y="38"/>
                  </a:cxn>
                  <a:cxn ang="0">
                    <a:pos x="108" y="34"/>
                  </a:cxn>
                  <a:cxn ang="0">
                    <a:pos x="118" y="32"/>
                  </a:cxn>
                  <a:cxn ang="0">
                    <a:pos x="128" y="28"/>
                  </a:cxn>
                  <a:cxn ang="0">
                    <a:pos x="138" y="24"/>
                  </a:cxn>
                  <a:cxn ang="0">
                    <a:pos x="147" y="17"/>
                  </a:cxn>
                  <a:cxn ang="0">
                    <a:pos x="157" y="10"/>
                  </a:cxn>
                  <a:cxn ang="0">
                    <a:pos x="166" y="0"/>
                  </a:cxn>
                  <a:cxn ang="0">
                    <a:pos x="151" y="120"/>
                  </a:cxn>
                  <a:cxn ang="0">
                    <a:pos x="0" y="104"/>
                  </a:cxn>
                </a:cxnLst>
                <a:rect l="0" t="0" r="r" b="b"/>
                <a:pathLst>
                  <a:path w="166" h="120">
                    <a:moveTo>
                      <a:pt x="0" y="104"/>
                    </a:moveTo>
                    <a:lnTo>
                      <a:pt x="0" y="104"/>
                    </a:lnTo>
                    <a:lnTo>
                      <a:pt x="11" y="87"/>
                    </a:lnTo>
                    <a:lnTo>
                      <a:pt x="21" y="73"/>
                    </a:lnTo>
                    <a:lnTo>
                      <a:pt x="32" y="63"/>
                    </a:lnTo>
                    <a:lnTo>
                      <a:pt x="43" y="55"/>
                    </a:lnTo>
                    <a:lnTo>
                      <a:pt x="54" y="49"/>
                    </a:lnTo>
                    <a:lnTo>
                      <a:pt x="65" y="45"/>
                    </a:lnTo>
                    <a:lnTo>
                      <a:pt x="75" y="41"/>
                    </a:lnTo>
                    <a:lnTo>
                      <a:pt x="86" y="38"/>
                    </a:lnTo>
                    <a:lnTo>
                      <a:pt x="108" y="34"/>
                    </a:lnTo>
                    <a:lnTo>
                      <a:pt x="118" y="32"/>
                    </a:lnTo>
                    <a:lnTo>
                      <a:pt x="128" y="28"/>
                    </a:lnTo>
                    <a:lnTo>
                      <a:pt x="138" y="24"/>
                    </a:lnTo>
                    <a:lnTo>
                      <a:pt x="147" y="17"/>
                    </a:lnTo>
                    <a:lnTo>
                      <a:pt x="157" y="10"/>
                    </a:lnTo>
                    <a:lnTo>
                      <a:pt x="166" y="0"/>
                    </a:lnTo>
                    <a:lnTo>
                      <a:pt x="151" y="120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066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" name="Freeform 375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" name="Freeform 376"/>
              <p:cNvSpPr>
                <a:spLocks noEditPoints="1"/>
              </p:cNvSpPr>
              <p:nvPr/>
            </p:nvSpPr>
            <p:spPr bwMode="gray">
              <a:xfrm>
                <a:off x="6351890" y="3593258"/>
                <a:ext cx="1284563" cy="1067483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53" y="3"/>
                  </a:cxn>
                  <a:cxn ang="0">
                    <a:pos x="51" y="4"/>
                  </a:cxn>
                  <a:cxn ang="0">
                    <a:pos x="51" y="5"/>
                  </a:cxn>
                  <a:cxn ang="0">
                    <a:pos x="0" y="301"/>
                  </a:cxn>
                  <a:cxn ang="0">
                    <a:pos x="0" y="303"/>
                  </a:cxn>
                  <a:cxn ang="0">
                    <a:pos x="2" y="303"/>
                  </a:cxn>
                  <a:cxn ang="0">
                    <a:pos x="355" y="342"/>
                  </a:cxn>
                  <a:cxn ang="0">
                    <a:pos x="356" y="342"/>
                  </a:cxn>
                  <a:cxn ang="0">
                    <a:pos x="357" y="341"/>
                  </a:cxn>
                  <a:cxn ang="0">
                    <a:pos x="406" y="2"/>
                  </a:cxn>
                  <a:cxn ang="0">
                    <a:pos x="405" y="1"/>
                  </a:cxn>
                  <a:cxn ang="0">
                    <a:pos x="404" y="0"/>
                  </a:cxn>
                  <a:cxn ang="0">
                    <a:pos x="401" y="4"/>
                  </a:cxn>
                  <a:cxn ang="0">
                    <a:pos x="401" y="4"/>
                  </a:cxn>
                  <a:cxn ang="0">
                    <a:pos x="354" y="338"/>
                  </a:cxn>
                  <a:cxn ang="0">
                    <a:pos x="5" y="300"/>
                  </a:cxn>
                  <a:cxn ang="0">
                    <a:pos x="54" y="7"/>
                  </a:cxn>
                  <a:cxn ang="0">
                    <a:pos x="401" y="4"/>
                  </a:cxn>
                </a:cxnLst>
                <a:rect l="0" t="0" r="r" b="b"/>
                <a:pathLst>
                  <a:path w="406" h="342">
                    <a:moveTo>
                      <a:pt x="404" y="0"/>
                    </a:moveTo>
                    <a:lnTo>
                      <a:pt x="53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0" y="301"/>
                    </a:lnTo>
                    <a:lnTo>
                      <a:pt x="0" y="303"/>
                    </a:lnTo>
                    <a:lnTo>
                      <a:pt x="2" y="303"/>
                    </a:lnTo>
                    <a:lnTo>
                      <a:pt x="355" y="342"/>
                    </a:lnTo>
                    <a:lnTo>
                      <a:pt x="356" y="342"/>
                    </a:lnTo>
                    <a:lnTo>
                      <a:pt x="357" y="341"/>
                    </a:lnTo>
                    <a:lnTo>
                      <a:pt x="406" y="2"/>
                    </a:lnTo>
                    <a:lnTo>
                      <a:pt x="405" y="1"/>
                    </a:lnTo>
                    <a:lnTo>
                      <a:pt x="404" y="0"/>
                    </a:lnTo>
                    <a:close/>
                    <a:moveTo>
                      <a:pt x="401" y="4"/>
                    </a:moveTo>
                    <a:lnTo>
                      <a:pt x="401" y="4"/>
                    </a:lnTo>
                    <a:lnTo>
                      <a:pt x="354" y="338"/>
                    </a:lnTo>
                    <a:lnTo>
                      <a:pt x="5" y="300"/>
                    </a:lnTo>
                    <a:lnTo>
                      <a:pt x="54" y="7"/>
                    </a:lnTo>
                    <a:lnTo>
                      <a:pt x="401" y="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" name="Freeform 377"/>
              <p:cNvSpPr>
                <a:spLocks/>
              </p:cNvSpPr>
              <p:nvPr/>
            </p:nvSpPr>
            <p:spPr bwMode="gray">
              <a:xfrm>
                <a:off x="6577252" y="3682400"/>
                <a:ext cx="81130" cy="135943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30"/>
                  </a:cxn>
                  <a:cxn ang="0">
                    <a:pos x="2" y="37"/>
                  </a:cxn>
                  <a:cxn ang="0">
                    <a:pos x="3" y="40"/>
                  </a:cxn>
                  <a:cxn ang="0">
                    <a:pos x="5" y="42"/>
                  </a:cxn>
                  <a:cxn ang="0">
                    <a:pos x="7" y="44"/>
                  </a:cxn>
                  <a:cxn ang="0">
                    <a:pos x="9" y="44"/>
                  </a:cxn>
                  <a:cxn ang="0">
                    <a:pos x="12" y="44"/>
                  </a:cxn>
                  <a:cxn ang="0">
                    <a:pos x="14" y="44"/>
                  </a:cxn>
                  <a:cxn ang="0">
                    <a:pos x="17" y="42"/>
                  </a:cxn>
                  <a:cxn ang="0">
                    <a:pos x="20" y="39"/>
                  </a:cxn>
                  <a:cxn ang="0">
                    <a:pos x="23" y="33"/>
                  </a:cxn>
                  <a:cxn ang="0">
                    <a:pos x="25" y="25"/>
                  </a:cxn>
                  <a:cxn ang="0">
                    <a:pos x="26" y="16"/>
                  </a:cxn>
                  <a:cxn ang="0">
                    <a:pos x="24" y="9"/>
                  </a:cxn>
                  <a:cxn ang="0">
                    <a:pos x="23" y="6"/>
                  </a:cxn>
                  <a:cxn ang="0">
                    <a:pos x="21" y="3"/>
                  </a:cxn>
                  <a:cxn ang="0">
                    <a:pos x="19" y="1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1" y="1"/>
                  </a:cxn>
                  <a:cxn ang="0">
                    <a:pos x="8" y="3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0" y="20"/>
                  </a:cxn>
                </a:cxnLst>
                <a:rect l="0" t="0" r="r" b="b"/>
                <a:pathLst>
                  <a:path w="26" h="44">
                    <a:moveTo>
                      <a:pt x="0" y="20"/>
                    </a:moveTo>
                    <a:lnTo>
                      <a:pt x="0" y="20"/>
                    </a:lnTo>
                    <a:lnTo>
                      <a:pt x="0" y="30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5" y="42"/>
                    </a:lnTo>
                    <a:lnTo>
                      <a:pt x="7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7" y="42"/>
                    </a:lnTo>
                    <a:lnTo>
                      <a:pt x="20" y="39"/>
                    </a:lnTo>
                    <a:lnTo>
                      <a:pt x="23" y="33"/>
                    </a:lnTo>
                    <a:lnTo>
                      <a:pt x="25" y="25"/>
                    </a:lnTo>
                    <a:lnTo>
                      <a:pt x="26" y="16"/>
                    </a:lnTo>
                    <a:lnTo>
                      <a:pt x="24" y="9"/>
                    </a:lnTo>
                    <a:lnTo>
                      <a:pt x="23" y="6"/>
                    </a:lnTo>
                    <a:lnTo>
                      <a:pt x="21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6"/>
                    </a:lnTo>
                    <a:lnTo>
                      <a:pt x="2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4" name="Freeform 378"/>
              <p:cNvSpPr>
                <a:spLocks/>
              </p:cNvSpPr>
              <p:nvPr/>
            </p:nvSpPr>
            <p:spPr bwMode="gray">
              <a:xfrm>
                <a:off x="6696694" y="3682400"/>
                <a:ext cx="38312" cy="84686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13"/>
                  </a:cxn>
                  <a:cxn ang="0">
                    <a:pos x="0" y="18"/>
                  </a:cxn>
                  <a:cxn ang="0">
                    <a:pos x="1" y="22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19"/>
                  </a:cxn>
                  <a:cxn ang="0">
                    <a:pos x="12" y="14"/>
                  </a:cxn>
                  <a:cxn ang="0">
                    <a:pos x="12" y="10"/>
                  </a:cxn>
                  <a:cxn ang="0">
                    <a:pos x="12" y="6"/>
                  </a:cxn>
                  <a:cxn ang="0">
                    <a:pos x="10" y="3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4" y="3"/>
                  </a:cxn>
                  <a:cxn ang="0">
                    <a:pos x="2" y="8"/>
                  </a:cxn>
                  <a:cxn ang="0">
                    <a:pos x="1" y="13"/>
                  </a:cxn>
                </a:cxnLst>
                <a:rect l="0" t="0" r="r" b="b"/>
                <a:pathLst>
                  <a:path w="12" h="27">
                    <a:moveTo>
                      <a:pt x="1" y="13"/>
                    </a:moveTo>
                    <a:lnTo>
                      <a:pt x="1" y="13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5"/>
                    </a:lnTo>
                    <a:lnTo>
                      <a:pt x="4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19"/>
                    </a:lnTo>
                    <a:lnTo>
                      <a:pt x="12" y="14"/>
                    </a:lnTo>
                    <a:lnTo>
                      <a:pt x="12" y="10"/>
                    </a:lnTo>
                    <a:lnTo>
                      <a:pt x="12" y="6"/>
                    </a:lnTo>
                    <a:lnTo>
                      <a:pt x="10" y="3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8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5" name="Freeform 37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999999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6" name="Freeform 38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7" name="Freeform 38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8" name="Freeform 382"/>
              <p:cNvSpPr>
                <a:spLocks noEditPoints="1"/>
              </p:cNvSpPr>
              <p:nvPr/>
            </p:nvSpPr>
            <p:spPr bwMode="gray">
              <a:xfrm>
                <a:off x="7343482" y="4745427"/>
                <a:ext cx="49580" cy="5348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0" y="13"/>
                  </a:cxn>
                  <a:cxn ang="0">
                    <a:pos x="2" y="14"/>
                  </a:cxn>
                  <a:cxn ang="0">
                    <a:pos x="4" y="16"/>
                  </a:cxn>
                  <a:cxn ang="0">
                    <a:pos x="7" y="17"/>
                  </a:cxn>
                  <a:cxn ang="0">
                    <a:pos x="10" y="16"/>
                  </a:cxn>
                  <a:cxn ang="0">
                    <a:pos x="13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4" y="6"/>
                  </a:cxn>
                  <a:cxn ang="0">
                    <a:pos x="13" y="4"/>
                  </a:cxn>
                  <a:cxn ang="0">
                    <a:pos x="10" y="2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4" y="9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0" y="7"/>
                  </a:cxn>
                  <a:cxn ang="0">
                    <a:pos x="11" y="9"/>
                  </a:cxn>
                  <a:cxn ang="0">
                    <a:pos x="10" y="13"/>
                  </a:cxn>
                  <a:cxn ang="0">
                    <a:pos x="7" y="13"/>
                  </a:cxn>
                  <a:cxn ang="0">
                    <a:pos x="5" y="13"/>
                  </a:cxn>
                  <a:cxn ang="0">
                    <a:pos x="4" y="9"/>
                  </a:cxn>
                </a:cxnLst>
                <a:rect l="0" t="0" r="r" b="b"/>
                <a:pathLst>
                  <a:path w="16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3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7" y="17"/>
                    </a:lnTo>
                    <a:lnTo>
                      <a:pt x="10" y="16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6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  <a:moveTo>
                      <a:pt x="4" y="9"/>
                    </a:move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0" y="13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9" name="Freeform 383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0" name="Freeform 384"/>
              <p:cNvSpPr>
                <a:spLocks noEditPoints="1"/>
              </p:cNvSpPr>
              <p:nvPr/>
            </p:nvSpPr>
            <p:spPr bwMode="gray">
              <a:xfrm>
                <a:off x="7411091" y="4745427"/>
                <a:ext cx="65355" cy="6462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5" y="19"/>
                  </a:cxn>
                  <a:cxn ang="0">
                    <a:pos x="9" y="21"/>
                  </a:cxn>
                  <a:cxn ang="0">
                    <a:pos x="13" y="19"/>
                  </a:cxn>
                  <a:cxn ang="0">
                    <a:pos x="16" y="18"/>
                  </a:cxn>
                  <a:cxn ang="0">
                    <a:pos x="19" y="14"/>
                  </a:cxn>
                  <a:cxn ang="0">
                    <a:pos x="20" y="10"/>
                  </a:cxn>
                  <a:cxn ang="0">
                    <a:pos x="19" y="6"/>
                  </a:cxn>
                  <a:cxn ang="0">
                    <a:pos x="16" y="3"/>
                  </a:cxn>
                  <a:cxn ang="0">
                    <a:pos x="13" y="0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5"/>
                  </a:cxn>
                  <a:cxn ang="0">
                    <a:pos x="9" y="5"/>
                  </a:cxn>
                  <a:cxn ang="0">
                    <a:pos x="11" y="5"/>
                  </a:cxn>
                  <a:cxn ang="0">
                    <a:pos x="13" y="6"/>
                  </a:cxn>
                  <a:cxn ang="0">
                    <a:pos x="15" y="8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4"/>
                  </a:cxn>
                  <a:cxn ang="0">
                    <a:pos x="4" y="13"/>
                  </a:cxn>
                  <a:cxn ang="0">
                    <a:pos x="4" y="10"/>
                  </a:cxn>
                </a:cxnLst>
                <a:rect l="0" t="0" r="r" b="b"/>
                <a:pathLst>
                  <a:path w="20" h="21">
                    <a:moveTo>
                      <a:pt x="0" y="1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5" y="19"/>
                    </a:lnTo>
                    <a:lnTo>
                      <a:pt x="9" y="21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  <a:moveTo>
                      <a:pt x="4" y="10"/>
                    </a:move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4"/>
                    </a:lnTo>
                    <a:lnTo>
                      <a:pt x="4" y="13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1" name="Freeform 385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2" name="Freeform 386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3" name="Freeform 387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4" name="Freeform 388"/>
              <p:cNvSpPr>
                <a:spLocks/>
              </p:cNvSpPr>
              <p:nvPr/>
            </p:nvSpPr>
            <p:spPr bwMode="gray">
              <a:xfrm>
                <a:off x="6270757" y="4596112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5" name="Freeform 389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6" name="Freeform 390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7" name="Freeform 391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8" name="Freeform 392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9" name="Freeform 393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0" name="Freeform 394"/>
              <p:cNvSpPr>
                <a:spLocks/>
              </p:cNvSpPr>
              <p:nvPr/>
            </p:nvSpPr>
            <p:spPr bwMode="gray">
              <a:xfrm>
                <a:off x="6987412" y="4863541"/>
                <a:ext cx="178037" cy="180513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1" name="Freeform 395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2" name="Freeform 396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3" name="Freeform 397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ECFF"/>
                  </a:gs>
                  <a:gs pos="100000">
                    <a:srgbClr val="6699FF"/>
                  </a:gs>
                </a:gsLst>
                <a:lin ang="18900000" scaled="1"/>
              </a:gra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4" name="Freeform 398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5" name="Freeform 39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777777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6" name="Freeform 40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7" name="Freeform 40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8" name="Freeform 402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9" name="Freeform 403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26" name="Group 1684"/>
            <p:cNvGrpSpPr/>
            <p:nvPr/>
          </p:nvGrpSpPr>
          <p:grpSpPr bwMode="gray">
            <a:xfrm>
              <a:off x="5729527" y="5251803"/>
              <a:ext cx="1576200" cy="465189"/>
              <a:chOff x="5729527" y="5251803"/>
              <a:chExt cx="1576200" cy="465189"/>
            </a:xfrm>
          </p:grpSpPr>
          <p:sp>
            <p:nvSpPr>
              <p:cNvPr id="1727" name="Freeform 1541"/>
              <p:cNvSpPr>
                <a:spLocks/>
              </p:cNvSpPr>
              <p:nvPr/>
            </p:nvSpPr>
            <p:spPr bwMode="gray">
              <a:xfrm>
                <a:off x="5772422" y="5259181"/>
                <a:ext cx="1533305" cy="320081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40"/>
                  </a:cxn>
                  <a:cxn ang="0">
                    <a:pos x="38" y="53"/>
                  </a:cxn>
                  <a:cxn ang="0">
                    <a:pos x="28" y="65"/>
                  </a:cxn>
                  <a:cxn ang="0">
                    <a:pos x="19" y="77"/>
                  </a:cxn>
                  <a:cxn ang="0">
                    <a:pos x="10" y="89"/>
                  </a:cxn>
                  <a:cxn ang="0">
                    <a:pos x="3" y="99"/>
                  </a:cxn>
                  <a:cxn ang="0">
                    <a:pos x="19" y="107"/>
                  </a:cxn>
                  <a:cxn ang="0">
                    <a:pos x="253" y="118"/>
                  </a:cxn>
                  <a:cxn ang="0">
                    <a:pos x="617" y="130"/>
                  </a:cxn>
                  <a:cxn ang="0">
                    <a:pos x="622" y="106"/>
                  </a:cxn>
                  <a:cxn ang="0">
                    <a:pos x="631" y="74"/>
                  </a:cxn>
                  <a:cxn ang="0">
                    <a:pos x="646" y="43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48" h="136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40"/>
                    </a:lnTo>
                    <a:lnTo>
                      <a:pt x="42" y="46"/>
                    </a:lnTo>
                    <a:lnTo>
                      <a:pt x="38" y="53"/>
                    </a:lnTo>
                    <a:lnTo>
                      <a:pt x="33" y="59"/>
                    </a:lnTo>
                    <a:lnTo>
                      <a:pt x="28" y="65"/>
                    </a:lnTo>
                    <a:lnTo>
                      <a:pt x="24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0" y="89"/>
                    </a:lnTo>
                    <a:lnTo>
                      <a:pt x="6" y="94"/>
                    </a:lnTo>
                    <a:lnTo>
                      <a:pt x="3" y="99"/>
                    </a:lnTo>
                    <a:lnTo>
                      <a:pt x="0" y="107"/>
                    </a:lnTo>
                    <a:lnTo>
                      <a:pt x="19" y="107"/>
                    </a:lnTo>
                    <a:lnTo>
                      <a:pt x="104" y="110"/>
                    </a:lnTo>
                    <a:lnTo>
                      <a:pt x="253" y="118"/>
                    </a:lnTo>
                    <a:lnTo>
                      <a:pt x="615" y="136"/>
                    </a:lnTo>
                    <a:lnTo>
                      <a:pt x="617" y="130"/>
                    </a:lnTo>
                    <a:lnTo>
                      <a:pt x="619" y="119"/>
                    </a:lnTo>
                    <a:lnTo>
                      <a:pt x="622" y="106"/>
                    </a:lnTo>
                    <a:lnTo>
                      <a:pt x="626" y="90"/>
                    </a:lnTo>
                    <a:lnTo>
                      <a:pt x="631" y="74"/>
                    </a:lnTo>
                    <a:lnTo>
                      <a:pt x="638" y="58"/>
                    </a:lnTo>
                    <a:lnTo>
                      <a:pt x="646" y="43"/>
                    </a:lnTo>
                    <a:lnTo>
                      <a:pt x="648" y="29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8" name="Freeform 1542"/>
              <p:cNvSpPr>
                <a:spLocks/>
              </p:cNvSpPr>
              <p:nvPr/>
            </p:nvSpPr>
            <p:spPr bwMode="gray">
              <a:xfrm>
                <a:off x="5734449" y="5501965"/>
                <a:ext cx="1498146" cy="215027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9" name="Freeform 1543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F77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0" name="Freeform 1544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1" name="Freeform 1545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15162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A59E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2" name="Freeform 1546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3" name="Freeform 1547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4" name="Freeform 1548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5" name="Freeform 1549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6" name="Freeform 1550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7" name="Freeform 1551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8" name="Freeform 1552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9" name="Freeform 1553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" name="Freeform 1554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1" name="Freeform 1555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" name="Freeform 1556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" name="Freeform 1557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" name="Freeform 1558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" name="Freeform 1559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" name="Freeform 1560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" name="Freeform 1561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" name="Freeform 1562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" name="Freeform 1563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" name="Freeform 1564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" name="Freeform 1565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" name="Freeform 1566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" name="Freeform 1567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" name="Freeform 1568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" name="Freeform 1569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" name="Freeform 1570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" name="Freeform 1571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" name="Freeform 1572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" name="Freeform 1573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" name="Freeform 1574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" name="Freeform 1575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" name="Freeform 1576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" name="Freeform 1577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" name="Freeform 1578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" name="Freeform 1579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" name="Freeform 1580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" name="Freeform 1581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" name="Freeform 1582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9" name="Freeform 1583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0" name="Freeform 1584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1" name="Freeform 1585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2" name="Freeform 1586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" name="Freeform 1587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" name="Freeform 1588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5" name="Freeform 1589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6" name="Freeform 1590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7" name="Freeform 1591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8" name="Freeform 1592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" name="Freeform 1593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" name="Freeform 1594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" name="Freeform 1595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" name="Freeform 1596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3" name="Freeform 1597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4" name="Freeform 1598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5" name="Freeform 1599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6" name="Freeform 1600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" name="Freeform 1601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" name="Freeform 1602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9" name="Freeform 1603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0" name="Freeform 1604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1" name="Freeform 1605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2" name="Freeform 1606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" name="Freeform 1607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" name="Freeform 1608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" name="Freeform 1609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" name="Freeform 1610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7" name="Freeform 1611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8" name="Freeform 1612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9" name="Freeform 1613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0" name="Freeform 1614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" name="Freeform 1615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" name="Freeform 1616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3" name="Freeform 1617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4" name="Freeform 1618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5" name="Freeform 1619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6" name="Freeform 1620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7" name="Freeform 1621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8" name="Freeform 1622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9" name="Freeform 1623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0" name="Freeform 1624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1" name="Freeform 1625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2" name="Freeform 1626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3" name="Freeform 1627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4" name="Freeform 1628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5" name="Freeform 1629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6" name="Freeform 1630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7" name="Freeform 1631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8" name="Freeform 1632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9" name="Freeform 1633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0" name="Freeform 1634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1" name="Freeform 1635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2" name="Freeform 1636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" name="Freeform 1637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" name="Freeform 1638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5" name="Freeform 1639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6" name="Freeform 1640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7" name="Freeform 1641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8" name="Freeform 1642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9" name="Freeform 1643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0" name="Freeform 1644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1" name="Freeform 1645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2" name="Freeform 1646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3" name="Freeform 1647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4" name="Freeform 1648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5" name="Freeform 1649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6" name="Freeform 1650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7" name="Freeform 1651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8" name="Freeform 1652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9" name="Freeform 1653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0" name="Freeform 1654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1" name="Freeform 1655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2" name="Freeform 1656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3" name="Freeform 1657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" name="Freeform 1658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5" name="Freeform 1659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" name="Freeform 1660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" name="Freeform 1661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" name="Freeform 1662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" name="Freeform 1663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" name="Freeform 1664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" name="Freeform 1665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" name="Freeform 1666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" name="Freeform 1667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" name="Freeform 1668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" name="Freeform 1669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" name="Freeform 1670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" name="Freeform 1671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" name="Freeform 1672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" name="Freeform 1673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" name="Freeform 1674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" name="Freeform 1675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" name="Freeform 1676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" name="Freeform 1677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4" name="Freeform 1678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" name="Freeform 1679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" name="Freeform 1680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" name="Freeform 1681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8" name="Freeform 1682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" name="Freeform 1683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" name="Freeform 1684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" name="Freeform 1685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" name="Freeform 1686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" name="Freeform 1687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" name="Freeform 1688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" name="Freeform 1689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" name="Freeform 1690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" name="Freeform 1691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" name="Freeform 1692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" name="Freeform 1693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" name="Freeform 1694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" name="Freeform 1695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2" name="Freeform 1696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" name="Freeform 1697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" name="Freeform 1698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" name="Freeform 1699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" name="Freeform 1700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" name="Freeform 1701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8" name="Freeform 1702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" name="Freeform 1703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" name="Freeform 1704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" name="Freeform 1705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" name="Freeform 1706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" name="Freeform 1707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" name="Freeform 1708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" name="Freeform 1709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" name="Freeform 1710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" name="Freeform 1711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8" name="Freeform 1712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9" name="Freeform 1713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" name="Freeform 1714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" name="Freeform 1715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" name="Freeform 1716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" name="Freeform 1717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4" name="Freeform 1718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5" name="Freeform 1719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" name="Freeform 1720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" name="Freeform 1721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" name="Freeform 1722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" name="Freeform 1723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0" name="Freeform 1724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1" name="Freeform 1725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2" name="Freeform 1726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" name="Freeform 1727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" name="Freeform 1728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" name="Freeform 1729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6" name="Freeform 1730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7" name="Freeform 1731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8" name="Freeform 1732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9" name="Freeform 1733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0" name="Freeform 1734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1" name="Freeform 1735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2" name="Freeform 1736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3" name="Freeform 1737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4" name="Freeform 1738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5" name="Freeform 1739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6" name="Freeform 1740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7" name="Freeform 1741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8" name="Freeform 1742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9" name="Freeform 1743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0" name="Freeform 1744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1" name="Freeform 1745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2" name="Freeform 1746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3" name="Freeform 1747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4" name="Freeform 1748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5" name="Freeform 1749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6" name="Freeform 1750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7" name="Freeform 1751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8" name="Freeform 1752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9" name="Freeform 1753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0" name="Freeform 1754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1" name="Freeform 1755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2" name="Freeform 1756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3" name="Freeform 1757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4" name="Freeform 1758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5" name="Freeform 1759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6" name="Freeform 1760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7" name="Freeform 1761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" name="Freeform 1762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" name="Freeform 1763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" name="Freeform 1764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" name="Freeform 1765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" name="Freeform 1766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" name="Freeform 1767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" name="Freeform 1768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" name="Freeform 1769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" name="Freeform 1770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" name="Freeform 1771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" name="Freeform 1772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9" name="Freeform 1773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0" name="Freeform 1774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" name="Freeform 1775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2" name="Freeform 1776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" name="Freeform 1777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4" name="Freeform 1778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5" name="Freeform 1779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6" name="Freeform 1780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" name="Freeform 1781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" name="Freeform 1782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" name="Freeform 1783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0" name="Freeform 1784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1" name="Freeform 1785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2" name="Freeform 1786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3" name="Freeform 1787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4" name="Freeform 1788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5" name="Freeform 1789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6" name="Freeform 1790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7" name="Freeform 1791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8" name="Freeform 1792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" name="Freeform 1793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0" name="Freeform 1794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1" name="Freeform 1795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2" name="Freeform 1796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3" name="Freeform 1797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4" name="Freeform 1798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" name="Freeform 1799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" name="Freeform 1800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" name="Freeform 1801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8" name="Freeform 1802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9" name="Freeform 1803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0" name="Freeform 1804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1" name="Freeform 1805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2" name="Freeform 1806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Freeform 1807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4" name="Freeform 1808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5" name="Freeform 1809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6" name="Freeform 1810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7" name="Freeform 1811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8" name="Freeform 1812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9" name="Freeform 1813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0" name="Freeform 1814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1" name="Freeform 1815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2" name="Freeform 1816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3" name="Freeform 1817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4" name="Freeform 1818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5" name="Freeform 1819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6" name="Freeform 1820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7" name="Freeform 1821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8" name="Freeform 1822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Freeform 1823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Freeform 1824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1" name="Freeform 1825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2" name="Freeform 1826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3" name="Freeform 1827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4" name="Freeform 1828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5" name="Freeform 1829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6" name="Freeform 1830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7" name="Freeform 1831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8" name="Freeform 1832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9" name="Freeform 1833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0" name="Freeform 1834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1" name="Freeform 1835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2" name="Freeform 1836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3" name="Freeform 1837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4" name="Freeform 1838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5" name="Freeform 1839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6" name="Freeform 1840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7" name="Freeform 1841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8" name="Freeform 1842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9" name="Freeform 1843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0" name="Freeform 1844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1" name="Freeform 1845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2" name="Freeform 1846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3" name="Freeform 1847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4" name="Freeform 1848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5" name="Freeform 1849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6" name="Freeform 1850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7" name="Freeform 1851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8" name="Freeform 1852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9" name="Freeform 1853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0" name="Freeform 1854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" name="Freeform 1855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2" name="Freeform 1856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3" name="Freeform 1857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4" name="Freeform 1858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5" name="Freeform 1859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6" name="Freeform 1860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7" name="Freeform 1861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8" name="Freeform 1862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9" name="Freeform 1863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" name="Freeform 1864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" name="Freeform 1865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" name="Freeform 1866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" name="Freeform 1867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4" name="Freeform 1868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" name="Freeform 1869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" name="Freeform 1870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" name="Freeform 1871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" name="Freeform 1872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" name="Freeform 1873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" name="Freeform 1874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" name="Freeform 1875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2" name="Freeform 1876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3" name="Freeform 1877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4" name="Freeform 1878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5" name="Freeform 1879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6" name="Freeform 1880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7" name="Freeform 1881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" name="Freeform 1882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Freeform 1883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Freeform 1884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Freeform 1885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2" name="Freeform 1886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" name="Freeform 1887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" name="Freeform 1888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1889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1890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Freeform 1891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" name="Freeform 1892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9" name="Freeform 1893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0" name="Freeform 1894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1895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1896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Freeform 1897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4" name="Freeform 1898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5" name="Freeform 1899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6" name="Freeform 1900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1901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1902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Freeform 1903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0" name="Freeform 190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1" name="Freeform 1905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2" name="Freeform 1906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3" name="Freeform 1907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4" name="Freeform 1908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5" name="Freeform 1909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6" name="Freeform 191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7" name="Freeform 191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8" name="Freeform 1912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9" name="Freeform 1913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" name="Freeform 1914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22540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1" name="Freeform 1915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2" name="Freeform 1916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3" name="Freeform 1917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4" name="Freeform 1918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5" name="Freeform 1919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6" name="Freeform 1920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7" name="Freeform 1921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8" name="Freeform 1922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9" name="Freeform 1923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0" name="Freeform 1924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1" name="Freeform 1925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2" name="Freeform 1926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3" name="Freeform 1927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4" name="Freeform 1928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5" name="Freeform 1929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6" name="Freeform 1930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7" name="Freeform 1931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8" name="Freeform 1932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9" name="Freeform 1933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0" name="Freeform 1934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1" name="Freeform 1935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2" name="Freeform 1936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3" name="Freeform 1937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4" name="Freeform 1938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5" name="Freeform 1939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6" name="Freeform 1940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7" name="Freeform 1941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8" name="Freeform 1942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9" name="Freeform 1943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0" name="Freeform 1944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1" name="Freeform 1945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2" name="Freeform 1946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3" name="Freeform 1947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4" name="Freeform 1948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5" name="Freeform 1949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6" name="Freeform 1950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7" name="Freeform 1951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8" name="Freeform 1952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9" name="Freeform 1953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0" name="Freeform 1954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1" name="Freeform 1955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2" name="Freeform 1956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3" name="Freeform 1957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4" name="Freeform 1958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5" name="Freeform 1959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6" name="Freeform 1960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7" name="Freeform 1961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8" name="Freeform 1962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9" name="Freeform 1963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0" name="Freeform 1964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1" name="Freeform 1965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" name="Freeform 1966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" name="Freeform 1967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" name="Freeform 1968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" name="Freeform 1969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6" name="Freeform 1970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7" name="Freeform 1971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8" name="Freeform 1972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9" name="Freeform 1973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0" name="Freeform 1974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1" name="Freeform 1975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" name="Freeform 1976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3" name="Freeform 1977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" name="Freeform 1978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5" name="Freeform 1979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" name="Freeform 1980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7" name="Freeform 1981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8" name="Freeform 1982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9" name="Freeform 1983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0" name="Freeform 1984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1" name="Freeform 1985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2" name="Freeform 1986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3" name="Freeform 1987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4" name="Freeform 1988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5" name="Freeform 1989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6" name="Freeform 1990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7" name="Freeform 1991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8" name="Freeform 1992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9" name="Freeform 1993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0" name="Freeform 1994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1" name="Freeform 1995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2" name="Freeform 1996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3" name="Freeform 1997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4" name="Freeform 1998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5" name="Freeform 1999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6" name="Freeform 2000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7" name="Freeform 2001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8" name="Freeform 2002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9" name="Freeform 2003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0" name="Freeform 2004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1" name="Freeform 2005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2" name="Freeform 2006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3" name="Freeform 2007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4" name="Freeform 2008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5" name="Freeform 2009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6" name="Freeform 2010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7" name="Freeform 2011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8" name="Freeform 2012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9" name="Freeform 2013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0" name="Freeform 2014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1" name="Freeform 2015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2" name="Freeform 2016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3" name="Freeform 2017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4" name="Freeform 2018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5" name="Freeform 2019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6" name="Freeform 2020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7" name="Freeform 2021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8" name="Freeform 2022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9" name="Freeform 2023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0" name="Freeform 2024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1" name="Freeform 2025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2" name="Freeform 2026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3" name="Freeform 2027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4" name="Freeform 2028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5" name="Freeform 2029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6" name="Freeform 2030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7" name="Freeform 2031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8" name="Freeform 2032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9" name="Freeform 2033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0" name="Freeform 2034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1" name="Freeform 2035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2" name="Freeform 2036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3" name="Freeform 2037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4" name="Freeform 2038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5" name="Freeform 2039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6" name="Freeform 2040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7" name="Freeform 2041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8" name="Freeform 2042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9" name="Freeform 2043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0" name="Freeform 2044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1" name="Freeform 2045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2" name="Freeform 2046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3" name="Freeform 2047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4" name="Freeform 2048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5" name="Freeform 2049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6" name="Freeform 2050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7" name="Freeform 2051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8" name="Freeform 2052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9" name="Freeform 2053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0" name="Freeform 2054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1" name="Freeform 2055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2" name="Freeform 2056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3" name="Freeform 2057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4" name="Freeform 2058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5" name="Freeform 2059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6" name="Freeform 2060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7" name="Freeform 2061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8" name="Freeform 2062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9" name="Freeform 2063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0" name="Freeform 2064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1" name="Freeform 2065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2" name="Freeform 2066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3" name="Freeform 2067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" name="Freeform 2068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" name="Freeform 2069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" name="Freeform 2070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" name="Freeform 2071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" name="Freeform 2072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" name="Freeform 2073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" name="Freeform 2074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" name="Freeform 2075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" name="Freeform 2076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" name="Freeform 2077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" name="Freeform 2078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" name="Freeform 2079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" name="Freeform 2080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" name="Freeform 2081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" name="Freeform 2082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" name="Freeform 2083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" name="Freeform 2084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" name="Freeform 2085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" name="Freeform 2086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" name="Freeform 2087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" name="Freeform 2088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" name="Freeform 2089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6" name="Freeform 2090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7" name="Freeform 2091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8" name="Freeform 2092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9" name="Freeform 2093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0" name="Freeform 2094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1" name="Freeform 2095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2" name="Freeform 2096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3" name="Freeform 2097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4" name="Freeform 2098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5" name="Freeform 2099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6" name="Freeform 2100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7" name="Freeform 2101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8" name="Freeform 2102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9" name="Freeform 2103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0" name="Freeform 2104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1" name="Freeform 2105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2" name="Freeform 2106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" name="Freeform 2107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" name="Freeform 2108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" name="Freeform 2109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" name="Freeform 2110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" name="Freeform 2111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" name="Freeform 2112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" name="Freeform 2113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" name="Freeform 2114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" name="Freeform 2115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" name="Freeform 2116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" name="Freeform 2117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" name="Freeform 2118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" name="Freeform 2119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" name="Freeform 2120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" name="Freeform 2121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" name="Freeform 2122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" name="Freeform 2123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" name="Freeform 2124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" name="Freeform 2125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" name="Freeform 2126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3" name="Freeform 2127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4" name="Freeform 2128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5" name="Freeform 2129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6" name="Freeform 2130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7" name="Freeform 2131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8" name="Freeform 2132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9" name="Freeform 2133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0" name="Freeform 2134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1" name="Freeform 2135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2" name="Freeform 2136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3" name="Freeform 2137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4" name="Freeform 2138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5" name="Freeform 2139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6" name="Freeform 2140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7" name="Freeform 2141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8" name="Freeform 2142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9" name="Freeform 2143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0" name="Freeform 2144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1" name="Freeform 2145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2" name="Freeform 2146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3" name="Freeform 2147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4" name="Freeform 2148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5" name="Freeform 2149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6" name="Freeform 2150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7" name="Freeform 2151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8" name="Freeform 2152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9" name="Freeform 2153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0" name="Freeform 2154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1" name="Freeform 2155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2" name="Freeform 2156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3" name="Freeform 2157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4" name="Freeform 2158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5" name="Freeform 2159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6" name="Freeform 2160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7" name="Freeform 2161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8" name="Freeform 2162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9" name="Freeform 2163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0" name="Freeform 2164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1" name="Freeform 2165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2" name="Freeform 2166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3" name="Freeform 2167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4" name="Freeform 2168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5" name="Freeform 2169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6" name="Freeform 2170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" name="Freeform 2171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" name="Freeform 2172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9" name="Freeform 2173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" name="Freeform 2174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" name="Freeform 2175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" name="Freeform 2176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" name="Freeform 2177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4" name="Freeform 2178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5" name="Freeform 2179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6" name="Freeform 2180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7" name="Freeform 2181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8" name="Freeform 2182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9" name="Freeform 2183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0" name="Freeform 2184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1" name="Freeform 2185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2" name="Freeform 2186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3" name="Freeform 2187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4" name="Freeform 2188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5" name="Freeform 2189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6" name="Freeform 2190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7" name="Freeform 2191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8" name="Freeform 2192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9" name="Freeform 2193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0" name="Freeform 2194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1" name="Freeform 2195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2" name="Freeform 2196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3" name="Freeform 2197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4" name="Freeform 2198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5" name="Freeform 2199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6" name="Freeform 2200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7" name="Freeform 2201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8" name="Freeform 2202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9" name="Freeform 2203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0" name="Freeform 2204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1" name="Freeform 2205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2" name="Freeform 2206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3" name="Freeform 2207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4" name="Freeform 2208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5" name="Freeform 2209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6" name="Freeform 2210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7" name="Freeform 2211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8" name="Freeform 2212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9" name="Freeform 2213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0" name="Freeform 2214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1" name="Freeform 2215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2" name="Freeform 2216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3" name="Freeform 2217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" name="Freeform 2218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" name="Freeform 2219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" name="Freeform 2220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" name="Freeform 2221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8" name="Freeform 2222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9" name="Freeform 2223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0" name="Freeform 2224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1" name="Freeform 2225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" name="Freeform 2226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" name="Freeform 2227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" name="Freeform 2228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" name="Freeform 2229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6" name="Freeform 2230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7" name="Freeform 2231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8" name="Freeform 2232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9" name="Freeform 2233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0" name="Freeform 2234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1" name="Freeform 2235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2" name="Freeform 2236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3" name="Freeform 2237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4" name="Freeform 2238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5" name="Freeform 2239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6" name="Freeform 2240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" name="Freeform 2241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8" name="Freeform 2242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9" name="Freeform 2243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0" name="Freeform 2244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1" name="Freeform 2245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2" name="Freeform 2246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3" name="Freeform 2247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4" name="Freeform 2248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5" name="Freeform 2249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6" name="Freeform 2250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7" name="Freeform 2251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8" name="Freeform 2252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9" name="Freeform 2253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0" name="Freeform 2254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1" name="Freeform 2255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2" name="Freeform 2256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3" name="Freeform 2257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4" name="Freeform 2258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5" name="Freeform 2259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6" name="Freeform 2260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7" name="Freeform 2261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8" name="Freeform 2262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9" name="Freeform 2263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0" name="Freeform 226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1" name="Freeform 2265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2" name="Freeform 2266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3" name="Freeform 2267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4" name="Freeform 2268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5" name="Freeform 2269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6" name="Freeform 227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7" name="Freeform 227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" name="Freeform 2272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" name="Freeform 2273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" name="Freeform 2274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1" name="Freeform 2275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" name="Freeform 2276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" name="Freeform 2277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" name="Freeform 2278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" name="Freeform 2279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" name="Freeform 2280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L’environnement de la salle</a:t>
            </a:r>
            <a:endParaRPr lang="fr-FR" noProof="0" dirty="0"/>
          </a:p>
        </p:txBody>
      </p:sp>
      <p:sp>
        <p:nvSpPr>
          <p:cNvPr id="696323" name="Rectangle 3"/>
          <p:cNvSpPr>
            <a:spLocks noGrp="1" noChangeArrowheads="1"/>
          </p:cNvSpPr>
          <p:nvPr>
            <p:ph idx="1"/>
          </p:nvPr>
        </p:nvSpPr>
        <p:spPr>
          <a:xfrm>
            <a:off x="261310" y="1316038"/>
            <a:ext cx="4289425" cy="4001095"/>
          </a:xfrm>
          <a:noFill/>
        </p:spPr>
        <p:txBody>
          <a:bodyPr/>
          <a:lstStyle/>
          <a:p>
            <a:r>
              <a:rPr lang="fr-FR" noProof="0" smtClean="0">
                <a:latin typeface="Courier New" pitchFamily="49" charset="0"/>
                <a:cs typeface="Courier New" pitchFamily="49" charset="0"/>
              </a:rPr>
              <a:t>LTServer</a:t>
            </a:r>
          </a:p>
          <a:p>
            <a:pPr lvl="1"/>
            <a:r>
              <a:rPr lang="fr-FR" noProof="0" smtClean="0"/>
              <a:t>Windows Server 2003</a:t>
            </a:r>
          </a:p>
          <a:p>
            <a:pPr lvl="1"/>
            <a:r>
              <a:rPr lang="fr-FR" noProof="0" smtClean="0"/>
              <a:t>SQL Server 2008 Developer</a:t>
            </a:r>
          </a:p>
          <a:p>
            <a:pPr lvl="1"/>
            <a:r>
              <a:rPr lang="fr-FR" noProof="0" smtClean="0"/>
              <a:t>Outils SQL Server</a:t>
            </a:r>
          </a:p>
          <a:p>
            <a:pPr lvl="2"/>
            <a:r>
              <a:rPr lang="fr-FR" noProof="0" smtClean="0"/>
              <a:t>Management Studio</a:t>
            </a:r>
          </a:p>
          <a:p>
            <a:pPr lvl="2"/>
            <a:r>
              <a:rPr lang="fr-FR" noProof="0" smtClean="0"/>
              <a:t>Documentation en ligne</a:t>
            </a:r>
          </a:p>
          <a:p>
            <a:pPr lvl="1"/>
            <a:r>
              <a:rPr lang="fr-FR" noProof="0" smtClean="0"/>
              <a:t>Integration Services</a:t>
            </a:r>
          </a:p>
          <a:p>
            <a:pPr lvl="1"/>
            <a:r>
              <a:rPr lang="fr-FR" noProof="0" smtClean="0"/>
              <a:t>Analysis Services</a:t>
            </a:r>
          </a:p>
          <a:p>
            <a:pPr lvl="1"/>
            <a:r>
              <a:rPr lang="fr-FR" noProof="0" smtClean="0"/>
              <a:t>Reporting Services</a:t>
            </a:r>
          </a:p>
          <a:p>
            <a:pPr lvl="1"/>
            <a:r>
              <a:rPr lang="fr-FR" noProof="0" smtClean="0"/>
              <a:t>Microsoft Office 2007</a:t>
            </a:r>
          </a:p>
          <a:p>
            <a:pPr lvl="2"/>
            <a:r>
              <a:rPr lang="fr-FR" noProof="0" smtClean="0"/>
              <a:t>Excel</a:t>
            </a:r>
          </a:p>
          <a:p>
            <a:pPr lvl="2"/>
            <a:r>
              <a:rPr lang="fr-FR" noProof="0" smtClean="0"/>
              <a:t>Access</a:t>
            </a:r>
          </a:p>
          <a:p>
            <a:pPr lvl="1"/>
            <a:r>
              <a:rPr lang="fr-FR" noProof="0" smtClean="0"/>
              <a:t>Internet Information Services 6.0</a:t>
            </a:r>
          </a:p>
        </p:txBody>
      </p:sp>
      <p:sp>
        <p:nvSpPr>
          <p:cNvPr id="696324" name="Rectangle 4"/>
          <p:cNvSpPr>
            <a:spLocks noChangeArrowheads="1"/>
          </p:cNvSpPr>
          <p:nvPr/>
        </p:nvSpPr>
        <p:spPr bwMode="gray">
          <a:xfrm>
            <a:off x="7039561" y="1442450"/>
            <a:ext cx="719137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dirty="0"/>
              <a:t>SQL</a:t>
            </a:r>
            <a:br>
              <a:rPr lang="en-US" dirty="0"/>
            </a:br>
            <a:r>
              <a:rPr lang="en-US" dirty="0"/>
              <a:t>Server</a:t>
            </a:r>
          </a:p>
        </p:txBody>
      </p:sp>
      <p:sp>
        <p:nvSpPr>
          <p:cNvPr id="696354" name="Text Box 34"/>
          <p:cNvSpPr txBox="1">
            <a:spLocks noChangeArrowheads="1"/>
          </p:cNvSpPr>
          <p:nvPr/>
        </p:nvSpPr>
        <p:spPr bwMode="gray">
          <a:xfrm>
            <a:off x="5613636" y="2971875"/>
            <a:ext cx="117987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dirty="0" smtClean="0"/>
              <a:t>Votre</a:t>
            </a:r>
            <a:r>
              <a:rPr lang="en-US" dirty="0" smtClean="0"/>
              <a:t> station</a:t>
            </a:r>
            <a:br>
              <a:rPr lang="en-US" dirty="0" smtClean="0"/>
            </a:br>
            <a:r>
              <a:rPr lang="en-US" dirty="0" smtClean="0"/>
              <a:t>de travail</a:t>
            </a:r>
            <a:endParaRPr lang="en-US" dirty="0"/>
          </a:p>
        </p:txBody>
      </p:sp>
      <p:grpSp>
        <p:nvGrpSpPr>
          <p:cNvPr id="696355" name="Group 35"/>
          <p:cNvGrpSpPr>
            <a:grpSpLocks/>
          </p:cNvGrpSpPr>
          <p:nvPr/>
        </p:nvGrpSpPr>
        <p:grpSpPr bwMode="gray">
          <a:xfrm>
            <a:off x="7064961" y="2055225"/>
            <a:ext cx="582612" cy="1281113"/>
            <a:chOff x="3705" y="138"/>
            <a:chExt cx="459" cy="1008"/>
          </a:xfrm>
        </p:grpSpPr>
        <p:sp>
          <p:nvSpPr>
            <p:cNvPr id="696356" name="Freeform 36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0" y="962"/>
                </a:cxn>
                <a:cxn ang="0">
                  <a:pos x="0" y="217"/>
                </a:cxn>
                <a:cxn ang="0">
                  <a:pos x="209" y="0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0" y="962"/>
                  </a:moveTo>
                  <a:lnTo>
                    <a:pt x="0" y="217"/>
                  </a:lnTo>
                  <a:lnTo>
                    <a:pt x="209" y="0"/>
                  </a:lnTo>
                  <a:lnTo>
                    <a:pt x="0" y="962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57" name="Freeform 37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  <a:cxn ang="0">
                  <a:pos x="209" y="0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58" name="Freeform 38"/>
            <p:cNvSpPr>
              <a:spLocks/>
            </p:cNvSpPr>
            <p:nvPr/>
          </p:nvSpPr>
          <p:spPr bwMode="gray">
            <a:xfrm>
              <a:off x="3955" y="184"/>
              <a:ext cx="209" cy="962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209" y="745"/>
                </a:cxn>
                <a:cxn ang="0">
                  <a:pos x="0" y="962"/>
                </a:cxn>
              </a:cxnLst>
              <a:rect l="0" t="0" r="r" b="b"/>
              <a:pathLst>
                <a:path w="209" h="962">
                  <a:moveTo>
                    <a:pt x="209" y="0"/>
                  </a:moveTo>
                  <a:lnTo>
                    <a:pt x="209" y="745"/>
                  </a:lnTo>
                  <a:lnTo>
                    <a:pt x="0" y="96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59" name="Freeform 39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  <a:cxn ang="0">
                  <a:pos x="0" y="194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0" name="Freeform 40"/>
            <p:cNvSpPr>
              <a:spLocks/>
            </p:cNvSpPr>
            <p:nvPr/>
          </p:nvSpPr>
          <p:spPr bwMode="gray">
            <a:xfrm>
              <a:off x="3705" y="138"/>
              <a:ext cx="457" cy="267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40" y="0"/>
                </a:cxn>
                <a:cxn ang="0">
                  <a:pos x="457" y="46"/>
                </a:cxn>
                <a:cxn ang="0">
                  <a:pos x="250" y="267"/>
                </a:cxn>
              </a:cxnLst>
              <a:rect l="0" t="0" r="r" b="b"/>
              <a:pathLst>
                <a:path w="457" h="267">
                  <a:moveTo>
                    <a:pt x="0" y="194"/>
                  </a:moveTo>
                  <a:lnTo>
                    <a:pt x="240" y="0"/>
                  </a:lnTo>
                  <a:lnTo>
                    <a:pt x="457" y="46"/>
                  </a:lnTo>
                  <a:lnTo>
                    <a:pt x="250" y="267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1" name="Freeform 41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2" name="Freeform 42"/>
            <p:cNvSpPr>
              <a:spLocks/>
            </p:cNvSpPr>
            <p:nvPr/>
          </p:nvSpPr>
          <p:spPr bwMode="gray">
            <a:xfrm>
              <a:off x="3705" y="332"/>
              <a:ext cx="250" cy="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2"/>
                </a:cxn>
                <a:cxn ang="0">
                  <a:pos x="250" y="814"/>
                </a:cxn>
                <a:cxn ang="0">
                  <a:pos x="250" y="71"/>
                </a:cxn>
                <a:cxn ang="0">
                  <a:pos x="0" y="0"/>
                </a:cxn>
              </a:cxnLst>
              <a:rect l="0" t="0" r="r" b="b"/>
              <a:pathLst>
                <a:path w="250" h="814">
                  <a:moveTo>
                    <a:pt x="0" y="0"/>
                  </a:moveTo>
                  <a:lnTo>
                    <a:pt x="0" y="722"/>
                  </a:lnTo>
                  <a:lnTo>
                    <a:pt x="250" y="814"/>
                  </a:lnTo>
                  <a:lnTo>
                    <a:pt x="250" y="71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3" name="Freeform 43"/>
            <p:cNvSpPr>
              <a:spLocks/>
            </p:cNvSpPr>
            <p:nvPr/>
          </p:nvSpPr>
          <p:spPr bwMode="gray">
            <a:xfrm>
              <a:off x="3728" y="870"/>
              <a:ext cx="203" cy="2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3" y="71"/>
                </a:cxn>
                <a:cxn ang="0">
                  <a:pos x="203" y="234"/>
                </a:cxn>
                <a:cxn ang="0">
                  <a:pos x="0" y="163"/>
                </a:cxn>
                <a:cxn ang="0">
                  <a:pos x="0" y="0"/>
                </a:cxn>
              </a:cxnLst>
              <a:rect l="0" t="0" r="r" b="b"/>
              <a:pathLst>
                <a:path w="203" h="234">
                  <a:moveTo>
                    <a:pt x="0" y="0"/>
                  </a:moveTo>
                  <a:lnTo>
                    <a:pt x="203" y="71"/>
                  </a:lnTo>
                  <a:lnTo>
                    <a:pt x="203" y="234"/>
                  </a:lnTo>
                  <a:lnTo>
                    <a:pt x="0" y="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4" name="Freeform 44"/>
            <p:cNvSpPr>
              <a:spLocks/>
            </p:cNvSpPr>
            <p:nvPr/>
          </p:nvSpPr>
          <p:spPr bwMode="gray">
            <a:xfrm>
              <a:off x="3739" y="505"/>
              <a:ext cx="164" cy="1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4" y="59"/>
                </a:cxn>
                <a:cxn ang="0">
                  <a:pos x="164" y="115"/>
                </a:cxn>
                <a:cxn ang="0">
                  <a:pos x="0" y="56"/>
                </a:cxn>
                <a:cxn ang="0">
                  <a:pos x="0" y="0"/>
                </a:cxn>
              </a:cxnLst>
              <a:rect l="0" t="0" r="r" b="b"/>
              <a:pathLst>
                <a:path w="164" h="115">
                  <a:moveTo>
                    <a:pt x="0" y="0"/>
                  </a:moveTo>
                  <a:lnTo>
                    <a:pt x="164" y="59"/>
                  </a:lnTo>
                  <a:lnTo>
                    <a:pt x="164" y="115"/>
                  </a:lnTo>
                  <a:lnTo>
                    <a:pt x="0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5" name="Freeform 45"/>
            <p:cNvSpPr>
              <a:spLocks/>
            </p:cNvSpPr>
            <p:nvPr/>
          </p:nvSpPr>
          <p:spPr bwMode="gray">
            <a:xfrm>
              <a:off x="3820" y="547"/>
              <a:ext cx="71" cy="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25"/>
                </a:cxn>
                <a:cxn ang="0">
                  <a:pos x="71" y="58"/>
                </a:cxn>
                <a:cxn ang="0">
                  <a:pos x="0" y="33"/>
                </a:cxn>
                <a:cxn ang="0">
                  <a:pos x="0" y="0"/>
                </a:cxn>
              </a:cxnLst>
              <a:rect l="0" t="0" r="r" b="b"/>
              <a:pathLst>
                <a:path w="71" h="58">
                  <a:moveTo>
                    <a:pt x="0" y="0"/>
                  </a:moveTo>
                  <a:lnTo>
                    <a:pt x="71" y="25"/>
                  </a:lnTo>
                  <a:lnTo>
                    <a:pt x="71" y="58"/>
                  </a:lnTo>
                  <a:lnTo>
                    <a:pt x="0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6" name="Freeform 46"/>
            <p:cNvSpPr>
              <a:spLocks/>
            </p:cNvSpPr>
            <p:nvPr/>
          </p:nvSpPr>
          <p:spPr bwMode="gray">
            <a:xfrm>
              <a:off x="3728" y="712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3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7" name="Freeform 47"/>
            <p:cNvSpPr>
              <a:spLocks/>
            </p:cNvSpPr>
            <p:nvPr/>
          </p:nvSpPr>
          <p:spPr bwMode="gray">
            <a:xfrm>
              <a:off x="3728" y="643"/>
              <a:ext cx="146" cy="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52"/>
                </a:cxn>
                <a:cxn ang="0">
                  <a:pos x="146" y="94"/>
                </a:cxn>
                <a:cxn ang="0">
                  <a:pos x="0" y="42"/>
                </a:cxn>
                <a:cxn ang="0">
                  <a:pos x="0" y="0"/>
                </a:cxn>
              </a:cxnLst>
              <a:rect l="0" t="0" r="r" b="b"/>
              <a:pathLst>
                <a:path w="146" h="94">
                  <a:moveTo>
                    <a:pt x="0" y="0"/>
                  </a:moveTo>
                  <a:lnTo>
                    <a:pt x="146" y="52"/>
                  </a:lnTo>
                  <a:lnTo>
                    <a:pt x="146" y="94"/>
                  </a:lnTo>
                  <a:lnTo>
                    <a:pt x="0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7D7"/>
            </a:solidFill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8" name="Freeform 48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69" name="Freeform 49"/>
            <p:cNvSpPr>
              <a:spLocks/>
            </p:cNvSpPr>
            <p:nvPr/>
          </p:nvSpPr>
          <p:spPr bwMode="gray">
            <a:xfrm>
              <a:off x="3726" y="372"/>
              <a:ext cx="186" cy="219"/>
            </a:xfrm>
            <a:custGeom>
              <a:avLst/>
              <a:gdLst/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186" y="52"/>
                </a:cxn>
                <a:cxn ang="0">
                  <a:pos x="179" y="62"/>
                </a:cxn>
                <a:cxn ang="0">
                  <a:pos x="15" y="16"/>
                </a:cxn>
                <a:cxn ang="0">
                  <a:pos x="15" y="202"/>
                </a:cxn>
                <a:cxn ang="0">
                  <a:pos x="0" y="219"/>
                </a:cxn>
              </a:cxnLst>
              <a:rect l="0" t="0" r="r" b="b"/>
              <a:pathLst>
                <a:path w="186" h="219">
                  <a:moveTo>
                    <a:pt x="0" y="219"/>
                  </a:moveTo>
                  <a:lnTo>
                    <a:pt x="0" y="0"/>
                  </a:lnTo>
                  <a:lnTo>
                    <a:pt x="186" y="52"/>
                  </a:lnTo>
                  <a:lnTo>
                    <a:pt x="179" y="62"/>
                  </a:lnTo>
                  <a:lnTo>
                    <a:pt x="15" y="16"/>
                  </a:lnTo>
                  <a:lnTo>
                    <a:pt x="15" y="202"/>
                  </a:lnTo>
                  <a:lnTo>
                    <a:pt x="0" y="219"/>
                  </a:lnTo>
                </a:path>
              </a:pathLst>
            </a:custGeom>
            <a:noFill/>
            <a:ln w="3175">
              <a:solidFill>
                <a:srgbClr val="AAAAAA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70" name="Freeform 50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371" name="Freeform 51"/>
            <p:cNvSpPr>
              <a:spLocks/>
            </p:cNvSpPr>
            <p:nvPr/>
          </p:nvSpPr>
          <p:spPr bwMode="gray">
            <a:xfrm>
              <a:off x="3903" y="426"/>
              <a:ext cx="7" cy="217"/>
            </a:xfrm>
            <a:custGeom>
              <a:avLst/>
              <a:gdLst/>
              <a:ahLst/>
              <a:cxnLst>
                <a:cxn ang="0">
                  <a:pos x="7" y="213"/>
                </a:cxn>
                <a:cxn ang="0">
                  <a:pos x="0" y="217"/>
                </a:cxn>
                <a:cxn ang="0">
                  <a:pos x="0" y="8"/>
                </a:cxn>
                <a:cxn ang="0">
                  <a:pos x="7" y="0"/>
                </a:cxn>
                <a:cxn ang="0">
                  <a:pos x="7" y="213"/>
                </a:cxn>
              </a:cxnLst>
              <a:rect l="0" t="0" r="r" b="b"/>
              <a:pathLst>
                <a:path w="7" h="217">
                  <a:moveTo>
                    <a:pt x="7" y="213"/>
                  </a:moveTo>
                  <a:lnTo>
                    <a:pt x="0" y="2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213"/>
                  </a:lnTo>
                </a:path>
              </a:pathLst>
            </a:custGeom>
            <a:noFill/>
            <a:ln w="31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2" name="Group 51"/>
          <p:cNvGrpSpPr/>
          <p:nvPr/>
        </p:nvGrpSpPr>
        <p:grpSpPr bwMode="gray">
          <a:xfrm>
            <a:off x="5704035" y="1693222"/>
            <a:ext cx="1152713" cy="1160555"/>
            <a:chOff x="5546420" y="3519715"/>
            <a:chExt cx="2182431" cy="2197277"/>
          </a:xfrm>
        </p:grpSpPr>
        <p:grpSp>
          <p:nvGrpSpPr>
            <p:cNvPr id="53" name="Group 1682"/>
            <p:cNvGrpSpPr/>
            <p:nvPr/>
          </p:nvGrpSpPr>
          <p:grpSpPr bwMode="gray">
            <a:xfrm>
              <a:off x="5546420" y="3529613"/>
              <a:ext cx="955123" cy="1499493"/>
              <a:chOff x="5546420" y="3529613"/>
              <a:chExt cx="955123" cy="1499493"/>
            </a:xfrm>
          </p:grpSpPr>
          <p:sp>
            <p:nvSpPr>
              <p:cNvPr id="839" name="Freeform 336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2574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4" y="527"/>
                  </a:cxn>
                  <a:cxn ang="0">
                    <a:pos x="151" y="626"/>
                  </a:cxn>
                  <a:cxn ang="0">
                    <a:pos x="151" y="0"/>
                  </a:cxn>
                  <a:cxn ang="0">
                    <a:pos x="0" y="79"/>
                  </a:cxn>
                </a:cxnLst>
                <a:rect l="0" t="0" r="r" b="b"/>
                <a:pathLst>
                  <a:path w="151" h="626">
                    <a:moveTo>
                      <a:pt x="0" y="79"/>
                    </a:moveTo>
                    <a:lnTo>
                      <a:pt x="4" y="527"/>
                    </a:lnTo>
                    <a:lnTo>
                      <a:pt x="151" y="626"/>
                    </a:lnTo>
                    <a:lnTo>
                      <a:pt x="151" y="0"/>
                    </a:lnTo>
                    <a:lnTo>
                      <a:pt x="0" y="7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Freeform 337"/>
              <p:cNvSpPr>
                <a:spLocks/>
              </p:cNvSpPr>
              <p:nvPr/>
            </p:nvSpPr>
            <p:spPr bwMode="gray">
              <a:xfrm flipH="1">
                <a:off x="6156700" y="3572009"/>
                <a:ext cx="344843" cy="1396849"/>
              </a:xfrm>
              <a:custGeom>
                <a:avLst/>
                <a:gdLst/>
                <a:ahLst/>
                <a:cxnLst>
                  <a:cxn ang="0">
                    <a:pos x="0" y="79"/>
                  </a:cxn>
                  <a:cxn ang="0">
                    <a:pos x="5" y="527"/>
                  </a:cxn>
                  <a:cxn ang="0">
                    <a:pos x="152" y="626"/>
                  </a:cxn>
                  <a:cxn ang="0">
                    <a:pos x="152" y="0"/>
                  </a:cxn>
                  <a:cxn ang="0">
                    <a:pos x="0" y="79"/>
                  </a:cxn>
                </a:cxnLst>
                <a:rect l="0" t="0" r="r" b="b"/>
                <a:pathLst>
                  <a:path w="152" h="626">
                    <a:moveTo>
                      <a:pt x="0" y="79"/>
                    </a:moveTo>
                    <a:lnTo>
                      <a:pt x="5" y="527"/>
                    </a:lnTo>
                    <a:lnTo>
                      <a:pt x="152" y="626"/>
                    </a:lnTo>
                    <a:lnTo>
                      <a:pt x="152" y="0"/>
                    </a:lnTo>
                    <a:lnTo>
                      <a:pt x="0" y="79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338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noFill/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Freeform 339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C0C0C0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Freeform 340"/>
              <p:cNvSpPr>
                <a:spLocks/>
              </p:cNvSpPr>
              <p:nvPr/>
            </p:nvSpPr>
            <p:spPr bwMode="gray">
              <a:xfrm flipH="1">
                <a:off x="5550957" y="4955470"/>
                <a:ext cx="621624" cy="73636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0" y="41"/>
                  </a:cxn>
                  <a:cxn ang="0">
                    <a:pos x="100" y="111"/>
                  </a:cxn>
                  <a:cxn ang="0">
                    <a:pos x="474" y="84"/>
                  </a:cxn>
                  <a:cxn ang="0">
                    <a:pos x="542" y="75"/>
                  </a:cxn>
                  <a:cxn ang="0">
                    <a:pos x="1048" y="23"/>
                  </a:cxn>
                  <a:cxn ang="0">
                    <a:pos x="1048" y="23"/>
                  </a:cxn>
                  <a:cxn ang="0">
                    <a:pos x="1048" y="0"/>
                  </a:cxn>
                  <a:cxn ang="0">
                    <a:pos x="538" y="44"/>
                  </a:cxn>
                  <a:cxn ang="0">
                    <a:pos x="478" y="53"/>
                  </a:cxn>
                  <a:cxn ang="0">
                    <a:pos x="88" y="73"/>
                  </a:cxn>
                  <a:cxn ang="0">
                    <a:pos x="88" y="73"/>
                  </a:cxn>
                  <a:cxn ang="0">
                    <a:pos x="0" y="12"/>
                  </a:cxn>
                </a:cxnLst>
                <a:rect l="0" t="0" r="r" b="b"/>
                <a:pathLst>
                  <a:path w="1048" h="125">
                    <a:moveTo>
                      <a:pt x="0" y="12"/>
                    </a:moveTo>
                    <a:lnTo>
                      <a:pt x="0" y="41"/>
                    </a:lnTo>
                    <a:lnTo>
                      <a:pt x="100" y="111"/>
                    </a:lnTo>
                    <a:cubicBezTo>
                      <a:pt x="225" y="125"/>
                      <a:pt x="352" y="117"/>
                      <a:pt x="474" y="84"/>
                    </a:cubicBezTo>
                    <a:cubicBezTo>
                      <a:pt x="493" y="78"/>
                      <a:pt x="522" y="73"/>
                      <a:pt x="542" y="75"/>
                    </a:cubicBezTo>
                    <a:cubicBezTo>
                      <a:pt x="715" y="81"/>
                      <a:pt x="879" y="64"/>
                      <a:pt x="1048" y="23"/>
                    </a:cubicBezTo>
                    <a:lnTo>
                      <a:pt x="1048" y="23"/>
                    </a:lnTo>
                    <a:lnTo>
                      <a:pt x="1048" y="0"/>
                    </a:lnTo>
                    <a:cubicBezTo>
                      <a:pt x="879" y="29"/>
                      <a:pt x="709" y="43"/>
                      <a:pt x="538" y="44"/>
                    </a:cubicBezTo>
                    <a:cubicBezTo>
                      <a:pt x="517" y="44"/>
                      <a:pt x="497" y="47"/>
                      <a:pt x="478" y="53"/>
                    </a:cubicBezTo>
                    <a:cubicBezTo>
                      <a:pt x="351" y="91"/>
                      <a:pt x="218" y="98"/>
                      <a:pt x="88" y="73"/>
                    </a:cubicBezTo>
                    <a:lnTo>
                      <a:pt x="88" y="73"/>
                    </a:lnTo>
                    <a:lnTo>
                      <a:pt x="0" y="1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Freeform 341"/>
              <p:cNvSpPr>
                <a:spLocks/>
              </p:cNvSpPr>
              <p:nvPr/>
            </p:nvSpPr>
            <p:spPr bwMode="gray">
              <a:xfrm flipH="1">
                <a:off x="5550957" y="4910842"/>
                <a:ext cx="621624" cy="100412"/>
              </a:xfrm>
              <a:custGeom>
                <a:avLst/>
                <a:gdLst/>
                <a:ahLst/>
                <a:cxnLst>
                  <a:cxn ang="0">
                    <a:pos x="0" y="369"/>
                  </a:cxn>
                  <a:cxn ang="0">
                    <a:pos x="360" y="621"/>
                  </a:cxn>
                  <a:cxn ang="0">
                    <a:pos x="1958" y="539"/>
                  </a:cxn>
                  <a:cxn ang="0">
                    <a:pos x="2276" y="500"/>
                  </a:cxn>
                  <a:cxn ang="0">
                    <a:pos x="4296" y="321"/>
                  </a:cxn>
                  <a:cxn ang="0">
                    <a:pos x="4296" y="321"/>
                  </a:cxn>
                  <a:cxn ang="0">
                    <a:pos x="4080" y="129"/>
                  </a:cxn>
                  <a:cxn ang="0">
                    <a:pos x="0" y="369"/>
                  </a:cxn>
                </a:cxnLst>
                <a:rect l="0" t="0" r="r" b="b"/>
                <a:pathLst>
                  <a:path w="4296" h="708">
                    <a:moveTo>
                      <a:pt x="0" y="369"/>
                    </a:moveTo>
                    <a:lnTo>
                      <a:pt x="360" y="621"/>
                    </a:lnTo>
                    <a:cubicBezTo>
                      <a:pt x="893" y="708"/>
                      <a:pt x="1438" y="680"/>
                      <a:pt x="1958" y="539"/>
                    </a:cubicBezTo>
                    <a:cubicBezTo>
                      <a:pt x="2062" y="509"/>
                      <a:pt x="2169" y="496"/>
                      <a:pt x="2276" y="500"/>
                    </a:cubicBezTo>
                    <a:cubicBezTo>
                      <a:pt x="2953" y="494"/>
                      <a:pt x="3629" y="434"/>
                      <a:pt x="4296" y="321"/>
                    </a:cubicBezTo>
                    <a:lnTo>
                      <a:pt x="4296" y="321"/>
                    </a:lnTo>
                    <a:lnTo>
                      <a:pt x="4080" y="129"/>
                    </a:lnTo>
                    <a:cubicBezTo>
                      <a:pt x="2716" y="0"/>
                      <a:pt x="1340" y="81"/>
                      <a:pt x="0" y="369"/>
                    </a:cubicBez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" name="Freeform 342"/>
              <p:cNvSpPr>
                <a:spLocks/>
              </p:cNvSpPr>
              <p:nvPr/>
            </p:nvSpPr>
            <p:spPr bwMode="gray">
              <a:xfrm flipH="1">
                <a:off x="5550957" y="3543001"/>
                <a:ext cx="628430" cy="118264"/>
              </a:xfrm>
              <a:custGeom>
                <a:avLst/>
                <a:gdLst/>
                <a:ahLst/>
                <a:cxnLst>
                  <a:cxn ang="0">
                    <a:pos x="0" y="257"/>
                  </a:cxn>
                  <a:cxn ang="0">
                    <a:pos x="4344" y="293"/>
                  </a:cxn>
                  <a:cxn ang="0">
                    <a:pos x="2016" y="161"/>
                  </a:cxn>
                  <a:cxn ang="0">
                    <a:pos x="408" y="65"/>
                  </a:cxn>
                  <a:cxn ang="0">
                    <a:pos x="408" y="65"/>
                  </a:cxn>
                  <a:cxn ang="0">
                    <a:pos x="0" y="257"/>
                  </a:cxn>
                </a:cxnLst>
                <a:rect l="0" t="0" r="r" b="b"/>
                <a:pathLst>
                  <a:path w="4344" h="831">
                    <a:moveTo>
                      <a:pt x="0" y="257"/>
                    </a:moveTo>
                    <a:cubicBezTo>
                      <a:pt x="1392" y="819"/>
                      <a:pt x="2944" y="831"/>
                      <a:pt x="4344" y="293"/>
                    </a:cubicBezTo>
                    <a:cubicBezTo>
                      <a:pt x="3575" y="168"/>
                      <a:pt x="2795" y="124"/>
                      <a:pt x="2016" y="161"/>
                    </a:cubicBezTo>
                    <a:cubicBezTo>
                      <a:pt x="1491" y="32"/>
                      <a:pt x="946" y="0"/>
                      <a:pt x="408" y="65"/>
                    </a:cubicBezTo>
                    <a:lnTo>
                      <a:pt x="408" y="65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333333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Freeform 343"/>
              <p:cNvSpPr>
                <a:spLocks/>
              </p:cNvSpPr>
              <p:nvPr/>
            </p:nvSpPr>
            <p:spPr bwMode="gray">
              <a:xfrm flipH="1">
                <a:off x="5550957" y="3529613"/>
                <a:ext cx="630699" cy="55785"/>
              </a:xfrm>
              <a:custGeom>
                <a:avLst/>
                <a:gdLst/>
                <a:ahLst/>
                <a:cxnLst>
                  <a:cxn ang="0">
                    <a:pos x="2016" y="119"/>
                  </a:cxn>
                  <a:cxn ang="0">
                    <a:pos x="1644" y="47"/>
                  </a:cxn>
                  <a:cxn ang="0">
                    <a:pos x="408" y="35"/>
                  </a:cxn>
                  <a:cxn ang="0">
                    <a:pos x="0" y="251"/>
                  </a:cxn>
                  <a:cxn ang="0">
                    <a:pos x="0" y="251"/>
                  </a:cxn>
                  <a:cxn ang="0">
                    <a:pos x="0" y="347"/>
                  </a:cxn>
                  <a:cxn ang="0">
                    <a:pos x="408" y="155"/>
                  </a:cxn>
                  <a:cxn ang="0">
                    <a:pos x="1644" y="167"/>
                  </a:cxn>
                  <a:cxn ang="0">
                    <a:pos x="2016" y="251"/>
                  </a:cxn>
                  <a:cxn ang="0">
                    <a:pos x="4344" y="383"/>
                  </a:cxn>
                  <a:cxn ang="0">
                    <a:pos x="4344" y="383"/>
                  </a:cxn>
                  <a:cxn ang="0">
                    <a:pos x="4344" y="275"/>
                  </a:cxn>
                  <a:cxn ang="0">
                    <a:pos x="2016" y="119"/>
                  </a:cxn>
                </a:cxnLst>
                <a:rect l="0" t="0" r="r" b="b"/>
                <a:pathLst>
                  <a:path w="4344" h="383">
                    <a:moveTo>
                      <a:pt x="2016" y="119"/>
                    </a:moveTo>
                    <a:lnTo>
                      <a:pt x="1644" y="47"/>
                    </a:lnTo>
                    <a:cubicBezTo>
                      <a:pt x="1233" y="4"/>
                      <a:pt x="820" y="0"/>
                      <a:pt x="408" y="35"/>
                    </a:cubicBezTo>
                    <a:cubicBezTo>
                      <a:pt x="266" y="95"/>
                      <a:pt x="130" y="168"/>
                      <a:pt x="0" y="251"/>
                    </a:cubicBezTo>
                    <a:lnTo>
                      <a:pt x="0" y="251"/>
                    </a:lnTo>
                    <a:lnTo>
                      <a:pt x="0" y="347"/>
                    </a:lnTo>
                    <a:lnTo>
                      <a:pt x="408" y="155"/>
                    </a:lnTo>
                    <a:cubicBezTo>
                      <a:pt x="819" y="111"/>
                      <a:pt x="1234" y="115"/>
                      <a:pt x="1644" y="167"/>
                    </a:cubicBezTo>
                    <a:cubicBezTo>
                      <a:pt x="1770" y="186"/>
                      <a:pt x="1894" y="214"/>
                      <a:pt x="2016" y="251"/>
                    </a:cubicBezTo>
                    <a:cubicBezTo>
                      <a:pt x="2795" y="215"/>
                      <a:pt x="3575" y="259"/>
                      <a:pt x="4344" y="383"/>
                    </a:cubicBezTo>
                    <a:lnTo>
                      <a:pt x="4344" y="383"/>
                    </a:lnTo>
                    <a:lnTo>
                      <a:pt x="4344" y="275"/>
                    </a:lnTo>
                    <a:cubicBezTo>
                      <a:pt x="3574" y="159"/>
                      <a:pt x="2795" y="106"/>
                      <a:pt x="2016" y="1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344"/>
              <p:cNvSpPr>
                <a:spLocks/>
              </p:cNvSpPr>
              <p:nvPr/>
            </p:nvSpPr>
            <p:spPr bwMode="gray">
              <a:xfrm flipH="1">
                <a:off x="5546420" y="4346301"/>
                <a:ext cx="610280" cy="4239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240" y="104"/>
                  </a:cxn>
                  <a:cxn ang="0">
                    <a:pos x="1919" y="64"/>
                  </a:cxn>
                  <a:cxn ang="0">
                    <a:pos x="1919" y="64"/>
                  </a:cxn>
                  <a:cxn ang="0">
                    <a:pos x="2538" y="21"/>
                  </a:cxn>
                  <a:cxn ang="0">
                    <a:pos x="4152" y="32"/>
                  </a:cxn>
                  <a:cxn ang="0">
                    <a:pos x="4152" y="32"/>
                  </a:cxn>
                  <a:cxn ang="0">
                    <a:pos x="4152" y="134"/>
                  </a:cxn>
                  <a:cxn ang="0">
                    <a:pos x="1923" y="220"/>
                  </a:cxn>
                  <a:cxn ang="0">
                    <a:pos x="240" y="272"/>
                  </a:cxn>
                  <a:cxn ang="0">
                    <a:pos x="0" y="224"/>
                  </a:cxn>
                  <a:cxn ang="0">
                    <a:pos x="0" y="224"/>
                  </a:cxn>
                  <a:cxn ang="0">
                    <a:pos x="0" y="32"/>
                  </a:cxn>
                </a:cxnLst>
                <a:rect l="0" t="0" r="r" b="b"/>
                <a:pathLst>
                  <a:path w="4152" h="293">
                    <a:moveTo>
                      <a:pt x="0" y="32"/>
                    </a:moveTo>
                    <a:cubicBezTo>
                      <a:pt x="65" y="90"/>
                      <a:pt x="153" y="117"/>
                      <a:pt x="240" y="104"/>
                    </a:cubicBezTo>
                    <a:cubicBezTo>
                      <a:pt x="800" y="124"/>
                      <a:pt x="1361" y="111"/>
                      <a:pt x="1919" y="64"/>
                    </a:cubicBezTo>
                    <a:lnTo>
                      <a:pt x="1919" y="64"/>
                    </a:lnTo>
                    <a:lnTo>
                      <a:pt x="2538" y="21"/>
                    </a:lnTo>
                    <a:cubicBezTo>
                      <a:pt x="3076" y="0"/>
                      <a:pt x="3615" y="3"/>
                      <a:pt x="4152" y="32"/>
                    </a:cubicBezTo>
                    <a:lnTo>
                      <a:pt x="4152" y="32"/>
                    </a:lnTo>
                    <a:lnTo>
                      <a:pt x="4152" y="134"/>
                    </a:lnTo>
                    <a:cubicBezTo>
                      <a:pt x="3408" y="115"/>
                      <a:pt x="2663" y="143"/>
                      <a:pt x="1923" y="220"/>
                    </a:cubicBezTo>
                    <a:cubicBezTo>
                      <a:pt x="1364" y="276"/>
                      <a:pt x="802" y="293"/>
                      <a:pt x="240" y="272"/>
                    </a:cubicBezTo>
                    <a:cubicBezTo>
                      <a:pt x="157" y="279"/>
                      <a:pt x="74" y="262"/>
                      <a:pt x="0" y="224"/>
                    </a:cubicBezTo>
                    <a:lnTo>
                      <a:pt x="0" y="224"/>
                    </a:lnTo>
                    <a:lnTo>
                      <a:pt x="0" y="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33"/>
                  </a:gs>
                  <a:gs pos="50000">
                    <a:srgbClr val="C0C0C0"/>
                  </a:gs>
                  <a:gs pos="100000">
                    <a:srgbClr val="333333"/>
                  </a:gs>
                </a:gsLst>
                <a:lin ang="0" scaled="1"/>
              </a:gradFill>
              <a:ln w="3175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Freeform 345"/>
              <p:cNvSpPr>
                <a:spLocks/>
              </p:cNvSpPr>
              <p:nvPr/>
            </p:nvSpPr>
            <p:spPr bwMode="gray">
              <a:xfrm flipH="1">
                <a:off x="5555495" y="3547464"/>
                <a:ext cx="564906" cy="816688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0" y="5687"/>
                  </a:cxn>
                  <a:cxn ang="0">
                    <a:pos x="2016" y="5615"/>
                  </a:cxn>
                  <a:cxn ang="0">
                    <a:pos x="2016" y="5615"/>
                  </a:cxn>
                  <a:cxn ang="0">
                    <a:pos x="3888" y="5543"/>
                  </a:cxn>
                  <a:cxn ang="0">
                    <a:pos x="3888" y="323"/>
                  </a:cxn>
                  <a:cxn ang="0">
                    <a:pos x="3024" y="287"/>
                  </a:cxn>
                  <a:cxn ang="0">
                    <a:pos x="1752" y="191"/>
                  </a:cxn>
                  <a:cxn ang="0">
                    <a:pos x="0" y="71"/>
                  </a:cxn>
                </a:cxnLst>
                <a:rect l="0" t="0" r="r" b="b"/>
                <a:pathLst>
                  <a:path w="3888" h="5712">
                    <a:moveTo>
                      <a:pt x="0" y="71"/>
                    </a:moveTo>
                    <a:lnTo>
                      <a:pt x="0" y="5687"/>
                    </a:lnTo>
                    <a:cubicBezTo>
                      <a:pt x="673" y="5712"/>
                      <a:pt x="1347" y="5688"/>
                      <a:pt x="2016" y="5615"/>
                    </a:cubicBezTo>
                    <a:lnTo>
                      <a:pt x="2016" y="5615"/>
                    </a:lnTo>
                    <a:lnTo>
                      <a:pt x="3888" y="5543"/>
                    </a:lnTo>
                    <a:lnTo>
                      <a:pt x="3888" y="323"/>
                    </a:lnTo>
                    <a:cubicBezTo>
                      <a:pt x="3603" y="279"/>
                      <a:pt x="3313" y="267"/>
                      <a:pt x="3024" y="287"/>
                    </a:cubicBezTo>
                    <a:cubicBezTo>
                      <a:pt x="2599" y="280"/>
                      <a:pt x="2174" y="247"/>
                      <a:pt x="1752" y="191"/>
                    </a:cubicBezTo>
                    <a:cubicBezTo>
                      <a:pt x="1181" y="41"/>
                      <a:pt x="587" y="0"/>
                      <a:pt x="0" y="7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Freeform 346"/>
              <p:cNvSpPr>
                <a:spLocks/>
              </p:cNvSpPr>
              <p:nvPr/>
            </p:nvSpPr>
            <p:spPr bwMode="gray">
              <a:xfrm flipH="1">
                <a:off x="5555495" y="4361921"/>
                <a:ext cx="564906" cy="649334"/>
              </a:xfrm>
              <a:custGeom>
                <a:avLst/>
                <a:gdLst/>
                <a:ahLst/>
                <a:cxnLst>
                  <a:cxn ang="0">
                    <a:pos x="0" y="152"/>
                  </a:cxn>
                  <a:cxn ang="0">
                    <a:pos x="0" y="4460"/>
                  </a:cxn>
                  <a:cxn ang="0">
                    <a:pos x="1680" y="4352"/>
                  </a:cxn>
                  <a:cxn ang="0">
                    <a:pos x="1680" y="4352"/>
                  </a:cxn>
                  <a:cxn ang="0">
                    <a:pos x="3888" y="4112"/>
                  </a:cxn>
                  <a:cxn ang="0">
                    <a:pos x="3888" y="4112"/>
                  </a:cxn>
                  <a:cxn ang="0">
                    <a:pos x="3888" y="56"/>
                  </a:cxn>
                  <a:cxn ang="0">
                    <a:pos x="1872" y="80"/>
                  </a:cxn>
                  <a:cxn ang="0">
                    <a:pos x="0" y="152"/>
                  </a:cxn>
                </a:cxnLst>
                <a:rect l="0" t="0" r="r" b="b"/>
                <a:pathLst>
                  <a:path w="3888" h="4553">
                    <a:moveTo>
                      <a:pt x="0" y="152"/>
                    </a:moveTo>
                    <a:lnTo>
                      <a:pt x="0" y="4460"/>
                    </a:lnTo>
                    <a:cubicBezTo>
                      <a:pt x="561" y="4553"/>
                      <a:pt x="1136" y="4516"/>
                      <a:pt x="1680" y="4352"/>
                    </a:cubicBezTo>
                    <a:lnTo>
                      <a:pt x="1680" y="4352"/>
                    </a:lnTo>
                    <a:cubicBezTo>
                      <a:pt x="2419" y="4300"/>
                      <a:pt x="3156" y="4220"/>
                      <a:pt x="3888" y="4112"/>
                    </a:cubicBezTo>
                    <a:lnTo>
                      <a:pt x="3888" y="4112"/>
                    </a:lnTo>
                    <a:lnTo>
                      <a:pt x="3888" y="56"/>
                    </a:lnTo>
                    <a:cubicBezTo>
                      <a:pt x="3217" y="0"/>
                      <a:pt x="2542" y="8"/>
                      <a:pt x="1872" y="80"/>
                    </a:cubicBezTo>
                    <a:cubicBezTo>
                      <a:pt x="1251" y="152"/>
                      <a:pt x="625" y="176"/>
                      <a:pt x="0" y="15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Freeform 347"/>
              <p:cNvSpPr>
                <a:spLocks/>
              </p:cNvSpPr>
              <p:nvPr/>
            </p:nvSpPr>
            <p:spPr bwMode="gray">
              <a:xfrm flipH="1">
                <a:off x="6120401" y="3558621"/>
                <a:ext cx="36299" cy="803300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0" y="5544"/>
                  </a:cxn>
                  <a:cxn ang="0">
                    <a:pos x="240" y="5616"/>
                  </a:cxn>
                  <a:cxn ang="0">
                    <a:pos x="240" y="5616"/>
                  </a:cxn>
                  <a:cxn ang="0">
                    <a:pos x="240" y="0"/>
                  </a:cxn>
                  <a:cxn ang="0">
                    <a:pos x="0" y="96"/>
                  </a:cxn>
                </a:cxnLst>
                <a:rect l="0" t="0" r="r" b="b"/>
                <a:pathLst>
                  <a:path w="240" h="5629">
                    <a:moveTo>
                      <a:pt x="0" y="96"/>
                    </a:moveTo>
                    <a:lnTo>
                      <a:pt x="0" y="5544"/>
                    </a:lnTo>
                    <a:cubicBezTo>
                      <a:pt x="66" y="5603"/>
                      <a:pt x="154" y="5629"/>
                      <a:pt x="240" y="5616"/>
                    </a:cubicBezTo>
                    <a:lnTo>
                      <a:pt x="240" y="5616"/>
                    </a:lnTo>
                    <a:lnTo>
                      <a:pt x="240" y="0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69696"/>
              </a:solidFill>
              <a:ln w="31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" name="Freeform 348"/>
              <p:cNvSpPr>
                <a:spLocks/>
              </p:cNvSpPr>
              <p:nvPr/>
            </p:nvSpPr>
            <p:spPr bwMode="gray">
              <a:xfrm flipH="1">
                <a:off x="6120401" y="4377541"/>
                <a:ext cx="36299" cy="622557"/>
              </a:xfrm>
              <a:custGeom>
                <a:avLst/>
                <a:gdLst/>
                <a:ahLst/>
                <a:cxnLst>
                  <a:cxn ang="0">
                    <a:pos x="0" y="4152"/>
                  </a:cxn>
                  <a:cxn ang="0">
                    <a:pos x="240" y="4356"/>
                  </a:cxn>
                  <a:cxn ang="0">
                    <a:pos x="240" y="48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4152"/>
                  </a:cxn>
                </a:cxnLst>
                <a:rect l="0" t="0" r="r" b="b"/>
                <a:pathLst>
                  <a:path w="240" h="4356">
                    <a:moveTo>
                      <a:pt x="0" y="4152"/>
                    </a:moveTo>
                    <a:lnTo>
                      <a:pt x="240" y="4356"/>
                    </a:lnTo>
                    <a:lnTo>
                      <a:pt x="240" y="48"/>
                    </a:lnTo>
                    <a:cubicBezTo>
                      <a:pt x="158" y="55"/>
                      <a:pt x="74" y="39"/>
                      <a:pt x="0" y="0"/>
                    </a:cubicBezTo>
                    <a:lnTo>
                      <a:pt x="0" y="0"/>
                    </a:lnTo>
                    <a:lnTo>
                      <a:pt x="0" y="4152"/>
                    </a:lnTo>
                    <a:close/>
                  </a:path>
                </a:pathLst>
              </a:custGeom>
              <a:solidFill>
                <a:srgbClr val="969696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Oval 349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 algn="ctr">
                <a:solidFill>
                  <a:srgbClr val="EAEAEA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Oval 350"/>
              <p:cNvSpPr>
                <a:spLocks noChangeArrowheads="1"/>
              </p:cNvSpPr>
              <p:nvPr/>
            </p:nvSpPr>
            <p:spPr bwMode="gray">
              <a:xfrm flipH="1">
                <a:off x="5979742" y="4808199"/>
                <a:ext cx="29493" cy="31239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Oval 351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gradFill rotWithShape="1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path path="shape">
                  <a:fillToRect l="50000" t="50000" r="50000" b="50000"/>
                </a:path>
              </a:gradFill>
              <a:ln w="3175">
                <a:solidFill>
                  <a:srgbClr val="EAEAE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Oval 352"/>
              <p:cNvSpPr>
                <a:spLocks noChangeArrowheads="1"/>
              </p:cNvSpPr>
              <p:nvPr/>
            </p:nvSpPr>
            <p:spPr bwMode="gray">
              <a:xfrm flipH="1">
                <a:off x="5961592" y="4493573"/>
                <a:ext cx="65792" cy="66942"/>
              </a:xfrm>
              <a:prstGeom prst="ellipse">
                <a:avLst/>
              </a:prstGeom>
              <a:noFill/>
              <a:ln w="3175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Freeform 353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8EEF7"/>
              </a:solidFill>
              <a:ln w="317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" name="Freeform 354"/>
              <p:cNvSpPr>
                <a:spLocks/>
              </p:cNvSpPr>
              <p:nvPr/>
            </p:nvSpPr>
            <p:spPr bwMode="gray">
              <a:xfrm flipH="1">
                <a:off x="5632631" y="4375309"/>
                <a:ext cx="188302" cy="602475"/>
              </a:xfrm>
              <a:custGeom>
                <a:avLst/>
                <a:gdLst/>
                <a:ahLst/>
                <a:cxnLst>
                  <a:cxn ang="0">
                    <a:pos x="2" y="47"/>
                  </a:cxn>
                  <a:cxn ang="0">
                    <a:pos x="0" y="1029"/>
                  </a:cxn>
                  <a:cxn ang="0">
                    <a:pos x="153" y="1014"/>
                  </a:cxn>
                  <a:cxn ang="0">
                    <a:pos x="318" y="996"/>
                  </a:cxn>
                  <a:cxn ang="0">
                    <a:pos x="319" y="38"/>
                  </a:cxn>
                  <a:cxn ang="0">
                    <a:pos x="2" y="47"/>
                  </a:cxn>
                </a:cxnLst>
                <a:rect l="0" t="0" r="r" b="b"/>
                <a:pathLst>
                  <a:path w="319" h="1029">
                    <a:moveTo>
                      <a:pt x="2" y="47"/>
                    </a:moveTo>
                    <a:lnTo>
                      <a:pt x="0" y="1029"/>
                    </a:lnTo>
                    <a:lnTo>
                      <a:pt x="153" y="1014"/>
                    </a:lnTo>
                    <a:lnTo>
                      <a:pt x="318" y="996"/>
                    </a:lnTo>
                    <a:lnTo>
                      <a:pt x="319" y="38"/>
                    </a:lnTo>
                    <a:cubicBezTo>
                      <a:pt x="216" y="0"/>
                      <a:pt x="103" y="3"/>
                      <a:pt x="2" y="4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0C0C0"/>
                  </a:gs>
                  <a:gs pos="50000">
                    <a:srgbClr val="4D4D4D"/>
                  </a:gs>
                  <a:gs pos="100000">
                    <a:srgbClr val="C0C0C0"/>
                  </a:gs>
                </a:gsLst>
                <a:lin ang="0" scaled="1"/>
              </a:gradFill>
              <a:ln w="635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Freeform 355"/>
              <p:cNvSpPr>
                <a:spLocks/>
              </p:cNvSpPr>
              <p:nvPr/>
            </p:nvSpPr>
            <p:spPr bwMode="gray">
              <a:xfrm flipH="1">
                <a:off x="5689348" y="4455639"/>
                <a:ext cx="63524" cy="58016"/>
              </a:xfrm>
              <a:custGeom>
                <a:avLst/>
                <a:gdLst/>
                <a:ahLst/>
                <a:cxnLst>
                  <a:cxn ang="0">
                    <a:pos x="106" y="75"/>
                  </a:cxn>
                  <a:cxn ang="0">
                    <a:pos x="106" y="25"/>
                  </a:cxn>
                  <a:cxn ang="0">
                    <a:pos x="53" y="0"/>
                  </a:cxn>
                  <a:cxn ang="0">
                    <a:pos x="0" y="25"/>
                  </a:cxn>
                  <a:cxn ang="0">
                    <a:pos x="0" y="75"/>
                  </a:cxn>
                  <a:cxn ang="0">
                    <a:pos x="53" y="99"/>
                  </a:cxn>
                  <a:cxn ang="0">
                    <a:pos x="106" y="75"/>
                  </a:cxn>
                </a:cxnLst>
                <a:rect l="0" t="0" r="r" b="b"/>
                <a:pathLst>
                  <a:path w="106" h="99">
                    <a:moveTo>
                      <a:pt x="106" y="75"/>
                    </a:moveTo>
                    <a:lnTo>
                      <a:pt x="106" y="25"/>
                    </a:lnTo>
                    <a:lnTo>
                      <a:pt x="53" y="0"/>
                    </a:lnTo>
                    <a:lnTo>
                      <a:pt x="0" y="25"/>
                    </a:lnTo>
                    <a:lnTo>
                      <a:pt x="0" y="75"/>
                    </a:lnTo>
                    <a:lnTo>
                      <a:pt x="53" y="99"/>
                    </a:lnTo>
                    <a:lnTo>
                      <a:pt x="106" y="75"/>
                    </a:lnTo>
                    <a:close/>
                  </a:path>
                </a:pathLst>
              </a:custGeom>
              <a:solidFill>
                <a:srgbClr val="EAEAEA"/>
              </a:solidFill>
              <a:ln w="3175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859" name="Picture 35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gray">
              <a:xfrm flipH="1">
                <a:off x="5961592" y="4562746"/>
                <a:ext cx="61255" cy="2454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860" name="Picture 357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gray">
              <a:xfrm flipH="1">
                <a:off x="5966130" y="4843901"/>
                <a:ext cx="52180" cy="2231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861" name="Picture 358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gray">
              <a:xfrm flipH="1">
                <a:off x="5945711" y="3592092"/>
                <a:ext cx="108898" cy="4462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862" name="Line 359"/>
              <p:cNvSpPr>
                <a:spLocks noChangeShapeType="1"/>
              </p:cNvSpPr>
              <p:nvPr/>
            </p:nvSpPr>
            <p:spPr bwMode="gray">
              <a:xfrm flipH="1" flipV="1">
                <a:off x="6158969" y="3618869"/>
                <a:ext cx="340305" cy="165123"/>
              </a:xfrm>
              <a:prstGeom prst="line">
                <a:avLst/>
              </a:prstGeom>
              <a:noFill/>
              <a:ln w="3175">
                <a:solidFill>
                  <a:srgbClr val="777777"/>
                </a:solidFill>
                <a:round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54" name="Group 1683"/>
            <p:cNvGrpSpPr/>
            <p:nvPr/>
          </p:nvGrpSpPr>
          <p:grpSpPr bwMode="gray">
            <a:xfrm>
              <a:off x="6263999" y="3519715"/>
              <a:ext cx="1464852" cy="1727139"/>
              <a:chOff x="6263999" y="3519715"/>
              <a:chExt cx="1464852" cy="1727139"/>
            </a:xfrm>
          </p:grpSpPr>
          <p:sp>
            <p:nvSpPr>
              <p:cNvPr id="796" name="Freeform 361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7" name="Freeform 362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eform 363"/>
              <p:cNvSpPr>
                <a:spLocks/>
              </p:cNvSpPr>
              <p:nvPr/>
            </p:nvSpPr>
            <p:spPr bwMode="gray">
              <a:xfrm>
                <a:off x="6270760" y="4596113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E6E6E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364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eform 365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Freeform 366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Freeform 367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" name="Freeform 368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eform 369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370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eform 371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Freeform 372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solidFill>
                <a:srgbClr val="6699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Freeform 373"/>
              <p:cNvSpPr>
                <a:spLocks/>
              </p:cNvSpPr>
              <p:nvPr/>
            </p:nvSpPr>
            <p:spPr bwMode="gray">
              <a:xfrm>
                <a:off x="6396962" y="3631143"/>
                <a:ext cx="1065962" cy="880284"/>
              </a:xfrm>
              <a:custGeom>
                <a:avLst/>
                <a:gdLst/>
                <a:ahLst/>
                <a:cxnLst>
                  <a:cxn ang="0">
                    <a:pos x="337" y="0"/>
                  </a:cxn>
                  <a:cxn ang="0">
                    <a:pos x="47" y="3"/>
                  </a:cxn>
                  <a:cxn ang="0">
                    <a:pos x="0" y="281"/>
                  </a:cxn>
                  <a:cxn ang="0">
                    <a:pos x="11" y="268"/>
                  </a:cxn>
                  <a:cxn ang="0">
                    <a:pos x="21" y="255"/>
                  </a:cxn>
                  <a:cxn ang="0">
                    <a:pos x="32" y="244"/>
                  </a:cxn>
                  <a:cxn ang="0">
                    <a:pos x="43" y="234"/>
                  </a:cxn>
                  <a:cxn ang="0">
                    <a:pos x="55" y="224"/>
                  </a:cxn>
                  <a:cxn ang="0">
                    <a:pos x="66" y="216"/>
                  </a:cxn>
                  <a:cxn ang="0">
                    <a:pos x="79" y="208"/>
                  </a:cxn>
                  <a:cxn ang="0">
                    <a:pos x="90" y="201"/>
                  </a:cxn>
                  <a:cxn ang="0">
                    <a:pos x="116" y="189"/>
                  </a:cxn>
                  <a:cxn ang="0">
                    <a:pos x="141" y="178"/>
                  </a:cxn>
                  <a:cxn ang="0">
                    <a:pos x="192" y="159"/>
                  </a:cxn>
                  <a:cxn ang="0">
                    <a:pos x="216" y="148"/>
                  </a:cxn>
                  <a:cxn ang="0">
                    <a:pos x="239" y="137"/>
                  </a:cxn>
                  <a:cxn ang="0">
                    <a:pos x="249" y="130"/>
                  </a:cxn>
                  <a:cxn ang="0">
                    <a:pos x="260" y="123"/>
                  </a:cxn>
                  <a:cxn ang="0">
                    <a:pos x="271" y="115"/>
                  </a:cxn>
                  <a:cxn ang="0">
                    <a:pos x="280" y="107"/>
                  </a:cxn>
                  <a:cxn ang="0">
                    <a:pos x="290" y="97"/>
                  </a:cxn>
                  <a:cxn ang="0">
                    <a:pos x="299" y="87"/>
                  </a:cxn>
                  <a:cxn ang="0">
                    <a:pos x="306" y="75"/>
                  </a:cxn>
                  <a:cxn ang="0">
                    <a:pos x="315" y="63"/>
                  </a:cxn>
                  <a:cxn ang="0">
                    <a:pos x="321" y="49"/>
                  </a:cxn>
                  <a:cxn ang="0">
                    <a:pos x="327" y="34"/>
                  </a:cxn>
                  <a:cxn ang="0">
                    <a:pos x="332" y="17"/>
                  </a:cxn>
                  <a:cxn ang="0">
                    <a:pos x="337" y="0"/>
                  </a:cxn>
                </a:cxnLst>
                <a:rect l="0" t="0" r="r" b="b"/>
                <a:pathLst>
                  <a:path w="337" h="281">
                    <a:moveTo>
                      <a:pt x="337" y="0"/>
                    </a:moveTo>
                    <a:lnTo>
                      <a:pt x="47" y="3"/>
                    </a:lnTo>
                    <a:lnTo>
                      <a:pt x="0" y="281"/>
                    </a:lnTo>
                    <a:lnTo>
                      <a:pt x="11" y="268"/>
                    </a:lnTo>
                    <a:lnTo>
                      <a:pt x="21" y="255"/>
                    </a:lnTo>
                    <a:lnTo>
                      <a:pt x="32" y="244"/>
                    </a:lnTo>
                    <a:lnTo>
                      <a:pt x="43" y="234"/>
                    </a:lnTo>
                    <a:lnTo>
                      <a:pt x="55" y="224"/>
                    </a:lnTo>
                    <a:lnTo>
                      <a:pt x="66" y="216"/>
                    </a:lnTo>
                    <a:lnTo>
                      <a:pt x="79" y="208"/>
                    </a:lnTo>
                    <a:lnTo>
                      <a:pt x="90" y="201"/>
                    </a:lnTo>
                    <a:lnTo>
                      <a:pt x="116" y="189"/>
                    </a:lnTo>
                    <a:lnTo>
                      <a:pt x="141" y="178"/>
                    </a:lnTo>
                    <a:lnTo>
                      <a:pt x="192" y="159"/>
                    </a:lnTo>
                    <a:lnTo>
                      <a:pt x="216" y="148"/>
                    </a:lnTo>
                    <a:lnTo>
                      <a:pt x="239" y="137"/>
                    </a:lnTo>
                    <a:lnTo>
                      <a:pt x="249" y="130"/>
                    </a:lnTo>
                    <a:lnTo>
                      <a:pt x="260" y="123"/>
                    </a:lnTo>
                    <a:lnTo>
                      <a:pt x="271" y="115"/>
                    </a:lnTo>
                    <a:lnTo>
                      <a:pt x="280" y="107"/>
                    </a:lnTo>
                    <a:lnTo>
                      <a:pt x="290" y="97"/>
                    </a:lnTo>
                    <a:lnTo>
                      <a:pt x="299" y="87"/>
                    </a:lnTo>
                    <a:lnTo>
                      <a:pt x="306" y="75"/>
                    </a:lnTo>
                    <a:lnTo>
                      <a:pt x="315" y="63"/>
                    </a:lnTo>
                    <a:lnTo>
                      <a:pt x="321" y="49"/>
                    </a:lnTo>
                    <a:lnTo>
                      <a:pt x="327" y="34"/>
                    </a:lnTo>
                    <a:lnTo>
                      <a:pt x="332" y="1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99CC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" name="Freeform 374"/>
              <p:cNvSpPr>
                <a:spLocks/>
              </p:cNvSpPr>
              <p:nvPr/>
            </p:nvSpPr>
            <p:spPr bwMode="gray">
              <a:xfrm>
                <a:off x="6998679" y="4281885"/>
                <a:ext cx="525093" cy="376628"/>
              </a:xfrm>
              <a:custGeom>
                <a:avLst/>
                <a:gdLst/>
                <a:ahLst/>
                <a:cxnLst>
                  <a:cxn ang="0">
                    <a:pos x="0" y="104"/>
                  </a:cxn>
                  <a:cxn ang="0">
                    <a:pos x="0" y="104"/>
                  </a:cxn>
                  <a:cxn ang="0">
                    <a:pos x="11" y="87"/>
                  </a:cxn>
                  <a:cxn ang="0">
                    <a:pos x="21" y="73"/>
                  </a:cxn>
                  <a:cxn ang="0">
                    <a:pos x="32" y="63"/>
                  </a:cxn>
                  <a:cxn ang="0">
                    <a:pos x="43" y="55"/>
                  </a:cxn>
                  <a:cxn ang="0">
                    <a:pos x="54" y="49"/>
                  </a:cxn>
                  <a:cxn ang="0">
                    <a:pos x="65" y="45"/>
                  </a:cxn>
                  <a:cxn ang="0">
                    <a:pos x="75" y="41"/>
                  </a:cxn>
                  <a:cxn ang="0">
                    <a:pos x="86" y="38"/>
                  </a:cxn>
                  <a:cxn ang="0">
                    <a:pos x="108" y="34"/>
                  </a:cxn>
                  <a:cxn ang="0">
                    <a:pos x="118" y="32"/>
                  </a:cxn>
                  <a:cxn ang="0">
                    <a:pos x="128" y="28"/>
                  </a:cxn>
                  <a:cxn ang="0">
                    <a:pos x="138" y="24"/>
                  </a:cxn>
                  <a:cxn ang="0">
                    <a:pos x="147" y="17"/>
                  </a:cxn>
                  <a:cxn ang="0">
                    <a:pos x="157" y="10"/>
                  </a:cxn>
                  <a:cxn ang="0">
                    <a:pos x="166" y="0"/>
                  </a:cxn>
                  <a:cxn ang="0">
                    <a:pos x="151" y="120"/>
                  </a:cxn>
                  <a:cxn ang="0">
                    <a:pos x="0" y="104"/>
                  </a:cxn>
                </a:cxnLst>
                <a:rect l="0" t="0" r="r" b="b"/>
                <a:pathLst>
                  <a:path w="166" h="120">
                    <a:moveTo>
                      <a:pt x="0" y="104"/>
                    </a:moveTo>
                    <a:lnTo>
                      <a:pt x="0" y="104"/>
                    </a:lnTo>
                    <a:lnTo>
                      <a:pt x="11" y="87"/>
                    </a:lnTo>
                    <a:lnTo>
                      <a:pt x="21" y="73"/>
                    </a:lnTo>
                    <a:lnTo>
                      <a:pt x="32" y="63"/>
                    </a:lnTo>
                    <a:lnTo>
                      <a:pt x="43" y="55"/>
                    </a:lnTo>
                    <a:lnTo>
                      <a:pt x="54" y="49"/>
                    </a:lnTo>
                    <a:lnTo>
                      <a:pt x="65" y="45"/>
                    </a:lnTo>
                    <a:lnTo>
                      <a:pt x="75" y="41"/>
                    </a:lnTo>
                    <a:lnTo>
                      <a:pt x="86" y="38"/>
                    </a:lnTo>
                    <a:lnTo>
                      <a:pt x="108" y="34"/>
                    </a:lnTo>
                    <a:lnTo>
                      <a:pt x="118" y="32"/>
                    </a:lnTo>
                    <a:lnTo>
                      <a:pt x="128" y="28"/>
                    </a:lnTo>
                    <a:lnTo>
                      <a:pt x="138" y="24"/>
                    </a:lnTo>
                    <a:lnTo>
                      <a:pt x="147" y="17"/>
                    </a:lnTo>
                    <a:lnTo>
                      <a:pt x="157" y="10"/>
                    </a:lnTo>
                    <a:lnTo>
                      <a:pt x="166" y="0"/>
                    </a:lnTo>
                    <a:lnTo>
                      <a:pt x="151" y="120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0066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eform 375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376"/>
              <p:cNvSpPr>
                <a:spLocks noEditPoints="1"/>
              </p:cNvSpPr>
              <p:nvPr/>
            </p:nvSpPr>
            <p:spPr bwMode="gray">
              <a:xfrm>
                <a:off x="6351890" y="3593258"/>
                <a:ext cx="1284563" cy="1067483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53" y="3"/>
                  </a:cxn>
                  <a:cxn ang="0">
                    <a:pos x="51" y="4"/>
                  </a:cxn>
                  <a:cxn ang="0">
                    <a:pos x="51" y="5"/>
                  </a:cxn>
                  <a:cxn ang="0">
                    <a:pos x="0" y="301"/>
                  </a:cxn>
                  <a:cxn ang="0">
                    <a:pos x="0" y="303"/>
                  </a:cxn>
                  <a:cxn ang="0">
                    <a:pos x="2" y="303"/>
                  </a:cxn>
                  <a:cxn ang="0">
                    <a:pos x="355" y="342"/>
                  </a:cxn>
                  <a:cxn ang="0">
                    <a:pos x="356" y="342"/>
                  </a:cxn>
                  <a:cxn ang="0">
                    <a:pos x="357" y="341"/>
                  </a:cxn>
                  <a:cxn ang="0">
                    <a:pos x="406" y="2"/>
                  </a:cxn>
                  <a:cxn ang="0">
                    <a:pos x="405" y="1"/>
                  </a:cxn>
                  <a:cxn ang="0">
                    <a:pos x="404" y="0"/>
                  </a:cxn>
                  <a:cxn ang="0">
                    <a:pos x="401" y="4"/>
                  </a:cxn>
                  <a:cxn ang="0">
                    <a:pos x="401" y="4"/>
                  </a:cxn>
                  <a:cxn ang="0">
                    <a:pos x="354" y="338"/>
                  </a:cxn>
                  <a:cxn ang="0">
                    <a:pos x="5" y="300"/>
                  </a:cxn>
                  <a:cxn ang="0">
                    <a:pos x="54" y="7"/>
                  </a:cxn>
                  <a:cxn ang="0">
                    <a:pos x="401" y="4"/>
                  </a:cxn>
                </a:cxnLst>
                <a:rect l="0" t="0" r="r" b="b"/>
                <a:pathLst>
                  <a:path w="406" h="342">
                    <a:moveTo>
                      <a:pt x="404" y="0"/>
                    </a:moveTo>
                    <a:lnTo>
                      <a:pt x="53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0" y="301"/>
                    </a:lnTo>
                    <a:lnTo>
                      <a:pt x="0" y="303"/>
                    </a:lnTo>
                    <a:lnTo>
                      <a:pt x="2" y="303"/>
                    </a:lnTo>
                    <a:lnTo>
                      <a:pt x="355" y="342"/>
                    </a:lnTo>
                    <a:lnTo>
                      <a:pt x="356" y="342"/>
                    </a:lnTo>
                    <a:lnTo>
                      <a:pt x="357" y="341"/>
                    </a:lnTo>
                    <a:lnTo>
                      <a:pt x="406" y="2"/>
                    </a:lnTo>
                    <a:lnTo>
                      <a:pt x="405" y="1"/>
                    </a:lnTo>
                    <a:lnTo>
                      <a:pt x="404" y="0"/>
                    </a:lnTo>
                    <a:close/>
                    <a:moveTo>
                      <a:pt x="401" y="4"/>
                    </a:moveTo>
                    <a:lnTo>
                      <a:pt x="401" y="4"/>
                    </a:lnTo>
                    <a:lnTo>
                      <a:pt x="354" y="338"/>
                    </a:lnTo>
                    <a:lnTo>
                      <a:pt x="5" y="300"/>
                    </a:lnTo>
                    <a:lnTo>
                      <a:pt x="54" y="7"/>
                    </a:lnTo>
                    <a:lnTo>
                      <a:pt x="401" y="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Freeform 377"/>
              <p:cNvSpPr>
                <a:spLocks/>
              </p:cNvSpPr>
              <p:nvPr/>
            </p:nvSpPr>
            <p:spPr bwMode="gray">
              <a:xfrm>
                <a:off x="6577252" y="3682400"/>
                <a:ext cx="81130" cy="135943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30"/>
                  </a:cxn>
                  <a:cxn ang="0">
                    <a:pos x="2" y="37"/>
                  </a:cxn>
                  <a:cxn ang="0">
                    <a:pos x="3" y="40"/>
                  </a:cxn>
                  <a:cxn ang="0">
                    <a:pos x="5" y="42"/>
                  </a:cxn>
                  <a:cxn ang="0">
                    <a:pos x="7" y="44"/>
                  </a:cxn>
                  <a:cxn ang="0">
                    <a:pos x="9" y="44"/>
                  </a:cxn>
                  <a:cxn ang="0">
                    <a:pos x="12" y="44"/>
                  </a:cxn>
                  <a:cxn ang="0">
                    <a:pos x="14" y="44"/>
                  </a:cxn>
                  <a:cxn ang="0">
                    <a:pos x="17" y="42"/>
                  </a:cxn>
                  <a:cxn ang="0">
                    <a:pos x="20" y="39"/>
                  </a:cxn>
                  <a:cxn ang="0">
                    <a:pos x="23" y="33"/>
                  </a:cxn>
                  <a:cxn ang="0">
                    <a:pos x="25" y="25"/>
                  </a:cxn>
                  <a:cxn ang="0">
                    <a:pos x="26" y="16"/>
                  </a:cxn>
                  <a:cxn ang="0">
                    <a:pos x="24" y="9"/>
                  </a:cxn>
                  <a:cxn ang="0">
                    <a:pos x="23" y="6"/>
                  </a:cxn>
                  <a:cxn ang="0">
                    <a:pos x="21" y="3"/>
                  </a:cxn>
                  <a:cxn ang="0">
                    <a:pos x="19" y="1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1" y="1"/>
                  </a:cxn>
                  <a:cxn ang="0">
                    <a:pos x="8" y="3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0" y="20"/>
                  </a:cxn>
                </a:cxnLst>
                <a:rect l="0" t="0" r="r" b="b"/>
                <a:pathLst>
                  <a:path w="26" h="44">
                    <a:moveTo>
                      <a:pt x="0" y="20"/>
                    </a:moveTo>
                    <a:lnTo>
                      <a:pt x="0" y="20"/>
                    </a:lnTo>
                    <a:lnTo>
                      <a:pt x="0" y="30"/>
                    </a:lnTo>
                    <a:lnTo>
                      <a:pt x="2" y="37"/>
                    </a:lnTo>
                    <a:lnTo>
                      <a:pt x="3" y="40"/>
                    </a:lnTo>
                    <a:lnTo>
                      <a:pt x="5" y="42"/>
                    </a:lnTo>
                    <a:lnTo>
                      <a:pt x="7" y="44"/>
                    </a:lnTo>
                    <a:lnTo>
                      <a:pt x="9" y="44"/>
                    </a:lnTo>
                    <a:lnTo>
                      <a:pt x="12" y="44"/>
                    </a:lnTo>
                    <a:lnTo>
                      <a:pt x="14" y="44"/>
                    </a:lnTo>
                    <a:lnTo>
                      <a:pt x="17" y="42"/>
                    </a:lnTo>
                    <a:lnTo>
                      <a:pt x="20" y="39"/>
                    </a:lnTo>
                    <a:lnTo>
                      <a:pt x="23" y="33"/>
                    </a:lnTo>
                    <a:lnTo>
                      <a:pt x="25" y="25"/>
                    </a:lnTo>
                    <a:lnTo>
                      <a:pt x="26" y="16"/>
                    </a:lnTo>
                    <a:lnTo>
                      <a:pt x="24" y="9"/>
                    </a:lnTo>
                    <a:lnTo>
                      <a:pt x="23" y="6"/>
                    </a:lnTo>
                    <a:lnTo>
                      <a:pt x="21" y="3"/>
                    </a:lnTo>
                    <a:lnTo>
                      <a:pt x="19" y="1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6" y="6"/>
                    </a:lnTo>
                    <a:lnTo>
                      <a:pt x="2" y="12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Freeform 378"/>
              <p:cNvSpPr>
                <a:spLocks/>
              </p:cNvSpPr>
              <p:nvPr/>
            </p:nvSpPr>
            <p:spPr bwMode="gray">
              <a:xfrm>
                <a:off x="6696694" y="3682400"/>
                <a:ext cx="38312" cy="84686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13"/>
                  </a:cxn>
                  <a:cxn ang="0">
                    <a:pos x="0" y="18"/>
                  </a:cxn>
                  <a:cxn ang="0">
                    <a:pos x="1" y="22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19"/>
                  </a:cxn>
                  <a:cxn ang="0">
                    <a:pos x="12" y="14"/>
                  </a:cxn>
                  <a:cxn ang="0">
                    <a:pos x="12" y="10"/>
                  </a:cxn>
                  <a:cxn ang="0">
                    <a:pos x="12" y="6"/>
                  </a:cxn>
                  <a:cxn ang="0">
                    <a:pos x="10" y="3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4" y="3"/>
                  </a:cxn>
                  <a:cxn ang="0">
                    <a:pos x="2" y="8"/>
                  </a:cxn>
                  <a:cxn ang="0">
                    <a:pos x="1" y="13"/>
                  </a:cxn>
                </a:cxnLst>
                <a:rect l="0" t="0" r="r" b="b"/>
                <a:pathLst>
                  <a:path w="12" h="27">
                    <a:moveTo>
                      <a:pt x="1" y="13"/>
                    </a:moveTo>
                    <a:lnTo>
                      <a:pt x="1" y="13"/>
                    </a:lnTo>
                    <a:lnTo>
                      <a:pt x="0" y="18"/>
                    </a:lnTo>
                    <a:lnTo>
                      <a:pt x="1" y="22"/>
                    </a:lnTo>
                    <a:lnTo>
                      <a:pt x="2" y="25"/>
                    </a:lnTo>
                    <a:lnTo>
                      <a:pt x="4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19"/>
                    </a:lnTo>
                    <a:lnTo>
                      <a:pt x="12" y="14"/>
                    </a:lnTo>
                    <a:lnTo>
                      <a:pt x="12" y="10"/>
                    </a:lnTo>
                    <a:lnTo>
                      <a:pt x="12" y="6"/>
                    </a:lnTo>
                    <a:lnTo>
                      <a:pt x="10" y="3"/>
                    </a:lnTo>
                    <a:lnTo>
                      <a:pt x="8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8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BEE7F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eform 37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999999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5" name="Freeform 38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eform 38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382"/>
              <p:cNvSpPr>
                <a:spLocks noEditPoints="1"/>
              </p:cNvSpPr>
              <p:nvPr/>
            </p:nvSpPr>
            <p:spPr bwMode="gray">
              <a:xfrm>
                <a:off x="7343482" y="4745427"/>
                <a:ext cx="49580" cy="5348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0" y="9"/>
                  </a:cxn>
                  <a:cxn ang="0">
                    <a:pos x="0" y="13"/>
                  </a:cxn>
                  <a:cxn ang="0">
                    <a:pos x="2" y="14"/>
                  </a:cxn>
                  <a:cxn ang="0">
                    <a:pos x="4" y="16"/>
                  </a:cxn>
                  <a:cxn ang="0">
                    <a:pos x="7" y="17"/>
                  </a:cxn>
                  <a:cxn ang="0">
                    <a:pos x="10" y="16"/>
                  </a:cxn>
                  <a:cxn ang="0">
                    <a:pos x="13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4" y="6"/>
                  </a:cxn>
                  <a:cxn ang="0">
                    <a:pos x="13" y="4"/>
                  </a:cxn>
                  <a:cxn ang="0">
                    <a:pos x="10" y="2"/>
                  </a:cxn>
                  <a:cxn ang="0">
                    <a:pos x="7" y="0"/>
                  </a:cxn>
                  <a:cxn ang="0">
                    <a:pos x="4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4" y="9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0" y="7"/>
                  </a:cxn>
                  <a:cxn ang="0">
                    <a:pos x="11" y="9"/>
                  </a:cxn>
                  <a:cxn ang="0">
                    <a:pos x="10" y="13"/>
                  </a:cxn>
                  <a:cxn ang="0">
                    <a:pos x="7" y="13"/>
                  </a:cxn>
                  <a:cxn ang="0">
                    <a:pos x="5" y="13"/>
                  </a:cxn>
                  <a:cxn ang="0">
                    <a:pos x="4" y="9"/>
                  </a:cxn>
                </a:cxnLst>
                <a:rect l="0" t="0" r="r" b="b"/>
                <a:pathLst>
                  <a:path w="16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3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7" y="17"/>
                    </a:lnTo>
                    <a:lnTo>
                      <a:pt x="10" y="16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6" y="9"/>
                    </a:lnTo>
                    <a:lnTo>
                      <a:pt x="14" y="6"/>
                    </a:lnTo>
                    <a:lnTo>
                      <a:pt x="13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  <a:moveTo>
                      <a:pt x="4" y="9"/>
                    </a:moveTo>
                    <a:lnTo>
                      <a:pt x="4" y="9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0" y="13"/>
                    </a:lnTo>
                    <a:lnTo>
                      <a:pt x="7" y="13"/>
                    </a:lnTo>
                    <a:lnTo>
                      <a:pt x="5" y="13"/>
                    </a:lnTo>
                    <a:lnTo>
                      <a:pt x="4" y="9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Freeform 383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Freeform 384"/>
              <p:cNvSpPr>
                <a:spLocks noEditPoints="1"/>
              </p:cNvSpPr>
              <p:nvPr/>
            </p:nvSpPr>
            <p:spPr bwMode="gray">
              <a:xfrm>
                <a:off x="7411091" y="4745427"/>
                <a:ext cx="65355" cy="64628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5" y="19"/>
                  </a:cxn>
                  <a:cxn ang="0">
                    <a:pos x="9" y="21"/>
                  </a:cxn>
                  <a:cxn ang="0">
                    <a:pos x="13" y="19"/>
                  </a:cxn>
                  <a:cxn ang="0">
                    <a:pos x="16" y="18"/>
                  </a:cxn>
                  <a:cxn ang="0">
                    <a:pos x="19" y="14"/>
                  </a:cxn>
                  <a:cxn ang="0">
                    <a:pos x="20" y="10"/>
                  </a:cxn>
                  <a:cxn ang="0">
                    <a:pos x="19" y="6"/>
                  </a:cxn>
                  <a:cxn ang="0">
                    <a:pos x="16" y="3"/>
                  </a:cxn>
                  <a:cxn ang="0">
                    <a:pos x="13" y="0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4" y="10"/>
                  </a:cxn>
                  <a:cxn ang="0">
                    <a:pos x="4" y="10"/>
                  </a:cxn>
                  <a:cxn ang="0">
                    <a:pos x="4" y="8"/>
                  </a:cxn>
                  <a:cxn ang="0">
                    <a:pos x="5" y="6"/>
                  </a:cxn>
                  <a:cxn ang="0">
                    <a:pos x="7" y="5"/>
                  </a:cxn>
                  <a:cxn ang="0">
                    <a:pos x="9" y="5"/>
                  </a:cxn>
                  <a:cxn ang="0">
                    <a:pos x="11" y="5"/>
                  </a:cxn>
                  <a:cxn ang="0">
                    <a:pos x="13" y="6"/>
                  </a:cxn>
                  <a:cxn ang="0">
                    <a:pos x="15" y="8"/>
                  </a:cxn>
                  <a:cxn ang="0">
                    <a:pos x="16" y="10"/>
                  </a:cxn>
                  <a:cxn ang="0">
                    <a:pos x="15" y="13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9" y="16"/>
                  </a:cxn>
                  <a:cxn ang="0">
                    <a:pos x="7" y="16"/>
                  </a:cxn>
                  <a:cxn ang="0">
                    <a:pos x="5" y="14"/>
                  </a:cxn>
                  <a:cxn ang="0">
                    <a:pos x="4" y="13"/>
                  </a:cxn>
                  <a:cxn ang="0">
                    <a:pos x="4" y="10"/>
                  </a:cxn>
                </a:cxnLst>
                <a:rect l="0" t="0" r="r" b="b"/>
                <a:pathLst>
                  <a:path w="20" h="21">
                    <a:moveTo>
                      <a:pt x="0" y="10"/>
                    </a:move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5" y="19"/>
                    </a:lnTo>
                    <a:lnTo>
                      <a:pt x="9" y="21"/>
                    </a:lnTo>
                    <a:lnTo>
                      <a:pt x="13" y="19"/>
                    </a:lnTo>
                    <a:lnTo>
                      <a:pt x="16" y="18"/>
                    </a:lnTo>
                    <a:lnTo>
                      <a:pt x="19" y="14"/>
                    </a:lnTo>
                    <a:lnTo>
                      <a:pt x="20" y="10"/>
                    </a:lnTo>
                    <a:lnTo>
                      <a:pt x="19" y="6"/>
                    </a:lnTo>
                    <a:lnTo>
                      <a:pt x="16" y="3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  <a:moveTo>
                      <a:pt x="4" y="10"/>
                    </a:moveTo>
                    <a:lnTo>
                      <a:pt x="4" y="10"/>
                    </a:lnTo>
                    <a:lnTo>
                      <a:pt x="4" y="8"/>
                    </a:lnTo>
                    <a:lnTo>
                      <a:pt x="5" y="6"/>
                    </a:lnTo>
                    <a:lnTo>
                      <a:pt x="7" y="5"/>
                    </a:lnTo>
                    <a:lnTo>
                      <a:pt x="9" y="5"/>
                    </a:lnTo>
                    <a:lnTo>
                      <a:pt x="11" y="5"/>
                    </a:lnTo>
                    <a:lnTo>
                      <a:pt x="13" y="6"/>
                    </a:lnTo>
                    <a:lnTo>
                      <a:pt x="15" y="8"/>
                    </a:lnTo>
                    <a:lnTo>
                      <a:pt x="16" y="10"/>
                    </a:lnTo>
                    <a:lnTo>
                      <a:pt x="15" y="13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9" y="16"/>
                    </a:lnTo>
                    <a:lnTo>
                      <a:pt x="7" y="16"/>
                    </a:lnTo>
                    <a:lnTo>
                      <a:pt x="5" y="14"/>
                    </a:lnTo>
                    <a:lnTo>
                      <a:pt x="4" y="13"/>
                    </a:lnTo>
                    <a:lnTo>
                      <a:pt x="4" y="1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eform 385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" name="Freeform 386"/>
              <p:cNvSpPr>
                <a:spLocks/>
              </p:cNvSpPr>
              <p:nvPr/>
            </p:nvSpPr>
            <p:spPr bwMode="gray">
              <a:xfrm>
                <a:off x="6300057" y="3526401"/>
                <a:ext cx="1422033" cy="1198969"/>
              </a:xfrm>
              <a:custGeom>
                <a:avLst/>
                <a:gdLst/>
                <a:ahLst/>
                <a:cxnLst>
                  <a:cxn ang="0">
                    <a:pos x="445" y="0"/>
                  </a:cxn>
                  <a:cxn ang="0">
                    <a:pos x="445" y="0"/>
                  </a:cxn>
                  <a:cxn ang="0">
                    <a:pos x="54" y="6"/>
                  </a:cxn>
                  <a:cxn ang="0">
                    <a:pos x="0" y="337"/>
                  </a:cxn>
                  <a:cxn ang="0">
                    <a:pos x="30" y="343"/>
                  </a:cxn>
                  <a:cxn ang="0">
                    <a:pos x="67" y="350"/>
                  </a:cxn>
                  <a:cxn ang="0">
                    <a:pos x="110" y="357"/>
                  </a:cxn>
                  <a:cxn ang="0">
                    <a:pos x="159" y="363"/>
                  </a:cxn>
                  <a:cxn ang="0">
                    <a:pos x="212" y="371"/>
                  </a:cxn>
                  <a:cxn ang="0">
                    <a:pos x="270" y="376"/>
                  </a:cxn>
                  <a:cxn ang="0">
                    <a:pos x="332" y="380"/>
                  </a:cxn>
                  <a:cxn ang="0">
                    <a:pos x="397" y="384"/>
                  </a:cxn>
                  <a:cxn ang="0">
                    <a:pos x="450" y="3"/>
                  </a:cxn>
                  <a:cxn ang="0">
                    <a:pos x="445" y="0"/>
                  </a:cxn>
                </a:cxnLst>
                <a:rect l="0" t="0" r="r" b="b"/>
                <a:pathLst>
                  <a:path w="450" h="384">
                    <a:moveTo>
                      <a:pt x="445" y="0"/>
                    </a:moveTo>
                    <a:lnTo>
                      <a:pt x="445" y="0"/>
                    </a:lnTo>
                    <a:lnTo>
                      <a:pt x="54" y="6"/>
                    </a:lnTo>
                    <a:lnTo>
                      <a:pt x="0" y="337"/>
                    </a:lnTo>
                    <a:lnTo>
                      <a:pt x="30" y="343"/>
                    </a:lnTo>
                    <a:lnTo>
                      <a:pt x="67" y="350"/>
                    </a:lnTo>
                    <a:lnTo>
                      <a:pt x="110" y="357"/>
                    </a:lnTo>
                    <a:lnTo>
                      <a:pt x="159" y="363"/>
                    </a:lnTo>
                    <a:lnTo>
                      <a:pt x="212" y="371"/>
                    </a:lnTo>
                    <a:lnTo>
                      <a:pt x="270" y="376"/>
                    </a:lnTo>
                    <a:lnTo>
                      <a:pt x="332" y="380"/>
                    </a:lnTo>
                    <a:lnTo>
                      <a:pt x="397" y="384"/>
                    </a:lnTo>
                    <a:lnTo>
                      <a:pt x="450" y="3"/>
                    </a:lnTo>
                    <a:lnTo>
                      <a:pt x="44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Freeform 387"/>
              <p:cNvSpPr>
                <a:spLocks/>
              </p:cNvSpPr>
              <p:nvPr/>
            </p:nvSpPr>
            <p:spPr bwMode="gray">
              <a:xfrm>
                <a:off x="6273013" y="4580513"/>
                <a:ext cx="1286816" cy="274114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0" y="32"/>
                  </a:cxn>
                  <a:cxn ang="0">
                    <a:pos x="402" y="87"/>
                  </a:cxn>
                  <a:cxn ang="0">
                    <a:pos x="407" y="46"/>
                  </a:cxn>
                  <a:cxn ang="0">
                    <a:pos x="341" y="43"/>
                  </a:cxn>
                  <a:cxn ang="0">
                    <a:pos x="278" y="38"/>
                  </a:cxn>
                  <a:cxn ang="0">
                    <a:pos x="220" y="33"/>
                  </a:cxn>
                  <a:cxn ang="0">
                    <a:pos x="167" y="27"/>
                  </a:cxn>
                  <a:cxn ang="0">
                    <a:pos x="117" y="20"/>
                  </a:cxn>
                  <a:cxn ang="0">
                    <a:pos x="74" y="14"/>
                  </a:cxn>
                  <a:cxn ang="0">
                    <a:pos x="36" y="6"/>
                  </a:cxn>
                  <a:cxn ang="0">
                    <a:pos x="6" y="0"/>
                  </a:cxn>
                  <a:cxn ang="0">
                    <a:pos x="0" y="32"/>
                  </a:cxn>
                </a:cxnLst>
                <a:rect l="0" t="0" r="r" b="b"/>
                <a:pathLst>
                  <a:path w="407" h="87">
                    <a:moveTo>
                      <a:pt x="0" y="32"/>
                    </a:moveTo>
                    <a:lnTo>
                      <a:pt x="0" y="32"/>
                    </a:lnTo>
                    <a:lnTo>
                      <a:pt x="402" y="87"/>
                    </a:lnTo>
                    <a:lnTo>
                      <a:pt x="407" y="46"/>
                    </a:lnTo>
                    <a:lnTo>
                      <a:pt x="341" y="43"/>
                    </a:lnTo>
                    <a:lnTo>
                      <a:pt x="278" y="38"/>
                    </a:lnTo>
                    <a:lnTo>
                      <a:pt x="220" y="33"/>
                    </a:lnTo>
                    <a:lnTo>
                      <a:pt x="167" y="27"/>
                    </a:lnTo>
                    <a:lnTo>
                      <a:pt x="117" y="20"/>
                    </a:lnTo>
                    <a:lnTo>
                      <a:pt x="74" y="14"/>
                    </a:lnTo>
                    <a:lnTo>
                      <a:pt x="36" y="6"/>
                    </a:lnTo>
                    <a:lnTo>
                      <a:pt x="6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388"/>
              <p:cNvSpPr>
                <a:spLocks/>
              </p:cNvSpPr>
              <p:nvPr/>
            </p:nvSpPr>
            <p:spPr bwMode="gray">
              <a:xfrm>
                <a:off x="6270757" y="4596112"/>
                <a:ext cx="1286816" cy="276342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0" y="30"/>
                  </a:cxn>
                  <a:cxn ang="0">
                    <a:pos x="402" y="88"/>
                  </a:cxn>
                  <a:cxn ang="0">
                    <a:pos x="407" y="47"/>
                  </a:cxn>
                  <a:cxn ang="0">
                    <a:pos x="341" y="44"/>
                  </a:cxn>
                  <a:cxn ang="0">
                    <a:pos x="279" y="39"/>
                  </a:cxn>
                  <a:cxn ang="0">
                    <a:pos x="220" y="33"/>
                  </a:cxn>
                  <a:cxn ang="0">
                    <a:pos x="166" y="27"/>
                  </a:cxn>
                  <a:cxn ang="0">
                    <a:pos x="118" y="19"/>
                  </a:cxn>
                  <a:cxn ang="0">
                    <a:pos x="74" y="12"/>
                  </a:cxn>
                  <a:cxn ang="0">
                    <a:pos x="37" y="6"/>
                  </a:cxn>
                  <a:cxn ang="0">
                    <a:pos x="5" y="0"/>
                  </a:cxn>
                  <a:cxn ang="0">
                    <a:pos x="0" y="30"/>
                  </a:cxn>
                </a:cxnLst>
                <a:rect l="0" t="0" r="r" b="b"/>
                <a:pathLst>
                  <a:path w="407" h="88">
                    <a:moveTo>
                      <a:pt x="0" y="30"/>
                    </a:moveTo>
                    <a:lnTo>
                      <a:pt x="0" y="30"/>
                    </a:lnTo>
                    <a:lnTo>
                      <a:pt x="402" y="88"/>
                    </a:lnTo>
                    <a:lnTo>
                      <a:pt x="407" y="47"/>
                    </a:lnTo>
                    <a:lnTo>
                      <a:pt x="341" y="44"/>
                    </a:lnTo>
                    <a:lnTo>
                      <a:pt x="279" y="39"/>
                    </a:lnTo>
                    <a:lnTo>
                      <a:pt x="220" y="33"/>
                    </a:lnTo>
                    <a:lnTo>
                      <a:pt x="166" y="27"/>
                    </a:lnTo>
                    <a:lnTo>
                      <a:pt x="118" y="19"/>
                    </a:lnTo>
                    <a:lnTo>
                      <a:pt x="74" y="12"/>
                    </a:lnTo>
                    <a:lnTo>
                      <a:pt x="37" y="6"/>
                    </a:lnTo>
                    <a:lnTo>
                      <a:pt x="5" y="0"/>
                    </a:lnTo>
                    <a:lnTo>
                      <a:pt x="0" y="3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eform 389"/>
              <p:cNvSpPr>
                <a:spLocks/>
              </p:cNvSpPr>
              <p:nvPr/>
            </p:nvSpPr>
            <p:spPr bwMode="gray">
              <a:xfrm>
                <a:off x="6552462" y="5057426"/>
                <a:ext cx="849614" cy="189428"/>
              </a:xfrm>
              <a:custGeom>
                <a:avLst/>
                <a:gdLst/>
                <a:ahLst/>
                <a:cxnLst>
                  <a:cxn ang="0">
                    <a:pos x="247" y="21"/>
                  </a:cxn>
                  <a:cxn ang="0">
                    <a:pos x="247" y="21"/>
                  </a:cxn>
                  <a:cxn ang="0">
                    <a:pos x="238" y="20"/>
                  </a:cxn>
                  <a:cxn ang="0">
                    <a:pos x="228" y="20"/>
                  </a:cxn>
                  <a:cxn ang="0">
                    <a:pos x="210" y="20"/>
                  </a:cxn>
                  <a:cxn ang="0">
                    <a:pos x="187" y="20"/>
                  </a:cxn>
                  <a:cxn ang="0">
                    <a:pos x="174" y="20"/>
                  </a:cxn>
                  <a:cxn ang="0">
                    <a:pos x="162" y="18"/>
                  </a:cxn>
                  <a:cxn ang="0">
                    <a:pos x="150" y="17"/>
                  </a:cxn>
                  <a:cxn ang="0">
                    <a:pos x="137" y="12"/>
                  </a:cxn>
                  <a:cxn ang="0">
                    <a:pos x="125" y="7"/>
                  </a:cxn>
                  <a:cxn ang="0">
                    <a:pos x="112" y="0"/>
                  </a:cxn>
                  <a:cxn ang="0">
                    <a:pos x="87" y="0"/>
                  </a:cxn>
                  <a:cxn ang="0">
                    <a:pos x="65" y="1"/>
                  </a:cxn>
                  <a:cxn ang="0">
                    <a:pos x="46" y="3"/>
                  </a:cxn>
                  <a:cxn ang="0">
                    <a:pos x="30" y="6"/>
                  </a:cxn>
                  <a:cxn ang="0">
                    <a:pos x="17" y="9"/>
                  </a:cxn>
                  <a:cxn ang="0">
                    <a:pos x="9" y="13"/>
                  </a:cxn>
                  <a:cxn ang="0">
                    <a:pos x="3" y="17"/>
                  </a:cxn>
                  <a:cxn ang="0">
                    <a:pos x="2" y="20"/>
                  </a:cxn>
                  <a:cxn ang="0">
                    <a:pos x="0" y="21"/>
                  </a:cxn>
                  <a:cxn ang="0">
                    <a:pos x="2" y="23"/>
                  </a:cxn>
                  <a:cxn ang="0">
                    <a:pos x="3" y="26"/>
                  </a:cxn>
                  <a:cxn ang="0">
                    <a:pos x="6" y="29"/>
                  </a:cxn>
                  <a:cxn ang="0">
                    <a:pos x="10" y="31"/>
                  </a:cxn>
                  <a:cxn ang="0">
                    <a:pos x="20" y="37"/>
                  </a:cxn>
                  <a:cxn ang="0">
                    <a:pos x="35" y="42"/>
                  </a:cxn>
                  <a:cxn ang="0">
                    <a:pos x="54" y="48"/>
                  </a:cxn>
                  <a:cxn ang="0">
                    <a:pos x="77" y="53"/>
                  </a:cxn>
                  <a:cxn ang="0">
                    <a:pos x="104" y="56"/>
                  </a:cxn>
                  <a:cxn ang="0">
                    <a:pos x="133" y="59"/>
                  </a:cxn>
                  <a:cxn ang="0">
                    <a:pos x="162" y="61"/>
                  </a:cxn>
                  <a:cxn ang="0">
                    <a:pos x="189" y="61"/>
                  </a:cxn>
                  <a:cxn ang="0">
                    <a:pos x="212" y="58"/>
                  </a:cxn>
                  <a:cxn ang="0">
                    <a:pos x="232" y="55"/>
                  </a:cxn>
                  <a:cxn ang="0">
                    <a:pos x="247" y="52"/>
                  </a:cxn>
                  <a:cxn ang="0">
                    <a:pos x="258" y="48"/>
                  </a:cxn>
                  <a:cxn ang="0">
                    <a:pos x="262" y="46"/>
                  </a:cxn>
                  <a:cxn ang="0">
                    <a:pos x="266" y="44"/>
                  </a:cxn>
                  <a:cxn ang="0">
                    <a:pos x="268" y="40"/>
                  </a:cxn>
                  <a:cxn ang="0">
                    <a:pos x="269" y="39"/>
                  </a:cxn>
                  <a:cxn ang="0">
                    <a:pos x="268" y="35"/>
                  </a:cxn>
                  <a:cxn ang="0">
                    <a:pos x="263" y="31"/>
                  </a:cxn>
                  <a:cxn ang="0">
                    <a:pos x="256" y="27"/>
                  </a:cxn>
                  <a:cxn ang="0">
                    <a:pos x="247" y="21"/>
                  </a:cxn>
                </a:cxnLst>
                <a:rect l="0" t="0" r="r" b="b"/>
                <a:pathLst>
                  <a:path w="269" h="61">
                    <a:moveTo>
                      <a:pt x="247" y="21"/>
                    </a:moveTo>
                    <a:lnTo>
                      <a:pt x="247" y="21"/>
                    </a:lnTo>
                    <a:lnTo>
                      <a:pt x="238" y="20"/>
                    </a:lnTo>
                    <a:lnTo>
                      <a:pt x="228" y="20"/>
                    </a:lnTo>
                    <a:lnTo>
                      <a:pt x="210" y="20"/>
                    </a:lnTo>
                    <a:lnTo>
                      <a:pt x="187" y="20"/>
                    </a:lnTo>
                    <a:lnTo>
                      <a:pt x="174" y="20"/>
                    </a:lnTo>
                    <a:lnTo>
                      <a:pt x="162" y="18"/>
                    </a:lnTo>
                    <a:lnTo>
                      <a:pt x="150" y="17"/>
                    </a:lnTo>
                    <a:lnTo>
                      <a:pt x="137" y="12"/>
                    </a:lnTo>
                    <a:lnTo>
                      <a:pt x="125" y="7"/>
                    </a:lnTo>
                    <a:lnTo>
                      <a:pt x="112" y="0"/>
                    </a:lnTo>
                    <a:lnTo>
                      <a:pt x="87" y="0"/>
                    </a:lnTo>
                    <a:lnTo>
                      <a:pt x="65" y="1"/>
                    </a:lnTo>
                    <a:lnTo>
                      <a:pt x="46" y="3"/>
                    </a:lnTo>
                    <a:lnTo>
                      <a:pt x="30" y="6"/>
                    </a:lnTo>
                    <a:lnTo>
                      <a:pt x="17" y="9"/>
                    </a:lnTo>
                    <a:lnTo>
                      <a:pt x="9" y="13"/>
                    </a:lnTo>
                    <a:lnTo>
                      <a:pt x="3" y="17"/>
                    </a:lnTo>
                    <a:lnTo>
                      <a:pt x="2" y="20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3" y="26"/>
                    </a:lnTo>
                    <a:lnTo>
                      <a:pt x="6" y="29"/>
                    </a:lnTo>
                    <a:lnTo>
                      <a:pt x="10" y="31"/>
                    </a:lnTo>
                    <a:lnTo>
                      <a:pt x="20" y="37"/>
                    </a:lnTo>
                    <a:lnTo>
                      <a:pt x="35" y="42"/>
                    </a:lnTo>
                    <a:lnTo>
                      <a:pt x="54" y="48"/>
                    </a:lnTo>
                    <a:lnTo>
                      <a:pt x="77" y="53"/>
                    </a:lnTo>
                    <a:lnTo>
                      <a:pt x="104" y="56"/>
                    </a:lnTo>
                    <a:lnTo>
                      <a:pt x="133" y="59"/>
                    </a:lnTo>
                    <a:lnTo>
                      <a:pt x="162" y="61"/>
                    </a:lnTo>
                    <a:lnTo>
                      <a:pt x="189" y="61"/>
                    </a:lnTo>
                    <a:lnTo>
                      <a:pt x="212" y="58"/>
                    </a:lnTo>
                    <a:lnTo>
                      <a:pt x="232" y="55"/>
                    </a:lnTo>
                    <a:lnTo>
                      <a:pt x="247" y="52"/>
                    </a:lnTo>
                    <a:lnTo>
                      <a:pt x="258" y="48"/>
                    </a:lnTo>
                    <a:lnTo>
                      <a:pt x="262" y="46"/>
                    </a:lnTo>
                    <a:lnTo>
                      <a:pt x="266" y="44"/>
                    </a:lnTo>
                    <a:lnTo>
                      <a:pt x="268" y="40"/>
                    </a:lnTo>
                    <a:lnTo>
                      <a:pt x="269" y="39"/>
                    </a:lnTo>
                    <a:lnTo>
                      <a:pt x="268" y="35"/>
                    </a:lnTo>
                    <a:lnTo>
                      <a:pt x="263" y="31"/>
                    </a:lnTo>
                    <a:lnTo>
                      <a:pt x="256" y="27"/>
                    </a:lnTo>
                    <a:lnTo>
                      <a:pt x="247" y="21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Freeform 390"/>
              <p:cNvSpPr>
                <a:spLocks/>
              </p:cNvSpPr>
              <p:nvPr/>
            </p:nvSpPr>
            <p:spPr bwMode="gray">
              <a:xfrm>
                <a:off x="6584013" y="5050740"/>
                <a:ext cx="786513" cy="164914"/>
              </a:xfrm>
              <a:custGeom>
                <a:avLst/>
                <a:gdLst/>
                <a:ahLst/>
                <a:cxnLst>
                  <a:cxn ang="0">
                    <a:pos x="228" y="19"/>
                  </a:cxn>
                  <a:cxn ang="0">
                    <a:pos x="228" y="19"/>
                  </a:cxn>
                  <a:cxn ang="0">
                    <a:pos x="221" y="17"/>
                  </a:cxn>
                  <a:cxn ang="0">
                    <a:pos x="212" y="17"/>
                  </a:cxn>
                  <a:cxn ang="0">
                    <a:pos x="195" y="17"/>
                  </a:cxn>
                  <a:cxn ang="0">
                    <a:pos x="172" y="19"/>
                  </a:cxn>
                  <a:cxn ang="0">
                    <a:pos x="162" y="17"/>
                  </a:cxn>
                  <a:cxn ang="0">
                    <a:pos x="150" y="16"/>
                  </a:cxn>
                  <a:cxn ang="0">
                    <a:pos x="139" y="14"/>
                  </a:cxn>
                  <a:cxn ang="0">
                    <a:pos x="127" y="11"/>
                  </a:cxn>
                  <a:cxn ang="0">
                    <a:pos x="114" y="6"/>
                  </a:cxn>
                  <a:cxn ang="0">
                    <a:pos x="103" y="0"/>
                  </a:cxn>
                  <a:cxn ang="0">
                    <a:pos x="80" y="0"/>
                  </a:cxn>
                  <a:cxn ang="0">
                    <a:pos x="60" y="0"/>
                  </a:cxn>
                  <a:cxn ang="0">
                    <a:pos x="42" y="3"/>
                  </a:cxn>
                  <a:cxn ang="0">
                    <a:pos x="27" y="5"/>
                  </a:cxn>
                  <a:cxn ang="0">
                    <a:pos x="15" y="8"/>
                  </a:cxn>
                  <a:cxn ang="0">
                    <a:pos x="7" y="11"/>
                  </a:cxn>
                  <a:cxn ang="0">
                    <a:pos x="2" y="15"/>
                  </a:cxn>
                  <a:cxn ang="0">
                    <a:pos x="1" y="16"/>
                  </a:cxn>
                  <a:cxn ang="0">
                    <a:pos x="0" y="19"/>
                  </a:cxn>
                  <a:cxn ang="0">
                    <a:pos x="1" y="20"/>
                  </a:cxn>
                  <a:cxn ang="0">
                    <a:pos x="2" y="22"/>
                  </a:cxn>
                  <a:cxn ang="0">
                    <a:pos x="9" y="28"/>
                  </a:cxn>
                  <a:cxn ang="0">
                    <a:pos x="19" y="32"/>
                  </a:cxn>
                  <a:cxn ang="0">
                    <a:pos x="33" y="37"/>
                  </a:cxn>
                  <a:cxn ang="0">
                    <a:pos x="50" y="41"/>
                  </a:cxn>
                  <a:cxn ang="0">
                    <a:pos x="72" y="46"/>
                  </a:cxn>
                  <a:cxn ang="0">
                    <a:pos x="96" y="49"/>
                  </a:cxn>
                  <a:cxn ang="0">
                    <a:pos x="123" y="52"/>
                  </a:cxn>
                  <a:cxn ang="0">
                    <a:pos x="150" y="53"/>
                  </a:cxn>
                  <a:cxn ang="0">
                    <a:pos x="176" y="52"/>
                  </a:cxn>
                  <a:cxn ang="0">
                    <a:pos x="196" y="51"/>
                  </a:cxn>
                  <a:cxn ang="0">
                    <a:pos x="215" y="49"/>
                  </a:cxn>
                  <a:cxn ang="0">
                    <a:pos x="229" y="46"/>
                  </a:cxn>
                  <a:cxn ang="0">
                    <a:pos x="240" y="41"/>
                  </a:cxn>
                  <a:cxn ang="0">
                    <a:pos x="247" y="37"/>
                  </a:cxn>
                  <a:cxn ang="0">
                    <a:pos x="248" y="35"/>
                  </a:cxn>
                  <a:cxn ang="0">
                    <a:pos x="249" y="34"/>
                  </a:cxn>
                  <a:cxn ang="0">
                    <a:pos x="249" y="33"/>
                  </a:cxn>
                  <a:cxn ang="0">
                    <a:pos x="248" y="31"/>
                  </a:cxn>
                  <a:cxn ang="0">
                    <a:pos x="245" y="27"/>
                  </a:cxn>
                  <a:cxn ang="0">
                    <a:pos x="237" y="22"/>
                  </a:cxn>
                  <a:cxn ang="0">
                    <a:pos x="228" y="19"/>
                  </a:cxn>
                </a:cxnLst>
                <a:rect l="0" t="0" r="r" b="b"/>
                <a:pathLst>
                  <a:path w="249" h="53">
                    <a:moveTo>
                      <a:pt x="228" y="19"/>
                    </a:moveTo>
                    <a:lnTo>
                      <a:pt x="228" y="19"/>
                    </a:lnTo>
                    <a:lnTo>
                      <a:pt x="221" y="17"/>
                    </a:lnTo>
                    <a:lnTo>
                      <a:pt x="212" y="17"/>
                    </a:lnTo>
                    <a:lnTo>
                      <a:pt x="195" y="17"/>
                    </a:lnTo>
                    <a:lnTo>
                      <a:pt x="172" y="19"/>
                    </a:lnTo>
                    <a:lnTo>
                      <a:pt x="162" y="17"/>
                    </a:lnTo>
                    <a:lnTo>
                      <a:pt x="150" y="16"/>
                    </a:lnTo>
                    <a:lnTo>
                      <a:pt x="139" y="14"/>
                    </a:lnTo>
                    <a:lnTo>
                      <a:pt x="127" y="11"/>
                    </a:lnTo>
                    <a:lnTo>
                      <a:pt x="114" y="6"/>
                    </a:lnTo>
                    <a:lnTo>
                      <a:pt x="103" y="0"/>
                    </a:lnTo>
                    <a:lnTo>
                      <a:pt x="80" y="0"/>
                    </a:lnTo>
                    <a:lnTo>
                      <a:pt x="60" y="0"/>
                    </a:lnTo>
                    <a:lnTo>
                      <a:pt x="42" y="3"/>
                    </a:lnTo>
                    <a:lnTo>
                      <a:pt x="27" y="5"/>
                    </a:lnTo>
                    <a:lnTo>
                      <a:pt x="15" y="8"/>
                    </a:lnTo>
                    <a:lnTo>
                      <a:pt x="7" y="11"/>
                    </a:lnTo>
                    <a:lnTo>
                      <a:pt x="2" y="15"/>
                    </a:lnTo>
                    <a:lnTo>
                      <a:pt x="1" y="16"/>
                    </a:lnTo>
                    <a:lnTo>
                      <a:pt x="0" y="19"/>
                    </a:lnTo>
                    <a:lnTo>
                      <a:pt x="1" y="20"/>
                    </a:lnTo>
                    <a:lnTo>
                      <a:pt x="2" y="22"/>
                    </a:lnTo>
                    <a:lnTo>
                      <a:pt x="9" y="28"/>
                    </a:lnTo>
                    <a:lnTo>
                      <a:pt x="19" y="32"/>
                    </a:lnTo>
                    <a:lnTo>
                      <a:pt x="33" y="37"/>
                    </a:lnTo>
                    <a:lnTo>
                      <a:pt x="50" y="41"/>
                    </a:lnTo>
                    <a:lnTo>
                      <a:pt x="72" y="46"/>
                    </a:lnTo>
                    <a:lnTo>
                      <a:pt x="96" y="49"/>
                    </a:lnTo>
                    <a:lnTo>
                      <a:pt x="123" y="52"/>
                    </a:lnTo>
                    <a:lnTo>
                      <a:pt x="150" y="53"/>
                    </a:lnTo>
                    <a:lnTo>
                      <a:pt x="176" y="52"/>
                    </a:lnTo>
                    <a:lnTo>
                      <a:pt x="196" y="51"/>
                    </a:lnTo>
                    <a:lnTo>
                      <a:pt x="215" y="49"/>
                    </a:lnTo>
                    <a:lnTo>
                      <a:pt x="229" y="46"/>
                    </a:lnTo>
                    <a:lnTo>
                      <a:pt x="240" y="41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49" y="34"/>
                    </a:lnTo>
                    <a:lnTo>
                      <a:pt x="249" y="33"/>
                    </a:lnTo>
                    <a:lnTo>
                      <a:pt x="248" y="31"/>
                    </a:lnTo>
                    <a:lnTo>
                      <a:pt x="245" y="27"/>
                    </a:lnTo>
                    <a:lnTo>
                      <a:pt x="237" y="22"/>
                    </a:lnTo>
                    <a:lnTo>
                      <a:pt x="228" y="19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eform 391"/>
              <p:cNvSpPr>
                <a:spLocks/>
              </p:cNvSpPr>
              <p:nvPr/>
            </p:nvSpPr>
            <p:spPr bwMode="gray">
              <a:xfrm>
                <a:off x="6919802" y="5021769"/>
                <a:ext cx="383115" cy="86914"/>
              </a:xfrm>
              <a:custGeom>
                <a:avLst/>
                <a:gdLst/>
                <a:ahLst/>
                <a:cxnLst>
                  <a:cxn ang="0">
                    <a:pos x="18" y="1"/>
                  </a:cxn>
                  <a:cxn ang="0">
                    <a:pos x="18" y="1"/>
                  </a:cxn>
                  <a:cxn ang="0">
                    <a:pos x="7" y="2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0" y="9"/>
                  </a:cxn>
                  <a:cxn ang="0">
                    <a:pos x="12" y="17"/>
                  </a:cxn>
                  <a:cxn ang="0">
                    <a:pos x="24" y="21"/>
                  </a:cxn>
                  <a:cxn ang="0">
                    <a:pos x="35" y="25"/>
                  </a:cxn>
                  <a:cxn ang="0">
                    <a:pos x="46" y="28"/>
                  </a:cxn>
                  <a:cxn ang="0">
                    <a:pos x="58" y="28"/>
                  </a:cxn>
                  <a:cxn ang="0">
                    <a:pos x="68" y="28"/>
                  </a:cxn>
                  <a:cxn ang="0">
                    <a:pos x="90" y="28"/>
                  </a:cxn>
                  <a:cxn ang="0">
                    <a:pos x="106" y="28"/>
                  </a:cxn>
                  <a:cxn ang="0">
                    <a:pos x="121" y="28"/>
                  </a:cxn>
                  <a:cxn ang="0">
                    <a:pos x="116" y="17"/>
                  </a:cxn>
                  <a:cxn ang="0">
                    <a:pos x="106" y="12"/>
                  </a:cxn>
                  <a:cxn ang="0">
                    <a:pos x="90" y="9"/>
                  </a:cxn>
                  <a:cxn ang="0">
                    <a:pos x="77" y="9"/>
                  </a:cxn>
                  <a:cxn ang="0">
                    <a:pos x="65" y="10"/>
                  </a:cxn>
                  <a:cxn ang="0">
                    <a:pos x="55" y="9"/>
                  </a:cxn>
                  <a:cxn ang="0">
                    <a:pos x="46" y="9"/>
                  </a:cxn>
                  <a:cxn ang="0">
                    <a:pos x="30" y="4"/>
                  </a:cxn>
                  <a:cxn ang="0">
                    <a:pos x="19" y="0"/>
                  </a:cxn>
                  <a:cxn ang="0">
                    <a:pos x="18" y="1"/>
                  </a:cxn>
                </a:cxnLst>
                <a:rect l="0" t="0" r="r" b="b"/>
                <a:pathLst>
                  <a:path w="121" h="28">
                    <a:moveTo>
                      <a:pt x="18" y="1"/>
                    </a:moveTo>
                    <a:lnTo>
                      <a:pt x="18" y="1"/>
                    </a:lnTo>
                    <a:lnTo>
                      <a:pt x="7" y="2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2" y="17"/>
                    </a:lnTo>
                    <a:lnTo>
                      <a:pt x="24" y="21"/>
                    </a:lnTo>
                    <a:lnTo>
                      <a:pt x="35" y="25"/>
                    </a:lnTo>
                    <a:lnTo>
                      <a:pt x="46" y="28"/>
                    </a:lnTo>
                    <a:lnTo>
                      <a:pt x="58" y="28"/>
                    </a:lnTo>
                    <a:lnTo>
                      <a:pt x="68" y="28"/>
                    </a:lnTo>
                    <a:lnTo>
                      <a:pt x="90" y="28"/>
                    </a:lnTo>
                    <a:lnTo>
                      <a:pt x="106" y="28"/>
                    </a:lnTo>
                    <a:lnTo>
                      <a:pt x="121" y="28"/>
                    </a:lnTo>
                    <a:lnTo>
                      <a:pt x="116" y="17"/>
                    </a:lnTo>
                    <a:lnTo>
                      <a:pt x="106" y="12"/>
                    </a:lnTo>
                    <a:lnTo>
                      <a:pt x="90" y="9"/>
                    </a:lnTo>
                    <a:lnTo>
                      <a:pt x="77" y="9"/>
                    </a:lnTo>
                    <a:lnTo>
                      <a:pt x="65" y="10"/>
                    </a:lnTo>
                    <a:lnTo>
                      <a:pt x="55" y="9"/>
                    </a:lnTo>
                    <a:lnTo>
                      <a:pt x="46" y="9"/>
                    </a:lnTo>
                    <a:lnTo>
                      <a:pt x="30" y="4"/>
                    </a:lnTo>
                    <a:lnTo>
                      <a:pt x="19" y="0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4D4D4D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" name="Freeform 392"/>
              <p:cNvSpPr>
                <a:spLocks/>
              </p:cNvSpPr>
              <p:nvPr/>
            </p:nvSpPr>
            <p:spPr bwMode="gray">
              <a:xfrm>
                <a:off x="6919802" y="5010626"/>
                <a:ext cx="378608" cy="78000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0"/>
                  </a:cxn>
                  <a:cxn ang="0">
                    <a:pos x="7" y="1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12" y="13"/>
                  </a:cxn>
                  <a:cxn ang="0">
                    <a:pos x="24" y="19"/>
                  </a:cxn>
                  <a:cxn ang="0">
                    <a:pos x="35" y="22"/>
                  </a:cxn>
                  <a:cxn ang="0">
                    <a:pos x="46" y="24"/>
                  </a:cxn>
                  <a:cxn ang="0">
                    <a:pos x="58" y="25"/>
                  </a:cxn>
                  <a:cxn ang="0">
                    <a:pos x="68" y="25"/>
                  </a:cxn>
                  <a:cxn ang="0">
                    <a:pos x="90" y="25"/>
                  </a:cxn>
                  <a:cxn ang="0">
                    <a:pos x="99" y="24"/>
                  </a:cxn>
                  <a:cxn ang="0">
                    <a:pos x="106" y="23"/>
                  </a:cxn>
                  <a:cxn ang="0">
                    <a:pos x="112" y="22"/>
                  </a:cxn>
                  <a:cxn ang="0">
                    <a:pos x="120" y="22"/>
                  </a:cxn>
                  <a:cxn ang="0">
                    <a:pos x="116" y="14"/>
                  </a:cxn>
                  <a:cxn ang="0">
                    <a:pos x="106" y="11"/>
                  </a:cxn>
                  <a:cxn ang="0">
                    <a:pos x="90" y="6"/>
                  </a:cxn>
                  <a:cxn ang="0">
                    <a:pos x="77" y="8"/>
                  </a:cxn>
                  <a:cxn ang="0">
                    <a:pos x="65" y="8"/>
                  </a:cxn>
                  <a:cxn ang="0">
                    <a:pos x="55" y="7"/>
                  </a:cxn>
                  <a:cxn ang="0">
                    <a:pos x="46" y="6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18" y="0"/>
                  </a:cxn>
                </a:cxnLst>
                <a:rect l="0" t="0" r="r" b="b"/>
                <a:pathLst>
                  <a:path w="120" h="25">
                    <a:moveTo>
                      <a:pt x="18" y="0"/>
                    </a:moveTo>
                    <a:lnTo>
                      <a:pt x="18" y="0"/>
                    </a:lnTo>
                    <a:lnTo>
                      <a:pt x="7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12" y="13"/>
                    </a:lnTo>
                    <a:lnTo>
                      <a:pt x="24" y="19"/>
                    </a:lnTo>
                    <a:lnTo>
                      <a:pt x="35" y="22"/>
                    </a:lnTo>
                    <a:lnTo>
                      <a:pt x="46" y="24"/>
                    </a:lnTo>
                    <a:lnTo>
                      <a:pt x="58" y="25"/>
                    </a:lnTo>
                    <a:lnTo>
                      <a:pt x="68" y="25"/>
                    </a:lnTo>
                    <a:lnTo>
                      <a:pt x="90" y="25"/>
                    </a:lnTo>
                    <a:lnTo>
                      <a:pt x="99" y="24"/>
                    </a:lnTo>
                    <a:lnTo>
                      <a:pt x="106" y="23"/>
                    </a:lnTo>
                    <a:lnTo>
                      <a:pt x="112" y="22"/>
                    </a:lnTo>
                    <a:lnTo>
                      <a:pt x="120" y="22"/>
                    </a:lnTo>
                    <a:lnTo>
                      <a:pt x="116" y="14"/>
                    </a:lnTo>
                    <a:lnTo>
                      <a:pt x="106" y="11"/>
                    </a:lnTo>
                    <a:lnTo>
                      <a:pt x="90" y="6"/>
                    </a:lnTo>
                    <a:lnTo>
                      <a:pt x="77" y="8"/>
                    </a:lnTo>
                    <a:lnTo>
                      <a:pt x="65" y="8"/>
                    </a:lnTo>
                    <a:lnTo>
                      <a:pt x="55" y="7"/>
                    </a:lnTo>
                    <a:lnTo>
                      <a:pt x="46" y="6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Freeform 393"/>
              <p:cNvSpPr>
                <a:spLocks/>
              </p:cNvSpPr>
              <p:nvPr/>
            </p:nvSpPr>
            <p:spPr bwMode="gray">
              <a:xfrm>
                <a:off x="6987411" y="4798912"/>
                <a:ext cx="207333" cy="245142"/>
              </a:xfrm>
              <a:custGeom>
                <a:avLst/>
                <a:gdLst/>
                <a:ahLst/>
                <a:cxnLst>
                  <a:cxn ang="0">
                    <a:pos x="65" y="78"/>
                  </a:cxn>
                  <a:cxn ang="0">
                    <a:pos x="65" y="78"/>
                  </a:cxn>
                  <a:cxn ang="0">
                    <a:pos x="65" y="9"/>
                  </a:cxn>
                  <a:cxn ang="0">
                    <a:pos x="2" y="0"/>
                  </a:cxn>
                  <a:cxn ang="0">
                    <a:pos x="0" y="71"/>
                  </a:cxn>
                  <a:cxn ang="0">
                    <a:pos x="10" y="74"/>
                  </a:cxn>
                  <a:cxn ang="0">
                    <a:pos x="24" y="78"/>
                  </a:cxn>
                  <a:cxn ang="0">
                    <a:pos x="34" y="79"/>
                  </a:cxn>
                  <a:cxn ang="0">
                    <a:pos x="43" y="79"/>
                  </a:cxn>
                  <a:cxn ang="0">
                    <a:pos x="54" y="79"/>
                  </a:cxn>
                  <a:cxn ang="0">
                    <a:pos x="65" y="78"/>
                  </a:cxn>
                </a:cxnLst>
                <a:rect l="0" t="0" r="r" b="b"/>
                <a:pathLst>
                  <a:path w="65" h="79">
                    <a:moveTo>
                      <a:pt x="65" y="78"/>
                    </a:moveTo>
                    <a:lnTo>
                      <a:pt x="65" y="78"/>
                    </a:lnTo>
                    <a:lnTo>
                      <a:pt x="65" y="9"/>
                    </a:lnTo>
                    <a:lnTo>
                      <a:pt x="2" y="0"/>
                    </a:lnTo>
                    <a:lnTo>
                      <a:pt x="0" y="71"/>
                    </a:lnTo>
                    <a:lnTo>
                      <a:pt x="10" y="74"/>
                    </a:lnTo>
                    <a:lnTo>
                      <a:pt x="24" y="78"/>
                    </a:lnTo>
                    <a:lnTo>
                      <a:pt x="34" y="79"/>
                    </a:lnTo>
                    <a:lnTo>
                      <a:pt x="43" y="79"/>
                    </a:lnTo>
                    <a:lnTo>
                      <a:pt x="54" y="79"/>
                    </a:lnTo>
                    <a:lnTo>
                      <a:pt x="65" y="78"/>
                    </a:lnTo>
                    <a:close/>
                  </a:path>
                </a:pathLst>
              </a:custGeom>
              <a:solidFill>
                <a:srgbClr val="4D4D4D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394"/>
              <p:cNvSpPr>
                <a:spLocks/>
              </p:cNvSpPr>
              <p:nvPr/>
            </p:nvSpPr>
            <p:spPr bwMode="gray">
              <a:xfrm>
                <a:off x="6987411" y="4863541"/>
                <a:ext cx="178036" cy="180514"/>
              </a:xfrm>
              <a:custGeom>
                <a:avLst/>
                <a:gdLst/>
                <a:ahLst/>
                <a:cxnLst>
                  <a:cxn ang="0">
                    <a:pos x="56" y="57"/>
                  </a:cxn>
                  <a:cxn ang="0">
                    <a:pos x="56" y="57"/>
                  </a:cxn>
                  <a:cxn ang="0">
                    <a:pos x="56" y="12"/>
                  </a:cxn>
                  <a:cxn ang="0">
                    <a:pos x="2" y="0"/>
                  </a:cxn>
                  <a:cxn ang="0">
                    <a:pos x="0" y="51"/>
                  </a:cxn>
                  <a:cxn ang="0">
                    <a:pos x="9" y="54"/>
                  </a:cxn>
                  <a:cxn ang="0">
                    <a:pos x="21" y="57"/>
                  </a:cxn>
                  <a:cxn ang="0">
                    <a:pos x="29" y="58"/>
                  </a:cxn>
                  <a:cxn ang="0">
                    <a:pos x="38" y="58"/>
                  </a:cxn>
                  <a:cxn ang="0">
                    <a:pos x="46" y="58"/>
                  </a:cxn>
                  <a:cxn ang="0">
                    <a:pos x="56" y="57"/>
                  </a:cxn>
                </a:cxnLst>
                <a:rect l="0" t="0" r="r" b="b"/>
                <a:pathLst>
                  <a:path w="56" h="58">
                    <a:moveTo>
                      <a:pt x="56" y="57"/>
                    </a:moveTo>
                    <a:lnTo>
                      <a:pt x="56" y="57"/>
                    </a:lnTo>
                    <a:lnTo>
                      <a:pt x="56" y="12"/>
                    </a:lnTo>
                    <a:lnTo>
                      <a:pt x="2" y="0"/>
                    </a:lnTo>
                    <a:lnTo>
                      <a:pt x="0" y="51"/>
                    </a:lnTo>
                    <a:lnTo>
                      <a:pt x="9" y="54"/>
                    </a:lnTo>
                    <a:lnTo>
                      <a:pt x="21" y="57"/>
                    </a:lnTo>
                    <a:lnTo>
                      <a:pt x="29" y="58"/>
                    </a:lnTo>
                    <a:lnTo>
                      <a:pt x="38" y="58"/>
                    </a:lnTo>
                    <a:lnTo>
                      <a:pt x="46" y="58"/>
                    </a:lnTo>
                    <a:lnTo>
                      <a:pt x="56" y="57"/>
                    </a:lnTo>
                    <a:close/>
                  </a:path>
                </a:pathLst>
              </a:custGeom>
              <a:solidFill>
                <a:srgbClr val="666666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Freeform 395"/>
              <p:cNvSpPr>
                <a:spLocks/>
              </p:cNvSpPr>
              <p:nvPr/>
            </p:nvSpPr>
            <p:spPr bwMode="gray">
              <a:xfrm>
                <a:off x="6327100" y="3582115"/>
                <a:ext cx="1325128" cy="1094226"/>
              </a:xfrm>
              <a:custGeom>
                <a:avLst/>
                <a:gdLst/>
                <a:ahLst/>
                <a:cxnLst>
                  <a:cxn ang="0">
                    <a:pos x="54" y="3"/>
                  </a:cxn>
                  <a:cxn ang="0">
                    <a:pos x="0" y="309"/>
                  </a:cxn>
                  <a:cxn ang="0">
                    <a:pos x="369" y="350"/>
                  </a:cxn>
                  <a:cxn ang="0">
                    <a:pos x="419" y="0"/>
                  </a:cxn>
                  <a:cxn ang="0">
                    <a:pos x="54" y="3"/>
                  </a:cxn>
                </a:cxnLst>
                <a:rect l="0" t="0" r="r" b="b"/>
                <a:pathLst>
                  <a:path w="419" h="350">
                    <a:moveTo>
                      <a:pt x="54" y="3"/>
                    </a:moveTo>
                    <a:lnTo>
                      <a:pt x="0" y="309"/>
                    </a:lnTo>
                    <a:lnTo>
                      <a:pt x="369" y="350"/>
                    </a:lnTo>
                    <a:lnTo>
                      <a:pt x="419" y="0"/>
                    </a:lnTo>
                    <a:lnTo>
                      <a:pt x="54" y="3"/>
                    </a:lnTo>
                    <a:close/>
                  </a:path>
                </a:pathLst>
              </a:custGeom>
              <a:solidFill>
                <a:srgbClr val="BFBFBF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Freeform 396"/>
              <p:cNvSpPr>
                <a:spLocks/>
              </p:cNvSpPr>
              <p:nvPr/>
            </p:nvSpPr>
            <p:spPr bwMode="gray">
              <a:xfrm>
                <a:off x="6327100" y="4531484"/>
                <a:ext cx="1167374" cy="14485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369" y="46"/>
                  </a:cxn>
                  <a:cxn ang="0">
                    <a:pos x="363" y="40"/>
                  </a:cxn>
                  <a:cxn ang="0">
                    <a:pos x="10" y="0"/>
                  </a:cxn>
                  <a:cxn ang="0">
                    <a:pos x="0" y="5"/>
                  </a:cxn>
                </a:cxnLst>
                <a:rect l="0" t="0" r="r" b="b"/>
                <a:pathLst>
                  <a:path w="369" h="46">
                    <a:moveTo>
                      <a:pt x="0" y="5"/>
                    </a:moveTo>
                    <a:lnTo>
                      <a:pt x="369" y="46"/>
                    </a:lnTo>
                    <a:lnTo>
                      <a:pt x="363" y="40"/>
                    </a:lnTo>
                    <a:lnTo>
                      <a:pt x="10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Freeform 397"/>
              <p:cNvSpPr>
                <a:spLocks/>
              </p:cNvSpPr>
              <p:nvPr/>
            </p:nvSpPr>
            <p:spPr bwMode="gray">
              <a:xfrm>
                <a:off x="6358651" y="3597715"/>
                <a:ext cx="1273294" cy="1060798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0" y="299"/>
                  </a:cxn>
                  <a:cxn ang="0">
                    <a:pos x="353" y="339"/>
                  </a:cxn>
                  <a:cxn ang="0">
                    <a:pos x="402" y="0"/>
                  </a:cxn>
                  <a:cxn ang="0">
                    <a:pos x="51" y="3"/>
                  </a:cxn>
                </a:cxnLst>
                <a:rect l="0" t="0" r="r" b="b"/>
                <a:pathLst>
                  <a:path w="402" h="339">
                    <a:moveTo>
                      <a:pt x="51" y="3"/>
                    </a:moveTo>
                    <a:lnTo>
                      <a:pt x="0" y="299"/>
                    </a:lnTo>
                    <a:lnTo>
                      <a:pt x="353" y="339"/>
                    </a:lnTo>
                    <a:lnTo>
                      <a:pt x="402" y="0"/>
                    </a:lnTo>
                    <a:lnTo>
                      <a:pt x="51" y="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ECFF"/>
                  </a:gs>
                  <a:gs pos="100000">
                    <a:srgbClr val="6699FF"/>
                  </a:gs>
                </a:gsLst>
                <a:lin ang="18900000" scaled="1"/>
              </a:gra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Freeform 398"/>
              <p:cNvSpPr>
                <a:spLocks/>
              </p:cNvSpPr>
              <p:nvPr/>
            </p:nvSpPr>
            <p:spPr bwMode="gray">
              <a:xfrm>
                <a:off x="6498375" y="3582115"/>
                <a:ext cx="1153853" cy="24514"/>
              </a:xfrm>
              <a:custGeom>
                <a:avLst/>
                <a:gdLst/>
                <a:ahLst/>
                <a:cxnLst>
                  <a:cxn ang="0">
                    <a:pos x="365" y="0"/>
                  </a:cxn>
                  <a:cxn ang="0">
                    <a:pos x="0" y="3"/>
                  </a:cxn>
                  <a:cxn ang="0">
                    <a:pos x="7" y="8"/>
                  </a:cxn>
                  <a:cxn ang="0">
                    <a:pos x="357" y="6"/>
                  </a:cxn>
                  <a:cxn ang="0">
                    <a:pos x="365" y="0"/>
                  </a:cxn>
                </a:cxnLst>
                <a:rect l="0" t="0" r="r" b="b"/>
                <a:pathLst>
                  <a:path w="365" h="8">
                    <a:moveTo>
                      <a:pt x="365" y="0"/>
                    </a:moveTo>
                    <a:lnTo>
                      <a:pt x="0" y="3"/>
                    </a:lnTo>
                    <a:lnTo>
                      <a:pt x="7" y="8"/>
                    </a:lnTo>
                    <a:lnTo>
                      <a:pt x="357" y="6"/>
                    </a:lnTo>
                    <a:lnTo>
                      <a:pt x="365" y="0"/>
                    </a:lnTo>
                    <a:close/>
                  </a:path>
                </a:pathLst>
              </a:custGeom>
              <a:solidFill>
                <a:srgbClr val="8C8C8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Freeform 399"/>
              <p:cNvSpPr>
                <a:spLocks/>
              </p:cNvSpPr>
              <p:nvPr/>
            </p:nvSpPr>
            <p:spPr bwMode="gray">
              <a:xfrm>
                <a:off x="6263999" y="3519715"/>
                <a:ext cx="1464852" cy="1343826"/>
              </a:xfrm>
              <a:custGeom>
                <a:avLst/>
                <a:gdLst/>
                <a:ahLst/>
                <a:cxnLst>
                  <a:cxn ang="0">
                    <a:pos x="463" y="2"/>
                  </a:cxn>
                  <a:cxn ang="0">
                    <a:pos x="452" y="0"/>
                  </a:cxn>
                  <a:cxn ang="0">
                    <a:pos x="395" y="421"/>
                  </a:cxn>
                  <a:cxn ang="0">
                    <a:pos x="1" y="369"/>
                  </a:cxn>
                  <a:cxn ang="0">
                    <a:pos x="0" y="376"/>
                  </a:cxn>
                  <a:cxn ang="0">
                    <a:pos x="404" y="430"/>
                  </a:cxn>
                  <a:cxn ang="0">
                    <a:pos x="405" y="430"/>
                  </a:cxn>
                  <a:cxn ang="0">
                    <a:pos x="463" y="2"/>
                  </a:cxn>
                </a:cxnLst>
                <a:rect l="0" t="0" r="r" b="b"/>
                <a:pathLst>
                  <a:path w="463" h="430">
                    <a:moveTo>
                      <a:pt x="463" y="2"/>
                    </a:moveTo>
                    <a:lnTo>
                      <a:pt x="452" y="0"/>
                    </a:lnTo>
                    <a:lnTo>
                      <a:pt x="395" y="421"/>
                    </a:lnTo>
                    <a:lnTo>
                      <a:pt x="1" y="369"/>
                    </a:lnTo>
                    <a:lnTo>
                      <a:pt x="0" y="376"/>
                    </a:lnTo>
                    <a:lnTo>
                      <a:pt x="404" y="430"/>
                    </a:lnTo>
                    <a:lnTo>
                      <a:pt x="405" y="430"/>
                    </a:lnTo>
                    <a:lnTo>
                      <a:pt x="463" y="2"/>
                    </a:lnTo>
                    <a:close/>
                  </a:path>
                </a:pathLst>
              </a:custGeom>
              <a:solidFill>
                <a:srgbClr val="777777"/>
              </a:solidFill>
              <a:ln w="6350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400"/>
              <p:cNvSpPr>
                <a:spLocks/>
              </p:cNvSpPr>
              <p:nvPr/>
            </p:nvSpPr>
            <p:spPr bwMode="gray">
              <a:xfrm>
                <a:off x="7523772" y="4725369"/>
                <a:ext cx="36058" cy="20057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2" y="0"/>
                  </a:cxn>
                  <a:cxn ang="0">
                    <a:pos x="2" y="0"/>
                  </a:cxn>
                  <a:cxn ang="0">
                    <a:pos x="0" y="6"/>
                  </a:cxn>
                  <a:cxn ang="0">
                    <a:pos x="11" y="6"/>
                  </a:cxn>
                </a:cxnLst>
                <a:rect l="0" t="0" r="r" b="b"/>
                <a:pathLst>
                  <a:path w="12" h="6">
                    <a:moveTo>
                      <a:pt x="11" y="6"/>
                    </a:moveTo>
                    <a:lnTo>
                      <a:pt x="11" y="6"/>
                    </a:lnTo>
                    <a:lnTo>
                      <a:pt x="12" y="0"/>
                    </a:lnTo>
                    <a:lnTo>
                      <a:pt x="2" y="0"/>
                    </a:lnTo>
                    <a:lnTo>
                      <a:pt x="0" y="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B3B3B3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Freeform 401"/>
              <p:cNvSpPr>
                <a:spLocks/>
              </p:cNvSpPr>
              <p:nvPr/>
            </p:nvSpPr>
            <p:spPr bwMode="gray">
              <a:xfrm>
                <a:off x="7350243" y="4754341"/>
                <a:ext cx="33804" cy="40114"/>
              </a:xfrm>
              <a:custGeom>
                <a:avLst/>
                <a:gdLst/>
                <a:ahLst/>
                <a:cxnLst>
                  <a:cxn ang="0">
                    <a:pos x="11" y="6"/>
                  </a:cxn>
                  <a:cxn ang="0">
                    <a:pos x="11" y="6"/>
                  </a:cxn>
                  <a:cxn ang="0">
                    <a:pos x="10" y="8"/>
                  </a:cxn>
                  <a:cxn ang="0">
                    <a:pos x="9" y="10"/>
                  </a:cxn>
                  <a:cxn ang="0">
                    <a:pos x="7" y="11"/>
                  </a:cxn>
                  <a:cxn ang="0">
                    <a:pos x="5" y="13"/>
                  </a:cxn>
                  <a:cxn ang="0">
                    <a:pos x="3" y="11"/>
                  </a:cxn>
                  <a:cxn ang="0">
                    <a:pos x="1" y="10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1" y="6"/>
                  </a:cxn>
                </a:cxnLst>
                <a:rect l="0" t="0" r="r" b="b"/>
                <a:pathLst>
                  <a:path w="11" h="13">
                    <a:moveTo>
                      <a:pt x="11" y="6"/>
                    </a:moveTo>
                    <a:lnTo>
                      <a:pt x="11" y="6"/>
                    </a:lnTo>
                    <a:lnTo>
                      <a:pt x="10" y="8"/>
                    </a:lnTo>
                    <a:lnTo>
                      <a:pt x="9" y="10"/>
                    </a:lnTo>
                    <a:lnTo>
                      <a:pt x="7" y="11"/>
                    </a:lnTo>
                    <a:lnTo>
                      <a:pt x="5" y="13"/>
                    </a:lnTo>
                    <a:lnTo>
                      <a:pt x="3" y="11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rgbClr val="33A02C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Freeform 402"/>
              <p:cNvSpPr>
                <a:spLocks/>
              </p:cNvSpPr>
              <p:nvPr/>
            </p:nvSpPr>
            <p:spPr bwMode="gray">
              <a:xfrm>
                <a:off x="7417852" y="4754341"/>
                <a:ext cx="49580" cy="49028"/>
              </a:xfrm>
              <a:custGeom>
                <a:avLst/>
                <a:gdLst/>
                <a:ahLst/>
                <a:cxnLst>
                  <a:cxn ang="0">
                    <a:pos x="16" y="7"/>
                  </a:cxn>
                  <a:cxn ang="0">
                    <a:pos x="16" y="7"/>
                  </a:cxn>
                  <a:cxn ang="0">
                    <a:pos x="14" y="10"/>
                  </a:cxn>
                  <a:cxn ang="0">
                    <a:pos x="14" y="13"/>
                  </a:cxn>
                  <a:cxn ang="0">
                    <a:pos x="11" y="15"/>
                  </a:cxn>
                  <a:cxn ang="0">
                    <a:pos x="7" y="16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4" y="2"/>
                  </a:cxn>
                  <a:cxn ang="0">
                    <a:pos x="14" y="4"/>
                  </a:cxn>
                  <a:cxn ang="0">
                    <a:pos x="16" y="7"/>
                  </a:cxn>
                </a:cxnLst>
                <a:rect l="0" t="0" r="r" b="b"/>
                <a:pathLst>
                  <a:path w="16" h="16">
                    <a:moveTo>
                      <a:pt x="16" y="7"/>
                    </a:moveTo>
                    <a:lnTo>
                      <a:pt x="16" y="7"/>
                    </a:lnTo>
                    <a:lnTo>
                      <a:pt x="14" y="10"/>
                    </a:lnTo>
                    <a:lnTo>
                      <a:pt x="14" y="13"/>
                    </a:lnTo>
                    <a:lnTo>
                      <a:pt x="11" y="15"/>
                    </a:lnTo>
                    <a:lnTo>
                      <a:pt x="7" y="16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6" y="7"/>
                    </a:lnTo>
                    <a:close/>
                  </a:path>
                </a:pathLst>
              </a:custGeom>
              <a:solidFill>
                <a:srgbClr val="FF0000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Freeform 403"/>
              <p:cNvSpPr>
                <a:spLocks/>
              </p:cNvSpPr>
              <p:nvPr/>
            </p:nvSpPr>
            <p:spPr bwMode="gray">
              <a:xfrm>
                <a:off x="7438134" y="4765484"/>
                <a:ext cx="15775" cy="13371"/>
              </a:xfrm>
              <a:custGeom>
                <a:avLst/>
                <a:gdLst/>
                <a:ahLst/>
                <a:cxnLst>
                  <a:cxn ang="0">
                    <a:pos x="5" y="2"/>
                  </a:cxn>
                  <a:cxn ang="0">
                    <a:pos x="5" y="2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5" y="1"/>
                  </a:cxn>
                  <a:cxn ang="0">
                    <a:pos x="5" y="2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lnTo>
                      <a:pt x="5" y="2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5" y="1"/>
                    </a:lnTo>
                    <a:lnTo>
                      <a:pt x="5" y="2"/>
                    </a:lnTo>
                    <a:close/>
                  </a:path>
                </a:pathLst>
              </a:custGeom>
              <a:solidFill>
                <a:srgbClr val="FB7655"/>
              </a:solidFill>
              <a:ln w="3175" cmpd="sng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" name="Group 1684"/>
            <p:cNvGrpSpPr/>
            <p:nvPr/>
          </p:nvGrpSpPr>
          <p:grpSpPr bwMode="gray">
            <a:xfrm>
              <a:off x="5729527" y="5251803"/>
              <a:ext cx="1576200" cy="465189"/>
              <a:chOff x="5729527" y="5251803"/>
              <a:chExt cx="1576200" cy="465189"/>
            </a:xfrm>
          </p:grpSpPr>
          <p:sp>
            <p:nvSpPr>
              <p:cNvPr id="56" name="Freeform 1541"/>
              <p:cNvSpPr>
                <a:spLocks/>
              </p:cNvSpPr>
              <p:nvPr/>
            </p:nvSpPr>
            <p:spPr bwMode="gray">
              <a:xfrm>
                <a:off x="5772422" y="5259181"/>
                <a:ext cx="1533305" cy="320081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40"/>
                  </a:cxn>
                  <a:cxn ang="0">
                    <a:pos x="38" y="53"/>
                  </a:cxn>
                  <a:cxn ang="0">
                    <a:pos x="28" y="65"/>
                  </a:cxn>
                  <a:cxn ang="0">
                    <a:pos x="19" y="77"/>
                  </a:cxn>
                  <a:cxn ang="0">
                    <a:pos x="10" y="89"/>
                  </a:cxn>
                  <a:cxn ang="0">
                    <a:pos x="3" y="99"/>
                  </a:cxn>
                  <a:cxn ang="0">
                    <a:pos x="19" y="107"/>
                  </a:cxn>
                  <a:cxn ang="0">
                    <a:pos x="253" y="118"/>
                  </a:cxn>
                  <a:cxn ang="0">
                    <a:pos x="617" y="130"/>
                  </a:cxn>
                  <a:cxn ang="0">
                    <a:pos x="622" y="106"/>
                  </a:cxn>
                  <a:cxn ang="0">
                    <a:pos x="631" y="74"/>
                  </a:cxn>
                  <a:cxn ang="0">
                    <a:pos x="646" y="43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48" h="136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40"/>
                    </a:lnTo>
                    <a:lnTo>
                      <a:pt x="42" y="46"/>
                    </a:lnTo>
                    <a:lnTo>
                      <a:pt x="38" y="53"/>
                    </a:lnTo>
                    <a:lnTo>
                      <a:pt x="33" y="59"/>
                    </a:lnTo>
                    <a:lnTo>
                      <a:pt x="28" y="65"/>
                    </a:lnTo>
                    <a:lnTo>
                      <a:pt x="24" y="71"/>
                    </a:lnTo>
                    <a:lnTo>
                      <a:pt x="19" y="77"/>
                    </a:lnTo>
                    <a:lnTo>
                      <a:pt x="15" y="83"/>
                    </a:lnTo>
                    <a:lnTo>
                      <a:pt x="10" y="89"/>
                    </a:lnTo>
                    <a:lnTo>
                      <a:pt x="6" y="94"/>
                    </a:lnTo>
                    <a:lnTo>
                      <a:pt x="3" y="99"/>
                    </a:lnTo>
                    <a:lnTo>
                      <a:pt x="0" y="107"/>
                    </a:lnTo>
                    <a:lnTo>
                      <a:pt x="19" y="107"/>
                    </a:lnTo>
                    <a:lnTo>
                      <a:pt x="104" y="110"/>
                    </a:lnTo>
                    <a:lnTo>
                      <a:pt x="253" y="118"/>
                    </a:lnTo>
                    <a:lnTo>
                      <a:pt x="615" y="136"/>
                    </a:lnTo>
                    <a:lnTo>
                      <a:pt x="617" y="130"/>
                    </a:lnTo>
                    <a:lnTo>
                      <a:pt x="619" y="119"/>
                    </a:lnTo>
                    <a:lnTo>
                      <a:pt x="622" y="106"/>
                    </a:lnTo>
                    <a:lnTo>
                      <a:pt x="626" y="90"/>
                    </a:lnTo>
                    <a:lnTo>
                      <a:pt x="631" y="74"/>
                    </a:lnTo>
                    <a:lnTo>
                      <a:pt x="638" y="58"/>
                    </a:lnTo>
                    <a:lnTo>
                      <a:pt x="646" y="43"/>
                    </a:lnTo>
                    <a:lnTo>
                      <a:pt x="648" y="29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31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42"/>
              <p:cNvSpPr>
                <a:spLocks/>
              </p:cNvSpPr>
              <p:nvPr/>
            </p:nvSpPr>
            <p:spPr bwMode="gray">
              <a:xfrm>
                <a:off x="5734449" y="5501965"/>
                <a:ext cx="1498146" cy="215027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43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F77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544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545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15162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A59E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546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547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48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49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550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551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1552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553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54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55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1556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1557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1558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1559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0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1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1562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1563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1564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1565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66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67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1568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1569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1570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571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72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73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1574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1575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1576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1577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78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79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1580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1581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1582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1583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84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85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1586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1587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1588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1589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90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91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1592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1593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1594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1595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96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97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1598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1599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1600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1601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602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603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1604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1605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1606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1607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608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609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1610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1611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1612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1613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614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615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1616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1617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1618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1619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620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621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1622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1623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1624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1625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626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627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628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629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630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1631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632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633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1634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635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636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637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638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639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1640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Freeform 1641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1642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1643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644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645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1646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1647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1648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649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650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651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652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653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1654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655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656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657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658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659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1660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1661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662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663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1664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1665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1666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1667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668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669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1670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1671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1672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1673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674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675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1676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1677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1678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679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680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681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682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683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1684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685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686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687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688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1689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1690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1691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692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693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1694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1695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1696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1697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698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699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1700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1701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1702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1703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704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705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706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1707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1708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1709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710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711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1712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1713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1714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1715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Freeform 1716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1717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1718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 1719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 1720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 1721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 1722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1723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1724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 1725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 1726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 1727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 1728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1729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1730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 1731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 1732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Freeform 1733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Freeform 1734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1735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1736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Freeform 1737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Freeform 1738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" name="Freeform 1739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Freeform 1740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1741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1742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Freeform 1743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Freeform 1744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Freeform 1745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Freeform 1746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1747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1748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749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750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Freeform 1751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Freeform 1752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1753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1754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755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756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Freeform 1757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Freeform 1758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759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1760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761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762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1763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1764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1765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1766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767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768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Freeform 1769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1770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771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1772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773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774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Freeform 1775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Freeform 1776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Freeform 1777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Freeform 1778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779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780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Freeform 1781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Freeform 1782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Freeform 1783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 1784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785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786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 1787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Freeform 1788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Freeform 1789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" name="Freeform 1790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791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792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Freeform 1793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Freeform 1794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Freeform 1795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Freeform 1796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797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798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Freeform 1799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 1800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 1801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 1802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803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804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 1805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 1806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 1807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 1808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809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810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1811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 1812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 1813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1814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815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816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1817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Freeform 1818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 1819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 1820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821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822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 1823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Freeform 1824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Freeform 1825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 1826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827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828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 1829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Freeform 1830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Freeform 1831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 1832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833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834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Freeform 1835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Freeform 1836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" name="Freeform 1837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 1838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839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840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 1841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Freeform 1842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Freeform 1843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 1844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845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846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Freeform 1847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Freeform 1848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" name="Freeform 1849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Freeform 1850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851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852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Freeform 1853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Freeform 1854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Freeform 1855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" name="Freeform 1856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857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858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Freeform 1859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Freeform 1860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" name="Freeform 1861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" name="Freeform 1862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863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864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Freeform 1865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Freeform 1866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Freeform 1867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" name="Freeform 1868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869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870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Freeform 1871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Freeform 1872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Freeform 1873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Freeform 1874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875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876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Freeform 1877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Freeform 1878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" name="Freeform 1879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Freeform 1880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881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882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Freeform 1883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Freeform 1884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" name="Freeform 1885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" name="Freeform 1886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887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888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Freeform 1889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Freeform 1890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Freeform 1891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Freeform 1892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893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894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Freeform 1895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Freeform 1896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Freeform 1897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Freeform 1898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899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900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Freeform 1901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Freeform 1902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" name="Freeform 1903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Freeform 190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905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906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1907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Freeform 1908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Freeform 1909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Freeform 191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91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912"/>
              <p:cNvSpPr>
                <a:spLocks/>
              </p:cNvSpPr>
              <p:nvPr/>
            </p:nvSpPr>
            <p:spPr bwMode="gray">
              <a:xfrm>
                <a:off x="5729527" y="5497046"/>
                <a:ext cx="1485489" cy="199919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0" y="28"/>
                  </a:cxn>
                  <a:cxn ang="0">
                    <a:pos x="8" y="43"/>
                  </a:cxn>
                  <a:cxn ang="0">
                    <a:pos x="22" y="52"/>
                  </a:cxn>
                  <a:cxn ang="0">
                    <a:pos x="38" y="58"/>
                  </a:cxn>
                  <a:cxn ang="0">
                    <a:pos x="57" y="65"/>
                  </a:cxn>
                  <a:cxn ang="0">
                    <a:pos x="79" y="69"/>
                  </a:cxn>
                  <a:cxn ang="0">
                    <a:pos x="102" y="74"/>
                  </a:cxn>
                  <a:cxn ang="0">
                    <a:pos x="126" y="76"/>
                  </a:cxn>
                  <a:cxn ang="0">
                    <a:pos x="151" y="78"/>
                  </a:cxn>
                  <a:cxn ang="0">
                    <a:pos x="176" y="78"/>
                  </a:cxn>
                  <a:cxn ang="0">
                    <a:pos x="201" y="78"/>
                  </a:cxn>
                  <a:cxn ang="0">
                    <a:pos x="226" y="77"/>
                  </a:cxn>
                  <a:cxn ang="0">
                    <a:pos x="249" y="76"/>
                  </a:cxn>
                  <a:cxn ang="0">
                    <a:pos x="272" y="75"/>
                  </a:cxn>
                  <a:cxn ang="0">
                    <a:pos x="293" y="74"/>
                  </a:cxn>
                  <a:cxn ang="0">
                    <a:pos x="312" y="72"/>
                  </a:cxn>
                  <a:cxn ang="0">
                    <a:pos x="329" y="72"/>
                  </a:cxn>
                  <a:cxn ang="0">
                    <a:pos x="343" y="72"/>
                  </a:cxn>
                  <a:cxn ang="0">
                    <a:pos x="354" y="72"/>
                  </a:cxn>
                  <a:cxn ang="0">
                    <a:pos x="369" y="75"/>
                  </a:cxn>
                  <a:cxn ang="0">
                    <a:pos x="389" y="79"/>
                  </a:cxn>
                  <a:cxn ang="0">
                    <a:pos x="408" y="82"/>
                  </a:cxn>
                  <a:cxn ang="0">
                    <a:pos x="428" y="84"/>
                  </a:cxn>
                  <a:cxn ang="0">
                    <a:pos x="447" y="85"/>
                  </a:cxn>
                  <a:cxn ang="0">
                    <a:pos x="464" y="86"/>
                  </a:cxn>
                  <a:cxn ang="0">
                    <a:pos x="481" y="86"/>
                  </a:cxn>
                  <a:cxn ang="0">
                    <a:pos x="498" y="85"/>
                  </a:cxn>
                  <a:cxn ang="0">
                    <a:pos x="514" y="84"/>
                  </a:cxn>
                  <a:cxn ang="0">
                    <a:pos x="528" y="83"/>
                  </a:cxn>
                  <a:cxn ang="0">
                    <a:pos x="542" y="81"/>
                  </a:cxn>
                  <a:cxn ang="0">
                    <a:pos x="554" y="78"/>
                  </a:cxn>
                  <a:cxn ang="0">
                    <a:pos x="565" y="76"/>
                  </a:cxn>
                  <a:cxn ang="0">
                    <a:pos x="575" y="72"/>
                  </a:cxn>
                  <a:cxn ang="0">
                    <a:pos x="583" y="69"/>
                  </a:cxn>
                  <a:cxn ang="0">
                    <a:pos x="590" y="66"/>
                  </a:cxn>
                  <a:cxn ang="0">
                    <a:pos x="602" y="60"/>
                  </a:cxn>
                  <a:cxn ang="0">
                    <a:pos x="615" y="47"/>
                  </a:cxn>
                  <a:cxn ang="0">
                    <a:pos x="624" y="33"/>
                  </a:cxn>
                  <a:cxn ang="0">
                    <a:pos x="628" y="27"/>
                  </a:cxn>
                  <a:cxn ang="0">
                    <a:pos x="10" y="0"/>
                  </a:cxn>
                </a:cxnLst>
                <a:rect l="0" t="0" r="r" b="b"/>
                <a:pathLst>
                  <a:path w="628" h="86">
                    <a:moveTo>
                      <a:pt x="10" y="0"/>
                    </a:moveTo>
                    <a:lnTo>
                      <a:pt x="3" y="10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3" y="36"/>
                    </a:lnTo>
                    <a:lnTo>
                      <a:pt x="8" y="43"/>
                    </a:lnTo>
                    <a:lnTo>
                      <a:pt x="14" y="48"/>
                    </a:lnTo>
                    <a:lnTo>
                      <a:pt x="22" y="52"/>
                    </a:lnTo>
                    <a:lnTo>
                      <a:pt x="29" y="54"/>
                    </a:lnTo>
                    <a:lnTo>
                      <a:pt x="38" y="58"/>
                    </a:lnTo>
                    <a:lnTo>
                      <a:pt x="48" y="61"/>
                    </a:lnTo>
                    <a:lnTo>
                      <a:pt x="57" y="65"/>
                    </a:lnTo>
                    <a:lnTo>
                      <a:pt x="68" y="67"/>
                    </a:lnTo>
                    <a:lnTo>
                      <a:pt x="79" y="69"/>
                    </a:lnTo>
                    <a:lnTo>
                      <a:pt x="90" y="72"/>
                    </a:lnTo>
                    <a:lnTo>
                      <a:pt x="102" y="74"/>
                    </a:lnTo>
                    <a:lnTo>
                      <a:pt x="114" y="75"/>
                    </a:lnTo>
                    <a:lnTo>
                      <a:pt x="126" y="76"/>
                    </a:lnTo>
                    <a:lnTo>
                      <a:pt x="138" y="77"/>
                    </a:lnTo>
                    <a:lnTo>
                      <a:pt x="151" y="78"/>
                    </a:lnTo>
                    <a:lnTo>
                      <a:pt x="163" y="78"/>
                    </a:lnTo>
                    <a:lnTo>
                      <a:pt x="176" y="78"/>
                    </a:lnTo>
                    <a:lnTo>
                      <a:pt x="188" y="78"/>
                    </a:lnTo>
                    <a:lnTo>
                      <a:pt x="201" y="78"/>
                    </a:lnTo>
                    <a:lnTo>
                      <a:pt x="213" y="78"/>
                    </a:lnTo>
                    <a:lnTo>
                      <a:pt x="226" y="77"/>
                    </a:lnTo>
                    <a:lnTo>
                      <a:pt x="237" y="77"/>
                    </a:lnTo>
                    <a:lnTo>
                      <a:pt x="249" y="76"/>
                    </a:lnTo>
                    <a:lnTo>
                      <a:pt x="261" y="75"/>
                    </a:lnTo>
                    <a:lnTo>
                      <a:pt x="272" y="75"/>
                    </a:lnTo>
                    <a:lnTo>
                      <a:pt x="283" y="74"/>
                    </a:lnTo>
                    <a:lnTo>
                      <a:pt x="293" y="74"/>
                    </a:lnTo>
                    <a:lnTo>
                      <a:pt x="302" y="73"/>
                    </a:lnTo>
                    <a:lnTo>
                      <a:pt x="312" y="72"/>
                    </a:lnTo>
                    <a:lnTo>
                      <a:pt x="321" y="72"/>
                    </a:lnTo>
                    <a:lnTo>
                      <a:pt x="329" y="72"/>
                    </a:lnTo>
                    <a:lnTo>
                      <a:pt x="336" y="72"/>
                    </a:lnTo>
                    <a:lnTo>
                      <a:pt x="343" y="72"/>
                    </a:lnTo>
                    <a:lnTo>
                      <a:pt x="349" y="72"/>
                    </a:lnTo>
                    <a:lnTo>
                      <a:pt x="354" y="72"/>
                    </a:lnTo>
                    <a:lnTo>
                      <a:pt x="359" y="74"/>
                    </a:lnTo>
                    <a:lnTo>
                      <a:pt x="369" y="75"/>
                    </a:lnTo>
                    <a:lnTo>
                      <a:pt x="379" y="78"/>
                    </a:lnTo>
                    <a:lnTo>
                      <a:pt x="389" y="79"/>
                    </a:lnTo>
                    <a:lnTo>
                      <a:pt x="399" y="81"/>
                    </a:lnTo>
                    <a:lnTo>
                      <a:pt x="408" y="82"/>
                    </a:lnTo>
                    <a:lnTo>
                      <a:pt x="418" y="83"/>
                    </a:lnTo>
                    <a:lnTo>
                      <a:pt x="428" y="84"/>
                    </a:lnTo>
                    <a:lnTo>
                      <a:pt x="438" y="84"/>
                    </a:lnTo>
                    <a:lnTo>
                      <a:pt x="447" y="85"/>
                    </a:lnTo>
                    <a:lnTo>
                      <a:pt x="456" y="85"/>
                    </a:lnTo>
                    <a:lnTo>
                      <a:pt x="464" y="86"/>
                    </a:lnTo>
                    <a:lnTo>
                      <a:pt x="473" y="86"/>
                    </a:lnTo>
                    <a:lnTo>
                      <a:pt x="481" y="86"/>
                    </a:lnTo>
                    <a:lnTo>
                      <a:pt x="490" y="86"/>
                    </a:lnTo>
                    <a:lnTo>
                      <a:pt x="498" y="85"/>
                    </a:lnTo>
                    <a:lnTo>
                      <a:pt x="506" y="85"/>
                    </a:lnTo>
                    <a:lnTo>
                      <a:pt x="514" y="84"/>
                    </a:lnTo>
                    <a:lnTo>
                      <a:pt x="521" y="84"/>
                    </a:lnTo>
                    <a:lnTo>
                      <a:pt x="528" y="83"/>
                    </a:lnTo>
                    <a:lnTo>
                      <a:pt x="535" y="82"/>
                    </a:lnTo>
                    <a:lnTo>
                      <a:pt x="542" y="81"/>
                    </a:lnTo>
                    <a:lnTo>
                      <a:pt x="548" y="80"/>
                    </a:lnTo>
                    <a:lnTo>
                      <a:pt x="554" y="78"/>
                    </a:lnTo>
                    <a:lnTo>
                      <a:pt x="560" y="78"/>
                    </a:lnTo>
                    <a:lnTo>
                      <a:pt x="565" y="76"/>
                    </a:lnTo>
                    <a:lnTo>
                      <a:pt x="570" y="75"/>
                    </a:lnTo>
                    <a:lnTo>
                      <a:pt x="575" y="72"/>
                    </a:lnTo>
                    <a:lnTo>
                      <a:pt x="579" y="71"/>
                    </a:lnTo>
                    <a:lnTo>
                      <a:pt x="583" y="69"/>
                    </a:lnTo>
                    <a:lnTo>
                      <a:pt x="587" y="68"/>
                    </a:lnTo>
                    <a:lnTo>
                      <a:pt x="590" y="66"/>
                    </a:lnTo>
                    <a:lnTo>
                      <a:pt x="593" y="64"/>
                    </a:lnTo>
                    <a:lnTo>
                      <a:pt x="602" y="60"/>
                    </a:lnTo>
                    <a:lnTo>
                      <a:pt x="609" y="54"/>
                    </a:lnTo>
                    <a:lnTo>
                      <a:pt x="615" y="47"/>
                    </a:lnTo>
                    <a:lnTo>
                      <a:pt x="620" y="40"/>
                    </a:lnTo>
                    <a:lnTo>
                      <a:pt x="624" y="33"/>
                    </a:lnTo>
                    <a:lnTo>
                      <a:pt x="627" y="29"/>
                    </a:lnTo>
                    <a:lnTo>
                      <a:pt x="628" y="27"/>
                    </a:lnTo>
                    <a:lnTo>
                      <a:pt x="628" y="28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777777"/>
              </a:solidFill>
              <a:ln w="6350" cap="flat" cmpd="sng">
                <a:solidFill>
                  <a:srgbClr val="4D4D4D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Freeform 1913"/>
              <p:cNvSpPr>
                <a:spLocks/>
              </p:cNvSpPr>
              <p:nvPr/>
            </p:nvSpPr>
            <p:spPr bwMode="gray">
              <a:xfrm>
                <a:off x="5754842" y="5299235"/>
                <a:ext cx="1497794" cy="27510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82"/>
                  </a:cxn>
                  <a:cxn ang="0">
                    <a:pos x="1" y="86"/>
                  </a:cxn>
                  <a:cxn ang="0">
                    <a:pos x="612" y="118"/>
                  </a:cxn>
                  <a:cxn ang="0">
                    <a:pos x="633" y="28"/>
                  </a:cxn>
                  <a:cxn ang="0">
                    <a:pos x="620" y="25"/>
                  </a:cxn>
                  <a:cxn ang="0">
                    <a:pos x="609" y="24"/>
                  </a:cxn>
                  <a:cxn ang="0">
                    <a:pos x="596" y="22"/>
                  </a:cxn>
                  <a:cxn ang="0">
                    <a:pos x="584" y="20"/>
                  </a:cxn>
                  <a:cxn ang="0">
                    <a:pos x="571" y="18"/>
                  </a:cxn>
                  <a:cxn ang="0">
                    <a:pos x="560" y="17"/>
                  </a:cxn>
                  <a:cxn ang="0">
                    <a:pos x="548" y="16"/>
                  </a:cxn>
                  <a:cxn ang="0">
                    <a:pos x="535" y="14"/>
                  </a:cxn>
                  <a:cxn ang="0">
                    <a:pos x="523" y="13"/>
                  </a:cxn>
                  <a:cxn ang="0">
                    <a:pos x="510" y="12"/>
                  </a:cxn>
                  <a:cxn ang="0">
                    <a:pos x="498" y="10"/>
                  </a:cxn>
                  <a:cxn ang="0">
                    <a:pos x="486" y="9"/>
                  </a:cxn>
                  <a:cxn ang="0">
                    <a:pos x="474" y="9"/>
                  </a:cxn>
                  <a:cxn ang="0">
                    <a:pos x="462" y="8"/>
                  </a:cxn>
                  <a:cxn ang="0">
                    <a:pos x="449" y="7"/>
                  </a:cxn>
                  <a:cxn ang="0">
                    <a:pos x="437" y="6"/>
                  </a:cxn>
                  <a:cxn ang="0">
                    <a:pos x="425" y="6"/>
                  </a:cxn>
                  <a:cxn ang="0">
                    <a:pos x="413" y="5"/>
                  </a:cxn>
                  <a:cxn ang="0">
                    <a:pos x="401" y="4"/>
                  </a:cxn>
                  <a:cxn ang="0">
                    <a:pos x="388" y="4"/>
                  </a:cxn>
                  <a:cxn ang="0">
                    <a:pos x="377" y="4"/>
                  </a:cxn>
                  <a:cxn ang="0">
                    <a:pos x="364" y="4"/>
                  </a:cxn>
                  <a:cxn ang="0">
                    <a:pos x="352" y="4"/>
                  </a:cxn>
                  <a:cxn ang="0">
                    <a:pos x="339" y="4"/>
                  </a:cxn>
                  <a:cxn ang="0">
                    <a:pos x="328" y="4"/>
                  </a:cxn>
                  <a:cxn ang="0">
                    <a:pos x="316" y="4"/>
                  </a:cxn>
                  <a:cxn ang="0">
                    <a:pos x="304" y="4"/>
                  </a:cxn>
                  <a:cxn ang="0">
                    <a:pos x="292" y="5"/>
                  </a:cxn>
                  <a:cxn ang="0">
                    <a:pos x="280" y="5"/>
                  </a:cxn>
                  <a:cxn ang="0">
                    <a:pos x="268" y="6"/>
                  </a:cxn>
                  <a:cxn ang="0">
                    <a:pos x="256" y="7"/>
                  </a:cxn>
                  <a:cxn ang="0">
                    <a:pos x="245" y="8"/>
                  </a:cxn>
                  <a:cxn ang="0">
                    <a:pos x="232" y="8"/>
                  </a:cxn>
                  <a:cxn ang="0">
                    <a:pos x="219" y="8"/>
                  </a:cxn>
                  <a:cxn ang="0">
                    <a:pos x="206" y="9"/>
                  </a:cxn>
                  <a:cxn ang="0">
                    <a:pos x="193" y="9"/>
                  </a:cxn>
                  <a:cxn ang="0">
                    <a:pos x="182" y="9"/>
                  </a:cxn>
                  <a:cxn ang="0">
                    <a:pos x="170" y="8"/>
                  </a:cxn>
                  <a:cxn ang="0">
                    <a:pos x="159" y="8"/>
                  </a:cxn>
                  <a:cxn ang="0">
                    <a:pos x="147" y="8"/>
                  </a:cxn>
                  <a:cxn ang="0">
                    <a:pos x="136" y="7"/>
                  </a:cxn>
                  <a:cxn ang="0">
                    <a:pos x="125" y="6"/>
                  </a:cxn>
                  <a:cxn ang="0">
                    <a:pos x="115" y="5"/>
                  </a:cxn>
                  <a:cxn ang="0">
                    <a:pos x="104" y="4"/>
                  </a:cxn>
                  <a:cxn ang="0">
                    <a:pos x="94" y="3"/>
                  </a:cxn>
                  <a:cxn ang="0">
                    <a:pos x="84" y="2"/>
                  </a:cxn>
                  <a:cxn ang="0">
                    <a:pos x="73" y="1"/>
                  </a:cxn>
                  <a:cxn ang="0">
                    <a:pos x="63" y="0"/>
                  </a:cxn>
                </a:cxnLst>
                <a:rect l="0" t="0" r="r" b="b"/>
                <a:pathLst>
                  <a:path w="633" h="118">
                    <a:moveTo>
                      <a:pt x="63" y="0"/>
                    </a:moveTo>
                    <a:lnTo>
                      <a:pt x="0" y="82"/>
                    </a:lnTo>
                    <a:lnTo>
                      <a:pt x="1" y="86"/>
                    </a:lnTo>
                    <a:lnTo>
                      <a:pt x="612" y="118"/>
                    </a:lnTo>
                    <a:lnTo>
                      <a:pt x="633" y="28"/>
                    </a:lnTo>
                    <a:lnTo>
                      <a:pt x="620" y="25"/>
                    </a:lnTo>
                    <a:lnTo>
                      <a:pt x="609" y="24"/>
                    </a:lnTo>
                    <a:lnTo>
                      <a:pt x="596" y="22"/>
                    </a:lnTo>
                    <a:lnTo>
                      <a:pt x="584" y="20"/>
                    </a:lnTo>
                    <a:lnTo>
                      <a:pt x="571" y="18"/>
                    </a:lnTo>
                    <a:lnTo>
                      <a:pt x="560" y="17"/>
                    </a:lnTo>
                    <a:lnTo>
                      <a:pt x="548" y="16"/>
                    </a:lnTo>
                    <a:lnTo>
                      <a:pt x="535" y="14"/>
                    </a:lnTo>
                    <a:lnTo>
                      <a:pt x="523" y="13"/>
                    </a:lnTo>
                    <a:lnTo>
                      <a:pt x="510" y="12"/>
                    </a:lnTo>
                    <a:lnTo>
                      <a:pt x="498" y="10"/>
                    </a:lnTo>
                    <a:lnTo>
                      <a:pt x="486" y="9"/>
                    </a:lnTo>
                    <a:lnTo>
                      <a:pt x="474" y="9"/>
                    </a:lnTo>
                    <a:lnTo>
                      <a:pt x="462" y="8"/>
                    </a:lnTo>
                    <a:lnTo>
                      <a:pt x="449" y="7"/>
                    </a:lnTo>
                    <a:lnTo>
                      <a:pt x="437" y="6"/>
                    </a:lnTo>
                    <a:lnTo>
                      <a:pt x="425" y="6"/>
                    </a:lnTo>
                    <a:lnTo>
                      <a:pt x="413" y="5"/>
                    </a:lnTo>
                    <a:lnTo>
                      <a:pt x="401" y="4"/>
                    </a:lnTo>
                    <a:lnTo>
                      <a:pt x="388" y="4"/>
                    </a:lnTo>
                    <a:lnTo>
                      <a:pt x="377" y="4"/>
                    </a:lnTo>
                    <a:lnTo>
                      <a:pt x="364" y="4"/>
                    </a:lnTo>
                    <a:lnTo>
                      <a:pt x="352" y="4"/>
                    </a:lnTo>
                    <a:lnTo>
                      <a:pt x="339" y="4"/>
                    </a:lnTo>
                    <a:lnTo>
                      <a:pt x="328" y="4"/>
                    </a:lnTo>
                    <a:lnTo>
                      <a:pt x="316" y="4"/>
                    </a:lnTo>
                    <a:lnTo>
                      <a:pt x="304" y="4"/>
                    </a:lnTo>
                    <a:lnTo>
                      <a:pt x="292" y="5"/>
                    </a:lnTo>
                    <a:lnTo>
                      <a:pt x="280" y="5"/>
                    </a:lnTo>
                    <a:lnTo>
                      <a:pt x="268" y="6"/>
                    </a:lnTo>
                    <a:lnTo>
                      <a:pt x="256" y="7"/>
                    </a:lnTo>
                    <a:lnTo>
                      <a:pt x="245" y="8"/>
                    </a:lnTo>
                    <a:lnTo>
                      <a:pt x="232" y="8"/>
                    </a:lnTo>
                    <a:lnTo>
                      <a:pt x="219" y="8"/>
                    </a:lnTo>
                    <a:lnTo>
                      <a:pt x="206" y="9"/>
                    </a:lnTo>
                    <a:lnTo>
                      <a:pt x="193" y="9"/>
                    </a:lnTo>
                    <a:lnTo>
                      <a:pt x="182" y="9"/>
                    </a:lnTo>
                    <a:lnTo>
                      <a:pt x="170" y="8"/>
                    </a:lnTo>
                    <a:lnTo>
                      <a:pt x="159" y="8"/>
                    </a:lnTo>
                    <a:lnTo>
                      <a:pt x="147" y="8"/>
                    </a:lnTo>
                    <a:lnTo>
                      <a:pt x="136" y="7"/>
                    </a:lnTo>
                    <a:lnTo>
                      <a:pt x="125" y="6"/>
                    </a:lnTo>
                    <a:lnTo>
                      <a:pt x="115" y="5"/>
                    </a:lnTo>
                    <a:lnTo>
                      <a:pt x="104" y="4"/>
                    </a:lnTo>
                    <a:lnTo>
                      <a:pt x="94" y="3"/>
                    </a:lnTo>
                    <a:lnTo>
                      <a:pt x="84" y="2"/>
                    </a:lnTo>
                    <a:lnTo>
                      <a:pt x="73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5E5B5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Freeform 1914"/>
              <p:cNvSpPr>
                <a:spLocks/>
              </p:cNvSpPr>
              <p:nvPr/>
            </p:nvSpPr>
            <p:spPr bwMode="gray">
              <a:xfrm>
                <a:off x="5754842" y="5251803"/>
                <a:ext cx="1548424" cy="322540"/>
              </a:xfrm>
              <a:custGeom>
                <a:avLst/>
                <a:gdLst/>
                <a:ahLst/>
                <a:cxnLst>
                  <a:cxn ang="0">
                    <a:pos x="63" y="13"/>
                  </a:cxn>
                  <a:cxn ang="0">
                    <a:pos x="56" y="26"/>
                  </a:cxn>
                  <a:cxn ang="0">
                    <a:pos x="48" y="39"/>
                  </a:cxn>
                  <a:cxn ang="0">
                    <a:pos x="38" y="52"/>
                  </a:cxn>
                  <a:cxn ang="0">
                    <a:pos x="28" y="64"/>
                  </a:cxn>
                  <a:cxn ang="0">
                    <a:pos x="19" y="76"/>
                  </a:cxn>
                  <a:cxn ang="0">
                    <a:pos x="10" y="88"/>
                  </a:cxn>
                  <a:cxn ang="0">
                    <a:pos x="3" y="98"/>
                  </a:cxn>
                  <a:cxn ang="0">
                    <a:pos x="19" y="105"/>
                  </a:cxn>
                  <a:cxn ang="0">
                    <a:pos x="253" y="116"/>
                  </a:cxn>
                  <a:cxn ang="0">
                    <a:pos x="617" y="128"/>
                  </a:cxn>
                  <a:cxn ang="0">
                    <a:pos x="622" y="104"/>
                  </a:cxn>
                  <a:cxn ang="0">
                    <a:pos x="631" y="73"/>
                  </a:cxn>
                  <a:cxn ang="0">
                    <a:pos x="646" y="42"/>
                  </a:cxn>
                  <a:cxn ang="0">
                    <a:pos x="644" y="28"/>
                  </a:cxn>
                  <a:cxn ang="0">
                    <a:pos x="618" y="24"/>
                  </a:cxn>
                  <a:cxn ang="0">
                    <a:pos x="591" y="20"/>
                  </a:cxn>
                  <a:cxn ang="0">
                    <a:pos x="564" y="16"/>
                  </a:cxn>
                  <a:cxn ang="0">
                    <a:pos x="535" y="13"/>
                  </a:cxn>
                  <a:cxn ang="0">
                    <a:pos x="505" y="10"/>
                  </a:cxn>
                  <a:cxn ang="0">
                    <a:pos x="475" y="8"/>
                  </a:cxn>
                  <a:cxn ang="0">
                    <a:pos x="444" y="6"/>
                  </a:cxn>
                  <a:cxn ang="0">
                    <a:pos x="413" y="3"/>
                  </a:cxn>
                  <a:cxn ang="0">
                    <a:pos x="383" y="2"/>
                  </a:cxn>
                  <a:cxn ang="0">
                    <a:pos x="352" y="1"/>
                  </a:cxn>
                  <a:cxn ang="0">
                    <a:pos x="322" y="1"/>
                  </a:cxn>
                  <a:cxn ang="0">
                    <a:pos x="293" y="0"/>
                  </a:cxn>
                  <a:cxn ang="0">
                    <a:pos x="264" y="0"/>
                  </a:cxn>
                  <a:cxn ang="0">
                    <a:pos x="238" y="1"/>
                  </a:cxn>
                  <a:cxn ang="0">
                    <a:pos x="212" y="1"/>
                  </a:cxn>
                  <a:cxn ang="0">
                    <a:pos x="186" y="2"/>
                  </a:cxn>
                  <a:cxn ang="0">
                    <a:pos x="163" y="3"/>
                  </a:cxn>
                  <a:cxn ang="0">
                    <a:pos x="141" y="3"/>
                  </a:cxn>
                  <a:cxn ang="0">
                    <a:pos x="123" y="2"/>
                  </a:cxn>
                  <a:cxn ang="0">
                    <a:pos x="108" y="2"/>
                  </a:cxn>
                  <a:cxn ang="0">
                    <a:pos x="94" y="2"/>
                  </a:cxn>
                  <a:cxn ang="0">
                    <a:pos x="82" y="3"/>
                  </a:cxn>
                  <a:cxn ang="0">
                    <a:pos x="71" y="5"/>
                  </a:cxn>
                </a:cxnLst>
                <a:rect l="0" t="0" r="r" b="b"/>
                <a:pathLst>
                  <a:path w="655" h="134">
                    <a:moveTo>
                      <a:pt x="65" y="7"/>
                    </a:moveTo>
                    <a:lnTo>
                      <a:pt x="63" y="13"/>
                    </a:lnTo>
                    <a:lnTo>
                      <a:pt x="59" y="19"/>
                    </a:lnTo>
                    <a:lnTo>
                      <a:pt x="56" y="26"/>
                    </a:lnTo>
                    <a:lnTo>
                      <a:pt x="51" y="32"/>
                    </a:lnTo>
                    <a:lnTo>
                      <a:pt x="48" y="39"/>
                    </a:lnTo>
                    <a:lnTo>
                      <a:pt x="42" y="45"/>
                    </a:lnTo>
                    <a:lnTo>
                      <a:pt x="38" y="52"/>
                    </a:lnTo>
                    <a:lnTo>
                      <a:pt x="33" y="58"/>
                    </a:lnTo>
                    <a:lnTo>
                      <a:pt x="28" y="64"/>
                    </a:lnTo>
                    <a:lnTo>
                      <a:pt x="24" y="70"/>
                    </a:lnTo>
                    <a:lnTo>
                      <a:pt x="19" y="76"/>
                    </a:lnTo>
                    <a:lnTo>
                      <a:pt x="15" y="82"/>
                    </a:lnTo>
                    <a:lnTo>
                      <a:pt x="10" y="88"/>
                    </a:lnTo>
                    <a:lnTo>
                      <a:pt x="6" y="93"/>
                    </a:lnTo>
                    <a:lnTo>
                      <a:pt x="3" y="98"/>
                    </a:lnTo>
                    <a:lnTo>
                      <a:pt x="0" y="105"/>
                    </a:lnTo>
                    <a:lnTo>
                      <a:pt x="19" y="105"/>
                    </a:lnTo>
                    <a:lnTo>
                      <a:pt x="104" y="108"/>
                    </a:lnTo>
                    <a:lnTo>
                      <a:pt x="253" y="116"/>
                    </a:lnTo>
                    <a:lnTo>
                      <a:pt x="615" y="134"/>
                    </a:lnTo>
                    <a:lnTo>
                      <a:pt x="617" y="128"/>
                    </a:lnTo>
                    <a:lnTo>
                      <a:pt x="619" y="117"/>
                    </a:lnTo>
                    <a:lnTo>
                      <a:pt x="622" y="104"/>
                    </a:lnTo>
                    <a:lnTo>
                      <a:pt x="626" y="89"/>
                    </a:lnTo>
                    <a:lnTo>
                      <a:pt x="631" y="73"/>
                    </a:lnTo>
                    <a:lnTo>
                      <a:pt x="638" y="57"/>
                    </a:lnTo>
                    <a:lnTo>
                      <a:pt x="646" y="42"/>
                    </a:lnTo>
                    <a:lnTo>
                      <a:pt x="655" y="30"/>
                    </a:lnTo>
                    <a:lnTo>
                      <a:pt x="644" y="28"/>
                    </a:lnTo>
                    <a:lnTo>
                      <a:pt x="631" y="25"/>
                    </a:lnTo>
                    <a:lnTo>
                      <a:pt x="618" y="24"/>
                    </a:lnTo>
                    <a:lnTo>
                      <a:pt x="605" y="22"/>
                    </a:lnTo>
                    <a:lnTo>
                      <a:pt x="591" y="20"/>
                    </a:lnTo>
                    <a:lnTo>
                      <a:pt x="578" y="18"/>
                    </a:lnTo>
                    <a:lnTo>
                      <a:pt x="564" y="16"/>
                    </a:lnTo>
                    <a:lnTo>
                      <a:pt x="550" y="15"/>
                    </a:lnTo>
                    <a:lnTo>
                      <a:pt x="535" y="13"/>
                    </a:lnTo>
                    <a:lnTo>
                      <a:pt x="520" y="12"/>
                    </a:lnTo>
                    <a:lnTo>
                      <a:pt x="505" y="10"/>
                    </a:lnTo>
                    <a:lnTo>
                      <a:pt x="490" y="9"/>
                    </a:lnTo>
                    <a:lnTo>
                      <a:pt x="475" y="8"/>
                    </a:lnTo>
                    <a:lnTo>
                      <a:pt x="459" y="7"/>
                    </a:lnTo>
                    <a:lnTo>
                      <a:pt x="444" y="6"/>
                    </a:lnTo>
                    <a:lnTo>
                      <a:pt x="429" y="5"/>
                    </a:lnTo>
                    <a:lnTo>
                      <a:pt x="413" y="3"/>
                    </a:lnTo>
                    <a:lnTo>
                      <a:pt x="398" y="2"/>
                    </a:lnTo>
                    <a:lnTo>
                      <a:pt x="383" y="2"/>
                    </a:lnTo>
                    <a:lnTo>
                      <a:pt x="368" y="1"/>
                    </a:lnTo>
                    <a:lnTo>
                      <a:pt x="352" y="1"/>
                    </a:lnTo>
                    <a:lnTo>
                      <a:pt x="337" y="1"/>
                    </a:lnTo>
                    <a:lnTo>
                      <a:pt x="322" y="1"/>
                    </a:lnTo>
                    <a:lnTo>
                      <a:pt x="307" y="0"/>
                    </a:lnTo>
                    <a:lnTo>
                      <a:pt x="293" y="0"/>
                    </a:lnTo>
                    <a:lnTo>
                      <a:pt x="279" y="0"/>
                    </a:lnTo>
                    <a:lnTo>
                      <a:pt x="264" y="0"/>
                    </a:lnTo>
                    <a:lnTo>
                      <a:pt x="251" y="1"/>
                    </a:lnTo>
                    <a:lnTo>
                      <a:pt x="238" y="1"/>
                    </a:lnTo>
                    <a:lnTo>
                      <a:pt x="224" y="1"/>
                    </a:lnTo>
                    <a:lnTo>
                      <a:pt x="212" y="1"/>
                    </a:lnTo>
                    <a:lnTo>
                      <a:pt x="199" y="2"/>
                    </a:lnTo>
                    <a:lnTo>
                      <a:pt x="186" y="2"/>
                    </a:lnTo>
                    <a:lnTo>
                      <a:pt x="174" y="3"/>
                    </a:lnTo>
                    <a:lnTo>
                      <a:pt x="163" y="3"/>
                    </a:lnTo>
                    <a:lnTo>
                      <a:pt x="152" y="3"/>
                    </a:lnTo>
                    <a:lnTo>
                      <a:pt x="141" y="3"/>
                    </a:lnTo>
                    <a:lnTo>
                      <a:pt x="132" y="2"/>
                    </a:lnTo>
                    <a:lnTo>
                      <a:pt x="123" y="2"/>
                    </a:lnTo>
                    <a:lnTo>
                      <a:pt x="115" y="2"/>
                    </a:lnTo>
                    <a:lnTo>
                      <a:pt x="108" y="2"/>
                    </a:lnTo>
                    <a:lnTo>
                      <a:pt x="101" y="2"/>
                    </a:lnTo>
                    <a:lnTo>
                      <a:pt x="94" y="2"/>
                    </a:lnTo>
                    <a:lnTo>
                      <a:pt x="88" y="2"/>
                    </a:lnTo>
                    <a:lnTo>
                      <a:pt x="82" y="3"/>
                    </a:lnTo>
                    <a:lnTo>
                      <a:pt x="76" y="4"/>
                    </a:lnTo>
                    <a:lnTo>
                      <a:pt x="71" y="5"/>
                    </a:lnTo>
                    <a:lnTo>
                      <a:pt x="65" y="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77777"/>
                  </a:gs>
                  <a:gs pos="50000">
                    <a:srgbClr val="777777">
                      <a:gamma/>
                      <a:shade val="46275"/>
                      <a:invGamma/>
                    </a:srgbClr>
                  </a:gs>
                  <a:gs pos="100000">
                    <a:srgbClr val="777777"/>
                  </a:gs>
                </a:gsLst>
                <a:lin ang="18900000" scaled="1"/>
              </a:gradFill>
              <a:ln w="6350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Freeform 1915"/>
              <p:cNvSpPr>
                <a:spLocks/>
              </p:cNvSpPr>
              <p:nvPr/>
            </p:nvSpPr>
            <p:spPr bwMode="gray">
              <a:xfrm>
                <a:off x="6932333" y="5394452"/>
                <a:ext cx="274947" cy="1475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7" y="2"/>
                  </a:cxn>
                  <a:cxn ang="0">
                    <a:pos x="99" y="63"/>
                  </a:cxn>
                  <a:cxn ang="0">
                    <a:pos x="0" y="57"/>
                  </a:cxn>
                  <a:cxn ang="0">
                    <a:pos x="22" y="0"/>
                  </a:cxn>
                </a:cxnLst>
                <a:rect l="0" t="0" r="r" b="b"/>
                <a:pathLst>
                  <a:path w="117" h="63">
                    <a:moveTo>
                      <a:pt x="22" y="0"/>
                    </a:moveTo>
                    <a:lnTo>
                      <a:pt x="117" y="2"/>
                    </a:lnTo>
                    <a:lnTo>
                      <a:pt x="99" y="63"/>
                    </a:lnTo>
                    <a:lnTo>
                      <a:pt x="0" y="57"/>
                    </a:lnTo>
                    <a:lnTo>
                      <a:pt x="2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Freeform 1916"/>
              <p:cNvSpPr>
                <a:spLocks/>
              </p:cNvSpPr>
              <p:nvPr/>
            </p:nvSpPr>
            <p:spPr bwMode="gray">
              <a:xfrm>
                <a:off x="6763568" y="5366695"/>
                <a:ext cx="189158" cy="7273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0" y="3"/>
                  </a:cxn>
                  <a:cxn ang="0">
                    <a:pos x="68" y="32"/>
                  </a:cxn>
                  <a:cxn ang="0">
                    <a:pos x="0" y="28"/>
                  </a:cxn>
                  <a:cxn ang="0">
                    <a:pos x="11" y="0"/>
                  </a:cxn>
                </a:cxnLst>
                <a:rect l="0" t="0" r="r" b="b"/>
                <a:pathLst>
                  <a:path w="80" h="32">
                    <a:moveTo>
                      <a:pt x="11" y="0"/>
                    </a:moveTo>
                    <a:lnTo>
                      <a:pt x="80" y="3"/>
                    </a:lnTo>
                    <a:lnTo>
                      <a:pt x="68" y="32"/>
                    </a:lnTo>
                    <a:lnTo>
                      <a:pt x="0" y="28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917"/>
              <p:cNvSpPr>
                <a:spLocks/>
              </p:cNvSpPr>
              <p:nvPr/>
            </p:nvSpPr>
            <p:spPr bwMode="gray">
              <a:xfrm>
                <a:off x="6720673" y="5474560"/>
                <a:ext cx="184236" cy="54811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56" y="2"/>
                  </a:cxn>
                  <a:cxn ang="0">
                    <a:pos x="54" y="7"/>
                  </a:cxn>
                  <a:cxn ang="0">
                    <a:pos x="77" y="10"/>
                  </a:cxn>
                  <a:cxn ang="0">
                    <a:pos x="73" y="23"/>
                  </a:cxn>
                  <a:cxn ang="0">
                    <a:pos x="0" y="18"/>
                  </a:cxn>
                  <a:cxn ang="0">
                    <a:pos x="5" y="7"/>
                  </a:cxn>
                  <a:cxn ang="0">
                    <a:pos x="29" y="8"/>
                  </a:cxn>
                  <a:cxn ang="0">
                    <a:pos x="33" y="0"/>
                  </a:cxn>
                </a:cxnLst>
                <a:rect l="0" t="0" r="r" b="b"/>
                <a:pathLst>
                  <a:path w="77" h="23">
                    <a:moveTo>
                      <a:pt x="33" y="0"/>
                    </a:moveTo>
                    <a:lnTo>
                      <a:pt x="56" y="2"/>
                    </a:lnTo>
                    <a:lnTo>
                      <a:pt x="54" y="7"/>
                    </a:lnTo>
                    <a:lnTo>
                      <a:pt x="77" y="10"/>
                    </a:lnTo>
                    <a:lnTo>
                      <a:pt x="73" y="23"/>
                    </a:lnTo>
                    <a:lnTo>
                      <a:pt x="0" y="18"/>
                    </a:lnTo>
                    <a:lnTo>
                      <a:pt x="5" y="7"/>
                    </a:lnTo>
                    <a:lnTo>
                      <a:pt x="29" y="8"/>
                    </a:lnTo>
                    <a:lnTo>
                      <a:pt x="3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918"/>
              <p:cNvSpPr>
                <a:spLocks/>
              </p:cNvSpPr>
              <p:nvPr/>
            </p:nvSpPr>
            <p:spPr bwMode="gray">
              <a:xfrm>
                <a:off x="6523780" y="5346668"/>
                <a:ext cx="237327" cy="3267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01" y="5"/>
                  </a:cxn>
                  <a:cxn ang="0">
                    <a:pos x="98" y="14"/>
                  </a:cxn>
                  <a:cxn ang="0">
                    <a:pos x="0" y="9"/>
                  </a:cxn>
                  <a:cxn ang="0">
                    <a:pos x="2" y="0"/>
                  </a:cxn>
                </a:cxnLst>
                <a:rect l="0" t="0" r="r" b="b"/>
                <a:pathLst>
                  <a:path w="101" h="14">
                    <a:moveTo>
                      <a:pt x="2" y="0"/>
                    </a:moveTo>
                    <a:lnTo>
                      <a:pt x="101" y="5"/>
                    </a:lnTo>
                    <a:lnTo>
                      <a:pt x="98" y="14"/>
                    </a:lnTo>
                    <a:lnTo>
                      <a:pt x="0" y="9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Freeform 1919"/>
              <p:cNvSpPr>
                <a:spLocks/>
              </p:cNvSpPr>
              <p:nvPr/>
            </p:nvSpPr>
            <p:spPr bwMode="gray">
              <a:xfrm>
                <a:off x="6261490" y="5331911"/>
                <a:ext cx="247171" cy="3478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4" y="4"/>
                  </a:cxn>
                  <a:cxn ang="0">
                    <a:pos x="102" y="14"/>
                  </a:cxn>
                  <a:cxn ang="0">
                    <a:pos x="0" y="8"/>
                  </a:cxn>
                  <a:cxn ang="0">
                    <a:pos x="6" y="0"/>
                  </a:cxn>
                </a:cxnLst>
                <a:rect l="0" t="0" r="r" b="b"/>
                <a:pathLst>
                  <a:path w="104" h="14">
                    <a:moveTo>
                      <a:pt x="6" y="0"/>
                    </a:moveTo>
                    <a:lnTo>
                      <a:pt x="104" y="4"/>
                    </a:lnTo>
                    <a:lnTo>
                      <a:pt x="102" y="14"/>
                    </a:lnTo>
                    <a:lnTo>
                      <a:pt x="0" y="8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Freeform 1920"/>
              <p:cNvSpPr>
                <a:spLocks/>
              </p:cNvSpPr>
              <p:nvPr/>
            </p:nvSpPr>
            <p:spPr bwMode="gray">
              <a:xfrm>
                <a:off x="6002013" y="5321722"/>
                <a:ext cx="252094" cy="30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6" y="3"/>
                  </a:cxn>
                  <a:cxn ang="0">
                    <a:pos x="100" y="13"/>
                  </a:cxn>
                  <a:cxn ang="0">
                    <a:pos x="0" y="7"/>
                  </a:cxn>
                  <a:cxn ang="0">
                    <a:pos x="6" y="0"/>
                  </a:cxn>
                </a:cxnLst>
                <a:rect l="0" t="0" r="r" b="b"/>
                <a:pathLst>
                  <a:path w="106" h="13">
                    <a:moveTo>
                      <a:pt x="6" y="0"/>
                    </a:moveTo>
                    <a:lnTo>
                      <a:pt x="106" y="3"/>
                    </a:lnTo>
                    <a:lnTo>
                      <a:pt x="100" y="13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Freeform 1921"/>
              <p:cNvSpPr>
                <a:spLocks/>
              </p:cNvSpPr>
              <p:nvPr/>
            </p:nvSpPr>
            <p:spPr bwMode="gray">
              <a:xfrm>
                <a:off x="5906028" y="5314344"/>
                <a:ext cx="73132" cy="2494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1" y="1"/>
                  </a:cxn>
                  <a:cxn ang="0">
                    <a:pos x="23" y="11"/>
                  </a:cxn>
                  <a:cxn ang="0">
                    <a:pos x="0" y="11"/>
                  </a:cxn>
                  <a:cxn ang="0">
                    <a:pos x="7" y="0"/>
                  </a:cxn>
                </a:cxnLst>
                <a:rect l="0" t="0" r="r" b="b"/>
                <a:pathLst>
                  <a:path w="31" h="11">
                    <a:moveTo>
                      <a:pt x="7" y="0"/>
                    </a:moveTo>
                    <a:lnTo>
                      <a:pt x="31" y="1"/>
                    </a:lnTo>
                    <a:lnTo>
                      <a:pt x="23" y="11"/>
                    </a:lnTo>
                    <a:lnTo>
                      <a:pt x="0" y="1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" name="Freeform 1922"/>
              <p:cNvSpPr>
                <a:spLocks/>
              </p:cNvSpPr>
              <p:nvPr/>
            </p:nvSpPr>
            <p:spPr bwMode="gray">
              <a:xfrm>
                <a:off x="5802659" y="5339289"/>
                <a:ext cx="953174" cy="180243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0" y="54"/>
                  </a:cxn>
                  <a:cxn ang="0">
                    <a:pos x="6" y="58"/>
                  </a:cxn>
                  <a:cxn ang="0">
                    <a:pos x="380" y="77"/>
                  </a:cxn>
                  <a:cxn ang="0">
                    <a:pos x="383" y="74"/>
                  </a:cxn>
                  <a:cxn ang="0">
                    <a:pos x="403" y="20"/>
                  </a:cxn>
                  <a:cxn ang="0">
                    <a:pos x="39" y="0"/>
                  </a:cxn>
                </a:cxnLst>
                <a:rect l="0" t="0" r="r" b="b"/>
                <a:pathLst>
                  <a:path w="403" h="77">
                    <a:moveTo>
                      <a:pt x="39" y="0"/>
                    </a:moveTo>
                    <a:lnTo>
                      <a:pt x="0" y="54"/>
                    </a:lnTo>
                    <a:lnTo>
                      <a:pt x="6" y="58"/>
                    </a:lnTo>
                    <a:lnTo>
                      <a:pt x="380" y="77"/>
                    </a:lnTo>
                    <a:lnTo>
                      <a:pt x="383" y="74"/>
                    </a:lnTo>
                    <a:lnTo>
                      <a:pt x="403" y="20"/>
                    </a:lnTo>
                    <a:lnTo>
                      <a:pt x="39" y="0"/>
                    </a:lnTo>
                    <a:close/>
                  </a:path>
                </a:pathLst>
              </a:custGeom>
              <a:noFill/>
              <a:ln w="3175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923"/>
              <p:cNvSpPr>
                <a:spLocks/>
              </p:cNvSpPr>
              <p:nvPr/>
            </p:nvSpPr>
            <p:spPr bwMode="gray">
              <a:xfrm>
                <a:off x="6634884" y="5479479"/>
                <a:ext cx="73132" cy="3478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8" y="5"/>
                  </a:cxn>
                  <a:cxn ang="0">
                    <a:pos x="6" y="3"/>
                  </a:cxn>
                  <a:cxn ang="0">
                    <a:pos x="8" y="0"/>
                  </a:cxn>
                </a:cxnLst>
                <a:rect l="0" t="0" r="r" b="b"/>
                <a:pathLst>
                  <a:path w="30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8" y="5"/>
                    </a:lnTo>
                    <a:lnTo>
                      <a:pt x="6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924"/>
              <p:cNvSpPr>
                <a:spLocks/>
              </p:cNvSpPr>
              <p:nvPr/>
            </p:nvSpPr>
            <p:spPr bwMode="gray">
              <a:xfrm>
                <a:off x="5959118" y="5446803"/>
                <a:ext cx="73132" cy="2775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3"/>
                  </a:cxn>
                  <a:cxn ang="0">
                    <a:pos x="0" y="11"/>
                  </a:cxn>
                  <a:cxn ang="0">
                    <a:pos x="30" y="12"/>
                  </a:cxn>
                  <a:cxn ang="0">
                    <a:pos x="31" y="4"/>
                  </a:cxn>
                  <a:cxn ang="0">
                    <a:pos x="9" y="3"/>
                  </a:cxn>
                  <a:cxn ang="0">
                    <a:pos x="12" y="0"/>
                  </a:cxn>
                </a:cxnLst>
                <a:rect l="0" t="0" r="r" b="b"/>
                <a:pathLst>
                  <a:path w="31" h="12">
                    <a:moveTo>
                      <a:pt x="12" y="0"/>
                    </a:moveTo>
                    <a:lnTo>
                      <a:pt x="6" y="3"/>
                    </a:lnTo>
                    <a:lnTo>
                      <a:pt x="0" y="11"/>
                    </a:lnTo>
                    <a:lnTo>
                      <a:pt x="30" y="12"/>
                    </a:lnTo>
                    <a:lnTo>
                      <a:pt x="31" y="4"/>
                    </a:lnTo>
                    <a:lnTo>
                      <a:pt x="9" y="3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Freeform 1925"/>
              <p:cNvSpPr>
                <a:spLocks/>
              </p:cNvSpPr>
              <p:nvPr/>
            </p:nvSpPr>
            <p:spPr bwMode="gray">
              <a:xfrm>
                <a:off x="6564213" y="5474560"/>
                <a:ext cx="70671" cy="3232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4" y="4"/>
                  </a:cxn>
                  <a:cxn ang="0">
                    <a:pos x="0" y="13"/>
                  </a:cxn>
                  <a:cxn ang="0">
                    <a:pos x="30" y="14"/>
                  </a:cxn>
                  <a:cxn ang="0">
                    <a:pos x="27" y="5"/>
                  </a:cxn>
                  <a:cxn ang="0">
                    <a:pos x="5" y="3"/>
                  </a:cxn>
                  <a:cxn ang="0">
                    <a:pos x="6" y="0"/>
                  </a:cxn>
                </a:cxnLst>
                <a:rect l="0" t="0" r="r" b="b"/>
                <a:pathLst>
                  <a:path w="30" h="14">
                    <a:moveTo>
                      <a:pt x="6" y="0"/>
                    </a:moveTo>
                    <a:lnTo>
                      <a:pt x="4" y="4"/>
                    </a:lnTo>
                    <a:lnTo>
                      <a:pt x="0" y="13"/>
                    </a:lnTo>
                    <a:lnTo>
                      <a:pt x="30" y="14"/>
                    </a:lnTo>
                    <a:lnTo>
                      <a:pt x="27" y="5"/>
                    </a:lnTo>
                    <a:lnTo>
                      <a:pt x="5" y="3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Freeform 1926"/>
              <p:cNvSpPr>
                <a:spLocks/>
              </p:cNvSpPr>
              <p:nvPr/>
            </p:nvSpPr>
            <p:spPr bwMode="gray">
              <a:xfrm>
                <a:off x="5888448" y="5439425"/>
                <a:ext cx="70671" cy="323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3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8" y="5"/>
                  </a:cxn>
                  <a:cxn ang="0">
                    <a:pos x="7" y="3"/>
                  </a:cxn>
                  <a:cxn ang="0">
                    <a:pos x="8" y="0"/>
                  </a:cxn>
                </a:cxnLst>
                <a:rect l="0" t="0" r="r" b="b"/>
                <a:pathLst>
                  <a:path w="29" h="14">
                    <a:moveTo>
                      <a:pt x="8" y="0"/>
                    </a:moveTo>
                    <a:lnTo>
                      <a:pt x="3" y="3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8" y="5"/>
                    </a:lnTo>
                    <a:lnTo>
                      <a:pt x="7" y="3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Freeform 1927"/>
              <p:cNvSpPr>
                <a:spLocks/>
              </p:cNvSpPr>
              <p:nvPr/>
            </p:nvSpPr>
            <p:spPr bwMode="gray">
              <a:xfrm>
                <a:off x="6496356" y="5471749"/>
                <a:ext cx="65397" cy="3021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13"/>
                  </a:cxn>
                  <a:cxn ang="0">
                    <a:pos x="29" y="14"/>
                  </a:cxn>
                  <a:cxn ang="0">
                    <a:pos x="25" y="5"/>
                  </a:cxn>
                  <a:cxn ang="0">
                    <a:pos x="4" y="4"/>
                  </a:cxn>
                  <a:cxn ang="0">
                    <a:pos x="4" y="0"/>
                  </a:cxn>
                </a:cxnLst>
                <a:rect l="0" t="0" r="r" b="b"/>
                <a:pathLst>
                  <a:path w="29" h="14">
                    <a:moveTo>
                      <a:pt x="4" y="0"/>
                    </a:moveTo>
                    <a:lnTo>
                      <a:pt x="1" y="4"/>
                    </a:lnTo>
                    <a:lnTo>
                      <a:pt x="0" y="13"/>
                    </a:lnTo>
                    <a:lnTo>
                      <a:pt x="29" y="14"/>
                    </a:lnTo>
                    <a:lnTo>
                      <a:pt x="25" y="5"/>
                    </a:lnTo>
                    <a:lnTo>
                      <a:pt x="4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Freeform 1928"/>
              <p:cNvSpPr>
                <a:spLocks/>
              </p:cNvSpPr>
              <p:nvPr/>
            </p:nvSpPr>
            <p:spPr bwMode="gray">
              <a:xfrm>
                <a:off x="5810394" y="5439425"/>
                <a:ext cx="75593" cy="2986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4"/>
                  </a:cxn>
                  <a:cxn ang="0">
                    <a:pos x="0" y="12"/>
                  </a:cxn>
                  <a:cxn ang="0">
                    <a:pos x="31" y="13"/>
                  </a:cxn>
                  <a:cxn ang="0">
                    <a:pos x="31" y="5"/>
                  </a:cxn>
                  <a:cxn ang="0">
                    <a:pos x="8" y="4"/>
                  </a:cxn>
                  <a:cxn ang="0">
                    <a:pos x="10" y="0"/>
                  </a:cxn>
                </a:cxnLst>
                <a:rect l="0" t="0" r="r" b="b"/>
                <a:pathLst>
                  <a:path w="31" h="13">
                    <a:moveTo>
                      <a:pt x="10" y="0"/>
                    </a:moveTo>
                    <a:lnTo>
                      <a:pt x="4" y="4"/>
                    </a:lnTo>
                    <a:lnTo>
                      <a:pt x="0" y="12"/>
                    </a:lnTo>
                    <a:lnTo>
                      <a:pt x="31" y="13"/>
                    </a:lnTo>
                    <a:lnTo>
                      <a:pt x="31" y="5"/>
                    </a:lnTo>
                    <a:lnTo>
                      <a:pt x="8" y="4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929"/>
              <p:cNvSpPr>
                <a:spLocks/>
              </p:cNvSpPr>
              <p:nvPr/>
            </p:nvSpPr>
            <p:spPr bwMode="gray">
              <a:xfrm>
                <a:off x="6423224" y="5469289"/>
                <a:ext cx="67858" cy="2775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3"/>
                  </a:cxn>
                  <a:cxn ang="0">
                    <a:pos x="0" y="13"/>
                  </a:cxn>
                  <a:cxn ang="0">
                    <a:pos x="29" y="13"/>
                  </a:cxn>
                  <a:cxn ang="0">
                    <a:pos x="25" y="4"/>
                  </a:cxn>
                  <a:cxn ang="0">
                    <a:pos x="4" y="3"/>
                  </a:cxn>
                  <a:cxn ang="0">
                    <a:pos x="5" y="0"/>
                  </a:cxn>
                </a:cxnLst>
                <a:rect l="0" t="0" r="r" b="b"/>
                <a:pathLst>
                  <a:path w="29" h="13">
                    <a:moveTo>
                      <a:pt x="5" y="0"/>
                    </a:moveTo>
                    <a:lnTo>
                      <a:pt x="0" y="3"/>
                    </a:lnTo>
                    <a:lnTo>
                      <a:pt x="0" y="13"/>
                    </a:lnTo>
                    <a:lnTo>
                      <a:pt x="29" y="13"/>
                    </a:lnTo>
                    <a:lnTo>
                      <a:pt x="25" y="4"/>
                    </a:lnTo>
                    <a:lnTo>
                      <a:pt x="4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930"/>
              <p:cNvSpPr>
                <a:spLocks/>
              </p:cNvSpPr>
              <p:nvPr/>
            </p:nvSpPr>
            <p:spPr bwMode="gray">
              <a:xfrm>
                <a:off x="6650002" y="5479479"/>
                <a:ext cx="58013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2" y="0"/>
                  </a:cxn>
                </a:cxnLst>
                <a:rect l="0" t="0" r="r" b="b"/>
                <a:pathLst>
                  <a:path w="24" h="6">
                    <a:moveTo>
                      <a:pt x="2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Freeform 1931"/>
              <p:cNvSpPr>
                <a:spLocks/>
              </p:cNvSpPr>
              <p:nvPr/>
            </p:nvSpPr>
            <p:spPr bwMode="gray">
              <a:xfrm>
                <a:off x="5979159" y="5446803"/>
                <a:ext cx="60474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26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26" h="6">
                    <a:moveTo>
                      <a:pt x="3" y="0"/>
                    </a:moveTo>
                    <a:lnTo>
                      <a:pt x="26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Freeform 1932"/>
              <p:cNvSpPr>
                <a:spLocks/>
              </p:cNvSpPr>
              <p:nvPr/>
            </p:nvSpPr>
            <p:spPr bwMode="gray">
              <a:xfrm>
                <a:off x="6579332" y="5474560"/>
                <a:ext cx="55552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" y="1"/>
                  </a:cxn>
                  <a:cxn ang="0">
                    <a:pos x="2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24" h="6">
                    <a:moveTo>
                      <a:pt x="0" y="0"/>
                    </a:moveTo>
                    <a:lnTo>
                      <a:pt x="24" y="1"/>
                    </a:lnTo>
                    <a:lnTo>
                      <a:pt x="2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Freeform 1933"/>
              <p:cNvSpPr>
                <a:spLocks/>
              </p:cNvSpPr>
              <p:nvPr/>
            </p:nvSpPr>
            <p:spPr bwMode="gray">
              <a:xfrm>
                <a:off x="5906028" y="5439425"/>
                <a:ext cx="5801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2"/>
                  </a:cxn>
                  <a:cxn ang="0">
                    <a:pos x="22" y="7"/>
                  </a:cxn>
                  <a:cxn ang="0">
                    <a:pos x="0" y="5"/>
                  </a:cxn>
                  <a:cxn ang="0">
                    <a:pos x="1" y="0"/>
                  </a:cxn>
                </a:cxnLst>
                <a:rect l="0" t="0" r="r" b="b"/>
                <a:pathLst>
                  <a:path w="25" h="7">
                    <a:moveTo>
                      <a:pt x="1" y="0"/>
                    </a:moveTo>
                    <a:lnTo>
                      <a:pt x="25" y="2"/>
                    </a:lnTo>
                    <a:lnTo>
                      <a:pt x="22" y="7"/>
                    </a:lnTo>
                    <a:lnTo>
                      <a:pt x="0" y="5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Freeform 1934"/>
              <p:cNvSpPr>
                <a:spLocks/>
              </p:cNvSpPr>
              <p:nvPr/>
            </p:nvSpPr>
            <p:spPr bwMode="gray">
              <a:xfrm>
                <a:off x="6501278" y="5471749"/>
                <a:ext cx="5555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4" y="1"/>
                  </a:cxn>
                  <a:cxn ang="0">
                    <a:pos x="24" y="6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4" h="6">
                    <a:moveTo>
                      <a:pt x="1" y="0"/>
                    </a:moveTo>
                    <a:lnTo>
                      <a:pt x="24" y="1"/>
                    </a:lnTo>
                    <a:lnTo>
                      <a:pt x="24" y="6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935"/>
              <p:cNvSpPr>
                <a:spLocks/>
              </p:cNvSpPr>
              <p:nvPr/>
            </p:nvSpPr>
            <p:spPr bwMode="gray">
              <a:xfrm>
                <a:off x="5830435" y="5439425"/>
                <a:ext cx="5801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5" y="0"/>
                  </a:cxn>
                  <a:cxn ang="0">
                    <a:pos x="22" y="5"/>
                  </a:cxn>
                  <a:cxn ang="0">
                    <a:pos x="0" y="4"/>
                  </a:cxn>
                  <a:cxn ang="0">
                    <a:pos x="1" y="0"/>
                  </a:cxn>
                </a:cxnLst>
                <a:rect l="0" t="0" r="r" b="b"/>
                <a:pathLst>
                  <a:path w="25" h="5">
                    <a:moveTo>
                      <a:pt x="1" y="0"/>
                    </a:moveTo>
                    <a:lnTo>
                      <a:pt x="25" y="0"/>
                    </a:lnTo>
                    <a:lnTo>
                      <a:pt x="22" y="5"/>
                    </a:lnTo>
                    <a:lnTo>
                      <a:pt x="0" y="4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936"/>
              <p:cNvSpPr>
                <a:spLocks/>
              </p:cNvSpPr>
              <p:nvPr/>
            </p:nvSpPr>
            <p:spPr bwMode="gray">
              <a:xfrm>
                <a:off x="6433068" y="5469289"/>
                <a:ext cx="53091" cy="101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1"/>
                  </a:cxn>
                  <a:cxn ang="0">
                    <a:pos x="2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2" h="5">
                    <a:moveTo>
                      <a:pt x="0" y="0"/>
                    </a:moveTo>
                    <a:lnTo>
                      <a:pt x="22" y="1"/>
                    </a:lnTo>
                    <a:lnTo>
                      <a:pt x="2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1937"/>
              <p:cNvSpPr>
                <a:spLocks/>
              </p:cNvSpPr>
              <p:nvPr/>
            </p:nvSpPr>
            <p:spPr bwMode="gray">
              <a:xfrm>
                <a:off x="6708016" y="5481938"/>
                <a:ext cx="2461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Freeform 1938"/>
              <p:cNvSpPr>
                <a:spLocks/>
              </p:cNvSpPr>
              <p:nvPr/>
            </p:nvSpPr>
            <p:spPr bwMode="gray">
              <a:xfrm>
                <a:off x="6029789" y="5449262"/>
                <a:ext cx="984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4" y="0"/>
                  </a:cxn>
                </a:cxnLst>
                <a:rect l="0" t="0" r="r" b="b"/>
                <a:pathLst>
                  <a:path w="5" h="11">
                    <a:moveTo>
                      <a:pt x="4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Freeform 1939"/>
              <p:cNvSpPr>
                <a:spLocks/>
              </p:cNvSpPr>
              <p:nvPr/>
            </p:nvSpPr>
            <p:spPr bwMode="gray">
              <a:xfrm>
                <a:off x="6629962" y="5474560"/>
                <a:ext cx="9845" cy="3724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2" y="15"/>
                  </a:cxn>
                  <a:cxn ang="0">
                    <a:pos x="5" y="3"/>
                  </a:cxn>
                  <a:cxn ang="0">
                    <a:pos x="2" y="0"/>
                  </a:cxn>
                </a:cxnLst>
                <a:rect l="0" t="0" r="r" b="b"/>
                <a:pathLst>
                  <a:path w="5" h="15">
                    <a:moveTo>
                      <a:pt x="2" y="0"/>
                    </a:moveTo>
                    <a:lnTo>
                      <a:pt x="0" y="6"/>
                    </a:lnTo>
                    <a:lnTo>
                      <a:pt x="2" y="15"/>
                    </a:lnTo>
                    <a:lnTo>
                      <a:pt x="5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Freeform 1940"/>
              <p:cNvSpPr>
                <a:spLocks/>
              </p:cNvSpPr>
              <p:nvPr/>
            </p:nvSpPr>
            <p:spPr bwMode="gray">
              <a:xfrm>
                <a:off x="5959118" y="5444343"/>
                <a:ext cx="12657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11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lnTo>
                      <a:pt x="0" y="5"/>
                    </a:lnTo>
                    <a:lnTo>
                      <a:pt x="0" y="11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Freeform 1941"/>
              <p:cNvSpPr>
                <a:spLocks/>
              </p:cNvSpPr>
              <p:nvPr/>
            </p:nvSpPr>
            <p:spPr bwMode="gray">
              <a:xfrm>
                <a:off x="6556830" y="5474560"/>
                <a:ext cx="4922" cy="298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0" y="13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5"/>
                    </a:lnTo>
                    <a:lnTo>
                      <a:pt x="0" y="13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7" name="Freeform 1942"/>
              <p:cNvSpPr>
                <a:spLocks/>
              </p:cNvSpPr>
              <p:nvPr/>
            </p:nvSpPr>
            <p:spPr bwMode="gray">
              <a:xfrm>
                <a:off x="5885987" y="5439425"/>
                <a:ext cx="9845" cy="2986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8" name="Freeform 1943"/>
              <p:cNvSpPr>
                <a:spLocks/>
              </p:cNvSpPr>
              <p:nvPr/>
            </p:nvSpPr>
            <p:spPr bwMode="gray">
              <a:xfrm>
                <a:off x="6486159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12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0" y="5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Freeform 1944"/>
              <p:cNvSpPr>
                <a:spLocks/>
              </p:cNvSpPr>
              <p:nvPr/>
            </p:nvSpPr>
            <p:spPr bwMode="gray">
              <a:xfrm>
                <a:off x="6561752" y="5454533"/>
                <a:ext cx="151186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63" y="11"/>
                  </a:cxn>
                  <a:cxn ang="0">
                    <a:pos x="64" y="7"/>
                  </a:cxn>
                  <a:cxn ang="0">
                    <a:pos x="3" y="4"/>
                  </a:cxn>
                  <a:cxn ang="0">
                    <a:pos x="4" y="0"/>
                  </a:cxn>
                </a:cxnLst>
                <a:rect l="0" t="0" r="r" b="b"/>
                <a:pathLst>
                  <a:path w="64" h="11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63" y="11"/>
                    </a:lnTo>
                    <a:lnTo>
                      <a:pt x="64" y="7"/>
                    </a:lnTo>
                    <a:lnTo>
                      <a:pt x="3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" name="Freeform 1945"/>
              <p:cNvSpPr>
                <a:spLocks/>
              </p:cNvSpPr>
              <p:nvPr/>
            </p:nvSpPr>
            <p:spPr bwMode="gray">
              <a:xfrm>
                <a:off x="6569487" y="5454533"/>
                <a:ext cx="143451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1" y="2"/>
                  </a:cxn>
                  <a:cxn ang="0">
                    <a:pos x="60" y="9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61" h="9">
                    <a:moveTo>
                      <a:pt x="2" y="0"/>
                    </a:moveTo>
                    <a:lnTo>
                      <a:pt x="61" y="2"/>
                    </a:lnTo>
                    <a:lnTo>
                      <a:pt x="60" y="9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" name="Freeform 1946"/>
              <p:cNvSpPr>
                <a:spLocks/>
              </p:cNvSpPr>
              <p:nvPr/>
            </p:nvSpPr>
            <p:spPr bwMode="gray">
              <a:xfrm>
                <a:off x="6710477" y="5461911"/>
                <a:ext cx="10196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1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" name="Freeform 1947"/>
              <p:cNvSpPr>
                <a:spLocks/>
              </p:cNvSpPr>
              <p:nvPr/>
            </p:nvSpPr>
            <p:spPr bwMode="gray">
              <a:xfrm>
                <a:off x="6602186" y="5426776"/>
                <a:ext cx="118487" cy="27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2"/>
                  </a:cxn>
                  <a:cxn ang="0">
                    <a:pos x="0" y="8"/>
                  </a:cxn>
                  <a:cxn ang="0">
                    <a:pos x="50" y="12"/>
                  </a:cxn>
                  <a:cxn ang="0">
                    <a:pos x="51" y="9"/>
                  </a:cxn>
                  <a:cxn ang="0">
                    <a:pos x="4" y="6"/>
                  </a:cxn>
                  <a:cxn ang="0">
                    <a:pos x="6" y="0"/>
                  </a:cxn>
                </a:cxnLst>
                <a:rect l="0" t="0" r="r" b="b"/>
                <a:pathLst>
                  <a:path w="51" h="12">
                    <a:moveTo>
                      <a:pt x="6" y="0"/>
                    </a:moveTo>
                    <a:lnTo>
                      <a:pt x="1" y="2"/>
                    </a:lnTo>
                    <a:lnTo>
                      <a:pt x="0" y="8"/>
                    </a:lnTo>
                    <a:lnTo>
                      <a:pt x="50" y="12"/>
                    </a:lnTo>
                    <a:lnTo>
                      <a:pt x="51" y="9"/>
                    </a:lnTo>
                    <a:lnTo>
                      <a:pt x="4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Freeform 1948"/>
              <p:cNvSpPr>
                <a:spLocks/>
              </p:cNvSpPr>
              <p:nvPr/>
            </p:nvSpPr>
            <p:spPr bwMode="gray">
              <a:xfrm>
                <a:off x="6607108" y="5426776"/>
                <a:ext cx="113565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8" y="2"/>
                  </a:cxn>
                  <a:cxn ang="0">
                    <a:pos x="47" y="10"/>
                  </a:cxn>
                  <a:cxn ang="0">
                    <a:pos x="0" y="7"/>
                  </a:cxn>
                  <a:cxn ang="0">
                    <a:pos x="3" y="0"/>
                  </a:cxn>
                </a:cxnLst>
                <a:rect l="0" t="0" r="r" b="b"/>
                <a:pathLst>
                  <a:path w="48" h="10">
                    <a:moveTo>
                      <a:pt x="3" y="0"/>
                    </a:moveTo>
                    <a:lnTo>
                      <a:pt x="48" y="2"/>
                    </a:lnTo>
                    <a:lnTo>
                      <a:pt x="47" y="10"/>
                    </a:lnTo>
                    <a:lnTo>
                      <a:pt x="0" y="7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Freeform 1949"/>
              <p:cNvSpPr>
                <a:spLocks/>
              </p:cNvSpPr>
              <p:nvPr/>
            </p:nvSpPr>
            <p:spPr bwMode="gray">
              <a:xfrm>
                <a:off x="6720673" y="543696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Freeform 1950"/>
              <p:cNvSpPr>
                <a:spLocks/>
              </p:cNvSpPr>
              <p:nvPr/>
            </p:nvSpPr>
            <p:spPr bwMode="gray">
              <a:xfrm>
                <a:off x="6508661" y="5451722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7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7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7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6" name="Freeform 1951"/>
              <p:cNvSpPr>
                <a:spLocks/>
              </p:cNvSpPr>
              <p:nvPr/>
            </p:nvSpPr>
            <p:spPr bwMode="gray">
              <a:xfrm>
                <a:off x="6551556" y="5426776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7" name="Freeform 1952"/>
              <p:cNvSpPr>
                <a:spLocks/>
              </p:cNvSpPr>
              <p:nvPr/>
            </p:nvSpPr>
            <p:spPr bwMode="gray">
              <a:xfrm>
                <a:off x="6602186" y="5404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0" y="3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8" name="Freeform 1953"/>
              <p:cNvSpPr>
                <a:spLocks/>
              </p:cNvSpPr>
              <p:nvPr/>
            </p:nvSpPr>
            <p:spPr bwMode="gray">
              <a:xfrm>
                <a:off x="6571948" y="5374425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Freeform 1954"/>
              <p:cNvSpPr>
                <a:spLocks/>
              </p:cNvSpPr>
              <p:nvPr/>
            </p:nvSpPr>
            <p:spPr bwMode="gray">
              <a:xfrm>
                <a:off x="6639806" y="5374425"/>
                <a:ext cx="100908" cy="24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42" y="11"/>
                  </a:cxn>
                  <a:cxn ang="0">
                    <a:pos x="43" y="8"/>
                  </a:cxn>
                  <a:cxn ang="0">
                    <a:pos x="4" y="6"/>
                  </a:cxn>
                  <a:cxn ang="0">
                    <a:pos x="8" y="0"/>
                  </a:cxn>
                </a:cxnLst>
                <a:rect l="0" t="0" r="r" b="b"/>
                <a:pathLst>
                  <a:path w="43" h="11">
                    <a:moveTo>
                      <a:pt x="8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42" y="11"/>
                    </a:lnTo>
                    <a:lnTo>
                      <a:pt x="43" y="8"/>
                    </a:lnTo>
                    <a:lnTo>
                      <a:pt x="4" y="6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Freeform 1955"/>
              <p:cNvSpPr>
                <a:spLocks/>
              </p:cNvSpPr>
              <p:nvPr/>
            </p:nvSpPr>
            <p:spPr bwMode="gray">
              <a:xfrm>
                <a:off x="6450648" y="5446803"/>
                <a:ext cx="4570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Freeform 1956"/>
              <p:cNvSpPr>
                <a:spLocks/>
              </p:cNvSpPr>
              <p:nvPr/>
            </p:nvSpPr>
            <p:spPr bwMode="gray">
              <a:xfrm>
                <a:off x="6496356" y="5424316"/>
                <a:ext cx="40082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Freeform 1957"/>
              <p:cNvSpPr>
                <a:spLocks/>
              </p:cNvSpPr>
              <p:nvPr/>
            </p:nvSpPr>
            <p:spPr bwMode="gray">
              <a:xfrm>
                <a:off x="6544172" y="5401830"/>
                <a:ext cx="40433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Freeform 1958"/>
              <p:cNvSpPr>
                <a:spLocks/>
              </p:cNvSpPr>
              <p:nvPr/>
            </p:nvSpPr>
            <p:spPr bwMode="gray">
              <a:xfrm>
                <a:off x="6513935" y="5369506"/>
                <a:ext cx="42895" cy="2494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" name="Freeform 1959"/>
              <p:cNvSpPr>
                <a:spLocks/>
              </p:cNvSpPr>
              <p:nvPr/>
            </p:nvSpPr>
            <p:spPr bwMode="gray">
              <a:xfrm>
                <a:off x="6662660" y="5406749"/>
                <a:ext cx="6539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7" y="9"/>
                  </a:cxn>
                  <a:cxn ang="0">
                    <a:pos x="27" y="6"/>
                  </a:cxn>
                  <a:cxn ang="0">
                    <a:pos x="4" y="5"/>
                  </a:cxn>
                  <a:cxn ang="0">
                    <a:pos x="6" y="0"/>
                  </a:cxn>
                </a:cxnLst>
                <a:rect l="0" t="0" r="r" b="b"/>
                <a:pathLst>
                  <a:path w="27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27" y="9"/>
                    </a:lnTo>
                    <a:lnTo>
                      <a:pt x="27" y="6"/>
                    </a:lnTo>
                    <a:lnTo>
                      <a:pt x="4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Freeform 1960"/>
              <p:cNvSpPr>
                <a:spLocks/>
              </p:cNvSpPr>
              <p:nvPr/>
            </p:nvSpPr>
            <p:spPr bwMode="gray">
              <a:xfrm>
                <a:off x="5908489" y="5314344"/>
                <a:ext cx="53091" cy="1756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20" y="9"/>
                  </a:cxn>
                  <a:cxn ang="0">
                    <a:pos x="22" y="6"/>
                  </a:cxn>
                  <a:cxn ang="0">
                    <a:pos x="3" y="5"/>
                  </a:cxn>
                  <a:cxn ang="0">
                    <a:pos x="7" y="0"/>
                  </a:cxn>
                </a:cxnLst>
                <a:rect l="0" t="0" r="r" b="b"/>
                <a:pathLst>
                  <a:path w="22" h="9">
                    <a:moveTo>
                      <a:pt x="7" y="0"/>
                    </a:moveTo>
                    <a:lnTo>
                      <a:pt x="2" y="5"/>
                    </a:lnTo>
                    <a:lnTo>
                      <a:pt x="0" y="9"/>
                    </a:lnTo>
                    <a:lnTo>
                      <a:pt x="20" y="9"/>
                    </a:lnTo>
                    <a:lnTo>
                      <a:pt x="22" y="6"/>
                    </a:lnTo>
                    <a:lnTo>
                      <a:pt x="3" y="5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6" name="Freeform 1961"/>
              <p:cNvSpPr>
                <a:spLocks/>
              </p:cNvSpPr>
              <p:nvPr/>
            </p:nvSpPr>
            <p:spPr bwMode="gray">
              <a:xfrm>
                <a:off x="6385252" y="5444343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7" name="Freeform 1962"/>
              <p:cNvSpPr>
                <a:spLocks/>
              </p:cNvSpPr>
              <p:nvPr/>
            </p:nvSpPr>
            <p:spPr bwMode="gray">
              <a:xfrm>
                <a:off x="6430607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8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8" name="Freeform 1963"/>
              <p:cNvSpPr>
                <a:spLocks/>
              </p:cNvSpPr>
              <p:nvPr/>
            </p:nvSpPr>
            <p:spPr bwMode="gray">
              <a:xfrm>
                <a:off x="6478424" y="5396911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9" name="Freeform 1964"/>
              <p:cNvSpPr>
                <a:spLocks/>
              </p:cNvSpPr>
              <p:nvPr/>
            </p:nvSpPr>
            <p:spPr bwMode="gray">
              <a:xfrm>
                <a:off x="6450648" y="5366695"/>
                <a:ext cx="45707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0" name="Freeform 1965"/>
              <p:cNvSpPr>
                <a:spLocks/>
              </p:cNvSpPr>
              <p:nvPr/>
            </p:nvSpPr>
            <p:spPr bwMode="gray">
              <a:xfrm>
                <a:off x="7071213" y="5474560"/>
                <a:ext cx="40433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8" y="7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8" y="7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" name="Freeform 1966"/>
              <p:cNvSpPr>
                <a:spLocks/>
              </p:cNvSpPr>
              <p:nvPr/>
            </p:nvSpPr>
            <p:spPr bwMode="gray">
              <a:xfrm>
                <a:off x="7116569" y="5506884"/>
                <a:ext cx="45356" cy="32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8" h="13">
                    <a:moveTo>
                      <a:pt x="4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" name="Freeform 1967"/>
              <p:cNvSpPr>
                <a:spLocks/>
              </p:cNvSpPr>
              <p:nvPr/>
            </p:nvSpPr>
            <p:spPr bwMode="gray">
              <a:xfrm>
                <a:off x="7081409" y="5449262"/>
                <a:ext cx="4535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9" h="10">
                    <a:moveTo>
                      <a:pt x="3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Freeform 1968"/>
              <p:cNvSpPr>
                <a:spLocks/>
              </p:cNvSpPr>
              <p:nvPr/>
            </p:nvSpPr>
            <p:spPr bwMode="gray">
              <a:xfrm>
                <a:off x="7129226" y="5471749"/>
                <a:ext cx="47817" cy="2529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7" y="12"/>
                  </a:cxn>
                  <a:cxn ang="0">
                    <a:pos x="19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9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7" y="12"/>
                    </a:lnTo>
                    <a:lnTo>
                      <a:pt x="19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" name="Freeform 1969"/>
              <p:cNvSpPr>
                <a:spLocks/>
              </p:cNvSpPr>
              <p:nvPr/>
            </p:nvSpPr>
            <p:spPr bwMode="gray">
              <a:xfrm>
                <a:off x="6884516" y="5416938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5" name="Freeform 1970"/>
              <p:cNvSpPr>
                <a:spLocks/>
              </p:cNvSpPr>
              <p:nvPr/>
            </p:nvSpPr>
            <p:spPr bwMode="gray">
              <a:xfrm>
                <a:off x="6844083" y="5497046"/>
                <a:ext cx="42895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6" name="Freeform 1971"/>
              <p:cNvSpPr>
                <a:spLocks/>
              </p:cNvSpPr>
              <p:nvPr/>
            </p:nvSpPr>
            <p:spPr bwMode="gray">
              <a:xfrm>
                <a:off x="7086332" y="5421857"/>
                <a:ext cx="4289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" name="Freeform 1972"/>
              <p:cNvSpPr>
                <a:spLocks/>
              </p:cNvSpPr>
              <p:nvPr/>
            </p:nvSpPr>
            <p:spPr bwMode="gray">
              <a:xfrm>
                <a:off x="7146806" y="5432046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1"/>
                  </a:cxn>
                  <a:cxn ang="0">
                    <a:pos x="17" y="12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2">
                    <a:moveTo>
                      <a:pt x="5" y="0"/>
                    </a:moveTo>
                    <a:lnTo>
                      <a:pt x="1" y="6"/>
                    </a:lnTo>
                    <a:lnTo>
                      <a:pt x="0" y="11"/>
                    </a:lnTo>
                    <a:lnTo>
                      <a:pt x="17" y="12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Freeform 1973"/>
              <p:cNvSpPr>
                <a:spLocks/>
              </p:cNvSpPr>
              <p:nvPr/>
            </p:nvSpPr>
            <p:spPr bwMode="gray">
              <a:xfrm>
                <a:off x="6897174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8" y="10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9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8" y="10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974"/>
              <p:cNvSpPr>
                <a:spLocks/>
              </p:cNvSpPr>
              <p:nvPr/>
            </p:nvSpPr>
            <p:spPr bwMode="gray">
              <a:xfrm>
                <a:off x="7098989" y="5396911"/>
                <a:ext cx="4781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2" y="4"/>
                  </a:cxn>
                  <a:cxn ang="0">
                    <a:pos x="4" y="0"/>
                  </a:cxn>
                </a:cxnLst>
                <a:rect l="0" t="0" r="r" b="b"/>
                <a:pathLst>
                  <a:path w="20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2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975"/>
              <p:cNvSpPr>
                <a:spLocks/>
              </p:cNvSpPr>
              <p:nvPr/>
            </p:nvSpPr>
            <p:spPr bwMode="gray">
              <a:xfrm>
                <a:off x="7154541" y="5394452"/>
                <a:ext cx="42895" cy="2986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8" y="8"/>
                  </a:cxn>
                  <a:cxn ang="0">
                    <a:pos x="2" y="7"/>
                  </a:cxn>
                  <a:cxn ang="0">
                    <a:pos x="5" y="0"/>
                  </a:cxn>
                </a:cxnLst>
                <a:rect l="0" t="0" r="r" b="b"/>
                <a:pathLst>
                  <a:path w="18" h="13">
                    <a:moveTo>
                      <a:pt x="5" y="0"/>
                    </a:moveTo>
                    <a:lnTo>
                      <a:pt x="1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8" y="8"/>
                    </a:lnTo>
                    <a:lnTo>
                      <a:pt x="2" y="7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Freeform 1976"/>
              <p:cNvSpPr>
                <a:spLocks/>
              </p:cNvSpPr>
              <p:nvPr/>
            </p:nvSpPr>
            <p:spPr bwMode="gray">
              <a:xfrm>
                <a:off x="7058556" y="5501965"/>
                <a:ext cx="45356" cy="2986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12"/>
                  </a:cxn>
                  <a:cxn ang="0">
                    <a:pos x="18" y="13"/>
                  </a:cxn>
                  <a:cxn ang="0">
                    <a:pos x="19" y="9"/>
                  </a:cxn>
                  <a:cxn ang="0">
                    <a:pos x="2" y="8"/>
                  </a:cxn>
                  <a:cxn ang="0">
                    <a:pos x="4" y="0"/>
                  </a:cxn>
                </a:cxnLst>
                <a:rect l="0" t="0" r="r" b="b"/>
                <a:pathLst>
                  <a:path w="19" h="13">
                    <a:moveTo>
                      <a:pt x="4" y="0"/>
                    </a:moveTo>
                    <a:lnTo>
                      <a:pt x="0" y="6"/>
                    </a:lnTo>
                    <a:lnTo>
                      <a:pt x="0" y="12"/>
                    </a:lnTo>
                    <a:lnTo>
                      <a:pt x="18" y="13"/>
                    </a:lnTo>
                    <a:lnTo>
                      <a:pt x="19" y="9"/>
                    </a:lnTo>
                    <a:lnTo>
                      <a:pt x="2" y="8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Freeform 1977"/>
              <p:cNvSpPr>
                <a:spLocks/>
              </p:cNvSpPr>
              <p:nvPr/>
            </p:nvSpPr>
            <p:spPr bwMode="gray">
              <a:xfrm>
                <a:off x="6937607" y="5494235"/>
                <a:ext cx="100908" cy="3513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43" y="15"/>
                  </a:cxn>
                  <a:cxn ang="0">
                    <a:pos x="43" y="11"/>
                  </a:cxn>
                  <a:cxn ang="0">
                    <a:pos x="4" y="9"/>
                  </a:cxn>
                  <a:cxn ang="0">
                    <a:pos x="8" y="0"/>
                  </a:cxn>
                </a:cxnLst>
                <a:rect l="0" t="0" r="r" b="b"/>
                <a:pathLst>
                  <a:path w="43" h="15">
                    <a:moveTo>
                      <a:pt x="8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43" y="15"/>
                    </a:lnTo>
                    <a:lnTo>
                      <a:pt x="43" y="11"/>
                    </a:lnTo>
                    <a:lnTo>
                      <a:pt x="4" y="9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Freeform 1978"/>
              <p:cNvSpPr>
                <a:spLocks/>
              </p:cNvSpPr>
              <p:nvPr/>
            </p:nvSpPr>
            <p:spPr bwMode="gray">
              <a:xfrm>
                <a:off x="6904909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3" y="0"/>
                  </a:cxn>
                </a:cxnLst>
                <a:rect l="0" t="0" r="r" b="b"/>
                <a:pathLst>
                  <a:path w="18" h="9">
                    <a:moveTo>
                      <a:pt x="3" y="0"/>
                    </a:moveTo>
                    <a:lnTo>
                      <a:pt x="0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1979"/>
              <p:cNvSpPr>
                <a:spLocks/>
              </p:cNvSpPr>
              <p:nvPr/>
            </p:nvSpPr>
            <p:spPr bwMode="gray">
              <a:xfrm>
                <a:off x="6327238" y="5439425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7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7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980"/>
              <p:cNvSpPr>
                <a:spLocks/>
              </p:cNvSpPr>
              <p:nvPr/>
            </p:nvSpPr>
            <p:spPr bwMode="gray">
              <a:xfrm>
                <a:off x="6372594" y="541939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981"/>
              <p:cNvSpPr>
                <a:spLocks/>
              </p:cNvSpPr>
              <p:nvPr/>
            </p:nvSpPr>
            <p:spPr bwMode="gray">
              <a:xfrm>
                <a:off x="6415489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Freeform 1982"/>
              <p:cNvSpPr>
                <a:spLocks/>
              </p:cNvSpPr>
              <p:nvPr/>
            </p:nvSpPr>
            <p:spPr bwMode="gray">
              <a:xfrm>
                <a:off x="6387713" y="5366695"/>
                <a:ext cx="45356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Freeform 1983"/>
              <p:cNvSpPr>
                <a:spLocks/>
              </p:cNvSpPr>
              <p:nvPr/>
            </p:nvSpPr>
            <p:spPr bwMode="gray">
              <a:xfrm>
                <a:off x="7010739" y="5474560"/>
                <a:ext cx="45356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Freeform 1984"/>
              <p:cNvSpPr>
                <a:spLocks/>
              </p:cNvSpPr>
              <p:nvPr/>
            </p:nvSpPr>
            <p:spPr bwMode="gray">
              <a:xfrm>
                <a:off x="7020584" y="5446803"/>
                <a:ext cx="40433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1985"/>
              <p:cNvSpPr>
                <a:spLocks/>
              </p:cNvSpPr>
              <p:nvPr/>
            </p:nvSpPr>
            <p:spPr bwMode="gray">
              <a:xfrm>
                <a:off x="6821581" y="5414479"/>
                <a:ext cx="50278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20" y="9"/>
                  </a:cxn>
                  <a:cxn ang="0">
                    <a:pos x="21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1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20" y="9"/>
                    </a:lnTo>
                    <a:lnTo>
                      <a:pt x="21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986"/>
              <p:cNvSpPr>
                <a:spLocks/>
              </p:cNvSpPr>
              <p:nvPr/>
            </p:nvSpPr>
            <p:spPr bwMode="gray">
              <a:xfrm>
                <a:off x="6783609" y="5497046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987"/>
              <p:cNvSpPr>
                <a:spLocks/>
              </p:cNvSpPr>
              <p:nvPr/>
            </p:nvSpPr>
            <p:spPr bwMode="gray">
              <a:xfrm>
                <a:off x="7025857" y="5421857"/>
                <a:ext cx="45356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Freeform 1988"/>
              <p:cNvSpPr>
                <a:spLocks/>
              </p:cNvSpPr>
              <p:nvPr/>
            </p:nvSpPr>
            <p:spPr bwMode="gray">
              <a:xfrm>
                <a:off x="6834238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5" y="0"/>
                  </a:cxn>
                </a:cxnLst>
                <a:rect l="0" t="0" r="r" b="b"/>
                <a:pathLst>
                  <a:path w="18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" name="Freeform 1989"/>
              <p:cNvSpPr>
                <a:spLocks/>
              </p:cNvSpPr>
              <p:nvPr/>
            </p:nvSpPr>
            <p:spPr bwMode="gray">
              <a:xfrm>
                <a:off x="6798727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Freeform 1990"/>
              <p:cNvSpPr>
                <a:spLocks/>
              </p:cNvSpPr>
              <p:nvPr/>
            </p:nvSpPr>
            <p:spPr bwMode="gray">
              <a:xfrm>
                <a:off x="7038515" y="5394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1991"/>
              <p:cNvSpPr>
                <a:spLocks/>
              </p:cNvSpPr>
              <p:nvPr/>
            </p:nvSpPr>
            <p:spPr bwMode="gray">
              <a:xfrm>
                <a:off x="6844083" y="5366695"/>
                <a:ext cx="42895" cy="1756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992"/>
              <p:cNvSpPr>
                <a:spLocks/>
              </p:cNvSpPr>
              <p:nvPr/>
            </p:nvSpPr>
            <p:spPr bwMode="gray">
              <a:xfrm>
                <a:off x="6269225" y="543942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993"/>
              <p:cNvSpPr>
                <a:spLocks/>
              </p:cNvSpPr>
              <p:nvPr/>
            </p:nvSpPr>
            <p:spPr bwMode="gray">
              <a:xfrm>
                <a:off x="6314581" y="541693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Freeform 1994"/>
              <p:cNvSpPr>
                <a:spLocks/>
              </p:cNvSpPr>
              <p:nvPr/>
            </p:nvSpPr>
            <p:spPr bwMode="gray">
              <a:xfrm>
                <a:off x="6362398" y="5391992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" name="Freeform 1995"/>
              <p:cNvSpPr>
                <a:spLocks/>
              </p:cNvSpPr>
              <p:nvPr/>
            </p:nvSpPr>
            <p:spPr bwMode="gray">
              <a:xfrm>
                <a:off x="6334622" y="5366695"/>
                <a:ext cx="45707" cy="151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Freeform 1996"/>
              <p:cNvSpPr>
                <a:spLocks/>
              </p:cNvSpPr>
              <p:nvPr/>
            </p:nvSpPr>
            <p:spPr bwMode="gray">
              <a:xfrm>
                <a:off x="6952726" y="547174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10">
                    <a:moveTo>
                      <a:pt x="6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Freeform 1997"/>
              <p:cNvSpPr>
                <a:spLocks/>
              </p:cNvSpPr>
              <p:nvPr/>
            </p:nvSpPr>
            <p:spPr bwMode="gray">
              <a:xfrm>
                <a:off x="6962570" y="5441884"/>
                <a:ext cx="48169" cy="2494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8" y="10"/>
                  </a:cxn>
                  <a:cxn ang="0">
                    <a:pos x="20" y="7"/>
                  </a:cxn>
                  <a:cxn ang="0">
                    <a:pos x="3" y="6"/>
                  </a:cxn>
                  <a:cxn ang="0">
                    <a:pos x="6" y="0"/>
                  </a:cxn>
                </a:cxnLst>
                <a:rect l="0" t="0" r="r" b="b"/>
                <a:pathLst>
                  <a:path w="20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8" y="10"/>
                    </a:lnTo>
                    <a:lnTo>
                      <a:pt x="20" y="7"/>
                    </a:lnTo>
                    <a:lnTo>
                      <a:pt x="3" y="6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998"/>
              <p:cNvSpPr>
                <a:spLocks/>
              </p:cNvSpPr>
              <p:nvPr/>
            </p:nvSpPr>
            <p:spPr bwMode="gray">
              <a:xfrm>
                <a:off x="6770951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17" y="10"/>
                  </a:cxn>
                  <a:cxn ang="0">
                    <a:pos x="18" y="6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17" y="10"/>
                    </a:lnTo>
                    <a:lnTo>
                      <a:pt x="18" y="6"/>
                    </a:lnTo>
                    <a:lnTo>
                      <a:pt x="1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999"/>
              <p:cNvSpPr>
                <a:spLocks/>
              </p:cNvSpPr>
              <p:nvPr/>
            </p:nvSpPr>
            <p:spPr bwMode="gray">
              <a:xfrm>
                <a:off x="6720673" y="5494235"/>
                <a:ext cx="50278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0" y="8"/>
                  </a:cxn>
                  <a:cxn ang="0">
                    <a:pos x="21" y="9"/>
                  </a:cxn>
                  <a:cxn ang="0">
                    <a:pos x="21" y="6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21" h="9">
                    <a:moveTo>
                      <a:pt x="8" y="0"/>
                    </a:moveTo>
                    <a:lnTo>
                      <a:pt x="4" y="3"/>
                    </a:lnTo>
                    <a:lnTo>
                      <a:pt x="0" y="8"/>
                    </a:lnTo>
                    <a:lnTo>
                      <a:pt x="21" y="9"/>
                    </a:lnTo>
                    <a:lnTo>
                      <a:pt x="21" y="6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2000"/>
              <p:cNvSpPr>
                <a:spLocks/>
              </p:cNvSpPr>
              <p:nvPr/>
            </p:nvSpPr>
            <p:spPr bwMode="gray">
              <a:xfrm>
                <a:off x="6970305" y="5419398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9" y="9"/>
                  </a:cxn>
                  <a:cxn ang="0">
                    <a:pos x="20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9" y="9"/>
                    </a:lnTo>
                    <a:lnTo>
                      <a:pt x="20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2001"/>
              <p:cNvSpPr>
                <a:spLocks/>
              </p:cNvSpPr>
              <p:nvPr/>
            </p:nvSpPr>
            <p:spPr bwMode="gray">
              <a:xfrm>
                <a:off x="6778686" y="5381803"/>
                <a:ext cx="4781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2002"/>
              <p:cNvSpPr>
                <a:spLocks/>
              </p:cNvSpPr>
              <p:nvPr/>
            </p:nvSpPr>
            <p:spPr bwMode="gray">
              <a:xfrm>
                <a:off x="6982963" y="5389533"/>
                <a:ext cx="42895" cy="1967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5"/>
                  </a:cxn>
                  <a:cxn ang="0">
                    <a:pos x="0" y="9"/>
                  </a:cxn>
                  <a:cxn ang="0">
                    <a:pos x="17" y="10"/>
                  </a:cxn>
                  <a:cxn ang="0">
                    <a:pos x="18" y="7"/>
                  </a:cxn>
                  <a:cxn ang="0">
                    <a:pos x="2" y="6"/>
                  </a:cxn>
                  <a:cxn ang="0">
                    <a:pos x="5" y="0"/>
                  </a:cxn>
                </a:cxnLst>
                <a:rect l="0" t="0" r="r" b="b"/>
                <a:pathLst>
                  <a:path w="18" h="10">
                    <a:moveTo>
                      <a:pt x="5" y="0"/>
                    </a:moveTo>
                    <a:lnTo>
                      <a:pt x="1" y="5"/>
                    </a:lnTo>
                    <a:lnTo>
                      <a:pt x="0" y="9"/>
                    </a:lnTo>
                    <a:lnTo>
                      <a:pt x="17" y="10"/>
                    </a:lnTo>
                    <a:lnTo>
                      <a:pt x="18" y="7"/>
                    </a:lnTo>
                    <a:lnTo>
                      <a:pt x="2" y="6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2003"/>
              <p:cNvSpPr>
                <a:spLocks/>
              </p:cNvSpPr>
              <p:nvPr/>
            </p:nvSpPr>
            <p:spPr bwMode="gray">
              <a:xfrm>
                <a:off x="6783609" y="5359316"/>
                <a:ext cx="50630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9" y="10"/>
                  </a:cxn>
                  <a:cxn ang="0">
                    <a:pos x="21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1" h="10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9" y="10"/>
                    </a:lnTo>
                    <a:lnTo>
                      <a:pt x="21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2004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2005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Freeform 2006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Freeform 2007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Freeform 2008"/>
              <p:cNvSpPr>
                <a:spLocks/>
              </p:cNvSpPr>
              <p:nvPr/>
            </p:nvSpPr>
            <p:spPr bwMode="gray">
              <a:xfrm>
                <a:off x="6208751" y="5439425"/>
                <a:ext cx="45356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4" name="Freeform 2009"/>
              <p:cNvSpPr>
                <a:spLocks/>
              </p:cNvSpPr>
              <p:nvPr/>
            </p:nvSpPr>
            <p:spPr bwMode="gray">
              <a:xfrm>
                <a:off x="6254107" y="5414479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2010"/>
              <p:cNvSpPr>
                <a:spLocks/>
              </p:cNvSpPr>
              <p:nvPr/>
            </p:nvSpPr>
            <p:spPr bwMode="gray">
              <a:xfrm>
                <a:off x="6301924" y="5389533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2011"/>
              <p:cNvSpPr>
                <a:spLocks/>
              </p:cNvSpPr>
              <p:nvPr/>
            </p:nvSpPr>
            <p:spPr bwMode="gray">
              <a:xfrm>
                <a:off x="6274148" y="5359316"/>
                <a:ext cx="48169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20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20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Freeform 2012"/>
              <p:cNvSpPr>
                <a:spLocks/>
              </p:cNvSpPr>
              <p:nvPr/>
            </p:nvSpPr>
            <p:spPr bwMode="gray">
              <a:xfrm>
                <a:off x="6150738" y="5436965"/>
                <a:ext cx="45356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Freeform 2013"/>
              <p:cNvSpPr>
                <a:spLocks/>
              </p:cNvSpPr>
              <p:nvPr/>
            </p:nvSpPr>
            <p:spPr bwMode="gray">
              <a:xfrm>
                <a:off x="6196093" y="5409208"/>
                <a:ext cx="42895" cy="2283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Freeform 2014"/>
              <p:cNvSpPr>
                <a:spLocks/>
              </p:cNvSpPr>
              <p:nvPr/>
            </p:nvSpPr>
            <p:spPr bwMode="gray">
              <a:xfrm>
                <a:off x="6243910" y="5384262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Freeform 2015"/>
              <p:cNvSpPr>
                <a:spLocks/>
              </p:cNvSpPr>
              <p:nvPr/>
            </p:nvSpPr>
            <p:spPr bwMode="gray">
              <a:xfrm>
                <a:off x="6213673" y="5356857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2016"/>
              <p:cNvSpPr>
                <a:spLocks/>
              </p:cNvSpPr>
              <p:nvPr/>
            </p:nvSpPr>
            <p:spPr bwMode="gray">
              <a:xfrm>
                <a:off x="6453461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2017"/>
              <p:cNvSpPr>
                <a:spLocks/>
              </p:cNvSpPr>
              <p:nvPr/>
            </p:nvSpPr>
            <p:spPr bwMode="gray">
              <a:xfrm>
                <a:off x="6708016" y="5351938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Freeform 2018"/>
              <p:cNvSpPr>
                <a:spLocks/>
              </p:cNvSpPr>
              <p:nvPr/>
            </p:nvSpPr>
            <p:spPr bwMode="gray">
              <a:xfrm>
                <a:off x="6191171" y="5329452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4" name="Freeform 2019"/>
              <p:cNvSpPr>
                <a:spLocks/>
              </p:cNvSpPr>
              <p:nvPr/>
            </p:nvSpPr>
            <p:spPr bwMode="gray">
              <a:xfrm>
                <a:off x="6084989" y="542923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" name="Freeform 2020"/>
              <p:cNvSpPr>
                <a:spLocks/>
              </p:cNvSpPr>
              <p:nvPr/>
            </p:nvSpPr>
            <p:spPr bwMode="gray">
              <a:xfrm>
                <a:off x="6130345" y="5406749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" name="Freeform 2021"/>
              <p:cNvSpPr>
                <a:spLocks/>
              </p:cNvSpPr>
              <p:nvPr/>
            </p:nvSpPr>
            <p:spPr bwMode="gray">
              <a:xfrm>
                <a:off x="6178514" y="5381803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2022"/>
              <p:cNvSpPr>
                <a:spLocks/>
              </p:cNvSpPr>
              <p:nvPr/>
            </p:nvSpPr>
            <p:spPr bwMode="gray">
              <a:xfrm>
                <a:off x="6153199" y="5351938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6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8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6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2023"/>
              <p:cNvSpPr>
                <a:spLocks/>
              </p:cNvSpPr>
              <p:nvPr/>
            </p:nvSpPr>
            <p:spPr bwMode="gray">
              <a:xfrm>
                <a:off x="6390174" y="5339289"/>
                <a:ext cx="4289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5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5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Freeform 2024"/>
              <p:cNvSpPr>
                <a:spLocks/>
              </p:cNvSpPr>
              <p:nvPr/>
            </p:nvSpPr>
            <p:spPr bwMode="gray">
              <a:xfrm>
                <a:off x="6645080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9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5" y="0"/>
                  </a:cxn>
                </a:cxnLst>
                <a:rect l="0" t="0" r="r" b="b"/>
                <a:pathLst>
                  <a:path w="20" h="8">
                    <a:moveTo>
                      <a:pt x="5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9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0" name="Freeform 2025"/>
              <p:cNvSpPr>
                <a:spLocks/>
              </p:cNvSpPr>
              <p:nvPr/>
            </p:nvSpPr>
            <p:spPr bwMode="gray">
              <a:xfrm>
                <a:off x="6130345" y="5324181"/>
                <a:ext cx="45707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Freeform 2026"/>
              <p:cNvSpPr>
                <a:spLocks/>
              </p:cNvSpPr>
              <p:nvPr/>
            </p:nvSpPr>
            <p:spPr bwMode="gray">
              <a:xfrm>
                <a:off x="6026976" y="5426776"/>
                <a:ext cx="4570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" name="Freeform 2027"/>
              <p:cNvSpPr>
                <a:spLocks/>
              </p:cNvSpPr>
              <p:nvPr/>
            </p:nvSpPr>
            <p:spPr bwMode="gray">
              <a:xfrm>
                <a:off x="6069871" y="540428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2028"/>
              <p:cNvSpPr>
                <a:spLocks/>
              </p:cNvSpPr>
              <p:nvPr/>
            </p:nvSpPr>
            <p:spPr bwMode="gray">
              <a:xfrm>
                <a:off x="6120501" y="5379343"/>
                <a:ext cx="40433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2029"/>
              <p:cNvSpPr>
                <a:spLocks/>
              </p:cNvSpPr>
              <p:nvPr/>
            </p:nvSpPr>
            <p:spPr bwMode="gray">
              <a:xfrm>
                <a:off x="6090263" y="5349479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Freeform 2030"/>
              <p:cNvSpPr>
                <a:spLocks/>
              </p:cNvSpPr>
              <p:nvPr/>
            </p:nvSpPr>
            <p:spPr bwMode="gray">
              <a:xfrm>
                <a:off x="6329700" y="5334371"/>
                <a:ext cx="45356" cy="2248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2" y="5"/>
                  </a:cxn>
                  <a:cxn ang="0">
                    <a:pos x="5" y="0"/>
                  </a:cxn>
                </a:cxnLst>
                <a:rect l="0" t="0" r="r" b="b"/>
                <a:pathLst>
                  <a:path w="19" h="9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2" y="5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Freeform 2031"/>
              <p:cNvSpPr>
                <a:spLocks/>
              </p:cNvSpPr>
              <p:nvPr/>
            </p:nvSpPr>
            <p:spPr bwMode="gray">
              <a:xfrm>
                <a:off x="6584606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9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Freeform 2032"/>
              <p:cNvSpPr>
                <a:spLocks/>
              </p:cNvSpPr>
              <p:nvPr/>
            </p:nvSpPr>
            <p:spPr bwMode="gray">
              <a:xfrm>
                <a:off x="6069871" y="5321722"/>
                <a:ext cx="42895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Freeform 2033"/>
              <p:cNvSpPr>
                <a:spLocks/>
              </p:cNvSpPr>
              <p:nvPr/>
            </p:nvSpPr>
            <p:spPr bwMode="gray">
              <a:xfrm>
                <a:off x="5968963" y="5424316"/>
                <a:ext cx="42895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2034"/>
              <p:cNvSpPr>
                <a:spLocks/>
              </p:cNvSpPr>
              <p:nvPr/>
            </p:nvSpPr>
            <p:spPr bwMode="gray">
              <a:xfrm>
                <a:off x="6011858" y="5401830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2035"/>
              <p:cNvSpPr>
                <a:spLocks/>
              </p:cNvSpPr>
              <p:nvPr/>
            </p:nvSpPr>
            <p:spPr bwMode="gray">
              <a:xfrm>
                <a:off x="6060026" y="5376884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Freeform 2036"/>
              <p:cNvSpPr>
                <a:spLocks/>
              </p:cNvSpPr>
              <p:nvPr/>
            </p:nvSpPr>
            <p:spPr bwMode="gray">
              <a:xfrm>
                <a:off x="6032250" y="5349479"/>
                <a:ext cx="4535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4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19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1" y="4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19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Freeform 2037"/>
              <p:cNvSpPr>
                <a:spLocks/>
              </p:cNvSpPr>
              <p:nvPr/>
            </p:nvSpPr>
            <p:spPr bwMode="gray">
              <a:xfrm>
                <a:off x="5852937" y="5396911"/>
                <a:ext cx="83328" cy="2248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5" y="9"/>
                  </a:cxn>
                  <a:cxn ang="0">
                    <a:pos x="36" y="6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36" h="9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35" y="9"/>
                    </a:lnTo>
                    <a:lnTo>
                      <a:pt x="36" y="6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" name="Freeform 2038"/>
              <p:cNvSpPr>
                <a:spLocks/>
              </p:cNvSpPr>
              <p:nvPr/>
            </p:nvSpPr>
            <p:spPr bwMode="gray">
              <a:xfrm>
                <a:off x="5830435" y="5419398"/>
                <a:ext cx="126223" cy="2002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2"/>
                  </a:cxn>
                  <a:cxn ang="0">
                    <a:pos x="0" y="7"/>
                  </a:cxn>
                  <a:cxn ang="0">
                    <a:pos x="52" y="9"/>
                  </a:cxn>
                  <a:cxn ang="0">
                    <a:pos x="53" y="6"/>
                  </a:cxn>
                  <a:cxn ang="0">
                    <a:pos x="6" y="4"/>
                  </a:cxn>
                  <a:cxn ang="0">
                    <a:pos x="9" y="0"/>
                  </a:cxn>
                </a:cxnLst>
                <a:rect l="0" t="0" r="r" b="b"/>
                <a:pathLst>
                  <a:path w="53" h="9">
                    <a:moveTo>
                      <a:pt x="9" y="0"/>
                    </a:moveTo>
                    <a:lnTo>
                      <a:pt x="5" y="2"/>
                    </a:lnTo>
                    <a:lnTo>
                      <a:pt x="0" y="7"/>
                    </a:lnTo>
                    <a:lnTo>
                      <a:pt x="52" y="9"/>
                    </a:lnTo>
                    <a:lnTo>
                      <a:pt x="53" y="6"/>
                    </a:lnTo>
                    <a:lnTo>
                      <a:pt x="6" y="4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" name="Freeform 2039"/>
              <p:cNvSpPr>
                <a:spLocks/>
              </p:cNvSpPr>
              <p:nvPr/>
            </p:nvSpPr>
            <p:spPr bwMode="gray">
              <a:xfrm>
                <a:off x="5865594" y="5374425"/>
                <a:ext cx="80867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33" y="8"/>
                  </a:cxn>
                  <a:cxn ang="0">
                    <a:pos x="33" y="6"/>
                  </a:cxn>
                  <a:cxn ang="0">
                    <a:pos x="4" y="4"/>
                  </a:cxn>
                  <a:cxn ang="0">
                    <a:pos x="6" y="0"/>
                  </a:cxn>
                </a:cxnLst>
                <a:rect l="0" t="0" r="r" b="b"/>
                <a:pathLst>
                  <a:path w="33" h="8">
                    <a:moveTo>
                      <a:pt x="6" y="0"/>
                    </a:moveTo>
                    <a:lnTo>
                      <a:pt x="2" y="2"/>
                    </a:lnTo>
                    <a:lnTo>
                      <a:pt x="0" y="6"/>
                    </a:lnTo>
                    <a:lnTo>
                      <a:pt x="33" y="8"/>
                    </a:lnTo>
                    <a:lnTo>
                      <a:pt x="33" y="6"/>
                    </a:lnTo>
                    <a:lnTo>
                      <a:pt x="4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2040"/>
              <p:cNvSpPr>
                <a:spLocks/>
              </p:cNvSpPr>
              <p:nvPr/>
            </p:nvSpPr>
            <p:spPr bwMode="gray">
              <a:xfrm>
                <a:off x="6274148" y="5331911"/>
                <a:ext cx="40433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1" y="4"/>
                  </a:cxn>
                  <a:cxn ang="0">
                    <a:pos x="4" y="0"/>
                  </a:cxn>
                </a:cxnLst>
                <a:rect l="0" t="0" r="r" b="b"/>
                <a:pathLst>
                  <a:path w="18" h="9">
                    <a:moveTo>
                      <a:pt x="4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1" y="4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2041"/>
              <p:cNvSpPr>
                <a:spLocks/>
              </p:cNvSpPr>
              <p:nvPr/>
            </p:nvSpPr>
            <p:spPr bwMode="gray">
              <a:xfrm>
                <a:off x="6526593" y="5346668"/>
                <a:ext cx="42895" cy="2002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8" y="5"/>
                  </a:cxn>
                  <a:cxn ang="0">
                    <a:pos x="2" y="4"/>
                  </a:cxn>
                  <a:cxn ang="0">
                    <a:pos x="5" y="0"/>
                  </a:cxn>
                </a:cxnLst>
                <a:rect l="0" t="0" r="r" b="b"/>
                <a:pathLst>
                  <a:path w="18" h="8">
                    <a:moveTo>
                      <a:pt x="5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8" y="5"/>
                    </a:lnTo>
                    <a:lnTo>
                      <a:pt x="2" y="4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Freeform 2042"/>
              <p:cNvSpPr>
                <a:spLocks/>
              </p:cNvSpPr>
              <p:nvPr/>
            </p:nvSpPr>
            <p:spPr bwMode="gray">
              <a:xfrm>
                <a:off x="6009397" y="5321722"/>
                <a:ext cx="47817" cy="1756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8"/>
                  </a:cxn>
                  <a:cxn ang="0">
                    <a:pos x="19" y="5"/>
                  </a:cxn>
                  <a:cxn ang="0">
                    <a:pos x="3" y="4"/>
                  </a:cxn>
                  <a:cxn ang="0">
                    <a:pos x="6" y="0"/>
                  </a:cxn>
                </a:cxnLst>
                <a:rect l="0" t="0" r="r" b="b"/>
                <a:pathLst>
                  <a:path w="19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8"/>
                    </a:lnTo>
                    <a:lnTo>
                      <a:pt x="19" y="5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Freeform 2043"/>
              <p:cNvSpPr>
                <a:spLocks/>
              </p:cNvSpPr>
              <p:nvPr/>
            </p:nvSpPr>
            <p:spPr bwMode="gray">
              <a:xfrm>
                <a:off x="5959118" y="5396911"/>
                <a:ext cx="42895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8" y="6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8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8" y="6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9" name="Freeform 2044"/>
              <p:cNvSpPr>
                <a:spLocks/>
              </p:cNvSpPr>
              <p:nvPr/>
            </p:nvSpPr>
            <p:spPr bwMode="gray">
              <a:xfrm>
                <a:off x="5959118" y="5369506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4"/>
                  </a:cxn>
                  <a:cxn ang="0">
                    <a:pos x="0" y="9"/>
                  </a:cxn>
                  <a:cxn ang="0">
                    <a:pos x="17" y="9"/>
                  </a:cxn>
                  <a:cxn ang="0">
                    <a:pos x="19" y="7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4"/>
                    </a:lnTo>
                    <a:lnTo>
                      <a:pt x="0" y="9"/>
                    </a:lnTo>
                    <a:lnTo>
                      <a:pt x="17" y="9"/>
                    </a:lnTo>
                    <a:lnTo>
                      <a:pt x="19" y="7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0" name="Freeform 2045"/>
              <p:cNvSpPr>
                <a:spLocks/>
              </p:cNvSpPr>
              <p:nvPr/>
            </p:nvSpPr>
            <p:spPr bwMode="gray">
              <a:xfrm>
                <a:off x="6011858" y="5374425"/>
                <a:ext cx="45356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" y="3"/>
                  </a:cxn>
                  <a:cxn ang="0">
                    <a:pos x="0" y="8"/>
                  </a:cxn>
                  <a:cxn ang="0">
                    <a:pos x="18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1" y="3"/>
                    </a:lnTo>
                    <a:lnTo>
                      <a:pt x="0" y="8"/>
                    </a:lnTo>
                    <a:lnTo>
                      <a:pt x="18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2046"/>
              <p:cNvSpPr>
                <a:spLocks/>
              </p:cNvSpPr>
              <p:nvPr/>
            </p:nvSpPr>
            <p:spPr bwMode="gray">
              <a:xfrm>
                <a:off x="5981621" y="5349479"/>
                <a:ext cx="48169" cy="2002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7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20" h="8">
                    <a:moveTo>
                      <a:pt x="6" y="0"/>
                    </a:moveTo>
                    <a:lnTo>
                      <a:pt x="2" y="3"/>
                    </a:lnTo>
                    <a:lnTo>
                      <a:pt x="0" y="7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2047"/>
              <p:cNvSpPr>
                <a:spLocks/>
              </p:cNvSpPr>
              <p:nvPr/>
            </p:nvSpPr>
            <p:spPr bwMode="gray">
              <a:xfrm>
                <a:off x="5938726" y="5344208"/>
                <a:ext cx="45356" cy="224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7" y="9"/>
                  </a:cxn>
                  <a:cxn ang="0">
                    <a:pos x="19" y="6"/>
                  </a:cxn>
                  <a:cxn ang="0">
                    <a:pos x="3" y="5"/>
                  </a:cxn>
                  <a:cxn ang="0">
                    <a:pos x="6" y="0"/>
                  </a:cxn>
                </a:cxnLst>
                <a:rect l="0" t="0" r="r" b="b"/>
                <a:pathLst>
                  <a:path w="19" h="9">
                    <a:moveTo>
                      <a:pt x="6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7" y="9"/>
                    </a:lnTo>
                    <a:lnTo>
                      <a:pt x="19" y="6"/>
                    </a:lnTo>
                    <a:lnTo>
                      <a:pt x="3" y="5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Freeform 2048"/>
              <p:cNvSpPr>
                <a:spLocks/>
              </p:cNvSpPr>
              <p:nvPr/>
            </p:nvSpPr>
            <p:spPr bwMode="gray">
              <a:xfrm>
                <a:off x="5888448" y="5346668"/>
                <a:ext cx="45356" cy="2002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18" y="8"/>
                  </a:cxn>
                  <a:cxn ang="0">
                    <a:pos x="20" y="5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20" h="8">
                    <a:moveTo>
                      <a:pt x="7" y="0"/>
                    </a:moveTo>
                    <a:lnTo>
                      <a:pt x="2" y="3"/>
                    </a:lnTo>
                    <a:lnTo>
                      <a:pt x="0" y="8"/>
                    </a:lnTo>
                    <a:lnTo>
                      <a:pt x="18" y="8"/>
                    </a:lnTo>
                    <a:lnTo>
                      <a:pt x="20" y="5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" name="Freeform 2049"/>
              <p:cNvSpPr>
                <a:spLocks/>
              </p:cNvSpPr>
              <p:nvPr/>
            </p:nvSpPr>
            <p:spPr bwMode="gray">
              <a:xfrm>
                <a:off x="6511474" y="5449262"/>
                <a:ext cx="4008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" name="Freeform 2050"/>
              <p:cNvSpPr>
                <a:spLocks/>
              </p:cNvSpPr>
              <p:nvPr/>
            </p:nvSpPr>
            <p:spPr bwMode="gray">
              <a:xfrm>
                <a:off x="6556830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5" y="5"/>
                  </a:cxn>
                  <a:cxn ang="0">
                    <a:pos x="0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7" h="5">
                    <a:moveTo>
                      <a:pt x="0" y="0"/>
                    </a:moveTo>
                    <a:lnTo>
                      <a:pt x="17" y="0"/>
                    </a:lnTo>
                    <a:lnTo>
                      <a:pt x="15" y="5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" name="Freeform 2051"/>
              <p:cNvSpPr>
                <a:spLocks/>
              </p:cNvSpPr>
              <p:nvPr/>
            </p:nvSpPr>
            <p:spPr bwMode="gray">
              <a:xfrm>
                <a:off x="6604647" y="5404289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2052"/>
              <p:cNvSpPr>
                <a:spLocks/>
              </p:cNvSpPr>
              <p:nvPr/>
            </p:nvSpPr>
            <p:spPr bwMode="gray">
              <a:xfrm>
                <a:off x="6579332" y="5371965"/>
                <a:ext cx="35511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7">
                    <a:moveTo>
                      <a:pt x="0" y="0"/>
                    </a:moveTo>
                    <a:lnTo>
                      <a:pt x="15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2053"/>
              <p:cNvSpPr>
                <a:spLocks/>
              </p:cNvSpPr>
              <p:nvPr/>
            </p:nvSpPr>
            <p:spPr bwMode="gray">
              <a:xfrm>
                <a:off x="6654925" y="5374425"/>
                <a:ext cx="8578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7" y="2"/>
                  </a:cxn>
                  <a:cxn ang="0">
                    <a:pos x="35" y="8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37" h="8">
                    <a:moveTo>
                      <a:pt x="1" y="0"/>
                    </a:moveTo>
                    <a:lnTo>
                      <a:pt x="37" y="2"/>
                    </a:lnTo>
                    <a:lnTo>
                      <a:pt x="35" y="8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Freeform 2054"/>
              <p:cNvSpPr>
                <a:spLocks/>
              </p:cNvSpPr>
              <p:nvPr/>
            </p:nvSpPr>
            <p:spPr bwMode="gray">
              <a:xfrm>
                <a:off x="6455922" y="5446803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0" name="Freeform 2055"/>
              <p:cNvSpPr>
                <a:spLocks/>
              </p:cNvSpPr>
              <p:nvPr/>
            </p:nvSpPr>
            <p:spPr bwMode="gray">
              <a:xfrm>
                <a:off x="6501278" y="5424316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1" name="Freeform 2056"/>
              <p:cNvSpPr>
                <a:spLocks/>
              </p:cNvSpPr>
              <p:nvPr/>
            </p:nvSpPr>
            <p:spPr bwMode="gray">
              <a:xfrm>
                <a:off x="6549095" y="5399371"/>
                <a:ext cx="35511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2" name="Freeform 2057"/>
              <p:cNvSpPr>
                <a:spLocks/>
              </p:cNvSpPr>
              <p:nvPr/>
            </p:nvSpPr>
            <p:spPr bwMode="gray">
              <a:xfrm>
                <a:off x="6523780" y="5369506"/>
                <a:ext cx="37972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2058"/>
              <p:cNvSpPr>
                <a:spLocks/>
              </p:cNvSpPr>
              <p:nvPr/>
            </p:nvSpPr>
            <p:spPr bwMode="gray">
              <a:xfrm>
                <a:off x="6672856" y="5406749"/>
                <a:ext cx="60474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6" y="1"/>
                  </a:cxn>
                  <a:cxn ang="0">
                    <a:pos x="2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26" h="6">
                    <a:moveTo>
                      <a:pt x="2" y="0"/>
                    </a:moveTo>
                    <a:lnTo>
                      <a:pt x="26" y="1"/>
                    </a:lnTo>
                    <a:lnTo>
                      <a:pt x="2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2059"/>
              <p:cNvSpPr>
                <a:spLocks/>
              </p:cNvSpPr>
              <p:nvPr/>
            </p:nvSpPr>
            <p:spPr bwMode="gray">
              <a:xfrm>
                <a:off x="5918685" y="5314344"/>
                <a:ext cx="45356" cy="1510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21" y="1"/>
                  </a:cxn>
                  <a:cxn ang="0">
                    <a:pos x="18" y="7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21" h="7">
                    <a:moveTo>
                      <a:pt x="4" y="0"/>
                    </a:moveTo>
                    <a:lnTo>
                      <a:pt x="21" y="1"/>
                    </a:lnTo>
                    <a:lnTo>
                      <a:pt x="18" y="7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Freeform 2060"/>
              <p:cNvSpPr>
                <a:spLocks/>
              </p:cNvSpPr>
              <p:nvPr/>
            </p:nvSpPr>
            <p:spPr bwMode="gray">
              <a:xfrm>
                <a:off x="6390174" y="5444343"/>
                <a:ext cx="42895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Freeform 2061"/>
              <p:cNvSpPr>
                <a:spLocks/>
              </p:cNvSpPr>
              <p:nvPr/>
            </p:nvSpPr>
            <p:spPr bwMode="gray">
              <a:xfrm>
                <a:off x="6433068" y="5421857"/>
                <a:ext cx="42895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" name="Freeform 2062"/>
              <p:cNvSpPr>
                <a:spLocks/>
              </p:cNvSpPr>
              <p:nvPr/>
            </p:nvSpPr>
            <p:spPr bwMode="gray">
              <a:xfrm>
                <a:off x="6483698" y="5396911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0" y="4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8" name="Freeform 2063"/>
              <p:cNvSpPr>
                <a:spLocks/>
              </p:cNvSpPr>
              <p:nvPr/>
            </p:nvSpPr>
            <p:spPr bwMode="gray">
              <a:xfrm>
                <a:off x="6455922" y="5366695"/>
                <a:ext cx="40433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7">
                    <a:moveTo>
                      <a:pt x="1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2064"/>
              <p:cNvSpPr>
                <a:spLocks/>
              </p:cNvSpPr>
              <p:nvPr/>
            </p:nvSpPr>
            <p:spPr bwMode="gray">
              <a:xfrm>
                <a:off x="7076136" y="5474560"/>
                <a:ext cx="40433" cy="196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8">
                    <a:moveTo>
                      <a:pt x="1" y="0"/>
                    </a:moveTo>
                    <a:lnTo>
                      <a:pt x="17" y="1"/>
                    </a:lnTo>
                    <a:lnTo>
                      <a:pt x="15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2065"/>
              <p:cNvSpPr>
                <a:spLocks/>
              </p:cNvSpPr>
              <p:nvPr/>
            </p:nvSpPr>
            <p:spPr bwMode="gray">
              <a:xfrm>
                <a:off x="7126765" y="5506884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9"/>
                  </a:cxn>
                  <a:cxn ang="0">
                    <a:pos x="0" y="7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9">
                    <a:moveTo>
                      <a:pt x="1" y="0"/>
                    </a:moveTo>
                    <a:lnTo>
                      <a:pt x="17" y="1"/>
                    </a:lnTo>
                    <a:lnTo>
                      <a:pt x="15" y="9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Freeform 2066"/>
              <p:cNvSpPr>
                <a:spLocks/>
              </p:cNvSpPr>
              <p:nvPr/>
            </p:nvSpPr>
            <p:spPr bwMode="gray">
              <a:xfrm>
                <a:off x="7083871" y="5449262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Freeform 2067"/>
              <p:cNvSpPr>
                <a:spLocks/>
              </p:cNvSpPr>
              <p:nvPr/>
            </p:nvSpPr>
            <p:spPr bwMode="gray">
              <a:xfrm>
                <a:off x="7136610" y="5471749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0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" name="Freeform 2068"/>
              <p:cNvSpPr>
                <a:spLocks/>
              </p:cNvSpPr>
              <p:nvPr/>
            </p:nvSpPr>
            <p:spPr bwMode="gray">
              <a:xfrm>
                <a:off x="6889439" y="5416938"/>
                <a:ext cx="3797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5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6">
                    <a:moveTo>
                      <a:pt x="1" y="0"/>
                    </a:moveTo>
                    <a:lnTo>
                      <a:pt x="15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4" name="Freeform 2069"/>
              <p:cNvSpPr>
                <a:spLocks/>
              </p:cNvSpPr>
              <p:nvPr/>
            </p:nvSpPr>
            <p:spPr bwMode="gray">
              <a:xfrm>
                <a:off x="6849357" y="5497046"/>
                <a:ext cx="4008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2070"/>
              <p:cNvSpPr>
                <a:spLocks/>
              </p:cNvSpPr>
              <p:nvPr/>
            </p:nvSpPr>
            <p:spPr bwMode="gray">
              <a:xfrm>
                <a:off x="7096528" y="5421857"/>
                <a:ext cx="35159" cy="175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4" y="8"/>
                  </a:cxn>
                  <a:cxn ang="0">
                    <a:pos x="0" y="6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8">
                    <a:moveTo>
                      <a:pt x="0" y="0"/>
                    </a:moveTo>
                    <a:lnTo>
                      <a:pt x="16" y="1"/>
                    </a:lnTo>
                    <a:lnTo>
                      <a:pt x="14" y="8"/>
                    </a:lnTo>
                    <a:lnTo>
                      <a:pt x="0" y="6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2071"/>
              <p:cNvSpPr>
                <a:spLocks/>
              </p:cNvSpPr>
              <p:nvPr/>
            </p:nvSpPr>
            <p:spPr bwMode="gray">
              <a:xfrm>
                <a:off x="7146806" y="5429235"/>
                <a:ext cx="42895" cy="252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8" y="1"/>
                  </a:cxn>
                  <a:cxn ang="0">
                    <a:pos x="15" y="10"/>
                  </a:cxn>
                  <a:cxn ang="0">
                    <a:pos x="0" y="8"/>
                  </a:cxn>
                  <a:cxn ang="0">
                    <a:pos x="3" y="3"/>
                  </a:cxn>
                  <a:cxn ang="0">
                    <a:pos x="4" y="0"/>
                  </a:cxn>
                </a:cxnLst>
                <a:rect l="0" t="0" r="r" b="b"/>
                <a:pathLst>
                  <a:path w="18" h="10">
                    <a:moveTo>
                      <a:pt x="4" y="0"/>
                    </a:moveTo>
                    <a:lnTo>
                      <a:pt x="18" y="1"/>
                    </a:lnTo>
                    <a:lnTo>
                      <a:pt x="15" y="10"/>
                    </a:lnTo>
                    <a:lnTo>
                      <a:pt x="0" y="8"/>
                    </a:lnTo>
                    <a:lnTo>
                      <a:pt x="3" y="3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Freeform 2072"/>
              <p:cNvSpPr>
                <a:spLocks/>
              </p:cNvSpPr>
              <p:nvPr/>
            </p:nvSpPr>
            <p:spPr bwMode="gray">
              <a:xfrm>
                <a:off x="6904909" y="5389533"/>
                <a:ext cx="35159" cy="147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6" h="7">
                    <a:moveTo>
                      <a:pt x="0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Freeform 2073"/>
              <p:cNvSpPr>
                <a:spLocks/>
              </p:cNvSpPr>
              <p:nvPr/>
            </p:nvSpPr>
            <p:spPr bwMode="gray">
              <a:xfrm>
                <a:off x="7103912" y="5394452"/>
                <a:ext cx="42895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7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6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9" name="Freeform 2074"/>
              <p:cNvSpPr>
                <a:spLocks/>
              </p:cNvSpPr>
              <p:nvPr/>
            </p:nvSpPr>
            <p:spPr bwMode="gray">
              <a:xfrm>
                <a:off x="7161925" y="5394452"/>
                <a:ext cx="4289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9"/>
                  </a:cxn>
                  <a:cxn ang="0">
                    <a:pos x="0" y="8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9">
                    <a:moveTo>
                      <a:pt x="1" y="0"/>
                    </a:moveTo>
                    <a:lnTo>
                      <a:pt x="18" y="1"/>
                    </a:lnTo>
                    <a:lnTo>
                      <a:pt x="16" y="9"/>
                    </a:lnTo>
                    <a:lnTo>
                      <a:pt x="0" y="8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0" name="Freeform 2075"/>
              <p:cNvSpPr>
                <a:spLocks/>
              </p:cNvSpPr>
              <p:nvPr/>
            </p:nvSpPr>
            <p:spPr bwMode="gray">
              <a:xfrm>
                <a:off x="7066291" y="5501965"/>
                <a:ext cx="37621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9"/>
                  </a:cxn>
                  <a:cxn ang="0">
                    <a:pos x="0" y="8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6" h="9">
                    <a:moveTo>
                      <a:pt x="1" y="0"/>
                    </a:moveTo>
                    <a:lnTo>
                      <a:pt x="16" y="1"/>
                    </a:lnTo>
                    <a:lnTo>
                      <a:pt x="15" y="9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2076"/>
              <p:cNvSpPr>
                <a:spLocks/>
              </p:cNvSpPr>
              <p:nvPr/>
            </p:nvSpPr>
            <p:spPr bwMode="gray">
              <a:xfrm>
                <a:off x="6950265" y="5497046"/>
                <a:ext cx="9809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2" y="2"/>
                  </a:cxn>
                  <a:cxn ang="0">
                    <a:pos x="38" y="10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42" h="10">
                    <a:moveTo>
                      <a:pt x="3" y="0"/>
                    </a:moveTo>
                    <a:lnTo>
                      <a:pt x="42" y="2"/>
                    </a:lnTo>
                    <a:lnTo>
                      <a:pt x="38" y="10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2077"/>
              <p:cNvSpPr>
                <a:spLocks/>
              </p:cNvSpPr>
              <p:nvPr/>
            </p:nvSpPr>
            <p:spPr bwMode="gray">
              <a:xfrm>
                <a:off x="6912292" y="5366695"/>
                <a:ext cx="37972" cy="151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15" h="6">
                    <a:moveTo>
                      <a:pt x="0" y="0"/>
                    </a:moveTo>
                    <a:lnTo>
                      <a:pt x="15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Freeform 2078"/>
              <p:cNvSpPr>
                <a:spLocks/>
              </p:cNvSpPr>
              <p:nvPr/>
            </p:nvSpPr>
            <p:spPr bwMode="gray">
              <a:xfrm>
                <a:off x="633216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Freeform 2079"/>
              <p:cNvSpPr>
                <a:spLocks/>
              </p:cNvSpPr>
              <p:nvPr/>
            </p:nvSpPr>
            <p:spPr bwMode="gray">
              <a:xfrm>
                <a:off x="6377516" y="5419398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" name="Freeform 2080"/>
              <p:cNvSpPr>
                <a:spLocks/>
              </p:cNvSpPr>
              <p:nvPr/>
            </p:nvSpPr>
            <p:spPr bwMode="gray">
              <a:xfrm>
                <a:off x="6425685" y="5394452"/>
                <a:ext cx="40082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6" name="Freeform 2081"/>
              <p:cNvSpPr>
                <a:spLocks/>
              </p:cNvSpPr>
              <p:nvPr/>
            </p:nvSpPr>
            <p:spPr bwMode="gray">
              <a:xfrm>
                <a:off x="6400370" y="5366695"/>
                <a:ext cx="3797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2082"/>
              <p:cNvSpPr>
                <a:spLocks/>
              </p:cNvSpPr>
              <p:nvPr/>
            </p:nvSpPr>
            <p:spPr bwMode="gray">
              <a:xfrm>
                <a:off x="7015661" y="5471749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6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6" h="7">
                    <a:moveTo>
                      <a:pt x="2" y="0"/>
                    </a:moveTo>
                    <a:lnTo>
                      <a:pt x="16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2083"/>
              <p:cNvSpPr>
                <a:spLocks/>
              </p:cNvSpPr>
              <p:nvPr/>
            </p:nvSpPr>
            <p:spPr bwMode="gray">
              <a:xfrm>
                <a:off x="7025857" y="5446803"/>
                <a:ext cx="45356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Freeform 2084"/>
              <p:cNvSpPr>
                <a:spLocks/>
              </p:cNvSpPr>
              <p:nvPr/>
            </p:nvSpPr>
            <p:spPr bwMode="gray">
              <a:xfrm>
                <a:off x="6831777" y="5409208"/>
                <a:ext cx="4254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0" y="2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Freeform 2085"/>
              <p:cNvSpPr>
                <a:spLocks/>
              </p:cNvSpPr>
              <p:nvPr/>
            </p:nvSpPr>
            <p:spPr bwMode="gray">
              <a:xfrm>
                <a:off x="6791344" y="5497046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1" name="Freeform 2086"/>
              <p:cNvSpPr>
                <a:spLocks/>
              </p:cNvSpPr>
              <p:nvPr/>
            </p:nvSpPr>
            <p:spPr bwMode="gray">
              <a:xfrm>
                <a:off x="7033241" y="5419398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2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2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2" name="Freeform 2087"/>
              <p:cNvSpPr>
                <a:spLocks/>
              </p:cNvSpPr>
              <p:nvPr/>
            </p:nvSpPr>
            <p:spPr bwMode="gray">
              <a:xfrm>
                <a:off x="6844083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2088"/>
              <p:cNvSpPr>
                <a:spLocks/>
              </p:cNvSpPr>
              <p:nvPr/>
            </p:nvSpPr>
            <p:spPr bwMode="gray">
              <a:xfrm>
                <a:off x="6804001" y="5471749"/>
                <a:ext cx="40082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2089"/>
              <p:cNvSpPr>
                <a:spLocks/>
              </p:cNvSpPr>
              <p:nvPr/>
            </p:nvSpPr>
            <p:spPr bwMode="gray">
              <a:xfrm>
                <a:off x="7045898" y="539445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Freeform 2090"/>
              <p:cNvSpPr>
                <a:spLocks/>
              </p:cNvSpPr>
              <p:nvPr/>
            </p:nvSpPr>
            <p:spPr bwMode="gray">
              <a:xfrm>
                <a:off x="6849357" y="5364235"/>
                <a:ext cx="40082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" name="Freeform 2091"/>
              <p:cNvSpPr>
                <a:spLocks/>
              </p:cNvSpPr>
              <p:nvPr/>
            </p:nvSpPr>
            <p:spPr bwMode="gray">
              <a:xfrm>
                <a:off x="6279421" y="5439425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" name="Freeform 2092"/>
              <p:cNvSpPr>
                <a:spLocks/>
              </p:cNvSpPr>
              <p:nvPr/>
            </p:nvSpPr>
            <p:spPr bwMode="gray">
              <a:xfrm>
                <a:off x="6324777" y="5416938"/>
                <a:ext cx="37621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8" name="Freeform 2093"/>
              <p:cNvSpPr>
                <a:spLocks/>
              </p:cNvSpPr>
              <p:nvPr/>
            </p:nvSpPr>
            <p:spPr bwMode="gray">
              <a:xfrm>
                <a:off x="6372594" y="5391992"/>
                <a:ext cx="40433" cy="122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2094"/>
              <p:cNvSpPr>
                <a:spLocks/>
              </p:cNvSpPr>
              <p:nvPr/>
            </p:nvSpPr>
            <p:spPr bwMode="gray">
              <a:xfrm>
                <a:off x="6344818" y="5364235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2095"/>
              <p:cNvSpPr>
                <a:spLocks/>
              </p:cNvSpPr>
              <p:nvPr/>
            </p:nvSpPr>
            <p:spPr bwMode="gray">
              <a:xfrm>
                <a:off x="6962570" y="5471749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Freeform 2096"/>
              <p:cNvSpPr>
                <a:spLocks/>
              </p:cNvSpPr>
              <p:nvPr/>
            </p:nvSpPr>
            <p:spPr bwMode="gray">
              <a:xfrm>
                <a:off x="6970305" y="5441884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Freeform 2097"/>
              <p:cNvSpPr>
                <a:spLocks/>
              </p:cNvSpPr>
              <p:nvPr/>
            </p:nvSpPr>
            <p:spPr bwMode="gray">
              <a:xfrm>
                <a:off x="6776225" y="5406749"/>
                <a:ext cx="40082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7">
                    <a:moveTo>
                      <a:pt x="1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3" name="Freeform 2098"/>
              <p:cNvSpPr>
                <a:spLocks/>
              </p:cNvSpPr>
              <p:nvPr/>
            </p:nvSpPr>
            <p:spPr bwMode="gray">
              <a:xfrm>
                <a:off x="6733330" y="5494235"/>
                <a:ext cx="4535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" name="Freeform 2099"/>
              <p:cNvSpPr>
                <a:spLocks/>
              </p:cNvSpPr>
              <p:nvPr/>
            </p:nvSpPr>
            <p:spPr bwMode="gray">
              <a:xfrm>
                <a:off x="6978041" y="5416938"/>
                <a:ext cx="4254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7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7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2100"/>
              <p:cNvSpPr>
                <a:spLocks/>
              </p:cNvSpPr>
              <p:nvPr/>
            </p:nvSpPr>
            <p:spPr bwMode="gray">
              <a:xfrm>
                <a:off x="6783609" y="5381803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7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6" y="7"/>
                    </a:lnTo>
                    <a:lnTo>
                      <a:pt x="0" y="6"/>
                    </a:lnTo>
                    <a:lnTo>
                      <a:pt x="1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2101"/>
              <p:cNvSpPr>
                <a:spLocks/>
              </p:cNvSpPr>
              <p:nvPr/>
            </p:nvSpPr>
            <p:spPr bwMode="gray">
              <a:xfrm>
                <a:off x="6990346" y="5389533"/>
                <a:ext cx="40433" cy="1475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Freeform 2102"/>
              <p:cNvSpPr>
                <a:spLocks/>
              </p:cNvSpPr>
              <p:nvPr/>
            </p:nvSpPr>
            <p:spPr bwMode="gray">
              <a:xfrm>
                <a:off x="6791344" y="535931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7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7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Freeform 2103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" name="Freeform 2104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Freeform 2105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2106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2107"/>
              <p:cNvSpPr>
                <a:spLocks/>
              </p:cNvSpPr>
              <p:nvPr/>
            </p:nvSpPr>
            <p:spPr bwMode="gray">
              <a:xfrm>
                <a:off x="6218947" y="5439425"/>
                <a:ext cx="40082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Freeform 2108"/>
              <p:cNvSpPr>
                <a:spLocks/>
              </p:cNvSpPr>
              <p:nvPr/>
            </p:nvSpPr>
            <p:spPr bwMode="gray">
              <a:xfrm>
                <a:off x="6261490" y="5414479"/>
                <a:ext cx="45707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Freeform 2109"/>
              <p:cNvSpPr>
                <a:spLocks/>
              </p:cNvSpPr>
              <p:nvPr/>
            </p:nvSpPr>
            <p:spPr bwMode="gray">
              <a:xfrm>
                <a:off x="6309659" y="5389533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" name="Freeform 2110"/>
              <p:cNvSpPr>
                <a:spLocks/>
              </p:cNvSpPr>
              <p:nvPr/>
            </p:nvSpPr>
            <p:spPr bwMode="gray">
              <a:xfrm>
                <a:off x="6281883" y="5359316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Freeform 2111"/>
              <p:cNvSpPr>
                <a:spLocks/>
              </p:cNvSpPr>
              <p:nvPr/>
            </p:nvSpPr>
            <p:spPr bwMode="gray">
              <a:xfrm>
                <a:off x="6160934" y="5432046"/>
                <a:ext cx="40082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2112"/>
              <p:cNvSpPr>
                <a:spLocks/>
              </p:cNvSpPr>
              <p:nvPr/>
            </p:nvSpPr>
            <p:spPr bwMode="gray">
              <a:xfrm>
                <a:off x="6203477" y="5409208"/>
                <a:ext cx="42895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5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5">
                    <a:moveTo>
                      <a:pt x="2" y="0"/>
                    </a:moveTo>
                    <a:lnTo>
                      <a:pt x="18" y="0"/>
                    </a:lnTo>
                    <a:lnTo>
                      <a:pt x="15" y="5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2113"/>
              <p:cNvSpPr>
                <a:spLocks/>
              </p:cNvSpPr>
              <p:nvPr/>
            </p:nvSpPr>
            <p:spPr bwMode="gray">
              <a:xfrm>
                <a:off x="6254107" y="5384262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0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Freeform 2114"/>
              <p:cNvSpPr>
                <a:spLocks/>
              </p:cNvSpPr>
              <p:nvPr/>
            </p:nvSpPr>
            <p:spPr bwMode="gray">
              <a:xfrm>
                <a:off x="6221408" y="5354398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Freeform 2115"/>
              <p:cNvSpPr>
                <a:spLocks/>
              </p:cNvSpPr>
              <p:nvPr/>
            </p:nvSpPr>
            <p:spPr bwMode="gray">
              <a:xfrm>
                <a:off x="6460844" y="5344208"/>
                <a:ext cx="40433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6">
                    <a:moveTo>
                      <a:pt x="1" y="0"/>
                    </a:moveTo>
                    <a:lnTo>
                      <a:pt x="17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Freeform 2116"/>
              <p:cNvSpPr>
                <a:spLocks/>
              </p:cNvSpPr>
              <p:nvPr/>
            </p:nvSpPr>
            <p:spPr bwMode="gray">
              <a:xfrm>
                <a:off x="6712938" y="5351938"/>
                <a:ext cx="42895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Freeform 2117"/>
              <p:cNvSpPr>
                <a:spLocks/>
              </p:cNvSpPr>
              <p:nvPr/>
            </p:nvSpPr>
            <p:spPr bwMode="gray">
              <a:xfrm>
                <a:off x="6201016" y="5329452"/>
                <a:ext cx="45356" cy="14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2118"/>
              <p:cNvSpPr>
                <a:spLocks/>
              </p:cNvSpPr>
              <p:nvPr/>
            </p:nvSpPr>
            <p:spPr bwMode="gray">
              <a:xfrm>
                <a:off x="6095186" y="5426776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2119"/>
              <p:cNvSpPr>
                <a:spLocks/>
              </p:cNvSpPr>
              <p:nvPr/>
            </p:nvSpPr>
            <p:spPr bwMode="gray">
              <a:xfrm>
                <a:off x="6138080" y="5406749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Freeform 2120"/>
              <p:cNvSpPr>
                <a:spLocks/>
              </p:cNvSpPr>
              <p:nvPr/>
            </p:nvSpPr>
            <p:spPr bwMode="gray">
              <a:xfrm>
                <a:off x="6185897" y="538180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0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0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Freeform 2121"/>
              <p:cNvSpPr>
                <a:spLocks/>
              </p:cNvSpPr>
              <p:nvPr/>
            </p:nvSpPr>
            <p:spPr bwMode="gray">
              <a:xfrm>
                <a:off x="6160934" y="5349479"/>
                <a:ext cx="4254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7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18" h="7">
                    <a:moveTo>
                      <a:pt x="3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7" name="Freeform 2122"/>
              <p:cNvSpPr>
                <a:spLocks/>
              </p:cNvSpPr>
              <p:nvPr/>
            </p:nvSpPr>
            <p:spPr bwMode="gray">
              <a:xfrm>
                <a:off x="6400370" y="5339289"/>
                <a:ext cx="35159" cy="12649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6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6" h="6">
                    <a:moveTo>
                      <a:pt x="1" y="0"/>
                    </a:moveTo>
                    <a:lnTo>
                      <a:pt x="16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Freeform 2123"/>
              <p:cNvSpPr>
                <a:spLocks/>
              </p:cNvSpPr>
              <p:nvPr/>
            </p:nvSpPr>
            <p:spPr bwMode="gray">
              <a:xfrm>
                <a:off x="6650002" y="5349479"/>
                <a:ext cx="40433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2124"/>
              <p:cNvSpPr>
                <a:spLocks/>
              </p:cNvSpPr>
              <p:nvPr/>
            </p:nvSpPr>
            <p:spPr bwMode="gray">
              <a:xfrm>
                <a:off x="6138080" y="5324181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2125"/>
              <p:cNvSpPr>
                <a:spLocks/>
              </p:cNvSpPr>
              <p:nvPr/>
            </p:nvSpPr>
            <p:spPr bwMode="gray">
              <a:xfrm>
                <a:off x="6034711" y="5426776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Freeform 2126"/>
              <p:cNvSpPr>
                <a:spLocks/>
              </p:cNvSpPr>
              <p:nvPr/>
            </p:nvSpPr>
            <p:spPr bwMode="gray">
              <a:xfrm>
                <a:off x="6080067" y="5404289"/>
                <a:ext cx="45356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Freeform 2127"/>
              <p:cNvSpPr>
                <a:spLocks/>
              </p:cNvSpPr>
              <p:nvPr/>
            </p:nvSpPr>
            <p:spPr bwMode="gray">
              <a:xfrm>
                <a:off x="6127884" y="5379343"/>
                <a:ext cx="45356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3" name="Freeform 2128"/>
              <p:cNvSpPr>
                <a:spLocks/>
              </p:cNvSpPr>
              <p:nvPr/>
            </p:nvSpPr>
            <p:spPr bwMode="gray">
              <a:xfrm>
                <a:off x="6102921" y="5349479"/>
                <a:ext cx="37621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Freeform 2129"/>
              <p:cNvSpPr>
                <a:spLocks/>
              </p:cNvSpPr>
              <p:nvPr/>
            </p:nvSpPr>
            <p:spPr bwMode="gray">
              <a:xfrm>
                <a:off x="6337435" y="5334371"/>
                <a:ext cx="42895" cy="1510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8" h="6">
                    <a:moveTo>
                      <a:pt x="1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2130"/>
              <p:cNvSpPr>
                <a:spLocks/>
              </p:cNvSpPr>
              <p:nvPr/>
            </p:nvSpPr>
            <p:spPr bwMode="gray">
              <a:xfrm>
                <a:off x="6589528" y="5346668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2131"/>
              <p:cNvSpPr>
                <a:spLocks/>
              </p:cNvSpPr>
              <p:nvPr/>
            </p:nvSpPr>
            <p:spPr bwMode="gray">
              <a:xfrm>
                <a:off x="6077606" y="5321722"/>
                <a:ext cx="45356" cy="1018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Freeform 2132"/>
              <p:cNvSpPr>
                <a:spLocks/>
              </p:cNvSpPr>
              <p:nvPr/>
            </p:nvSpPr>
            <p:spPr bwMode="gray">
              <a:xfrm>
                <a:off x="5979159" y="5424316"/>
                <a:ext cx="40433" cy="1510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1"/>
                  </a:cxn>
                  <a:cxn ang="0">
                    <a:pos x="14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7">
                    <a:moveTo>
                      <a:pt x="2" y="0"/>
                    </a:moveTo>
                    <a:lnTo>
                      <a:pt x="17" y="1"/>
                    </a:lnTo>
                    <a:lnTo>
                      <a:pt x="14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Freeform 2133"/>
              <p:cNvSpPr>
                <a:spLocks/>
              </p:cNvSpPr>
              <p:nvPr/>
            </p:nvSpPr>
            <p:spPr bwMode="gray">
              <a:xfrm>
                <a:off x="6022054" y="5401830"/>
                <a:ext cx="42895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9" name="Freeform 2134"/>
              <p:cNvSpPr>
                <a:spLocks/>
              </p:cNvSpPr>
              <p:nvPr/>
            </p:nvSpPr>
            <p:spPr bwMode="gray">
              <a:xfrm>
                <a:off x="6069871" y="5374425"/>
                <a:ext cx="4289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7">
                    <a:moveTo>
                      <a:pt x="2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Freeform 2135"/>
              <p:cNvSpPr>
                <a:spLocks/>
              </p:cNvSpPr>
              <p:nvPr/>
            </p:nvSpPr>
            <p:spPr bwMode="gray">
              <a:xfrm>
                <a:off x="6039634" y="5349479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2136"/>
              <p:cNvSpPr>
                <a:spLocks/>
              </p:cNvSpPr>
              <p:nvPr/>
            </p:nvSpPr>
            <p:spPr bwMode="gray">
              <a:xfrm>
                <a:off x="5858211" y="5394452"/>
                <a:ext cx="80515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" y="1"/>
                  </a:cxn>
                  <a:cxn ang="0">
                    <a:pos x="32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4" h="7">
                    <a:moveTo>
                      <a:pt x="3" y="0"/>
                    </a:moveTo>
                    <a:lnTo>
                      <a:pt x="34" y="1"/>
                    </a:lnTo>
                    <a:lnTo>
                      <a:pt x="32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2137"/>
              <p:cNvSpPr>
                <a:spLocks/>
              </p:cNvSpPr>
              <p:nvPr/>
            </p:nvSpPr>
            <p:spPr bwMode="gray">
              <a:xfrm>
                <a:off x="5845553" y="5419398"/>
                <a:ext cx="111104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7" y="1"/>
                  </a:cxn>
                  <a:cxn ang="0">
                    <a:pos x="4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47" h="6">
                    <a:moveTo>
                      <a:pt x="3" y="0"/>
                    </a:moveTo>
                    <a:lnTo>
                      <a:pt x="47" y="1"/>
                    </a:lnTo>
                    <a:lnTo>
                      <a:pt x="4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Freeform 2138"/>
              <p:cNvSpPr>
                <a:spLocks/>
              </p:cNvSpPr>
              <p:nvPr/>
            </p:nvSpPr>
            <p:spPr bwMode="gray">
              <a:xfrm>
                <a:off x="5873329" y="5371965"/>
                <a:ext cx="75593" cy="1229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1" y="1"/>
                  </a:cxn>
                  <a:cxn ang="0">
                    <a:pos x="29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31" h="6">
                    <a:moveTo>
                      <a:pt x="3" y="0"/>
                    </a:moveTo>
                    <a:lnTo>
                      <a:pt x="31" y="1"/>
                    </a:lnTo>
                    <a:lnTo>
                      <a:pt x="29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Freeform 2139"/>
              <p:cNvSpPr>
                <a:spLocks/>
              </p:cNvSpPr>
              <p:nvPr/>
            </p:nvSpPr>
            <p:spPr bwMode="gray">
              <a:xfrm>
                <a:off x="6281883" y="5331911"/>
                <a:ext cx="4043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7" y="0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1" y="1"/>
                  </a:cxn>
                  <a:cxn ang="0">
                    <a:pos x="1" y="0"/>
                  </a:cxn>
                </a:cxnLst>
                <a:rect l="0" t="0" r="r" b="b"/>
                <a:pathLst>
                  <a:path w="17" h="7">
                    <a:moveTo>
                      <a:pt x="1" y="0"/>
                    </a:moveTo>
                    <a:lnTo>
                      <a:pt x="17" y="0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1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" name="Freeform 2140"/>
              <p:cNvSpPr>
                <a:spLocks/>
              </p:cNvSpPr>
              <p:nvPr/>
            </p:nvSpPr>
            <p:spPr bwMode="gray">
              <a:xfrm>
                <a:off x="6529054" y="5344208"/>
                <a:ext cx="42895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6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6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Freeform 2141"/>
              <p:cNvSpPr>
                <a:spLocks/>
              </p:cNvSpPr>
              <p:nvPr/>
            </p:nvSpPr>
            <p:spPr bwMode="gray">
              <a:xfrm>
                <a:off x="6019593" y="5319262"/>
                <a:ext cx="42895" cy="1264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9" h="6">
                    <a:moveTo>
                      <a:pt x="2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2142"/>
              <p:cNvSpPr>
                <a:spLocks/>
              </p:cNvSpPr>
              <p:nvPr/>
            </p:nvSpPr>
            <p:spPr bwMode="gray">
              <a:xfrm>
                <a:off x="5964041" y="5396911"/>
                <a:ext cx="45356" cy="12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0"/>
                  </a:cxn>
                  <a:cxn ang="0">
                    <a:pos x="15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6">
                    <a:moveTo>
                      <a:pt x="2" y="0"/>
                    </a:moveTo>
                    <a:lnTo>
                      <a:pt x="18" y="0"/>
                    </a:lnTo>
                    <a:lnTo>
                      <a:pt x="15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2143"/>
              <p:cNvSpPr>
                <a:spLocks/>
              </p:cNvSpPr>
              <p:nvPr/>
            </p:nvSpPr>
            <p:spPr bwMode="gray">
              <a:xfrm>
                <a:off x="5964041" y="5369506"/>
                <a:ext cx="45356" cy="1475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7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7">
                    <a:moveTo>
                      <a:pt x="3" y="0"/>
                    </a:moveTo>
                    <a:lnTo>
                      <a:pt x="19" y="1"/>
                    </a:lnTo>
                    <a:lnTo>
                      <a:pt x="15" y="7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Freeform 2144"/>
              <p:cNvSpPr>
                <a:spLocks/>
              </p:cNvSpPr>
              <p:nvPr/>
            </p:nvSpPr>
            <p:spPr bwMode="gray">
              <a:xfrm>
                <a:off x="6024515" y="5371965"/>
                <a:ext cx="4043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8" y="1"/>
                  </a:cxn>
                  <a:cxn ang="0">
                    <a:pos x="15" y="7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8" h="7">
                    <a:moveTo>
                      <a:pt x="2" y="0"/>
                    </a:moveTo>
                    <a:lnTo>
                      <a:pt x="18" y="1"/>
                    </a:lnTo>
                    <a:lnTo>
                      <a:pt x="15" y="7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Freeform 2145"/>
              <p:cNvSpPr>
                <a:spLocks/>
              </p:cNvSpPr>
              <p:nvPr/>
            </p:nvSpPr>
            <p:spPr bwMode="gray">
              <a:xfrm>
                <a:off x="5994278" y="5349479"/>
                <a:ext cx="37972" cy="1721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0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6">
                    <a:moveTo>
                      <a:pt x="2" y="0"/>
                    </a:moveTo>
                    <a:lnTo>
                      <a:pt x="17" y="0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1" name="Freeform 2146"/>
              <p:cNvSpPr>
                <a:spLocks/>
              </p:cNvSpPr>
              <p:nvPr/>
            </p:nvSpPr>
            <p:spPr bwMode="gray">
              <a:xfrm>
                <a:off x="5948922" y="5344208"/>
                <a:ext cx="45356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9" y="1"/>
                  </a:cxn>
                  <a:cxn ang="0">
                    <a:pos x="15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9" h="6">
                    <a:moveTo>
                      <a:pt x="3" y="0"/>
                    </a:moveTo>
                    <a:lnTo>
                      <a:pt x="19" y="1"/>
                    </a:lnTo>
                    <a:lnTo>
                      <a:pt x="15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Freeform 2147"/>
              <p:cNvSpPr>
                <a:spLocks/>
              </p:cNvSpPr>
              <p:nvPr/>
            </p:nvSpPr>
            <p:spPr bwMode="gray">
              <a:xfrm>
                <a:off x="5898644" y="5344208"/>
                <a:ext cx="40082" cy="1264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8" y="1"/>
                  </a:cxn>
                  <a:cxn ang="0">
                    <a:pos x="14" y="6"/>
                  </a:cxn>
                  <a:cxn ang="0">
                    <a:pos x="0" y="5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6">
                    <a:moveTo>
                      <a:pt x="3" y="0"/>
                    </a:moveTo>
                    <a:lnTo>
                      <a:pt x="18" y="1"/>
                    </a:lnTo>
                    <a:lnTo>
                      <a:pt x="14" y="6"/>
                    </a:lnTo>
                    <a:lnTo>
                      <a:pt x="0" y="5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2148"/>
              <p:cNvSpPr>
                <a:spLocks/>
              </p:cNvSpPr>
              <p:nvPr/>
            </p:nvSpPr>
            <p:spPr bwMode="gray">
              <a:xfrm>
                <a:off x="6544172" y="5451722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2149"/>
              <p:cNvSpPr>
                <a:spLocks/>
              </p:cNvSpPr>
              <p:nvPr/>
            </p:nvSpPr>
            <p:spPr bwMode="gray">
              <a:xfrm>
                <a:off x="6594450" y="5426776"/>
                <a:ext cx="7735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Freeform 2150"/>
              <p:cNvSpPr>
                <a:spLocks/>
              </p:cNvSpPr>
              <p:nvPr/>
            </p:nvSpPr>
            <p:spPr bwMode="gray">
              <a:xfrm>
                <a:off x="6639806" y="5404289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Freeform 2151"/>
              <p:cNvSpPr>
                <a:spLocks/>
              </p:cNvSpPr>
              <p:nvPr/>
            </p:nvSpPr>
            <p:spPr bwMode="gray">
              <a:xfrm>
                <a:off x="6612030" y="5374425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Freeform 2152"/>
              <p:cNvSpPr>
                <a:spLocks/>
              </p:cNvSpPr>
              <p:nvPr/>
            </p:nvSpPr>
            <p:spPr bwMode="gray">
              <a:xfrm>
                <a:off x="6735792" y="5381803"/>
                <a:ext cx="15119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4" y="9"/>
                  </a:cxn>
                  <a:cxn ang="0">
                    <a:pos x="6" y="2"/>
                  </a:cxn>
                  <a:cxn ang="0">
                    <a:pos x="1" y="0"/>
                  </a:cxn>
                </a:cxnLst>
                <a:rect l="0" t="0" r="r" b="b"/>
                <a:pathLst>
                  <a:path w="6" h="9">
                    <a:moveTo>
                      <a:pt x="1" y="0"/>
                    </a:moveTo>
                    <a:lnTo>
                      <a:pt x="0" y="5"/>
                    </a:lnTo>
                    <a:lnTo>
                      <a:pt x="4" y="9"/>
                    </a:lnTo>
                    <a:lnTo>
                      <a:pt x="6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8" name="Freeform 2153"/>
              <p:cNvSpPr>
                <a:spLocks/>
              </p:cNvSpPr>
              <p:nvPr/>
            </p:nvSpPr>
            <p:spPr bwMode="gray">
              <a:xfrm>
                <a:off x="6491082" y="5449262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1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2154"/>
              <p:cNvSpPr>
                <a:spLocks/>
              </p:cNvSpPr>
              <p:nvPr/>
            </p:nvSpPr>
            <p:spPr bwMode="gray">
              <a:xfrm>
                <a:off x="6536437" y="5426776"/>
                <a:ext cx="7735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2155"/>
              <p:cNvSpPr>
                <a:spLocks/>
              </p:cNvSpPr>
              <p:nvPr/>
            </p:nvSpPr>
            <p:spPr bwMode="gray">
              <a:xfrm>
                <a:off x="6584606" y="5401830"/>
                <a:ext cx="984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Freeform 2156"/>
              <p:cNvSpPr>
                <a:spLocks/>
              </p:cNvSpPr>
              <p:nvPr/>
            </p:nvSpPr>
            <p:spPr bwMode="gray">
              <a:xfrm>
                <a:off x="6556830" y="5371965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2" y="1"/>
                  </a:cxn>
                  <a:cxn ang="0">
                    <a:pos x="1" y="0"/>
                  </a:cxn>
                </a:cxnLst>
                <a:rect l="0" t="0" r="r" b="b"/>
                <a:pathLst>
                  <a:path w="2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Freeform 2157"/>
              <p:cNvSpPr>
                <a:spLocks/>
              </p:cNvSpPr>
              <p:nvPr/>
            </p:nvSpPr>
            <p:spPr bwMode="gray">
              <a:xfrm>
                <a:off x="6728057" y="5409208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Freeform 2158"/>
              <p:cNvSpPr>
                <a:spLocks/>
              </p:cNvSpPr>
              <p:nvPr/>
            </p:nvSpPr>
            <p:spPr bwMode="gray">
              <a:xfrm>
                <a:off x="5959118" y="5316803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Freeform 2159"/>
              <p:cNvSpPr>
                <a:spLocks/>
              </p:cNvSpPr>
              <p:nvPr/>
            </p:nvSpPr>
            <p:spPr bwMode="gray">
              <a:xfrm>
                <a:off x="6428146" y="5446803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2160"/>
              <p:cNvSpPr>
                <a:spLocks/>
              </p:cNvSpPr>
              <p:nvPr/>
            </p:nvSpPr>
            <p:spPr bwMode="gray">
              <a:xfrm>
                <a:off x="6473502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2161"/>
              <p:cNvSpPr>
                <a:spLocks/>
              </p:cNvSpPr>
              <p:nvPr/>
            </p:nvSpPr>
            <p:spPr bwMode="gray">
              <a:xfrm>
                <a:off x="6521319" y="5396911"/>
                <a:ext cx="5274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Freeform 2162"/>
              <p:cNvSpPr>
                <a:spLocks/>
              </p:cNvSpPr>
              <p:nvPr/>
            </p:nvSpPr>
            <p:spPr bwMode="gray">
              <a:xfrm>
                <a:off x="6491082" y="5369506"/>
                <a:ext cx="7735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8">
                    <a:moveTo>
                      <a:pt x="1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Freeform 2163"/>
              <p:cNvSpPr>
                <a:spLocks/>
              </p:cNvSpPr>
              <p:nvPr/>
            </p:nvSpPr>
            <p:spPr bwMode="gray">
              <a:xfrm>
                <a:off x="6370133" y="5441884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9" name="Freeform 2164"/>
              <p:cNvSpPr>
                <a:spLocks/>
              </p:cNvSpPr>
              <p:nvPr/>
            </p:nvSpPr>
            <p:spPr bwMode="gray">
              <a:xfrm>
                <a:off x="6413028" y="5421857"/>
                <a:ext cx="7383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0" name="Freeform 2165"/>
              <p:cNvSpPr>
                <a:spLocks/>
              </p:cNvSpPr>
              <p:nvPr/>
            </p:nvSpPr>
            <p:spPr bwMode="gray">
              <a:xfrm>
                <a:off x="6460844" y="5394452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1" name="Freeform 2166"/>
              <p:cNvSpPr>
                <a:spLocks/>
              </p:cNvSpPr>
              <p:nvPr/>
            </p:nvSpPr>
            <p:spPr bwMode="gray">
              <a:xfrm>
                <a:off x="6433068" y="5366695"/>
                <a:ext cx="5274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8">
                    <a:moveTo>
                      <a:pt x="1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2" name="Freeform 2167"/>
              <p:cNvSpPr>
                <a:spLocks/>
              </p:cNvSpPr>
              <p:nvPr/>
            </p:nvSpPr>
            <p:spPr bwMode="gray">
              <a:xfrm>
                <a:off x="7053633" y="5474560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3" name="Freeform 2168"/>
              <p:cNvSpPr>
                <a:spLocks/>
              </p:cNvSpPr>
              <p:nvPr/>
            </p:nvSpPr>
            <p:spPr bwMode="gray">
              <a:xfrm>
                <a:off x="7061017" y="5446803"/>
                <a:ext cx="10196" cy="24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" name="Freeform 2169"/>
              <p:cNvSpPr>
                <a:spLocks/>
              </p:cNvSpPr>
              <p:nvPr/>
            </p:nvSpPr>
            <p:spPr bwMode="gray">
              <a:xfrm>
                <a:off x="6869398" y="5414479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5" name="Freeform 2170"/>
              <p:cNvSpPr>
                <a:spLocks/>
              </p:cNvSpPr>
              <p:nvPr/>
            </p:nvSpPr>
            <p:spPr bwMode="gray">
              <a:xfrm>
                <a:off x="6826503" y="5497046"/>
                <a:ext cx="773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" name="Freeform 2171"/>
              <p:cNvSpPr>
                <a:spLocks/>
              </p:cNvSpPr>
              <p:nvPr/>
            </p:nvSpPr>
            <p:spPr bwMode="gray">
              <a:xfrm>
                <a:off x="7071213" y="5421857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7" name="Freeform 2172"/>
              <p:cNvSpPr>
                <a:spLocks/>
              </p:cNvSpPr>
              <p:nvPr/>
            </p:nvSpPr>
            <p:spPr bwMode="gray">
              <a:xfrm>
                <a:off x="6877133" y="5384262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8" name="Freeform 2173"/>
              <p:cNvSpPr>
                <a:spLocks/>
              </p:cNvSpPr>
              <p:nvPr/>
            </p:nvSpPr>
            <p:spPr bwMode="gray">
              <a:xfrm>
                <a:off x="6839161" y="5471749"/>
                <a:ext cx="7735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9" name="Freeform 2174"/>
              <p:cNvSpPr>
                <a:spLocks/>
              </p:cNvSpPr>
              <p:nvPr/>
            </p:nvSpPr>
            <p:spPr bwMode="gray">
              <a:xfrm>
                <a:off x="7081409" y="5394452"/>
                <a:ext cx="4922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0" name="Freeform 2175"/>
              <p:cNvSpPr>
                <a:spLocks/>
              </p:cNvSpPr>
              <p:nvPr/>
            </p:nvSpPr>
            <p:spPr bwMode="gray">
              <a:xfrm>
                <a:off x="6884516" y="5366695"/>
                <a:ext cx="4922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1" name="Freeform 2176"/>
              <p:cNvSpPr>
                <a:spLocks/>
              </p:cNvSpPr>
              <p:nvPr/>
            </p:nvSpPr>
            <p:spPr bwMode="gray">
              <a:xfrm>
                <a:off x="6312120" y="5439425"/>
                <a:ext cx="1019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2" name="Freeform 2177"/>
              <p:cNvSpPr>
                <a:spLocks/>
              </p:cNvSpPr>
              <p:nvPr/>
            </p:nvSpPr>
            <p:spPr bwMode="gray">
              <a:xfrm>
                <a:off x="6359937" y="5419398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3" name="Freeform 2178"/>
              <p:cNvSpPr>
                <a:spLocks/>
              </p:cNvSpPr>
              <p:nvPr/>
            </p:nvSpPr>
            <p:spPr bwMode="gray">
              <a:xfrm>
                <a:off x="6405292" y="5394452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" name="Freeform 2179"/>
              <p:cNvSpPr>
                <a:spLocks/>
              </p:cNvSpPr>
              <p:nvPr/>
            </p:nvSpPr>
            <p:spPr bwMode="gray">
              <a:xfrm>
                <a:off x="6380329" y="5366695"/>
                <a:ext cx="7383" cy="175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" name="Freeform 2180"/>
              <p:cNvSpPr>
                <a:spLocks/>
              </p:cNvSpPr>
              <p:nvPr/>
            </p:nvSpPr>
            <p:spPr bwMode="gray">
              <a:xfrm>
                <a:off x="6998081" y="5471749"/>
                <a:ext cx="7383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" name="Freeform 2181"/>
              <p:cNvSpPr>
                <a:spLocks/>
              </p:cNvSpPr>
              <p:nvPr/>
            </p:nvSpPr>
            <p:spPr bwMode="gray">
              <a:xfrm>
                <a:off x="7005465" y="5444343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10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0">
                    <a:moveTo>
                      <a:pt x="3" y="0"/>
                    </a:moveTo>
                    <a:lnTo>
                      <a:pt x="0" y="6"/>
                    </a:lnTo>
                    <a:lnTo>
                      <a:pt x="2" y="10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7" name="Freeform 2182"/>
              <p:cNvSpPr>
                <a:spLocks/>
              </p:cNvSpPr>
              <p:nvPr/>
            </p:nvSpPr>
            <p:spPr bwMode="gray">
              <a:xfrm>
                <a:off x="6811385" y="5409208"/>
                <a:ext cx="10196" cy="228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8" name="Freeform 2183"/>
              <p:cNvSpPr>
                <a:spLocks/>
              </p:cNvSpPr>
              <p:nvPr/>
            </p:nvSpPr>
            <p:spPr bwMode="gray">
              <a:xfrm>
                <a:off x="6770951" y="5494235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9" name="Freeform 2184"/>
              <p:cNvSpPr>
                <a:spLocks/>
              </p:cNvSpPr>
              <p:nvPr/>
            </p:nvSpPr>
            <p:spPr bwMode="gray">
              <a:xfrm>
                <a:off x="7010739" y="541939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0" name="Freeform 2185"/>
              <p:cNvSpPr>
                <a:spLocks/>
              </p:cNvSpPr>
              <p:nvPr/>
            </p:nvSpPr>
            <p:spPr bwMode="gray">
              <a:xfrm>
                <a:off x="6821581" y="5384262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1" name="Freeform 2186"/>
              <p:cNvSpPr>
                <a:spLocks/>
              </p:cNvSpPr>
              <p:nvPr/>
            </p:nvSpPr>
            <p:spPr bwMode="gray">
              <a:xfrm>
                <a:off x="7025857" y="5391992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2" name="Freeform 2187"/>
              <p:cNvSpPr>
                <a:spLocks/>
              </p:cNvSpPr>
              <p:nvPr/>
            </p:nvSpPr>
            <p:spPr bwMode="gray">
              <a:xfrm>
                <a:off x="6826503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3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3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3" name="Freeform 2188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4" name="Freeform 2189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5" name="Freeform 2190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" name="Freeform 2191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" name="Freeform 2192"/>
              <p:cNvSpPr>
                <a:spLocks/>
              </p:cNvSpPr>
              <p:nvPr/>
            </p:nvSpPr>
            <p:spPr bwMode="gray">
              <a:xfrm>
                <a:off x="6254107" y="5439425"/>
                <a:ext cx="7383" cy="151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7">
                    <a:moveTo>
                      <a:pt x="3" y="0"/>
                    </a:moveTo>
                    <a:lnTo>
                      <a:pt x="0" y="4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8" name="Freeform 2193"/>
              <p:cNvSpPr>
                <a:spLocks/>
              </p:cNvSpPr>
              <p:nvPr/>
            </p:nvSpPr>
            <p:spPr bwMode="gray">
              <a:xfrm>
                <a:off x="6299462" y="5416938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" name="Freeform 2194"/>
              <p:cNvSpPr>
                <a:spLocks/>
              </p:cNvSpPr>
              <p:nvPr/>
            </p:nvSpPr>
            <p:spPr bwMode="gray">
              <a:xfrm>
                <a:off x="6344818" y="5391992"/>
                <a:ext cx="10196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0" name="Freeform 2195"/>
              <p:cNvSpPr>
                <a:spLocks/>
              </p:cNvSpPr>
              <p:nvPr/>
            </p:nvSpPr>
            <p:spPr bwMode="gray">
              <a:xfrm>
                <a:off x="6314581" y="5364235"/>
                <a:ext cx="12657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1" name="Freeform 2196"/>
              <p:cNvSpPr>
                <a:spLocks/>
              </p:cNvSpPr>
              <p:nvPr/>
            </p:nvSpPr>
            <p:spPr bwMode="gray">
              <a:xfrm>
                <a:off x="7109185" y="5477019"/>
                <a:ext cx="7383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2" y="0"/>
                  </a:cxn>
                </a:cxnLst>
                <a:rect l="0" t="0" r="r" b="b"/>
                <a:pathLst>
                  <a:path w="4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2" name="Freeform 2197"/>
              <p:cNvSpPr>
                <a:spLocks/>
              </p:cNvSpPr>
              <p:nvPr/>
            </p:nvSpPr>
            <p:spPr bwMode="gray">
              <a:xfrm>
                <a:off x="7154541" y="5511803"/>
                <a:ext cx="15119" cy="30216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0" y="8"/>
                  </a:cxn>
                  <a:cxn ang="0">
                    <a:pos x="2" y="13"/>
                  </a:cxn>
                  <a:cxn ang="0">
                    <a:pos x="6" y="3"/>
                  </a:cxn>
                  <a:cxn ang="0">
                    <a:pos x="5" y="0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0" y="8"/>
                    </a:lnTo>
                    <a:lnTo>
                      <a:pt x="2" y="13"/>
                    </a:lnTo>
                    <a:lnTo>
                      <a:pt x="6" y="3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3" name="Freeform 2198"/>
              <p:cNvSpPr>
                <a:spLocks/>
              </p:cNvSpPr>
              <p:nvPr/>
            </p:nvSpPr>
            <p:spPr bwMode="gray">
              <a:xfrm>
                <a:off x="7116569" y="5451722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0">
                    <a:moveTo>
                      <a:pt x="3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 2199"/>
              <p:cNvSpPr>
                <a:spLocks/>
              </p:cNvSpPr>
              <p:nvPr/>
            </p:nvSpPr>
            <p:spPr bwMode="gray">
              <a:xfrm>
                <a:off x="7169660" y="5471749"/>
                <a:ext cx="9845" cy="30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5" y="3"/>
                  </a:cxn>
                  <a:cxn ang="0">
                    <a:pos x="3" y="0"/>
                  </a:cxn>
                </a:cxnLst>
                <a:rect l="0" t="0" r="r" b="b"/>
                <a:pathLst>
                  <a:path w="5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5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Freeform 2200"/>
              <p:cNvSpPr>
                <a:spLocks/>
              </p:cNvSpPr>
              <p:nvPr/>
            </p:nvSpPr>
            <p:spPr bwMode="gray">
              <a:xfrm>
                <a:off x="6924950" y="5419398"/>
                <a:ext cx="7383" cy="2002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3" h="9">
                    <a:moveTo>
                      <a:pt x="1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Freeform 2201"/>
              <p:cNvSpPr>
                <a:spLocks/>
              </p:cNvSpPr>
              <p:nvPr/>
            </p:nvSpPr>
            <p:spPr bwMode="gray">
              <a:xfrm>
                <a:off x="6884516" y="5499506"/>
                <a:ext cx="4922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" name="Freeform 2202"/>
              <p:cNvSpPr>
                <a:spLocks/>
              </p:cNvSpPr>
              <p:nvPr/>
            </p:nvSpPr>
            <p:spPr bwMode="gray">
              <a:xfrm>
                <a:off x="7126765" y="5424316"/>
                <a:ext cx="4922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3" y="3"/>
                  </a:cxn>
                  <a:cxn ang="0">
                    <a:pos x="2" y="0"/>
                  </a:cxn>
                </a:cxnLst>
                <a:rect l="0" t="0" r="r" b="b"/>
                <a:pathLst>
                  <a:path w="3" h="10">
                    <a:moveTo>
                      <a:pt x="2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3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Freeform 2203"/>
              <p:cNvSpPr>
                <a:spLocks/>
              </p:cNvSpPr>
              <p:nvPr/>
            </p:nvSpPr>
            <p:spPr bwMode="gray">
              <a:xfrm>
                <a:off x="7182317" y="5436965"/>
                <a:ext cx="12306" cy="2740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12">
                    <a:moveTo>
                      <a:pt x="4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" name="Freeform 2204"/>
              <p:cNvSpPr>
                <a:spLocks/>
              </p:cNvSpPr>
              <p:nvPr/>
            </p:nvSpPr>
            <p:spPr bwMode="gray">
              <a:xfrm>
                <a:off x="6932333" y="5391992"/>
                <a:ext cx="7735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Freeform 2205"/>
              <p:cNvSpPr>
                <a:spLocks/>
              </p:cNvSpPr>
              <p:nvPr/>
            </p:nvSpPr>
            <p:spPr bwMode="gray">
              <a:xfrm>
                <a:off x="7136610" y="5396911"/>
                <a:ext cx="10196" cy="2494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10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0" y="6"/>
                    </a:lnTo>
                    <a:lnTo>
                      <a:pt x="1" y="10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Freeform 2206"/>
              <p:cNvSpPr>
                <a:spLocks/>
              </p:cNvSpPr>
              <p:nvPr/>
            </p:nvSpPr>
            <p:spPr bwMode="gray">
              <a:xfrm>
                <a:off x="7038515" y="5501965"/>
                <a:ext cx="9845" cy="2740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7"/>
                  </a:cxn>
                  <a:cxn ang="0">
                    <a:pos x="0" y="11"/>
                  </a:cxn>
                  <a:cxn ang="0">
                    <a:pos x="3" y="1"/>
                  </a:cxn>
                  <a:cxn ang="0">
                    <a:pos x="3" y="0"/>
                  </a:cxn>
                </a:cxnLst>
                <a:rect l="0" t="0" r="r" b="b"/>
                <a:pathLst>
                  <a:path w="3" h="11">
                    <a:moveTo>
                      <a:pt x="3" y="0"/>
                    </a:moveTo>
                    <a:lnTo>
                      <a:pt x="0" y="7"/>
                    </a:lnTo>
                    <a:lnTo>
                      <a:pt x="0" y="1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Freeform 2207"/>
              <p:cNvSpPr>
                <a:spLocks/>
              </p:cNvSpPr>
              <p:nvPr/>
            </p:nvSpPr>
            <p:spPr bwMode="gray">
              <a:xfrm>
                <a:off x="7194623" y="5394452"/>
                <a:ext cx="10196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4" y="3"/>
                  </a:cxn>
                  <a:cxn ang="0">
                    <a:pos x="3" y="0"/>
                  </a:cxn>
                </a:cxnLst>
                <a:rect l="0" t="0" r="r" b="b"/>
                <a:pathLst>
                  <a:path w="4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" name="Freeform 2208"/>
              <p:cNvSpPr>
                <a:spLocks/>
              </p:cNvSpPr>
              <p:nvPr/>
            </p:nvSpPr>
            <p:spPr bwMode="gray">
              <a:xfrm>
                <a:off x="7098989" y="5504425"/>
                <a:ext cx="4922" cy="3232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8"/>
                  </a:cxn>
                  <a:cxn ang="0">
                    <a:pos x="0" y="13"/>
                  </a:cxn>
                  <a:cxn ang="0">
                    <a:pos x="3" y="3"/>
                  </a:cxn>
                  <a:cxn ang="0">
                    <a:pos x="3" y="0"/>
                  </a:cxn>
                </a:cxnLst>
                <a:rect l="0" t="0" r="r" b="b"/>
                <a:pathLst>
                  <a:path w="3" h="13">
                    <a:moveTo>
                      <a:pt x="3" y="0"/>
                    </a:moveTo>
                    <a:lnTo>
                      <a:pt x="0" y="8"/>
                    </a:lnTo>
                    <a:lnTo>
                      <a:pt x="0" y="13"/>
                    </a:lnTo>
                    <a:lnTo>
                      <a:pt x="3" y="3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Freeform 2209"/>
              <p:cNvSpPr>
                <a:spLocks/>
              </p:cNvSpPr>
              <p:nvPr/>
            </p:nvSpPr>
            <p:spPr bwMode="gray">
              <a:xfrm>
                <a:off x="6940068" y="5366695"/>
                <a:ext cx="10196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" name="Freeform 2210"/>
              <p:cNvSpPr>
                <a:spLocks/>
              </p:cNvSpPr>
              <p:nvPr/>
            </p:nvSpPr>
            <p:spPr bwMode="gray">
              <a:xfrm>
                <a:off x="6191171" y="5436965"/>
                <a:ext cx="12306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eform 2211"/>
              <p:cNvSpPr>
                <a:spLocks/>
              </p:cNvSpPr>
              <p:nvPr/>
            </p:nvSpPr>
            <p:spPr bwMode="gray">
              <a:xfrm>
                <a:off x="6236527" y="5409208"/>
                <a:ext cx="12657" cy="228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eform 2212"/>
              <p:cNvSpPr>
                <a:spLocks/>
              </p:cNvSpPr>
              <p:nvPr/>
            </p:nvSpPr>
            <p:spPr bwMode="gray">
              <a:xfrm>
                <a:off x="6284344" y="5384262"/>
                <a:ext cx="12657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Freeform 2213"/>
              <p:cNvSpPr>
                <a:spLocks/>
              </p:cNvSpPr>
              <p:nvPr/>
            </p:nvSpPr>
            <p:spPr bwMode="gray">
              <a:xfrm>
                <a:off x="6259029" y="5356857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" name="Freeform 2214"/>
              <p:cNvSpPr>
                <a:spLocks/>
              </p:cNvSpPr>
              <p:nvPr/>
            </p:nvSpPr>
            <p:spPr bwMode="gray">
              <a:xfrm>
                <a:off x="6496356" y="5346668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5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" name="Freeform 2215"/>
              <p:cNvSpPr>
                <a:spLocks/>
              </p:cNvSpPr>
              <p:nvPr/>
            </p:nvSpPr>
            <p:spPr bwMode="gray">
              <a:xfrm>
                <a:off x="6750910" y="535439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Freeform 2216"/>
              <p:cNvSpPr>
                <a:spLocks/>
              </p:cNvSpPr>
              <p:nvPr/>
            </p:nvSpPr>
            <p:spPr bwMode="gray">
              <a:xfrm>
                <a:off x="6236527" y="5331911"/>
                <a:ext cx="9845" cy="1756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eform 2217"/>
              <p:cNvSpPr>
                <a:spLocks/>
              </p:cNvSpPr>
              <p:nvPr/>
            </p:nvSpPr>
            <p:spPr bwMode="gray">
              <a:xfrm>
                <a:off x="6130345" y="5429235"/>
                <a:ext cx="7735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eform 2218"/>
              <p:cNvSpPr>
                <a:spLocks/>
              </p:cNvSpPr>
              <p:nvPr/>
            </p:nvSpPr>
            <p:spPr bwMode="gray">
              <a:xfrm>
                <a:off x="6176053" y="5406749"/>
                <a:ext cx="7383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Freeform 2219"/>
              <p:cNvSpPr>
                <a:spLocks/>
              </p:cNvSpPr>
              <p:nvPr/>
            </p:nvSpPr>
            <p:spPr bwMode="gray">
              <a:xfrm>
                <a:off x="6221408" y="5381803"/>
                <a:ext cx="12657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" name="Freeform 2220"/>
              <p:cNvSpPr>
                <a:spLocks/>
              </p:cNvSpPr>
              <p:nvPr/>
            </p:nvSpPr>
            <p:spPr bwMode="gray">
              <a:xfrm>
                <a:off x="6196093" y="5351938"/>
                <a:ext cx="7383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3" y="0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Freeform 2221"/>
              <p:cNvSpPr>
                <a:spLocks/>
              </p:cNvSpPr>
              <p:nvPr/>
            </p:nvSpPr>
            <p:spPr bwMode="gray">
              <a:xfrm>
                <a:off x="6433068" y="5339289"/>
                <a:ext cx="5274" cy="249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"/>
                  </a:cxn>
                  <a:cxn ang="0">
                    <a:pos x="0" y="10"/>
                  </a:cxn>
                  <a:cxn ang="0">
                    <a:pos x="2" y="2"/>
                  </a:cxn>
                  <a:cxn ang="0">
                    <a:pos x="1" y="0"/>
                  </a:cxn>
                </a:cxnLst>
                <a:rect l="0" t="0" r="r" b="b"/>
                <a:pathLst>
                  <a:path w="2" h="10">
                    <a:moveTo>
                      <a:pt x="1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2" y="2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Freeform 2222"/>
              <p:cNvSpPr>
                <a:spLocks/>
              </p:cNvSpPr>
              <p:nvPr/>
            </p:nvSpPr>
            <p:spPr bwMode="gray">
              <a:xfrm>
                <a:off x="6685162" y="5349479"/>
                <a:ext cx="5274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eform 2223"/>
              <p:cNvSpPr>
                <a:spLocks/>
              </p:cNvSpPr>
              <p:nvPr/>
            </p:nvSpPr>
            <p:spPr bwMode="gray">
              <a:xfrm>
                <a:off x="6173240" y="5326992"/>
                <a:ext cx="7735" cy="1967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Freeform 2224"/>
              <p:cNvSpPr>
                <a:spLocks/>
              </p:cNvSpPr>
              <p:nvPr/>
            </p:nvSpPr>
            <p:spPr bwMode="gray">
              <a:xfrm>
                <a:off x="6069871" y="5426776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Freeform 2225"/>
              <p:cNvSpPr>
                <a:spLocks/>
              </p:cNvSpPr>
              <p:nvPr/>
            </p:nvSpPr>
            <p:spPr bwMode="gray">
              <a:xfrm>
                <a:off x="6112765" y="5404289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1" name="Freeform 2226"/>
              <p:cNvSpPr>
                <a:spLocks/>
              </p:cNvSpPr>
              <p:nvPr/>
            </p:nvSpPr>
            <p:spPr bwMode="gray">
              <a:xfrm>
                <a:off x="6160934" y="5381803"/>
                <a:ext cx="1230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eform 2227"/>
              <p:cNvSpPr>
                <a:spLocks/>
              </p:cNvSpPr>
              <p:nvPr/>
            </p:nvSpPr>
            <p:spPr bwMode="gray">
              <a:xfrm>
                <a:off x="6135619" y="5349479"/>
                <a:ext cx="10196" cy="2248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1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1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Freeform 2228"/>
              <p:cNvSpPr>
                <a:spLocks/>
              </p:cNvSpPr>
              <p:nvPr/>
            </p:nvSpPr>
            <p:spPr bwMode="gray">
              <a:xfrm>
                <a:off x="6372594" y="5339289"/>
                <a:ext cx="7735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8">
                    <a:moveTo>
                      <a:pt x="2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Freeform 2229"/>
              <p:cNvSpPr>
                <a:spLocks/>
              </p:cNvSpPr>
              <p:nvPr/>
            </p:nvSpPr>
            <p:spPr bwMode="gray">
              <a:xfrm>
                <a:off x="6627500" y="5349479"/>
                <a:ext cx="7383" cy="172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 2230"/>
              <p:cNvSpPr>
                <a:spLocks/>
              </p:cNvSpPr>
              <p:nvPr/>
            </p:nvSpPr>
            <p:spPr bwMode="gray">
              <a:xfrm>
                <a:off x="6112765" y="5321722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4" y="0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Freeform 2231"/>
              <p:cNvSpPr>
                <a:spLocks/>
              </p:cNvSpPr>
              <p:nvPr/>
            </p:nvSpPr>
            <p:spPr bwMode="gray">
              <a:xfrm>
                <a:off x="6011858" y="5426776"/>
                <a:ext cx="10196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Freeform 2232"/>
              <p:cNvSpPr>
                <a:spLocks/>
              </p:cNvSpPr>
              <p:nvPr/>
            </p:nvSpPr>
            <p:spPr bwMode="gray">
              <a:xfrm>
                <a:off x="6054752" y="5404289"/>
                <a:ext cx="10196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1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1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eform 2233"/>
              <p:cNvSpPr>
                <a:spLocks/>
              </p:cNvSpPr>
              <p:nvPr/>
            </p:nvSpPr>
            <p:spPr bwMode="gray">
              <a:xfrm>
                <a:off x="6102921" y="5376884"/>
                <a:ext cx="984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Freeform 2234"/>
              <p:cNvSpPr>
                <a:spLocks/>
              </p:cNvSpPr>
              <p:nvPr/>
            </p:nvSpPr>
            <p:spPr bwMode="gray">
              <a:xfrm>
                <a:off x="6075145" y="5349479"/>
                <a:ext cx="9845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4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Freeform 2235"/>
              <p:cNvSpPr>
                <a:spLocks/>
              </p:cNvSpPr>
              <p:nvPr/>
            </p:nvSpPr>
            <p:spPr bwMode="gray">
              <a:xfrm>
                <a:off x="5933804" y="5399371"/>
                <a:ext cx="12657" cy="224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5"/>
                  </a:cxn>
                  <a:cxn ang="0">
                    <a:pos x="1" y="9"/>
                  </a:cxn>
                  <a:cxn ang="0">
                    <a:pos x="5" y="1"/>
                  </a:cxn>
                  <a:cxn ang="0">
                    <a:pos x="1" y="0"/>
                  </a:cxn>
                </a:cxnLst>
                <a:rect l="0" t="0" r="r" b="b"/>
                <a:pathLst>
                  <a:path w="5" h="9">
                    <a:moveTo>
                      <a:pt x="1" y="0"/>
                    </a:moveTo>
                    <a:lnTo>
                      <a:pt x="0" y="5"/>
                    </a:lnTo>
                    <a:lnTo>
                      <a:pt x="1" y="9"/>
                    </a:lnTo>
                    <a:lnTo>
                      <a:pt x="5" y="1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 2236"/>
              <p:cNvSpPr>
                <a:spLocks/>
              </p:cNvSpPr>
              <p:nvPr/>
            </p:nvSpPr>
            <p:spPr bwMode="gray">
              <a:xfrm>
                <a:off x="5951383" y="5421857"/>
                <a:ext cx="12657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8"/>
                  </a:cxn>
                  <a:cxn ang="0">
                    <a:pos x="7" y="3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lnTo>
                      <a:pt x="0" y="5"/>
                    </a:lnTo>
                    <a:lnTo>
                      <a:pt x="3" y="8"/>
                    </a:lnTo>
                    <a:lnTo>
                      <a:pt x="7" y="3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Freeform 2237"/>
              <p:cNvSpPr>
                <a:spLocks/>
              </p:cNvSpPr>
              <p:nvPr/>
            </p:nvSpPr>
            <p:spPr bwMode="gray">
              <a:xfrm>
                <a:off x="5938726" y="5376884"/>
                <a:ext cx="15119" cy="1756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5"/>
                  </a:cxn>
                  <a:cxn ang="0">
                    <a:pos x="3" y="7"/>
                  </a:cxn>
                  <a:cxn ang="0">
                    <a:pos x="6" y="2"/>
                  </a:cxn>
                  <a:cxn ang="0">
                    <a:pos x="2" y="0"/>
                  </a:cxn>
                </a:cxnLst>
                <a:rect l="0" t="0" r="r" b="b"/>
                <a:pathLst>
                  <a:path w="6" h="7">
                    <a:moveTo>
                      <a:pt x="2" y="0"/>
                    </a:moveTo>
                    <a:lnTo>
                      <a:pt x="0" y="5"/>
                    </a:lnTo>
                    <a:lnTo>
                      <a:pt x="3" y="7"/>
                    </a:lnTo>
                    <a:lnTo>
                      <a:pt x="6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Freeform 2238"/>
              <p:cNvSpPr>
                <a:spLocks/>
              </p:cNvSpPr>
              <p:nvPr/>
            </p:nvSpPr>
            <p:spPr bwMode="gray">
              <a:xfrm>
                <a:off x="6314581" y="5331911"/>
                <a:ext cx="10196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4" y="1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4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eform 2239"/>
              <p:cNvSpPr>
                <a:spLocks/>
              </p:cNvSpPr>
              <p:nvPr/>
            </p:nvSpPr>
            <p:spPr bwMode="gray">
              <a:xfrm>
                <a:off x="6564213" y="5346668"/>
                <a:ext cx="12657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2" y="9"/>
                  </a:cxn>
                  <a:cxn ang="0">
                    <a:pos x="5" y="2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2" y="9"/>
                    </a:lnTo>
                    <a:lnTo>
                      <a:pt x="5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Freeform 2240"/>
              <p:cNvSpPr>
                <a:spLocks/>
              </p:cNvSpPr>
              <p:nvPr/>
            </p:nvSpPr>
            <p:spPr bwMode="gray">
              <a:xfrm>
                <a:off x="6054752" y="5321722"/>
                <a:ext cx="7735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Freeform 2241"/>
              <p:cNvSpPr>
                <a:spLocks/>
              </p:cNvSpPr>
              <p:nvPr/>
            </p:nvSpPr>
            <p:spPr bwMode="gray">
              <a:xfrm>
                <a:off x="5999200" y="5396911"/>
                <a:ext cx="10196" cy="22486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 2242"/>
              <p:cNvSpPr>
                <a:spLocks/>
              </p:cNvSpPr>
              <p:nvPr/>
            </p:nvSpPr>
            <p:spPr bwMode="gray">
              <a:xfrm>
                <a:off x="6002013" y="5371965"/>
                <a:ext cx="9845" cy="2248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5" y="1"/>
                  </a:cxn>
                  <a:cxn ang="0">
                    <a:pos x="3" y="0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5" y="1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Freeform 2243"/>
              <p:cNvSpPr>
                <a:spLocks/>
              </p:cNvSpPr>
              <p:nvPr/>
            </p:nvSpPr>
            <p:spPr bwMode="gray">
              <a:xfrm>
                <a:off x="6057213" y="5374425"/>
                <a:ext cx="12657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6"/>
                  </a:cxn>
                  <a:cxn ang="0">
                    <a:pos x="1" y="9"/>
                  </a:cxn>
                  <a:cxn ang="0">
                    <a:pos x="5" y="2"/>
                  </a:cxn>
                  <a:cxn ang="0">
                    <a:pos x="4" y="0"/>
                  </a:cxn>
                </a:cxnLst>
                <a:rect l="0" t="0" r="r" b="b"/>
                <a:pathLst>
                  <a:path w="5" h="9">
                    <a:moveTo>
                      <a:pt x="4" y="0"/>
                    </a:moveTo>
                    <a:lnTo>
                      <a:pt x="0" y="6"/>
                    </a:lnTo>
                    <a:lnTo>
                      <a:pt x="1" y="9"/>
                    </a:lnTo>
                    <a:lnTo>
                      <a:pt x="5" y="2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Freeform 2244"/>
              <p:cNvSpPr>
                <a:spLocks/>
              </p:cNvSpPr>
              <p:nvPr/>
            </p:nvSpPr>
            <p:spPr bwMode="gray">
              <a:xfrm>
                <a:off x="6024515" y="5349479"/>
                <a:ext cx="10196" cy="200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4" y="2"/>
                  </a:cxn>
                  <a:cxn ang="0">
                    <a:pos x="3" y="0"/>
                  </a:cxn>
                </a:cxnLst>
                <a:rect l="0" t="0" r="r" b="b"/>
                <a:pathLst>
                  <a:path w="4" h="8">
                    <a:moveTo>
                      <a:pt x="3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4" y="2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Freeform 2245"/>
              <p:cNvSpPr>
                <a:spLocks/>
              </p:cNvSpPr>
              <p:nvPr/>
            </p:nvSpPr>
            <p:spPr bwMode="gray">
              <a:xfrm>
                <a:off x="5981621" y="5346668"/>
                <a:ext cx="15119" cy="2002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5"/>
                  </a:cxn>
                  <a:cxn ang="0">
                    <a:pos x="0" y="8"/>
                  </a:cxn>
                  <a:cxn ang="0">
                    <a:pos x="5" y="1"/>
                  </a:cxn>
                  <a:cxn ang="0">
                    <a:pos x="4" y="0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lnTo>
                      <a:pt x="0" y="5"/>
                    </a:lnTo>
                    <a:lnTo>
                      <a:pt x="0" y="8"/>
                    </a:lnTo>
                    <a:lnTo>
                      <a:pt x="5" y="1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" name="Freeform 2246"/>
              <p:cNvSpPr>
                <a:spLocks/>
              </p:cNvSpPr>
              <p:nvPr/>
            </p:nvSpPr>
            <p:spPr bwMode="gray">
              <a:xfrm>
                <a:off x="5933804" y="5346668"/>
                <a:ext cx="4922" cy="2002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6"/>
                  </a:cxn>
                  <a:cxn ang="0">
                    <a:pos x="0" y="9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9">
                    <a:moveTo>
                      <a:pt x="2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eform 2247"/>
              <p:cNvSpPr>
                <a:spLocks/>
              </p:cNvSpPr>
              <p:nvPr/>
            </p:nvSpPr>
            <p:spPr bwMode="gray">
              <a:xfrm>
                <a:off x="6039634" y="5469289"/>
                <a:ext cx="363198" cy="2775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51" y="7"/>
                  </a:cxn>
                  <a:cxn ang="0">
                    <a:pos x="152" y="12"/>
                  </a:cxn>
                  <a:cxn ang="0">
                    <a:pos x="0" y="5"/>
                  </a:cxn>
                  <a:cxn ang="0">
                    <a:pos x="2" y="0"/>
                  </a:cxn>
                </a:cxnLst>
                <a:rect l="0" t="0" r="r" b="b"/>
                <a:pathLst>
                  <a:path w="152" h="12">
                    <a:moveTo>
                      <a:pt x="2" y="0"/>
                    </a:moveTo>
                    <a:lnTo>
                      <a:pt x="151" y="7"/>
                    </a:lnTo>
                    <a:lnTo>
                      <a:pt x="152" y="12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 2248"/>
              <p:cNvSpPr>
                <a:spLocks/>
              </p:cNvSpPr>
              <p:nvPr/>
            </p:nvSpPr>
            <p:spPr bwMode="gray">
              <a:xfrm>
                <a:off x="6049830" y="5454533"/>
                <a:ext cx="355462" cy="32324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0"/>
                  </a:cxn>
                  <a:cxn ang="0">
                    <a:pos x="150" y="7"/>
                  </a:cxn>
                  <a:cxn ang="0">
                    <a:pos x="148" y="12"/>
                  </a:cxn>
                  <a:cxn ang="0">
                    <a:pos x="0" y="5"/>
                  </a:cxn>
                </a:cxnLst>
                <a:rect l="0" t="0" r="r" b="b"/>
                <a:pathLst>
                  <a:path w="150" h="12">
                    <a:moveTo>
                      <a:pt x="0" y="5"/>
                    </a:moveTo>
                    <a:lnTo>
                      <a:pt x="5" y="0"/>
                    </a:lnTo>
                    <a:lnTo>
                      <a:pt x="150" y="7"/>
                    </a:lnTo>
                    <a:lnTo>
                      <a:pt x="148" y="12"/>
                    </a:lnTo>
                    <a:lnTo>
                      <a:pt x="0" y="5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Freeform 2249"/>
              <p:cNvSpPr>
                <a:spLocks/>
              </p:cNvSpPr>
              <p:nvPr/>
            </p:nvSpPr>
            <p:spPr bwMode="gray">
              <a:xfrm>
                <a:off x="6400370" y="5471749"/>
                <a:ext cx="10196" cy="252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7"/>
                  </a:cxn>
                  <a:cxn ang="0">
                    <a:pos x="1" y="12"/>
                  </a:cxn>
                  <a:cxn ang="0">
                    <a:pos x="5" y="4"/>
                  </a:cxn>
                  <a:cxn ang="0">
                    <a:pos x="2" y="0"/>
                  </a:cxn>
                </a:cxnLst>
                <a:rect l="0" t="0" r="r" b="b"/>
                <a:pathLst>
                  <a:path w="5" h="12">
                    <a:moveTo>
                      <a:pt x="2" y="0"/>
                    </a:moveTo>
                    <a:lnTo>
                      <a:pt x="0" y="7"/>
                    </a:lnTo>
                    <a:lnTo>
                      <a:pt x="1" y="12"/>
                    </a:lnTo>
                    <a:lnTo>
                      <a:pt x="5" y="4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" name="Freeform 2250"/>
              <p:cNvSpPr>
                <a:spLocks/>
              </p:cNvSpPr>
              <p:nvPr/>
            </p:nvSpPr>
            <p:spPr bwMode="gray">
              <a:xfrm>
                <a:off x="6990346" y="5366695"/>
                <a:ext cx="219395" cy="2775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3" y="3"/>
                  </a:cxn>
                  <a:cxn ang="0">
                    <a:pos x="91" y="12"/>
                  </a:cxn>
                  <a:cxn ang="0">
                    <a:pos x="0" y="6"/>
                  </a:cxn>
                  <a:cxn ang="0">
                    <a:pos x="4" y="0"/>
                  </a:cxn>
                </a:cxnLst>
                <a:rect l="0" t="0" r="r" b="b"/>
                <a:pathLst>
                  <a:path w="93" h="12">
                    <a:moveTo>
                      <a:pt x="4" y="0"/>
                    </a:moveTo>
                    <a:lnTo>
                      <a:pt x="93" y="3"/>
                    </a:lnTo>
                    <a:lnTo>
                      <a:pt x="91" y="12"/>
                    </a:lnTo>
                    <a:lnTo>
                      <a:pt x="0" y="6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Freeform 2251"/>
              <p:cNvSpPr>
                <a:spLocks/>
              </p:cNvSpPr>
              <p:nvPr/>
            </p:nvSpPr>
            <p:spPr bwMode="gray">
              <a:xfrm>
                <a:off x="7010739" y="5371965"/>
                <a:ext cx="9845" cy="49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4" y="1"/>
                  </a:cxn>
                  <a:cxn ang="0">
                    <a:pos x="4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2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</a:cxnLst>
                <a:rect l="0" t="0" r="r" b="b"/>
                <a:pathLst>
                  <a:path w="4" h="2">
                    <a:moveTo>
                      <a:pt x="2" y="0"/>
                    </a:moveTo>
                    <a:lnTo>
                      <a:pt x="4" y="1"/>
                    </a:lnTo>
                    <a:lnTo>
                      <a:pt x="4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7" name="Freeform 2252"/>
              <p:cNvSpPr>
                <a:spLocks/>
              </p:cNvSpPr>
              <p:nvPr/>
            </p:nvSpPr>
            <p:spPr bwMode="gray">
              <a:xfrm>
                <a:off x="7096528" y="5374425"/>
                <a:ext cx="15119" cy="737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6" y="1"/>
                  </a:cxn>
                  <a:cxn ang="0">
                    <a:pos x="7" y="1"/>
                  </a:cxn>
                  <a:cxn ang="0">
                    <a:pos x="7" y="2"/>
                  </a:cxn>
                  <a:cxn ang="0">
                    <a:pos x="6" y="3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3" y="0"/>
                  </a:cxn>
                </a:cxnLst>
                <a:rect l="0" t="0" r="r" b="b"/>
                <a:pathLst>
                  <a:path w="7" h="4">
                    <a:moveTo>
                      <a:pt x="3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eform 2253"/>
              <p:cNvSpPr>
                <a:spLocks/>
              </p:cNvSpPr>
              <p:nvPr/>
            </p:nvSpPr>
            <p:spPr bwMode="gray">
              <a:xfrm>
                <a:off x="7177043" y="5381803"/>
                <a:ext cx="12657" cy="245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6" y="1"/>
                  </a:cxn>
                  <a:cxn ang="0">
                    <a:pos x="6" y="2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2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2254"/>
              <p:cNvSpPr>
                <a:spLocks/>
              </p:cNvSpPr>
              <p:nvPr/>
            </p:nvSpPr>
            <p:spPr bwMode="gray">
              <a:xfrm>
                <a:off x="6359937" y="5276749"/>
                <a:ext cx="73132" cy="3267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6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4" y="1"/>
                  </a:cxn>
                  <a:cxn ang="0">
                    <a:pos x="26" y="2"/>
                  </a:cxn>
                  <a:cxn ang="0">
                    <a:pos x="28" y="3"/>
                  </a:cxn>
                  <a:cxn ang="0">
                    <a:pos x="29" y="4"/>
                  </a:cxn>
                  <a:cxn ang="0">
                    <a:pos x="30" y="6"/>
                  </a:cxn>
                  <a:cxn ang="0">
                    <a:pos x="30" y="7"/>
                  </a:cxn>
                  <a:cxn ang="0">
                    <a:pos x="29" y="8"/>
                  </a:cxn>
                  <a:cxn ang="0">
                    <a:pos x="27" y="10"/>
                  </a:cxn>
                  <a:cxn ang="0">
                    <a:pos x="26" y="11"/>
                  </a:cxn>
                  <a:cxn ang="0">
                    <a:pos x="23" y="12"/>
                  </a:cxn>
                  <a:cxn ang="0">
                    <a:pos x="21" y="13"/>
                  </a:cxn>
                  <a:cxn ang="0">
                    <a:pos x="18" y="14"/>
                  </a:cxn>
                  <a:cxn ang="0">
                    <a:pos x="15" y="14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7" y="14"/>
                  </a:cxn>
                  <a:cxn ang="0">
                    <a:pos x="4" y="12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0" y="1"/>
                  </a:cxn>
                  <a:cxn ang="0">
                    <a:pos x="13" y="0"/>
                  </a:cxn>
                </a:cxnLst>
                <a:rect l="0" t="0" r="r" b="b"/>
                <a:pathLst>
                  <a:path w="30" h="14">
                    <a:moveTo>
                      <a:pt x="13" y="0"/>
                    </a:moveTo>
                    <a:lnTo>
                      <a:pt x="16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4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4"/>
                    </a:lnTo>
                    <a:lnTo>
                      <a:pt x="30" y="6"/>
                    </a:lnTo>
                    <a:lnTo>
                      <a:pt x="30" y="7"/>
                    </a:lnTo>
                    <a:lnTo>
                      <a:pt x="29" y="8"/>
                    </a:lnTo>
                    <a:lnTo>
                      <a:pt x="27" y="10"/>
                    </a:lnTo>
                    <a:lnTo>
                      <a:pt x="26" y="11"/>
                    </a:lnTo>
                    <a:lnTo>
                      <a:pt x="23" y="12"/>
                    </a:lnTo>
                    <a:lnTo>
                      <a:pt x="21" y="13"/>
                    </a:lnTo>
                    <a:lnTo>
                      <a:pt x="18" y="14"/>
                    </a:lnTo>
                    <a:lnTo>
                      <a:pt x="15" y="14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7" y="14"/>
                    </a:lnTo>
                    <a:lnTo>
                      <a:pt x="4" y="12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0" y="1"/>
                    </a:lnTo>
                    <a:lnTo>
                      <a:pt x="13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Freeform 2255"/>
              <p:cNvSpPr>
                <a:spLocks/>
              </p:cNvSpPr>
              <p:nvPr/>
            </p:nvSpPr>
            <p:spPr bwMode="gray">
              <a:xfrm>
                <a:off x="6438342" y="5294316"/>
                <a:ext cx="47817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8" y="1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20" y="4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8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4" y="9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0" y="4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8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Freeform 2256"/>
              <p:cNvSpPr>
                <a:spLocks/>
              </p:cNvSpPr>
              <p:nvPr/>
            </p:nvSpPr>
            <p:spPr bwMode="gray">
              <a:xfrm>
                <a:off x="6299462" y="5286938"/>
                <a:ext cx="45356" cy="2248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7" y="1"/>
                  </a:cxn>
                  <a:cxn ang="0">
                    <a:pos x="18" y="2"/>
                  </a:cxn>
                  <a:cxn ang="0">
                    <a:pos x="19" y="2"/>
                  </a:cxn>
                  <a:cxn ang="0">
                    <a:pos x="20" y="3"/>
                  </a:cxn>
                  <a:cxn ang="0">
                    <a:pos x="19" y="5"/>
                  </a:cxn>
                  <a:cxn ang="0">
                    <a:pos x="17" y="7"/>
                  </a:cxn>
                  <a:cxn ang="0">
                    <a:pos x="13" y="9"/>
                  </a:cxn>
                  <a:cxn ang="0">
                    <a:pos x="10" y="9"/>
                  </a:cxn>
                  <a:cxn ang="0">
                    <a:pos x="8" y="9"/>
                  </a:cxn>
                  <a:cxn ang="0">
                    <a:pos x="6" y="9"/>
                  </a:cxn>
                  <a:cxn ang="0">
                    <a:pos x="5" y="9"/>
                  </a:cxn>
                  <a:cxn ang="0">
                    <a:pos x="3" y="8"/>
                  </a:cxn>
                  <a:cxn ang="0">
                    <a:pos x="2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6" y="0"/>
                  </a:cxn>
                  <a:cxn ang="0">
                    <a:pos x="9" y="0"/>
                  </a:cxn>
                </a:cxnLst>
                <a:rect l="0" t="0" r="r" b="b"/>
                <a:pathLst>
                  <a:path w="20" h="9">
                    <a:moveTo>
                      <a:pt x="9" y="0"/>
                    </a:move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1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19" y="5"/>
                    </a:lnTo>
                    <a:lnTo>
                      <a:pt x="17" y="7"/>
                    </a:lnTo>
                    <a:lnTo>
                      <a:pt x="13" y="9"/>
                    </a:lnTo>
                    <a:lnTo>
                      <a:pt x="10" y="9"/>
                    </a:lnTo>
                    <a:lnTo>
                      <a:pt x="8" y="9"/>
                    </a:lnTo>
                    <a:lnTo>
                      <a:pt x="6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2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eform 2257"/>
              <p:cNvSpPr>
                <a:spLocks/>
              </p:cNvSpPr>
              <p:nvPr/>
            </p:nvSpPr>
            <p:spPr bwMode="gray">
              <a:xfrm>
                <a:off x="6576871" y="5299235"/>
                <a:ext cx="37972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1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1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Freeform 2258"/>
              <p:cNvSpPr>
                <a:spLocks/>
              </p:cNvSpPr>
              <p:nvPr/>
            </p:nvSpPr>
            <p:spPr bwMode="gray">
              <a:xfrm>
                <a:off x="6647541" y="5304154"/>
                <a:ext cx="37621" cy="228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3" y="1"/>
                  </a:cxn>
                  <a:cxn ang="0">
                    <a:pos x="15" y="2"/>
                  </a:cxn>
                  <a:cxn ang="0">
                    <a:pos x="16" y="3"/>
                  </a:cxn>
                  <a:cxn ang="0">
                    <a:pos x="15" y="5"/>
                  </a:cxn>
                  <a:cxn ang="0">
                    <a:pos x="13" y="7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5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9">
                    <a:moveTo>
                      <a:pt x="7" y="0"/>
                    </a:moveTo>
                    <a:lnTo>
                      <a:pt x="10" y="0"/>
                    </a:lnTo>
                    <a:lnTo>
                      <a:pt x="13" y="1"/>
                    </a:lnTo>
                    <a:lnTo>
                      <a:pt x="15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5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eform 2259"/>
              <p:cNvSpPr>
                <a:spLocks/>
              </p:cNvSpPr>
              <p:nvPr/>
            </p:nvSpPr>
            <p:spPr bwMode="gray">
              <a:xfrm>
                <a:off x="6748449" y="5316803"/>
                <a:ext cx="32698" cy="1510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0"/>
                  </a:cxn>
                  <a:cxn ang="0">
                    <a:pos x="12" y="0"/>
                  </a:cxn>
                  <a:cxn ang="0">
                    <a:pos x="15" y="1"/>
                  </a:cxn>
                  <a:cxn ang="0">
                    <a:pos x="15" y="3"/>
                  </a:cxn>
                  <a:cxn ang="0">
                    <a:pos x="15" y="4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8" y="7"/>
                  </a:cxn>
                  <a:cxn ang="0">
                    <a:pos x="4" y="7"/>
                  </a:cxn>
                  <a:cxn ang="0">
                    <a:pos x="2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5" h="7">
                    <a:moveTo>
                      <a:pt x="7" y="0"/>
                    </a:moveTo>
                    <a:lnTo>
                      <a:pt x="10" y="0"/>
                    </a:lnTo>
                    <a:lnTo>
                      <a:pt x="12" y="0"/>
                    </a:lnTo>
                    <a:lnTo>
                      <a:pt x="15" y="1"/>
                    </a:lnTo>
                    <a:lnTo>
                      <a:pt x="15" y="3"/>
                    </a:lnTo>
                    <a:lnTo>
                      <a:pt x="15" y="4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8" y="7"/>
                    </a:lnTo>
                    <a:lnTo>
                      <a:pt x="4" y="7"/>
                    </a:lnTo>
                    <a:lnTo>
                      <a:pt x="2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2260"/>
              <p:cNvSpPr>
                <a:spLocks/>
              </p:cNvSpPr>
              <p:nvPr/>
            </p:nvSpPr>
            <p:spPr bwMode="gray">
              <a:xfrm>
                <a:off x="6211212" y="5294316"/>
                <a:ext cx="27776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2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5">
                    <a:moveTo>
                      <a:pt x="5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Freeform 2261"/>
              <p:cNvSpPr>
                <a:spLocks/>
              </p:cNvSpPr>
              <p:nvPr/>
            </p:nvSpPr>
            <p:spPr bwMode="gray">
              <a:xfrm>
                <a:off x="6130345" y="5296776"/>
                <a:ext cx="30589" cy="1264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2" h="6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1" y="1"/>
                    </a:lnTo>
                    <a:lnTo>
                      <a:pt x="12" y="2"/>
                    </a:lnTo>
                    <a:lnTo>
                      <a:pt x="11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Freeform 2262"/>
              <p:cNvSpPr>
                <a:spLocks/>
              </p:cNvSpPr>
              <p:nvPr/>
            </p:nvSpPr>
            <p:spPr bwMode="gray">
              <a:xfrm>
                <a:off x="7066291" y="5349479"/>
                <a:ext cx="30237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3"/>
                  </a:cxn>
                  <a:cxn ang="0">
                    <a:pos x="10" y="4"/>
                  </a:cxn>
                  <a:cxn ang="0">
                    <a:pos x="8" y="5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5">
                    <a:moveTo>
                      <a:pt x="6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3"/>
                    </a:lnTo>
                    <a:lnTo>
                      <a:pt x="10" y="4"/>
                    </a:lnTo>
                    <a:lnTo>
                      <a:pt x="8" y="5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eform 2263"/>
              <p:cNvSpPr>
                <a:spLocks/>
              </p:cNvSpPr>
              <p:nvPr/>
            </p:nvSpPr>
            <p:spPr bwMode="gray">
              <a:xfrm>
                <a:off x="6365211" y="5276749"/>
                <a:ext cx="60474" cy="30216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8" y="1"/>
                  </a:cxn>
                  <a:cxn ang="0">
                    <a:pos x="20" y="2"/>
                  </a:cxn>
                  <a:cxn ang="0">
                    <a:pos x="22" y="2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5" y="7"/>
                  </a:cxn>
                  <a:cxn ang="0">
                    <a:pos x="24" y="8"/>
                  </a:cxn>
                  <a:cxn ang="0">
                    <a:pos x="23" y="9"/>
                  </a:cxn>
                  <a:cxn ang="0">
                    <a:pos x="22" y="10"/>
                  </a:cxn>
                  <a:cxn ang="0">
                    <a:pos x="20" y="11"/>
                  </a:cxn>
                  <a:cxn ang="0">
                    <a:pos x="17" y="12"/>
                  </a:cxn>
                  <a:cxn ang="0">
                    <a:pos x="16" y="12"/>
                  </a:cxn>
                  <a:cxn ang="0">
                    <a:pos x="13" y="13"/>
                  </a:cxn>
                  <a:cxn ang="0">
                    <a:pos x="10" y="13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1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2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1" y="0"/>
                  </a:cxn>
                </a:cxnLst>
                <a:rect l="0" t="0" r="r" b="b"/>
                <a:pathLst>
                  <a:path w="25" h="13">
                    <a:moveTo>
                      <a:pt x="11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8" y="1"/>
                    </a:lnTo>
                    <a:lnTo>
                      <a:pt x="20" y="2"/>
                    </a:lnTo>
                    <a:lnTo>
                      <a:pt x="22" y="2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4" y="8"/>
                    </a:lnTo>
                    <a:lnTo>
                      <a:pt x="23" y="9"/>
                    </a:lnTo>
                    <a:lnTo>
                      <a:pt x="22" y="10"/>
                    </a:lnTo>
                    <a:lnTo>
                      <a:pt x="20" y="11"/>
                    </a:lnTo>
                    <a:lnTo>
                      <a:pt x="17" y="12"/>
                    </a:lnTo>
                    <a:lnTo>
                      <a:pt x="16" y="12"/>
                    </a:lnTo>
                    <a:lnTo>
                      <a:pt x="13" y="13"/>
                    </a:lnTo>
                    <a:lnTo>
                      <a:pt x="10" y="13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2"/>
                    </a:lnTo>
                    <a:lnTo>
                      <a:pt x="5" y="2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1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Freeform 2264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eform 2265"/>
              <p:cNvSpPr>
                <a:spLocks/>
              </p:cNvSpPr>
              <p:nvPr/>
            </p:nvSpPr>
            <p:spPr bwMode="gray">
              <a:xfrm>
                <a:off x="6301924" y="5286938"/>
                <a:ext cx="42895" cy="2248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7" y="3"/>
                  </a:cxn>
                  <a:cxn ang="0">
                    <a:pos x="16" y="5"/>
                  </a:cxn>
                  <a:cxn ang="0">
                    <a:pos x="14" y="6"/>
                  </a:cxn>
                  <a:cxn ang="0">
                    <a:pos x="12" y="8"/>
                  </a:cxn>
                  <a:cxn ang="0">
                    <a:pos x="9" y="9"/>
                  </a:cxn>
                  <a:cxn ang="0">
                    <a:pos x="5" y="9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lnTo>
                      <a:pt x="10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2" y="8"/>
                    </a:lnTo>
                    <a:lnTo>
                      <a:pt x="9" y="9"/>
                    </a:lnTo>
                    <a:lnTo>
                      <a:pt x="5" y="9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2266"/>
              <p:cNvSpPr>
                <a:spLocks/>
              </p:cNvSpPr>
              <p:nvPr/>
            </p:nvSpPr>
            <p:spPr bwMode="gray">
              <a:xfrm>
                <a:off x="6579332" y="5301695"/>
                <a:ext cx="32698" cy="1510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4" y="3"/>
                  </a:cxn>
                  <a:cxn ang="0">
                    <a:pos x="13" y="5"/>
                  </a:cxn>
                  <a:cxn ang="0">
                    <a:pos x="10" y="6"/>
                  </a:cxn>
                  <a:cxn ang="0">
                    <a:pos x="7" y="6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4" h="6">
                    <a:moveTo>
                      <a:pt x="6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4" y="3"/>
                    </a:lnTo>
                    <a:lnTo>
                      <a:pt x="13" y="5"/>
                    </a:lnTo>
                    <a:lnTo>
                      <a:pt x="10" y="6"/>
                    </a:lnTo>
                    <a:lnTo>
                      <a:pt x="7" y="6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Freeform 2267"/>
              <p:cNvSpPr>
                <a:spLocks/>
              </p:cNvSpPr>
              <p:nvPr/>
            </p:nvSpPr>
            <p:spPr bwMode="gray">
              <a:xfrm>
                <a:off x="6650002" y="5306965"/>
                <a:ext cx="27776" cy="1721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2" h="7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Freeform 2268"/>
              <p:cNvSpPr>
                <a:spLocks/>
              </p:cNvSpPr>
              <p:nvPr/>
            </p:nvSpPr>
            <p:spPr bwMode="gray">
              <a:xfrm>
                <a:off x="6748449" y="5314344"/>
                <a:ext cx="30237" cy="1264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3" y="2"/>
                  </a:cxn>
                  <a:cxn ang="0">
                    <a:pos x="13" y="3"/>
                  </a:cxn>
                  <a:cxn ang="0">
                    <a:pos x="11" y="5"/>
                  </a:cxn>
                  <a:cxn ang="0">
                    <a:pos x="9" y="6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3" y="2"/>
                    </a:lnTo>
                    <a:lnTo>
                      <a:pt x="13" y="3"/>
                    </a:lnTo>
                    <a:lnTo>
                      <a:pt x="11" y="5"/>
                    </a:lnTo>
                    <a:lnTo>
                      <a:pt x="9" y="6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eform 2269"/>
              <p:cNvSpPr>
                <a:spLocks/>
              </p:cNvSpPr>
              <p:nvPr/>
            </p:nvSpPr>
            <p:spPr bwMode="gray">
              <a:xfrm>
                <a:off x="6213673" y="5294316"/>
                <a:ext cx="22854" cy="9838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4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Freeform 2270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1"/>
                  </a:cxn>
                  <a:cxn ang="0">
                    <a:pos x="10" y="3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2271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1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1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2272"/>
              <p:cNvSpPr>
                <a:spLocks/>
              </p:cNvSpPr>
              <p:nvPr/>
            </p:nvSpPr>
            <p:spPr bwMode="gray">
              <a:xfrm>
                <a:off x="6365211" y="5281668"/>
                <a:ext cx="60474" cy="252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0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21" y="1"/>
                  </a:cxn>
                  <a:cxn ang="0">
                    <a:pos x="23" y="1"/>
                  </a:cxn>
                  <a:cxn ang="0">
                    <a:pos x="24" y="2"/>
                  </a:cxn>
                  <a:cxn ang="0">
                    <a:pos x="25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4" y="6"/>
                  </a:cxn>
                  <a:cxn ang="0">
                    <a:pos x="23" y="7"/>
                  </a:cxn>
                  <a:cxn ang="0">
                    <a:pos x="22" y="9"/>
                  </a:cxn>
                  <a:cxn ang="0">
                    <a:pos x="20" y="9"/>
                  </a:cxn>
                  <a:cxn ang="0">
                    <a:pos x="17" y="10"/>
                  </a:cxn>
                  <a:cxn ang="0">
                    <a:pos x="16" y="10"/>
                  </a:cxn>
                  <a:cxn ang="0">
                    <a:pos x="13" y="11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6" y="10"/>
                  </a:cxn>
                  <a:cxn ang="0">
                    <a:pos x="4" y="10"/>
                  </a:cxn>
                  <a:cxn ang="0">
                    <a:pos x="2" y="9"/>
                  </a:cxn>
                  <a:cxn ang="0">
                    <a:pos x="1" y="8"/>
                  </a:cxn>
                  <a:cxn ang="0">
                    <a:pos x="1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1" y="2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7" y="1"/>
                  </a:cxn>
                  <a:cxn ang="0">
                    <a:pos x="9" y="0"/>
                  </a:cxn>
                  <a:cxn ang="0">
                    <a:pos x="12" y="0"/>
                  </a:cxn>
                </a:cxnLst>
                <a:rect l="0" t="0" r="r" b="b"/>
                <a:pathLst>
                  <a:path w="25" h="11">
                    <a:moveTo>
                      <a:pt x="12" y="0"/>
                    </a:moveTo>
                    <a:lnTo>
                      <a:pt x="14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5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4" y="6"/>
                    </a:lnTo>
                    <a:lnTo>
                      <a:pt x="23" y="7"/>
                    </a:lnTo>
                    <a:lnTo>
                      <a:pt x="22" y="9"/>
                    </a:lnTo>
                    <a:lnTo>
                      <a:pt x="20" y="9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1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2" y="9"/>
                    </a:lnTo>
                    <a:lnTo>
                      <a:pt x="1" y="8"/>
                    </a:lnTo>
                    <a:lnTo>
                      <a:pt x="1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9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eform 2273"/>
              <p:cNvSpPr>
                <a:spLocks/>
              </p:cNvSpPr>
              <p:nvPr/>
            </p:nvSpPr>
            <p:spPr bwMode="gray">
              <a:xfrm>
                <a:off x="6440804" y="5296776"/>
                <a:ext cx="37621" cy="200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2"/>
                  </a:cxn>
                  <a:cxn ang="0">
                    <a:pos x="16" y="3"/>
                  </a:cxn>
                  <a:cxn ang="0">
                    <a:pos x="16" y="5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8"/>
                  </a:cxn>
                  <a:cxn ang="0">
                    <a:pos x="5" y="8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2"/>
                    </a:lnTo>
                    <a:lnTo>
                      <a:pt x="16" y="3"/>
                    </a:lnTo>
                    <a:lnTo>
                      <a:pt x="16" y="5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8"/>
                    </a:lnTo>
                    <a:lnTo>
                      <a:pt x="5" y="8"/>
                    </a:lnTo>
                    <a:lnTo>
                      <a:pt x="2" y="8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Freeform 2274"/>
              <p:cNvSpPr>
                <a:spLocks/>
              </p:cNvSpPr>
              <p:nvPr/>
            </p:nvSpPr>
            <p:spPr bwMode="gray">
              <a:xfrm>
                <a:off x="6301924" y="5291857"/>
                <a:ext cx="42895" cy="175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4" y="1"/>
                  </a:cxn>
                  <a:cxn ang="0">
                    <a:pos x="16" y="1"/>
                  </a:cxn>
                  <a:cxn ang="0">
                    <a:pos x="17" y="3"/>
                  </a:cxn>
                  <a:cxn ang="0">
                    <a:pos x="16" y="4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5" y="8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4" y="1"/>
                  </a:cxn>
                  <a:cxn ang="0">
                    <a:pos x="8" y="0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lnTo>
                      <a:pt x="11" y="0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3"/>
                    </a:lnTo>
                    <a:lnTo>
                      <a:pt x="16" y="4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5" y="8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1"/>
                    </a:lnTo>
                    <a:lnTo>
                      <a:pt x="8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eform 2275"/>
              <p:cNvSpPr>
                <a:spLocks/>
              </p:cNvSpPr>
              <p:nvPr/>
            </p:nvSpPr>
            <p:spPr bwMode="gray">
              <a:xfrm>
                <a:off x="6579332" y="5304154"/>
                <a:ext cx="32698" cy="1264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4" y="1"/>
                  </a:cxn>
                  <a:cxn ang="0">
                    <a:pos x="14" y="1"/>
                  </a:cxn>
                  <a:cxn ang="0">
                    <a:pos x="14" y="2"/>
                  </a:cxn>
                  <a:cxn ang="0">
                    <a:pos x="13" y="4"/>
                  </a:cxn>
                  <a:cxn ang="0">
                    <a:pos x="10" y="5"/>
                  </a:cxn>
                  <a:cxn ang="0">
                    <a:pos x="7" y="5"/>
                  </a:cxn>
                  <a:cxn ang="0">
                    <a:pos x="5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14" h="5">
                    <a:moveTo>
                      <a:pt x="7" y="0"/>
                    </a:moveTo>
                    <a:lnTo>
                      <a:pt x="9" y="0"/>
                    </a:lnTo>
                    <a:lnTo>
                      <a:pt x="12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4" y="2"/>
                    </a:lnTo>
                    <a:lnTo>
                      <a:pt x="13" y="4"/>
                    </a:lnTo>
                    <a:lnTo>
                      <a:pt x="10" y="5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1" name="Freeform 2276"/>
              <p:cNvSpPr>
                <a:spLocks/>
              </p:cNvSpPr>
              <p:nvPr/>
            </p:nvSpPr>
            <p:spPr bwMode="gray">
              <a:xfrm>
                <a:off x="6650002" y="5309425"/>
                <a:ext cx="27776" cy="14757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1"/>
                  </a:cxn>
                  <a:cxn ang="0">
                    <a:pos x="12" y="2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6" y="6"/>
                  </a:cxn>
                  <a:cxn ang="0">
                    <a:pos x="4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6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1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6" y="6"/>
                    </a:lnTo>
                    <a:lnTo>
                      <a:pt x="4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2277"/>
              <p:cNvSpPr>
                <a:spLocks/>
              </p:cNvSpPr>
              <p:nvPr/>
            </p:nvSpPr>
            <p:spPr bwMode="gray">
              <a:xfrm>
                <a:off x="6748449" y="5316803"/>
                <a:ext cx="30237" cy="1018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3" y="2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rect l="0" t="0" r="r" b="b"/>
                <a:pathLst>
                  <a:path w="13" h="5">
                    <a:moveTo>
                      <a:pt x="6" y="0"/>
                    </a:moveTo>
                    <a:lnTo>
                      <a:pt x="8" y="0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3" y="1"/>
                    </a:lnTo>
                    <a:lnTo>
                      <a:pt x="13" y="2"/>
                    </a:lnTo>
                    <a:lnTo>
                      <a:pt x="11" y="4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2278"/>
              <p:cNvSpPr>
                <a:spLocks/>
              </p:cNvSpPr>
              <p:nvPr/>
            </p:nvSpPr>
            <p:spPr bwMode="gray">
              <a:xfrm>
                <a:off x="6213673" y="5296776"/>
                <a:ext cx="22854" cy="737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0"/>
                  </a:cxn>
                  <a:cxn ang="0">
                    <a:pos x="10" y="1"/>
                  </a:cxn>
                  <a:cxn ang="0">
                    <a:pos x="8" y="2"/>
                  </a:cxn>
                  <a:cxn ang="0">
                    <a:pos x="7" y="3"/>
                  </a:cxn>
                  <a:cxn ang="0">
                    <a:pos x="5" y="3"/>
                  </a:cxn>
                  <a:cxn ang="0">
                    <a:pos x="3" y="3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3" y="0"/>
                  </a:cxn>
                  <a:cxn ang="0">
                    <a:pos x="5" y="0"/>
                  </a:cxn>
                </a:cxnLst>
                <a:rect l="0" t="0" r="r" b="b"/>
                <a:pathLst>
                  <a:path w="10" h="3">
                    <a:moveTo>
                      <a:pt x="5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0"/>
                    </a:lnTo>
                    <a:lnTo>
                      <a:pt x="10" y="1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5" y="3"/>
                    </a:lnTo>
                    <a:lnTo>
                      <a:pt x="3" y="3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eform 2279"/>
              <p:cNvSpPr>
                <a:spLocks/>
              </p:cNvSpPr>
              <p:nvPr/>
            </p:nvSpPr>
            <p:spPr bwMode="gray">
              <a:xfrm>
                <a:off x="6133158" y="5296776"/>
                <a:ext cx="24963" cy="1018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8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3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0"/>
                  </a:cxn>
                  <a:cxn ang="0">
                    <a:pos x="4" y="0"/>
                  </a:cxn>
                </a:cxnLst>
                <a:rect l="0" t="0" r="r" b="b"/>
                <a:pathLst>
                  <a:path w="10" h="5">
                    <a:moveTo>
                      <a:pt x="4" y="0"/>
                    </a:moveTo>
                    <a:lnTo>
                      <a:pt x="6" y="0"/>
                    </a:lnTo>
                    <a:lnTo>
                      <a:pt x="8" y="0"/>
                    </a:lnTo>
                    <a:lnTo>
                      <a:pt x="10" y="1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9" y="4"/>
                    </a:lnTo>
                    <a:lnTo>
                      <a:pt x="7" y="4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Freeform 2280"/>
              <p:cNvSpPr>
                <a:spLocks/>
              </p:cNvSpPr>
              <p:nvPr/>
            </p:nvSpPr>
            <p:spPr bwMode="gray">
              <a:xfrm>
                <a:off x="7071213" y="5349479"/>
                <a:ext cx="25315" cy="983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1" y="2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7" y="4"/>
                  </a:cxn>
                  <a:cxn ang="0">
                    <a:pos x="5" y="4"/>
                  </a:cxn>
                  <a:cxn ang="0">
                    <a:pos x="3" y="4"/>
                  </a:cxn>
                  <a:cxn ang="0">
                    <a:pos x="1" y="4"/>
                  </a:cxn>
                  <a:cxn ang="0">
                    <a:pos x="0" y="3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5" y="0"/>
                  </a:cxn>
                </a:cxnLst>
                <a:rect l="0" t="0" r="r" b="b"/>
                <a:pathLst>
                  <a:path w="11" h="4">
                    <a:moveTo>
                      <a:pt x="5" y="0"/>
                    </a:move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2"/>
                    </a:lnTo>
                    <a:lnTo>
                      <a:pt x="10" y="2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5" y="0"/>
                    </a:lnTo>
                    <a:close/>
                  </a:path>
                </a:pathLst>
              </a:custGeom>
              <a:noFill/>
              <a:ln w="3175" cap="rnd" cmpd="sng">
                <a:solidFill>
                  <a:schemeClr val="bg2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63" name="Rectangle 3"/>
          <p:cNvSpPr txBox="1">
            <a:spLocks noChangeArrowheads="1"/>
          </p:cNvSpPr>
          <p:nvPr/>
        </p:nvSpPr>
        <p:spPr bwMode="gray">
          <a:xfrm>
            <a:off x="5055103" y="4031164"/>
            <a:ext cx="3595604" cy="671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30188" marR="0" lvl="0" indent="-230188" algn="l" defTabSz="914400" rtl="0" eaLnBrk="1" fontAlgn="base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Arial" charset="0"/>
              <a:buChar char="•"/>
              <a:tabLst/>
              <a:defRPr/>
            </a:pPr>
            <a:r>
              <a:rPr kumimoji="0" 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rPr>
              <a:t>LTTest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Courier New" pitchFamily="49" charset="0"/>
              <a:cs typeface="Courier New" pitchFamily="49" charset="0"/>
            </a:endParaRPr>
          </a:p>
          <a:p>
            <a:pPr marL="685800" marR="0" lvl="1" indent="-341313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charset="0"/>
              <a:buChar char="—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+mn-lt"/>
              </a:rPr>
              <a:t>Windows Server 2003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Introduction à SQL Server 2008</a:t>
            </a:r>
            <a:endParaRPr lang="fr-FR" noProof="0" dirty="0"/>
          </a:p>
        </p:txBody>
      </p:sp>
      <p:grpSp>
        <p:nvGrpSpPr>
          <p:cNvPr id="698378" name="Group 10"/>
          <p:cNvGrpSpPr>
            <a:grpSpLocks/>
          </p:cNvGrpSpPr>
          <p:nvPr/>
        </p:nvGrpSpPr>
        <p:grpSpPr bwMode="auto">
          <a:xfrm>
            <a:off x="2873375" y="4546600"/>
            <a:ext cx="228600" cy="311150"/>
            <a:chOff x="208" y="730"/>
            <a:chExt cx="249" cy="292"/>
          </a:xfrm>
        </p:grpSpPr>
        <p:sp>
          <p:nvSpPr>
            <p:cNvPr id="698379" name="AutoShape 11"/>
            <p:cNvSpPr>
              <a:spLocks noChangeArrowheads="1"/>
            </p:cNvSpPr>
            <p:nvPr/>
          </p:nvSpPr>
          <p:spPr bwMode="black">
            <a:xfrm rot="5400000">
              <a:off x="189" y="754"/>
              <a:ext cx="285" cy="248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29412"/>
                    <a:invGamma/>
                  </a:srgbClr>
                </a:gs>
              </a:gsLst>
              <a:lin ang="54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8380" name="Freeform 12"/>
            <p:cNvSpPr>
              <a:spLocks/>
            </p:cNvSpPr>
            <p:nvPr/>
          </p:nvSpPr>
          <p:spPr bwMode="hidden">
            <a:xfrm>
              <a:off x="209" y="730"/>
              <a:ext cx="245" cy="1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5" y="146"/>
                </a:cxn>
                <a:cxn ang="0">
                  <a:pos x="226" y="158"/>
                </a:cxn>
                <a:cxn ang="0">
                  <a:pos x="0" y="23"/>
                </a:cxn>
                <a:cxn ang="0">
                  <a:pos x="0" y="0"/>
                </a:cxn>
              </a:cxnLst>
              <a:rect l="0" t="0" r="r" b="b"/>
              <a:pathLst>
                <a:path w="245" h="158">
                  <a:moveTo>
                    <a:pt x="0" y="0"/>
                  </a:moveTo>
                  <a:lnTo>
                    <a:pt x="245" y="146"/>
                  </a:lnTo>
                  <a:lnTo>
                    <a:pt x="226" y="158"/>
                  </a:lnTo>
                  <a:lnTo>
                    <a:pt x="0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929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381" name="Freeform 13"/>
            <p:cNvSpPr>
              <a:spLocks/>
            </p:cNvSpPr>
            <p:nvPr/>
          </p:nvSpPr>
          <p:spPr bwMode="hidden">
            <a:xfrm>
              <a:off x="209" y="866"/>
              <a:ext cx="248" cy="156"/>
            </a:xfrm>
            <a:custGeom>
              <a:avLst/>
              <a:gdLst/>
              <a:ahLst/>
              <a:cxnLst>
                <a:cxn ang="0">
                  <a:pos x="248" y="12"/>
                </a:cxn>
                <a:cxn ang="0">
                  <a:pos x="0" y="156"/>
                </a:cxn>
                <a:cxn ang="0">
                  <a:pos x="3" y="131"/>
                </a:cxn>
                <a:cxn ang="0">
                  <a:pos x="229" y="0"/>
                </a:cxn>
                <a:cxn ang="0">
                  <a:pos x="248" y="12"/>
                </a:cxn>
              </a:cxnLst>
              <a:rect l="0" t="0" r="r" b="b"/>
              <a:pathLst>
                <a:path w="248" h="156">
                  <a:moveTo>
                    <a:pt x="248" y="12"/>
                  </a:moveTo>
                  <a:lnTo>
                    <a:pt x="0" y="156"/>
                  </a:lnTo>
                  <a:lnTo>
                    <a:pt x="3" y="131"/>
                  </a:lnTo>
                  <a:lnTo>
                    <a:pt x="229" y="0"/>
                  </a:lnTo>
                  <a:lnTo>
                    <a:pt x="248" y="12"/>
                  </a:lnTo>
                  <a:close/>
                </a:path>
              </a:pathLst>
            </a:custGeom>
            <a:solidFill>
              <a:srgbClr val="360000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162300" y="2176463"/>
            <a:ext cx="3989938" cy="3264996"/>
          </a:xfrm>
          <a:noFill/>
        </p:spPr>
        <p:txBody>
          <a:bodyPr lIns="0" tIns="0" rIns="0" bIns="0"/>
          <a:lstStyle/>
          <a:p>
            <a:pPr>
              <a:spcBef>
                <a:spcPts val="2500"/>
              </a:spcBef>
              <a:buNone/>
            </a:pPr>
            <a:r>
              <a:rPr lang="fr-FR" noProof="0" smtClean="0"/>
              <a:t>Découvrir SQL Server 2008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Les éditions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Architecture client/serveur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Composants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Installer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Outils de SQL Server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Avant d’installer SQL Server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312863"/>
            <a:ext cx="8599488" cy="3626634"/>
          </a:xfrm>
        </p:spPr>
        <p:txBody>
          <a:bodyPr/>
          <a:lstStyle/>
          <a:p>
            <a:r>
              <a:rPr lang="fr-FR" noProof="0" smtClean="0"/>
              <a:t>Où allez-vous installer SQL Server 2008 ?</a:t>
            </a:r>
          </a:p>
          <a:p>
            <a:pPr lvl="1"/>
            <a:r>
              <a:rPr lang="fr-FR" noProof="0" smtClean="0"/>
              <a:t>SQL Server peut être gourmand en ressources</a:t>
            </a:r>
          </a:p>
          <a:p>
            <a:pPr lvl="2"/>
            <a:r>
              <a:rPr lang="fr-FR" noProof="0" smtClean="0"/>
              <a:t>En particulier en mémoire et en espace disque</a:t>
            </a:r>
          </a:p>
          <a:p>
            <a:r>
              <a:rPr lang="fr-FR" noProof="0" smtClean="0"/>
              <a:t>SQL Server 2008 a besoin de s’appuyer sur le framework .NET 3.5 SP1</a:t>
            </a:r>
          </a:p>
          <a:p>
            <a:pPr lvl="1"/>
            <a:r>
              <a:rPr lang="fr-FR" noProof="0" smtClean="0"/>
              <a:t>S’il n’est pas installé, le programme d’installation va vous demander de l’installer au préalable</a:t>
            </a:r>
          </a:p>
          <a:p>
            <a:r>
              <a:rPr lang="fr-FR" noProof="0" smtClean="0"/>
              <a:t>SQL Server est un service Windows qui peut se lancer automatiquement au démarrage de Windows</a:t>
            </a:r>
          </a:p>
          <a:p>
            <a:pPr lvl="1"/>
            <a:r>
              <a:rPr lang="fr-FR" noProof="0" smtClean="0"/>
              <a:t>Il peut s’exécuter sous un compte système local ou un compte de service réseau</a:t>
            </a:r>
          </a:p>
          <a:p>
            <a:pPr lvl="1"/>
            <a:r>
              <a:rPr lang="fr-FR" noProof="0" smtClean="0"/>
              <a:t>SQL Server peut également s’exécuter sous un compte de domaine</a:t>
            </a:r>
            <a:endParaRPr lang="fr-FR" noProof="0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cap1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12950" y="1600199"/>
            <a:ext cx="6083300" cy="4562475"/>
          </a:xfrm>
          <a:prstGeom prst="rect">
            <a:avLst/>
          </a:prstGeom>
        </p:spPr>
      </p:pic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smtClean="0"/>
              <a:t>Centre d’installation de SQL Server </a:t>
            </a:r>
            <a:endParaRPr lang="fr-FR" noProof="0" dirty="0"/>
          </a:p>
        </p:txBody>
      </p:sp>
      <p:sp>
        <p:nvSpPr>
          <p:cNvPr id="7" name="Line Callout 1 6"/>
          <p:cNvSpPr/>
          <p:nvPr/>
        </p:nvSpPr>
        <p:spPr bwMode="gray">
          <a:xfrm>
            <a:off x="287079" y="3472858"/>
            <a:ext cx="2562999" cy="738664"/>
          </a:xfrm>
          <a:prstGeom prst="borderCallout1">
            <a:avLst>
              <a:gd name="adj1" fmla="val -12957"/>
              <a:gd name="adj2" fmla="val 31452"/>
              <a:gd name="adj3" fmla="val -204391"/>
              <a:gd name="adj4" fmla="val 5603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Nombreuses informations utiles et outils tels que l’assistant de mise à niveau</a:t>
            </a:r>
          </a:p>
        </p:txBody>
      </p:sp>
      <p:sp>
        <p:nvSpPr>
          <p:cNvPr id="5" name="Right Arrow 4"/>
          <p:cNvSpPr/>
          <p:nvPr/>
        </p:nvSpPr>
        <p:spPr bwMode="gray">
          <a:xfrm>
            <a:off x="609601" y="1746841"/>
            <a:ext cx="985284" cy="611386"/>
          </a:xfrm>
          <a:prstGeom prst="righ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Centre d’installation de SQL Server</a:t>
            </a:r>
            <a:br>
              <a:rPr lang="fr-FR" dirty="0" smtClean="0"/>
            </a:br>
            <a:r>
              <a:rPr lang="fr-FR" dirty="0" smtClean="0"/>
              <a:t>(</a:t>
            </a:r>
            <a:r>
              <a:rPr lang="fr-FR" noProof="0" dirty="0" smtClean="0"/>
              <a:t>suite)</a:t>
            </a:r>
            <a:endParaRPr lang="fr-FR" noProof="0" dirty="0"/>
          </a:p>
        </p:txBody>
      </p:sp>
      <p:pic>
        <p:nvPicPr>
          <p:cNvPr id="5" name="Image 4" descr="cap1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28775" y="1409700"/>
            <a:ext cx="6400800" cy="4800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Centre d’installation de SQL Server</a:t>
            </a:r>
            <a:br>
              <a:rPr lang="fr-FR" dirty="0" smtClean="0"/>
            </a:br>
            <a:r>
              <a:rPr lang="fr-FR" dirty="0" smtClean="0"/>
              <a:t>(</a:t>
            </a:r>
            <a:r>
              <a:rPr lang="fr-FR" noProof="0" dirty="0" smtClean="0"/>
              <a:t>suite)</a:t>
            </a:r>
            <a:endParaRPr lang="fr-FR" noProof="0" dirty="0"/>
          </a:p>
        </p:txBody>
      </p:sp>
      <p:pic>
        <p:nvPicPr>
          <p:cNvPr id="4" name="Image 3" descr="cap2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81251" y="1384520"/>
            <a:ext cx="6527800" cy="489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3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58500" y="1197318"/>
            <a:ext cx="6373410" cy="51863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Centre d’installation de SQL Server</a:t>
            </a:r>
            <a:br>
              <a:rPr lang="fr-FR" dirty="0" smtClean="0"/>
            </a:br>
            <a:r>
              <a:rPr lang="fr-FR" dirty="0" smtClean="0"/>
              <a:t>(</a:t>
            </a:r>
            <a:r>
              <a:rPr lang="fr-FR" noProof="0" dirty="0" smtClean="0"/>
              <a:t>suite)</a:t>
            </a:r>
            <a:endParaRPr lang="fr-FR" noProof="0" dirty="0"/>
          </a:p>
        </p:txBody>
      </p:sp>
      <p:sp>
        <p:nvSpPr>
          <p:cNvPr id="6" name="Line Callout 1 5"/>
          <p:cNvSpPr/>
          <p:nvPr/>
        </p:nvSpPr>
        <p:spPr bwMode="gray">
          <a:xfrm>
            <a:off x="7602440" y="1644993"/>
            <a:ext cx="1305445" cy="954107"/>
          </a:xfrm>
          <a:prstGeom prst="borderCallout1">
            <a:avLst>
              <a:gd name="adj1" fmla="val 18750"/>
              <a:gd name="adj2" fmla="val -8333"/>
              <a:gd name="adj3" fmla="val 35200"/>
              <a:gd name="adj4" fmla="val -8468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Nombreux liens vers des articles de sites Web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4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05724" y="1203539"/>
            <a:ext cx="6022257" cy="4900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Centre d’installation de SQL Server</a:t>
            </a:r>
            <a:br>
              <a:rPr lang="fr-FR" dirty="0" smtClean="0"/>
            </a:br>
            <a:r>
              <a:rPr lang="fr-FR" dirty="0" smtClean="0"/>
              <a:t>(</a:t>
            </a:r>
            <a:r>
              <a:rPr lang="fr-FR" noProof="0" dirty="0" smtClean="0"/>
              <a:t>suite)</a:t>
            </a:r>
            <a:endParaRPr lang="fr-FR" noProof="0" dirty="0"/>
          </a:p>
        </p:txBody>
      </p:sp>
      <p:pic>
        <p:nvPicPr>
          <p:cNvPr id="6" name="Image 5" descr="cap5.bmp"/>
          <p:cNvPicPr>
            <a:picLocks noChangeAspect="1"/>
          </p:cNvPicPr>
          <p:nvPr/>
        </p:nvPicPr>
        <p:blipFill>
          <a:blip r:embed="rId5" cstate="print"/>
          <a:srcRect b="23223"/>
          <a:stretch>
            <a:fillRect/>
          </a:stretch>
        </p:blipFill>
        <p:spPr>
          <a:xfrm>
            <a:off x="2070181" y="2824953"/>
            <a:ext cx="5705476" cy="356463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ap2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07359" y="1194400"/>
            <a:ext cx="6946900" cy="52101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Installer SQL Server</a:t>
            </a:r>
            <a:endParaRPr lang="fr-FR" noProof="0" dirty="0"/>
          </a:p>
        </p:txBody>
      </p:sp>
      <p:sp>
        <p:nvSpPr>
          <p:cNvPr id="5" name="Left Arrow 4"/>
          <p:cNvSpPr/>
          <p:nvPr/>
        </p:nvSpPr>
        <p:spPr bwMode="gray">
          <a:xfrm>
            <a:off x="7478090" y="1331300"/>
            <a:ext cx="838094" cy="611386"/>
          </a:xfrm>
          <a:prstGeom prst="lef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ight Arrow 5"/>
          <p:cNvSpPr/>
          <p:nvPr/>
        </p:nvSpPr>
        <p:spPr bwMode="gray">
          <a:xfrm>
            <a:off x="362810" y="1494839"/>
            <a:ext cx="764100" cy="611386"/>
          </a:xfrm>
          <a:prstGeom prst="righ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Installer SQL Server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pic>
        <p:nvPicPr>
          <p:cNvPr id="4" name="Image 3" descr="cap3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27495" y="1467418"/>
            <a:ext cx="6318249" cy="47386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Installer SQL Server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pic>
        <p:nvPicPr>
          <p:cNvPr id="4" name="Image 3" descr="cap4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58900" y="1401676"/>
            <a:ext cx="6470649" cy="485298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3429000" y="3573376"/>
            <a:ext cx="1724025" cy="25391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1050" smtClean="0"/>
              <a:t>XXXXXXXXXXXXX</a:t>
            </a:r>
            <a:endParaRPr lang="fr-FR" sz="1050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Installer SQL Server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pic>
        <p:nvPicPr>
          <p:cNvPr id="4" name="Image 3" descr="cap5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10737" y="1238250"/>
            <a:ext cx="6826249" cy="51196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7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76374" y="1351627"/>
            <a:ext cx="6543675" cy="4907756"/>
          </a:xfrm>
          <a:prstGeom prst="rect">
            <a:avLst/>
          </a:prstGeom>
        </p:spPr>
      </p:pic>
      <p:sp>
        <p:nvSpPr>
          <p:cNvPr id="704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Installer SQL Server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sp>
        <p:nvSpPr>
          <p:cNvPr id="8" name="Line Callout 2 7"/>
          <p:cNvSpPr/>
          <p:nvPr/>
        </p:nvSpPr>
        <p:spPr bwMode="gray">
          <a:xfrm>
            <a:off x="6070210" y="3111554"/>
            <a:ext cx="2527511" cy="954107"/>
          </a:xfrm>
          <a:prstGeom prst="borderCallout2">
            <a:avLst>
              <a:gd name="adj1" fmla="val 18750"/>
              <a:gd name="adj2" fmla="val -1927"/>
              <a:gd name="adj3" fmla="val 18750"/>
              <a:gd name="adj4" fmla="val -16667"/>
              <a:gd name="adj5" fmla="val 4998"/>
              <a:gd name="adj6" fmla="val -57033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Sélectionnez les fonctions que vous voulez installer sur le serveur ou sur votre station de travail</a:t>
            </a: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9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54200" y="1215896"/>
            <a:ext cx="5708649" cy="4281487"/>
          </a:xfrm>
          <a:prstGeom prst="rect">
            <a:avLst/>
          </a:prstGeom>
        </p:spPr>
      </p:pic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Choisir une instance</a:t>
            </a:r>
            <a:endParaRPr lang="fr-FR" noProof="0" dirty="0"/>
          </a:p>
        </p:txBody>
      </p:sp>
      <p:sp>
        <p:nvSpPr>
          <p:cNvPr id="708611" name="Rectangle 3"/>
          <p:cNvSpPr>
            <a:spLocks noGrp="1" noChangeArrowheads="1"/>
          </p:cNvSpPr>
          <p:nvPr>
            <p:ph idx="1"/>
          </p:nvPr>
        </p:nvSpPr>
        <p:spPr>
          <a:xfrm>
            <a:off x="282575" y="5606068"/>
            <a:ext cx="8212138" cy="902811"/>
          </a:xfrm>
          <a:noFill/>
        </p:spPr>
        <p:txBody>
          <a:bodyPr/>
          <a:lstStyle/>
          <a:p>
            <a:r>
              <a:rPr lang="fr-FR" sz="1700" noProof="0" dirty="0" smtClean="0"/>
              <a:t>Nous installerons une instance par défaut de SQL Server pour le test</a:t>
            </a:r>
          </a:p>
          <a:p>
            <a:pPr lvl="1"/>
            <a:r>
              <a:rPr lang="fr-FR" sz="1700" noProof="0" dirty="0" smtClean="0"/>
              <a:t>Nous utiliserons différentes machines virtuelles pour des tâches et des tests différents</a:t>
            </a:r>
            <a:endParaRPr lang="fr-FR" sz="1700" noProof="0" dirty="0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Besoins en espace disque</a:t>
            </a:r>
            <a:endParaRPr lang="fr-FR" noProof="0" dirty="0"/>
          </a:p>
        </p:txBody>
      </p:sp>
      <p:pic>
        <p:nvPicPr>
          <p:cNvPr id="4" name="Image 3" descr="cap10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3050" y="1300205"/>
            <a:ext cx="6572249" cy="49291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ap12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5650" y="1178740"/>
            <a:ext cx="6216649" cy="4662487"/>
          </a:xfrm>
          <a:prstGeom prst="rect">
            <a:avLst/>
          </a:prstGeom>
        </p:spPr>
      </p:pic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Compte de service de SQL Server</a:t>
            </a:r>
            <a:endParaRPr lang="fr-FR" noProof="0" dirty="0"/>
          </a:p>
        </p:txBody>
      </p:sp>
      <p:sp>
        <p:nvSpPr>
          <p:cNvPr id="710659" name="Rectangle 3"/>
          <p:cNvSpPr>
            <a:spLocks noGrp="1" noChangeArrowheads="1"/>
          </p:cNvSpPr>
          <p:nvPr>
            <p:ph idx="1"/>
          </p:nvPr>
        </p:nvSpPr>
        <p:spPr>
          <a:xfrm>
            <a:off x="312738" y="5876024"/>
            <a:ext cx="8599487" cy="615553"/>
          </a:xfrm>
        </p:spPr>
        <p:txBody>
          <a:bodyPr/>
          <a:lstStyle/>
          <a:p>
            <a:r>
              <a:rPr lang="fr-FR" sz="1700" noProof="0" dirty="0" smtClean="0"/>
              <a:t>Avoir recours à un compte d’utilisateur du domaine facilite l’interaction entre SQL Server et les autres services tels que la réplication</a:t>
            </a:r>
          </a:p>
        </p:txBody>
      </p:sp>
      <p:sp>
        <p:nvSpPr>
          <p:cNvPr id="710661" name="AutoShape 5"/>
          <p:cNvSpPr>
            <a:spLocks/>
          </p:cNvSpPr>
          <p:nvPr/>
        </p:nvSpPr>
        <p:spPr bwMode="gray">
          <a:xfrm>
            <a:off x="7153571" y="3737494"/>
            <a:ext cx="791022" cy="333375"/>
          </a:xfrm>
          <a:prstGeom prst="borderCallout1">
            <a:avLst>
              <a:gd name="adj1" fmla="val 34287"/>
              <a:gd name="adj2" fmla="val -6542"/>
              <a:gd name="adj3" fmla="val -253325"/>
              <a:gd name="adj4" fmla="val -22837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b="1" dirty="0" smtClean="0">
                <a:latin typeface="Courier New" pitchFamily="49" charset="0"/>
              </a:rPr>
              <a:t>sql</a:t>
            </a:r>
            <a:endParaRPr lang="en-US" b="1" dirty="0">
              <a:latin typeface="Courier New" pitchFamily="49" charset="0"/>
            </a:endParaRPr>
          </a:p>
        </p:txBody>
      </p:sp>
      <p:sp>
        <p:nvSpPr>
          <p:cNvPr id="710662" name="AutoShape 6"/>
          <p:cNvSpPr>
            <a:spLocks/>
          </p:cNvSpPr>
          <p:nvPr/>
        </p:nvSpPr>
        <p:spPr bwMode="gray">
          <a:xfrm>
            <a:off x="6700058" y="1790939"/>
            <a:ext cx="2161309" cy="1251024"/>
          </a:xfrm>
          <a:prstGeom prst="borderCallout2">
            <a:avLst>
              <a:gd name="adj1" fmla="val 9574"/>
              <a:gd name="adj2" fmla="val -4083"/>
              <a:gd name="adj3" fmla="val 9574"/>
              <a:gd name="adj4" fmla="val -50338"/>
              <a:gd name="adj5" fmla="val 66822"/>
              <a:gd name="adj6" fmla="val -11738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fr-FR" dirty="0" smtClean="0"/>
              <a:t>De retour à votre bureau, vous devrez créer un compte de domaine spécifique pour votre instance SQL Server</a:t>
            </a:r>
            <a:endParaRPr lang="fr-FR" dirty="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Paramètres de classement (collation)</a:t>
            </a:r>
            <a:endParaRPr lang="fr-FR" noProof="0" dirty="0"/>
          </a:p>
        </p:txBody>
      </p:sp>
      <p:sp>
        <p:nvSpPr>
          <p:cNvPr id="714755" name="Rectangle 3"/>
          <p:cNvSpPr>
            <a:spLocks noGrp="1" noChangeArrowheads="1"/>
          </p:cNvSpPr>
          <p:nvPr>
            <p:ph idx="1"/>
          </p:nvPr>
        </p:nvSpPr>
        <p:spPr>
          <a:xfrm>
            <a:off x="292100" y="5529125"/>
            <a:ext cx="8599488" cy="948978"/>
          </a:xfrm>
          <a:noFill/>
          <a:ln/>
        </p:spPr>
        <p:txBody>
          <a:bodyPr/>
          <a:lstStyle/>
          <a:p>
            <a:r>
              <a:rPr lang="fr-FR" noProof="0" dirty="0" smtClean="0"/>
              <a:t>Le classement par défaut est défini pour la compatibilité avec la version antérieure de SQL Server</a:t>
            </a:r>
          </a:p>
          <a:p>
            <a:pPr lvl="1"/>
            <a:r>
              <a:rPr lang="fr-FR" noProof="0" dirty="0" smtClean="0"/>
              <a:t>Vous pouvez spécifier un classement à part pour </a:t>
            </a:r>
            <a:r>
              <a:rPr lang="fr-FR" noProof="0" dirty="0" err="1" smtClean="0"/>
              <a:t>Analysis</a:t>
            </a:r>
            <a:r>
              <a:rPr lang="fr-FR" noProof="0" dirty="0" smtClean="0"/>
              <a:t> Services</a:t>
            </a:r>
            <a:endParaRPr lang="fr-FR" noProof="0" dirty="0"/>
          </a:p>
        </p:txBody>
      </p:sp>
      <p:pic>
        <p:nvPicPr>
          <p:cNvPr id="5" name="Image 4" descr="cap13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55961" y="1222220"/>
            <a:ext cx="5724178" cy="421443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ap14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21807" y="1249613"/>
            <a:ext cx="5846336" cy="4399748"/>
          </a:xfrm>
          <a:prstGeom prst="rect">
            <a:avLst/>
          </a:prstGeom>
        </p:spPr>
      </p:pic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Mode d’authentification</a:t>
            </a:r>
            <a:endParaRPr lang="fr-FR" noProof="0" dirty="0"/>
          </a:p>
        </p:txBody>
      </p:sp>
      <p:sp>
        <p:nvSpPr>
          <p:cNvPr id="712707" name="Rectangle 3"/>
          <p:cNvSpPr>
            <a:spLocks noGrp="1" noChangeArrowheads="1"/>
          </p:cNvSpPr>
          <p:nvPr>
            <p:ph idx="1"/>
          </p:nvPr>
        </p:nvSpPr>
        <p:spPr>
          <a:xfrm>
            <a:off x="292100" y="5794155"/>
            <a:ext cx="8851900" cy="760549"/>
          </a:xfrm>
          <a:noFill/>
        </p:spPr>
        <p:txBody>
          <a:bodyPr/>
          <a:lstStyle/>
          <a:p>
            <a:r>
              <a:rPr lang="fr-FR" noProof="0" dirty="0" smtClean="0"/>
              <a:t>Le mot de passe de </a:t>
            </a:r>
            <a:r>
              <a:rPr lang="fr-FR" noProof="0" dirty="0" smtClean="0">
                <a:solidFill>
                  <a:schemeClr val="tx1"/>
                </a:solidFill>
                <a:latin typeface="Courier New" pitchFamily="49" charset="0"/>
              </a:rPr>
              <a:t>sa</a:t>
            </a:r>
            <a:r>
              <a:rPr lang="fr-FR" noProof="0" dirty="0" smtClean="0"/>
              <a:t> (</a:t>
            </a:r>
            <a:r>
              <a:rPr lang="fr-FR" u="sng" noProof="0" dirty="0" smtClean="0"/>
              <a:t>s</a:t>
            </a:r>
            <a:r>
              <a:rPr lang="fr-FR" noProof="0" dirty="0" smtClean="0"/>
              <a:t>ystem </a:t>
            </a:r>
            <a:r>
              <a:rPr lang="fr-FR" u="sng" noProof="0" dirty="0" err="1" smtClean="0"/>
              <a:t>a</a:t>
            </a:r>
            <a:r>
              <a:rPr lang="fr-FR" noProof="0" dirty="0" err="1" smtClean="0"/>
              <a:t>dministrator</a:t>
            </a:r>
            <a:r>
              <a:rPr lang="fr-FR" noProof="0" dirty="0" smtClean="0"/>
              <a:t>) est défini lors de l’installation</a:t>
            </a:r>
          </a:p>
          <a:p>
            <a:pPr lvl="1"/>
            <a:r>
              <a:rPr lang="fr-FR" noProof="0" dirty="0" smtClean="0"/>
              <a:t>Utilisez un mot de passe plus complexe pour un serveur de production</a:t>
            </a:r>
          </a:p>
        </p:txBody>
      </p:sp>
      <p:sp>
        <p:nvSpPr>
          <p:cNvPr id="712709" name="AutoShape 5"/>
          <p:cNvSpPr>
            <a:spLocks/>
          </p:cNvSpPr>
          <p:nvPr/>
        </p:nvSpPr>
        <p:spPr bwMode="gray">
          <a:xfrm>
            <a:off x="7972425" y="3652594"/>
            <a:ext cx="908957" cy="333375"/>
          </a:xfrm>
          <a:prstGeom prst="borderCallout1">
            <a:avLst>
              <a:gd name="adj1" fmla="val 34287"/>
              <a:gd name="adj2" fmla="val -6542"/>
              <a:gd name="adj3" fmla="val -118315"/>
              <a:gd name="adj4" fmla="val -390108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dirty="0">
                <a:latin typeface="Courier New" pitchFamily="49" charset="0"/>
              </a:rPr>
              <a:t>sapw</a:t>
            </a: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cap15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4256" y="1276886"/>
            <a:ext cx="6677024" cy="50077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Répertoires de données</a:t>
            </a:r>
            <a:endParaRPr lang="fr-FR" noProof="0" dirty="0"/>
          </a:p>
        </p:txBody>
      </p:sp>
      <p:sp>
        <p:nvSpPr>
          <p:cNvPr id="5" name="Line Callout 2 4"/>
          <p:cNvSpPr/>
          <p:nvPr/>
        </p:nvSpPr>
        <p:spPr bwMode="gray">
          <a:xfrm>
            <a:off x="6797742" y="2301971"/>
            <a:ext cx="2210463" cy="160043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5448"/>
              <a:gd name="adj6" fmla="val -61056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Indiquer ici l’emplacement </a:t>
            </a:r>
            <a:r>
              <a:rPr kumimoji="0" 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par défaut des fichiers journaux et fichiers de données pour les bases de données et la base de données </a:t>
            </a:r>
            <a:r>
              <a:rPr kumimoji="0" lang="fr-F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tempdb</a:t>
            </a: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Line Callout 2 5"/>
          <p:cNvSpPr/>
          <p:nvPr/>
        </p:nvSpPr>
        <p:spPr bwMode="gray">
          <a:xfrm>
            <a:off x="6694623" y="5356846"/>
            <a:ext cx="2170707" cy="52322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1101"/>
              <a:gd name="adj6" fmla="val -9025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Répertoire de sauvegarde par défaut</a:t>
            </a: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Configuration des flux de fichiers</a:t>
            </a:r>
            <a:endParaRPr lang="fr-FR" noProof="0" dirty="0"/>
          </a:p>
        </p:txBody>
      </p:sp>
      <p:pic>
        <p:nvPicPr>
          <p:cNvPr id="4" name="Image 3" descr="cap16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41400" y="1181100"/>
            <a:ext cx="6940549" cy="52054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Notification des </a:t>
            </a:r>
            <a:r>
              <a:rPr lang="fr-FR" noProof="0" smtClean="0"/>
              <a:t>erreurs d’installation</a:t>
            </a:r>
            <a:endParaRPr lang="fr-FR" noProof="0" dirty="0"/>
          </a:p>
        </p:txBody>
      </p:sp>
      <p:pic>
        <p:nvPicPr>
          <p:cNvPr id="4" name="Image 3" descr="cap17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74750" y="1273518"/>
            <a:ext cx="6673849" cy="50053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Terminer l’installation</a:t>
            </a:r>
            <a:endParaRPr lang="fr-FR" noProof="0" dirty="0"/>
          </a:p>
        </p:txBody>
      </p:sp>
      <p:pic>
        <p:nvPicPr>
          <p:cNvPr id="4" name="Image 3" descr="cap19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49375" y="1314450"/>
            <a:ext cx="6623049" cy="49672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Légendes des icônes du cours</a:t>
            </a:r>
            <a:endParaRPr lang="fr-FR" noProof="0" dirty="0"/>
          </a:p>
        </p:txBody>
      </p:sp>
      <p:sp>
        <p:nvSpPr>
          <p:cNvPr id="716803" name="Rectangle 3"/>
          <p:cNvSpPr>
            <a:spLocks noGrp="1" noChangeArrowheads="1"/>
          </p:cNvSpPr>
          <p:nvPr>
            <p:ph idx="1"/>
          </p:nvPr>
        </p:nvSpPr>
        <p:spPr bwMode="gray">
          <a:xfrm>
            <a:off x="282575" y="1316038"/>
            <a:ext cx="8599488" cy="641350"/>
          </a:xfrm>
          <a:noFill/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noProof="0" smtClean="0"/>
              <a:t>Des icônes standards sont utilisées pour illustrer les différentes phases de chaque exercice</a:t>
            </a:r>
          </a:p>
        </p:txBody>
      </p:sp>
      <p:grpSp>
        <p:nvGrpSpPr>
          <p:cNvPr id="716888" name="Group 88"/>
          <p:cNvGrpSpPr>
            <a:grpSpLocks/>
          </p:cNvGrpSpPr>
          <p:nvPr/>
        </p:nvGrpSpPr>
        <p:grpSpPr bwMode="gray">
          <a:xfrm>
            <a:off x="2058988" y="2395538"/>
            <a:ext cx="4994272" cy="3132139"/>
            <a:chOff x="1307" y="1541"/>
            <a:chExt cx="3146" cy="1973"/>
          </a:xfrm>
        </p:grpSpPr>
        <p:sp>
          <p:nvSpPr>
            <p:cNvPr id="716804" name="Rectangle 4"/>
            <p:cNvSpPr>
              <a:spLocks noChangeArrowheads="1"/>
            </p:cNvSpPr>
            <p:nvPr/>
          </p:nvSpPr>
          <p:spPr bwMode="gray">
            <a:xfrm>
              <a:off x="1424" y="1882"/>
              <a:ext cx="1094" cy="2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n-US" sz="2200" dirty="0" smtClean="0">
                  <a:latin typeface="ZapfDingbats" pitchFamily="82" charset="2"/>
                  <a:cs typeface="Times New Roman" pitchFamily="18" charset="0"/>
                  <a:sym typeface="ZapfDingbats"/>
                </a:rPr>
                <a:t></a:t>
              </a:r>
              <a:r>
                <a:rPr lang="en-US" sz="1100" dirty="0" smtClean="0"/>
                <a:t> 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716805" name="Text Box 5"/>
            <p:cNvSpPr txBox="1">
              <a:spLocks noChangeArrowheads="1"/>
            </p:cNvSpPr>
            <p:nvPr/>
          </p:nvSpPr>
          <p:spPr bwMode="gray">
            <a:xfrm>
              <a:off x="1800" y="1890"/>
              <a:ext cx="518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1600" b="1" dirty="0" smtClean="0"/>
                <a:t>Action</a:t>
              </a:r>
              <a:endParaRPr lang="fr-FR" sz="1600" b="1" dirty="0"/>
            </a:p>
          </p:txBody>
        </p:sp>
        <p:sp>
          <p:nvSpPr>
            <p:cNvPr id="716806" name="Text Box 6"/>
            <p:cNvSpPr txBox="1">
              <a:spLocks noChangeArrowheads="1"/>
            </p:cNvSpPr>
            <p:nvPr/>
          </p:nvSpPr>
          <p:spPr bwMode="gray">
            <a:xfrm>
              <a:off x="1774" y="1541"/>
              <a:ext cx="1115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1600" b="1" dirty="0" smtClean="0"/>
                <a:t>Étape principale</a:t>
              </a:r>
              <a:endParaRPr lang="fr-FR" sz="1600" b="1" dirty="0"/>
            </a:p>
          </p:txBody>
        </p:sp>
        <p:sp>
          <p:nvSpPr>
            <p:cNvPr id="716807" name="Text Box 7"/>
            <p:cNvSpPr txBox="1">
              <a:spLocks noChangeArrowheads="1"/>
            </p:cNvSpPr>
            <p:nvPr/>
          </p:nvSpPr>
          <p:spPr bwMode="gray">
            <a:xfrm>
              <a:off x="1800" y="2196"/>
              <a:ext cx="819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1600" b="1" dirty="0" smtClean="0"/>
                <a:t>Vérification</a:t>
              </a:r>
              <a:endParaRPr lang="fr-FR" sz="1600" b="1" dirty="0"/>
            </a:p>
          </p:txBody>
        </p:sp>
        <p:sp>
          <p:nvSpPr>
            <p:cNvPr id="716808" name="Text Box 8"/>
            <p:cNvSpPr txBox="1">
              <a:spLocks noChangeArrowheads="1"/>
            </p:cNvSpPr>
            <p:nvPr/>
          </p:nvSpPr>
          <p:spPr bwMode="gray">
            <a:xfrm>
              <a:off x="1800" y="2571"/>
              <a:ext cx="677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Question</a:t>
              </a:r>
            </a:p>
          </p:txBody>
        </p:sp>
        <p:sp>
          <p:nvSpPr>
            <p:cNvPr id="716809" name="Text Box 9"/>
            <p:cNvSpPr txBox="1">
              <a:spLocks noChangeArrowheads="1"/>
            </p:cNvSpPr>
            <p:nvPr/>
          </p:nvSpPr>
          <p:spPr bwMode="gray">
            <a:xfrm>
              <a:off x="1800" y="3301"/>
              <a:ext cx="764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1600" b="1" dirty="0" smtClean="0"/>
                <a:t>Attention !</a:t>
              </a:r>
              <a:endParaRPr lang="fr-FR" sz="1600" b="1" dirty="0"/>
            </a:p>
          </p:txBody>
        </p:sp>
        <p:sp>
          <p:nvSpPr>
            <p:cNvPr id="716810" name="Text Box 10"/>
            <p:cNvSpPr txBox="1">
              <a:spLocks noChangeArrowheads="1"/>
            </p:cNvSpPr>
            <p:nvPr/>
          </p:nvSpPr>
          <p:spPr bwMode="gray">
            <a:xfrm>
              <a:off x="3502" y="1891"/>
              <a:ext cx="403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1600" b="1" smtClean="0"/>
                <a:t>Stop</a:t>
              </a:r>
              <a:endParaRPr lang="fr-FR" sz="1600" b="1"/>
            </a:p>
          </p:txBody>
        </p:sp>
        <p:sp>
          <p:nvSpPr>
            <p:cNvPr id="716811" name="Text Box 11"/>
            <p:cNvSpPr txBox="1">
              <a:spLocks noChangeArrowheads="1"/>
            </p:cNvSpPr>
            <p:nvPr/>
          </p:nvSpPr>
          <p:spPr bwMode="gray">
            <a:xfrm>
              <a:off x="3502" y="2195"/>
              <a:ext cx="951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1600" b="1" smtClean="0"/>
                <a:t>Félicitations !</a:t>
              </a:r>
              <a:endParaRPr lang="fr-FR" sz="1600" b="1"/>
            </a:p>
          </p:txBody>
        </p:sp>
        <p:sp>
          <p:nvSpPr>
            <p:cNvPr id="716812" name="Text Box 12"/>
            <p:cNvSpPr txBox="1">
              <a:spLocks noChangeArrowheads="1"/>
            </p:cNvSpPr>
            <p:nvPr/>
          </p:nvSpPr>
          <p:spPr bwMode="gray">
            <a:xfrm>
              <a:off x="3502" y="2567"/>
              <a:ext cx="517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 dirty="0"/>
                <a:t>Bonus</a:t>
              </a:r>
            </a:p>
          </p:txBody>
        </p:sp>
        <p:grpSp>
          <p:nvGrpSpPr>
            <p:cNvPr id="716814" name="Group 14"/>
            <p:cNvGrpSpPr>
              <a:grpSpLocks/>
            </p:cNvGrpSpPr>
            <p:nvPr/>
          </p:nvGrpSpPr>
          <p:grpSpPr bwMode="gray">
            <a:xfrm>
              <a:off x="1307" y="1565"/>
              <a:ext cx="454" cy="225"/>
              <a:chOff x="109" y="628"/>
              <a:chExt cx="454" cy="225"/>
            </a:xfrm>
          </p:grpSpPr>
          <p:sp>
            <p:nvSpPr>
              <p:cNvPr id="716815" name="Oval 15"/>
              <p:cNvSpPr>
                <a:spLocks noChangeArrowheads="1"/>
              </p:cNvSpPr>
              <p:nvPr/>
            </p:nvSpPr>
            <p:spPr bwMode="gray">
              <a:xfrm>
                <a:off x="126" y="653"/>
                <a:ext cx="366" cy="200"/>
              </a:xfrm>
              <a:prstGeom prst="ellipse">
                <a:avLst/>
              </a:prstGeom>
              <a:solidFill>
                <a:srgbClr val="FFFFCC"/>
              </a:solidFill>
              <a:ln w="12700">
                <a:solidFill>
                  <a:srgbClr val="000099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000099"/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716816" name="Line 16"/>
              <p:cNvSpPr>
                <a:spLocks noChangeShapeType="1"/>
              </p:cNvSpPr>
              <p:nvPr/>
            </p:nvSpPr>
            <p:spPr bwMode="gray">
              <a:xfrm>
                <a:off x="472" y="729"/>
                <a:ext cx="31" cy="2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17" name="Line 17"/>
              <p:cNvSpPr>
                <a:spLocks noChangeShapeType="1"/>
              </p:cNvSpPr>
              <p:nvPr/>
            </p:nvSpPr>
            <p:spPr bwMode="gray">
              <a:xfrm flipV="1">
                <a:off x="481" y="781"/>
                <a:ext cx="30" cy="6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18" name="Freeform 18"/>
              <p:cNvSpPr>
                <a:spLocks/>
              </p:cNvSpPr>
              <p:nvPr/>
            </p:nvSpPr>
            <p:spPr bwMode="gray">
              <a:xfrm>
                <a:off x="366" y="697"/>
                <a:ext cx="74" cy="56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16" y="56"/>
                  </a:cxn>
                  <a:cxn ang="0">
                    <a:pos x="74" y="38"/>
                  </a:cxn>
                  <a:cxn ang="0">
                    <a:pos x="65" y="0"/>
                  </a:cxn>
                  <a:cxn ang="0">
                    <a:pos x="0" y="22"/>
                  </a:cxn>
                </a:cxnLst>
                <a:rect l="0" t="0" r="r" b="b"/>
                <a:pathLst>
                  <a:path w="74" h="56">
                    <a:moveTo>
                      <a:pt x="0" y="22"/>
                    </a:moveTo>
                    <a:lnTo>
                      <a:pt x="16" y="56"/>
                    </a:lnTo>
                    <a:lnTo>
                      <a:pt x="74" y="38"/>
                    </a:lnTo>
                    <a:lnTo>
                      <a:pt x="65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19" name="Freeform 19"/>
              <p:cNvSpPr>
                <a:spLocks/>
              </p:cNvSpPr>
              <p:nvPr/>
            </p:nvSpPr>
            <p:spPr bwMode="gray">
              <a:xfrm>
                <a:off x="366" y="697"/>
                <a:ext cx="74" cy="56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16" y="56"/>
                  </a:cxn>
                  <a:cxn ang="0">
                    <a:pos x="74" y="38"/>
                  </a:cxn>
                  <a:cxn ang="0">
                    <a:pos x="65" y="0"/>
                  </a:cxn>
                  <a:cxn ang="0">
                    <a:pos x="0" y="22"/>
                  </a:cxn>
                </a:cxnLst>
                <a:rect l="0" t="0" r="r" b="b"/>
                <a:pathLst>
                  <a:path w="74" h="56">
                    <a:moveTo>
                      <a:pt x="0" y="22"/>
                    </a:moveTo>
                    <a:lnTo>
                      <a:pt x="16" y="56"/>
                    </a:lnTo>
                    <a:lnTo>
                      <a:pt x="74" y="38"/>
                    </a:lnTo>
                    <a:lnTo>
                      <a:pt x="65" y="0"/>
                    </a:lnTo>
                    <a:lnTo>
                      <a:pt x="0" y="22"/>
                    </a:ln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0" name="Freeform 20"/>
              <p:cNvSpPr>
                <a:spLocks/>
              </p:cNvSpPr>
              <p:nvPr/>
            </p:nvSpPr>
            <p:spPr bwMode="gray">
              <a:xfrm>
                <a:off x="386" y="779"/>
                <a:ext cx="72" cy="45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64" y="0"/>
                  </a:cxn>
                  <a:cxn ang="0">
                    <a:pos x="72" y="20"/>
                  </a:cxn>
                  <a:cxn ang="0">
                    <a:pos x="8" y="45"/>
                  </a:cxn>
                  <a:cxn ang="0">
                    <a:pos x="0" y="26"/>
                  </a:cxn>
                </a:cxnLst>
                <a:rect l="0" t="0" r="r" b="b"/>
                <a:pathLst>
                  <a:path w="72" h="45">
                    <a:moveTo>
                      <a:pt x="0" y="26"/>
                    </a:moveTo>
                    <a:lnTo>
                      <a:pt x="64" y="0"/>
                    </a:lnTo>
                    <a:lnTo>
                      <a:pt x="72" y="20"/>
                    </a:lnTo>
                    <a:lnTo>
                      <a:pt x="8" y="45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1" name="Freeform 21"/>
              <p:cNvSpPr>
                <a:spLocks/>
              </p:cNvSpPr>
              <p:nvPr/>
            </p:nvSpPr>
            <p:spPr bwMode="gray">
              <a:xfrm>
                <a:off x="386" y="779"/>
                <a:ext cx="72" cy="45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64" y="0"/>
                  </a:cxn>
                  <a:cxn ang="0">
                    <a:pos x="72" y="20"/>
                  </a:cxn>
                  <a:cxn ang="0">
                    <a:pos x="8" y="45"/>
                  </a:cxn>
                  <a:cxn ang="0">
                    <a:pos x="0" y="26"/>
                  </a:cxn>
                </a:cxnLst>
                <a:rect l="0" t="0" r="r" b="b"/>
                <a:pathLst>
                  <a:path w="72" h="45">
                    <a:moveTo>
                      <a:pt x="0" y="26"/>
                    </a:moveTo>
                    <a:lnTo>
                      <a:pt x="64" y="0"/>
                    </a:lnTo>
                    <a:lnTo>
                      <a:pt x="72" y="20"/>
                    </a:lnTo>
                    <a:lnTo>
                      <a:pt x="8" y="45"/>
                    </a:lnTo>
                    <a:lnTo>
                      <a:pt x="0" y="26"/>
                    </a:lnTo>
                  </a:path>
                </a:pathLst>
              </a:custGeom>
              <a:solidFill>
                <a:schemeClr val="bg2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2" name="Freeform 22"/>
              <p:cNvSpPr>
                <a:spLocks/>
              </p:cNvSpPr>
              <p:nvPr/>
            </p:nvSpPr>
            <p:spPr bwMode="gray">
              <a:xfrm>
                <a:off x="372" y="719"/>
                <a:ext cx="191" cy="89"/>
              </a:xfrm>
              <a:custGeom>
                <a:avLst/>
                <a:gdLst/>
                <a:ahLst/>
                <a:cxnLst>
                  <a:cxn ang="0">
                    <a:pos x="61" y="76"/>
                  </a:cxn>
                  <a:cxn ang="0">
                    <a:pos x="86" y="68"/>
                  </a:cxn>
                  <a:cxn ang="0">
                    <a:pos x="121" y="60"/>
                  </a:cxn>
                  <a:cxn ang="0">
                    <a:pos x="121" y="60"/>
                  </a:cxn>
                  <a:cxn ang="0">
                    <a:pos x="139" y="54"/>
                  </a:cxn>
                  <a:cxn ang="0">
                    <a:pos x="154" y="50"/>
                  </a:cxn>
                  <a:cxn ang="0">
                    <a:pos x="168" y="44"/>
                  </a:cxn>
                  <a:cxn ang="0">
                    <a:pos x="178" y="40"/>
                  </a:cxn>
                  <a:cxn ang="0">
                    <a:pos x="178" y="40"/>
                  </a:cxn>
                  <a:cxn ang="0">
                    <a:pos x="189" y="30"/>
                  </a:cxn>
                  <a:cxn ang="0">
                    <a:pos x="191" y="22"/>
                  </a:cxn>
                  <a:cxn ang="0">
                    <a:pos x="191" y="22"/>
                  </a:cxn>
                  <a:cxn ang="0">
                    <a:pos x="189" y="14"/>
                  </a:cxn>
                  <a:cxn ang="0">
                    <a:pos x="185" y="12"/>
                  </a:cxn>
                  <a:cxn ang="0">
                    <a:pos x="185" y="12"/>
                  </a:cxn>
                  <a:cxn ang="0">
                    <a:pos x="180" y="12"/>
                  </a:cxn>
                  <a:cxn ang="0">
                    <a:pos x="172" y="12"/>
                  </a:cxn>
                  <a:cxn ang="0">
                    <a:pos x="172" y="12"/>
                  </a:cxn>
                  <a:cxn ang="0">
                    <a:pos x="162" y="14"/>
                  </a:cxn>
                  <a:cxn ang="0">
                    <a:pos x="148" y="16"/>
                  </a:cxn>
                  <a:cxn ang="0">
                    <a:pos x="148" y="16"/>
                  </a:cxn>
                  <a:cxn ang="0">
                    <a:pos x="135" y="18"/>
                  </a:cxn>
                  <a:cxn ang="0">
                    <a:pos x="121" y="18"/>
                  </a:cxn>
                  <a:cxn ang="0">
                    <a:pos x="121" y="18"/>
                  </a:cxn>
                  <a:cxn ang="0">
                    <a:pos x="107" y="16"/>
                  </a:cxn>
                  <a:cxn ang="0">
                    <a:pos x="92" y="12"/>
                  </a:cxn>
                  <a:cxn ang="0">
                    <a:pos x="92" y="12"/>
                  </a:cxn>
                  <a:cxn ang="0">
                    <a:pos x="80" y="8"/>
                  </a:cxn>
                  <a:cxn ang="0">
                    <a:pos x="70" y="4"/>
                  </a:cxn>
                  <a:cxn ang="0">
                    <a:pos x="70" y="4"/>
                  </a:cxn>
                  <a:cxn ang="0">
                    <a:pos x="63" y="0"/>
                  </a:cxn>
                  <a:cxn ang="0">
                    <a:pos x="63" y="0"/>
                  </a:cxn>
                  <a:cxn ang="0">
                    <a:pos x="59" y="6"/>
                  </a:cxn>
                  <a:cxn ang="0">
                    <a:pos x="59" y="6"/>
                  </a:cxn>
                  <a:cxn ang="0">
                    <a:pos x="53" y="10"/>
                  </a:cxn>
                  <a:cxn ang="0">
                    <a:pos x="45" y="16"/>
                  </a:cxn>
                  <a:cxn ang="0">
                    <a:pos x="45" y="16"/>
                  </a:cxn>
                  <a:cxn ang="0">
                    <a:pos x="37" y="18"/>
                  </a:cxn>
                  <a:cxn ang="0">
                    <a:pos x="29" y="22"/>
                  </a:cxn>
                  <a:cxn ang="0">
                    <a:pos x="29" y="22"/>
                  </a:cxn>
                  <a:cxn ang="0">
                    <a:pos x="22" y="24"/>
                  </a:cxn>
                  <a:cxn ang="0">
                    <a:pos x="12" y="24"/>
                  </a:cxn>
                  <a:cxn ang="0">
                    <a:pos x="12" y="24"/>
                  </a:cxn>
                  <a:cxn ang="0">
                    <a:pos x="2" y="26"/>
                  </a:cxn>
                  <a:cxn ang="0">
                    <a:pos x="0" y="34"/>
                  </a:cxn>
                  <a:cxn ang="0">
                    <a:pos x="0" y="34"/>
                  </a:cxn>
                  <a:cxn ang="0">
                    <a:pos x="2" y="44"/>
                  </a:cxn>
                  <a:cxn ang="0">
                    <a:pos x="2" y="54"/>
                  </a:cxn>
                  <a:cxn ang="0">
                    <a:pos x="2" y="54"/>
                  </a:cxn>
                  <a:cxn ang="0">
                    <a:pos x="4" y="62"/>
                  </a:cxn>
                  <a:cxn ang="0">
                    <a:pos x="4" y="72"/>
                  </a:cxn>
                  <a:cxn ang="0">
                    <a:pos x="4" y="72"/>
                  </a:cxn>
                  <a:cxn ang="0">
                    <a:pos x="8" y="82"/>
                  </a:cxn>
                  <a:cxn ang="0">
                    <a:pos x="14" y="87"/>
                  </a:cxn>
                  <a:cxn ang="0">
                    <a:pos x="14" y="87"/>
                  </a:cxn>
                  <a:cxn ang="0">
                    <a:pos x="20" y="89"/>
                  </a:cxn>
                  <a:cxn ang="0">
                    <a:pos x="29" y="87"/>
                  </a:cxn>
                  <a:cxn ang="0">
                    <a:pos x="29" y="87"/>
                  </a:cxn>
                  <a:cxn ang="0">
                    <a:pos x="43" y="84"/>
                  </a:cxn>
                  <a:cxn ang="0">
                    <a:pos x="61" y="76"/>
                  </a:cxn>
                </a:cxnLst>
                <a:rect l="0" t="0" r="r" b="b"/>
                <a:pathLst>
                  <a:path w="191" h="89">
                    <a:moveTo>
                      <a:pt x="61" y="76"/>
                    </a:moveTo>
                    <a:lnTo>
                      <a:pt x="86" y="68"/>
                    </a:lnTo>
                    <a:lnTo>
                      <a:pt x="121" y="60"/>
                    </a:lnTo>
                    <a:lnTo>
                      <a:pt x="121" y="60"/>
                    </a:lnTo>
                    <a:lnTo>
                      <a:pt x="139" y="54"/>
                    </a:lnTo>
                    <a:lnTo>
                      <a:pt x="154" y="50"/>
                    </a:lnTo>
                    <a:lnTo>
                      <a:pt x="168" y="44"/>
                    </a:lnTo>
                    <a:lnTo>
                      <a:pt x="178" y="40"/>
                    </a:lnTo>
                    <a:lnTo>
                      <a:pt x="178" y="40"/>
                    </a:lnTo>
                    <a:lnTo>
                      <a:pt x="189" y="30"/>
                    </a:lnTo>
                    <a:lnTo>
                      <a:pt x="191" y="22"/>
                    </a:lnTo>
                    <a:lnTo>
                      <a:pt x="191" y="22"/>
                    </a:lnTo>
                    <a:lnTo>
                      <a:pt x="189" y="14"/>
                    </a:lnTo>
                    <a:lnTo>
                      <a:pt x="185" y="12"/>
                    </a:lnTo>
                    <a:lnTo>
                      <a:pt x="185" y="12"/>
                    </a:lnTo>
                    <a:lnTo>
                      <a:pt x="180" y="12"/>
                    </a:lnTo>
                    <a:lnTo>
                      <a:pt x="172" y="12"/>
                    </a:lnTo>
                    <a:lnTo>
                      <a:pt x="172" y="12"/>
                    </a:lnTo>
                    <a:lnTo>
                      <a:pt x="162" y="14"/>
                    </a:lnTo>
                    <a:lnTo>
                      <a:pt x="148" y="16"/>
                    </a:lnTo>
                    <a:lnTo>
                      <a:pt x="148" y="16"/>
                    </a:lnTo>
                    <a:lnTo>
                      <a:pt x="135" y="18"/>
                    </a:lnTo>
                    <a:lnTo>
                      <a:pt x="121" y="18"/>
                    </a:lnTo>
                    <a:lnTo>
                      <a:pt x="121" y="18"/>
                    </a:lnTo>
                    <a:lnTo>
                      <a:pt x="107" y="16"/>
                    </a:lnTo>
                    <a:lnTo>
                      <a:pt x="92" y="12"/>
                    </a:lnTo>
                    <a:lnTo>
                      <a:pt x="92" y="12"/>
                    </a:lnTo>
                    <a:lnTo>
                      <a:pt x="80" y="8"/>
                    </a:lnTo>
                    <a:lnTo>
                      <a:pt x="70" y="4"/>
                    </a:lnTo>
                    <a:lnTo>
                      <a:pt x="70" y="4"/>
                    </a:lnTo>
                    <a:lnTo>
                      <a:pt x="63" y="0"/>
                    </a:lnTo>
                    <a:lnTo>
                      <a:pt x="63" y="0"/>
                    </a:lnTo>
                    <a:lnTo>
                      <a:pt x="59" y="6"/>
                    </a:lnTo>
                    <a:lnTo>
                      <a:pt x="59" y="6"/>
                    </a:lnTo>
                    <a:lnTo>
                      <a:pt x="53" y="10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37" y="18"/>
                    </a:lnTo>
                    <a:lnTo>
                      <a:pt x="29" y="22"/>
                    </a:lnTo>
                    <a:lnTo>
                      <a:pt x="29" y="22"/>
                    </a:lnTo>
                    <a:lnTo>
                      <a:pt x="22" y="24"/>
                    </a:lnTo>
                    <a:lnTo>
                      <a:pt x="12" y="24"/>
                    </a:lnTo>
                    <a:lnTo>
                      <a:pt x="12" y="24"/>
                    </a:lnTo>
                    <a:lnTo>
                      <a:pt x="2" y="26"/>
                    </a:lnTo>
                    <a:lnTo>
                      <a:pt x="0" y="34"/>
                    </a:lnTo>
                    <a:lnTo>
                      <a:pt x="0" y="34"/>
                    </a:lnTo>
                    <a:lnTo>
                      <a:pt x="2" y="44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4" y="62"/>
                    </a:lnTo>
                    <a:lnTo>
                      <a:pt x="4" y="72"/>
                    </a:lnTo>
                    <a:lnTo>
                      <a:pt x="4" y="72"/>
                    </a:lnTo>
                    <a:lnTo>
                      <a:pt x="8" y="82"/>
                    </a:lnTo>
                    <a:lnTo>
                      <a:pt x="14" y="87"/>
                    </a:lnTo>
                    <a:lnTo>
                      <a:pt x="14" y="87"/>
                    </a:lnTo>
                    <a:lnTo>
                      <a:pt x="20" y="89"/>
                    </a:lnTo>
                    <a:lnTo>
                      <a:pt x="29" y="87"/>
                    </a:lnTo>
                    <a:lnTo>
                      <a:pt x="29" y="87"/>
                    </a:lnTo>
                    <a:lnTo>
                      <a:pt x="43" y="84"/>
                    </a:lnTo>
                    <a:lnTo>
                      <a:pt x="61" y="76"/>
                    </a:lnTo>
                  </a:path>
                </a:pathLst>
              </a:custGeom>
              <a:solidFill>
                <a:schemeClr val="bg2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3" name="Freeform 23"/>
              <p:cNvSpPr>
                <a:spLocks/>
              </p:cNvSpPr>
              <p:nvPr/>
            </p:nvSpPr>
            <p:spPr bwMode="gray">
              <a:xfrm>
                <a:off x="156" y="680"/>
                <a:ext cx="74" cy="69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0" y="31"/>
                  </a:cxn>
                  <a:cxn ang="0">
                    <a:pos x="50" y="69"/>
                  </a:cxn>
                  <a:cxn ang="0">
                    <a:pos x="74" y="37"/>
                  </a:cxn>
                  <a:cxn ang="0">
                    <a:pos x="17" y="0"/>
                  </a:cxn>
                </a:cxnLst>
                <a:rect l="0" t="0" r="r" b="b"/>
                <a:pathLst>
                  <a:path w="74" h="69">
                    <a:moveTo>
                      <a:pt x="17" y="0"/>
                    </a:moveTo>
                    <a:lnTo>
                      <a:pt x="0" y="31"/>
                    </a:lnTo>
                    <a:lnTo>
                      <a:pt x="50" y="69"/>
                    </a:lnTo>
                    <a:lnTo>
                      <a:pt x="74" y="37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4" name="Freeform 24"/>
              <p:cNvSpPr>
                <a:spLocks/>
              </p:cNvSpPr>
              <p:nvPr/>
            </p:nvSpPr>
            <p:spPr bwMode="gray">
              <a:xfrm>
                <a:off x="156" y="680"/>
                <a:ext cx="74" cy="69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0" y="31"/>
                  </a:cxn>
                  <a:cxn ang="0">
                    <a:pos x="50" y="69"/>
                  </a:cxn>
                  <a:cxn ang="0">
                    <a:pos x="74" y="37"/>
                  </a:cxn>
                  <a:cxn ang="0">
                    <a:pos x="17" y="0"/>
                  </a:cxn>
                </a:cxnLst>
                <a:rect l="0" t="0" r="r" b="b"/>
                <a:pathLst>
                  <a:path w="74" h="69">
                    <a:moveTo>
                      <a:pt x="17" y="0"/>
                    </a:moveTo>
                    <a:lnTo>
                      <a:pt x="0" y="31"/>
                    </a:lnTo>
                    <a:lnTo>
                      <a:pt x="50" y="69"/>
                    </a:lnTo>
                    <a:lnTo>
                      <a:pt x="74" y="37"/>
                    </a:lnTo>
                    <a:lnTo>
                      <a:pt x="17" y="0"/>
                    </a:ln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5" name="Freeform 25"/>
              <p:cNvSpPr>
                <a:spLocks/>
              </p:cNvSpPr>
              <p:nvPr/>
            </p:nvSpPr>
            <p:spPr bwMode="gray">
              <a:xfrm>
                <a:off x="109" y="745"/>
                <a:ext cx="68" cy="56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68" y="38"/>
                  </a:cxn>
                  <a:cxn ang="0">
                    <a:pos x="56" y="56"/>
                  </a:cxn>
                  <a:cxn ang="0">
                    <a:pos x="0" y="20"/>
                  </a:cxn>
                  <a:cxn ang="0">
                    <a:pos x="10" y="0"/>
                  </a:cxn>
                </a:cxnLst>
                <a:rect l="0" t="0" r="r" b="b"/>
                <a:pathLst>
                  <a:path w="68" h="56">
                    <a:moveTo>
                      <a:pt x="10" y="0"/>
                    </a:moveTo>
                    <a:lnTo>
                      <a:pt x="68" y="38"/>
                    </a:lnTo>
                    <a:lnTo>
                      <a:pt x="56" y="56"/>
                    </a:lnTo>
                    <a:lnTo>
                      <a:pt x="0" y="2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6" name="Freeform 26"/>
              <p:cNvSpPr>
                <a:spLocks/>
              </p:cNvSpPr>
              <p:nvPr/>
            </p:nvSpPr>
            <p:spPr bwMode="gray">
              <a:xfrm>
                <a:off x="109" y="745"/>
                <a:ext cx="68" cy="56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68" y="38"/>
                  </a:cxn>
                  <a:cxn ang="0">
                    <a:pos x="56" y="56"/>
                  </a:cxn>
                  <a:cxn ang="0">
                    <a:pos x="0" y="20"/>
                  </a:cxn>
                  <a:cxn ang="0">
                    <a:pos x="10" y="0"/>
                  </a:cxn>
                </a:cxnLst>
                <a:rect l="0" t="0" r="r" b="b"/>
                <a:pathLst>
                  <a:path w="68" h="56">
                    <a:moveTo>
                      <a:pt x="10" y="0"/>
                    </a:moveTo>
                    <a:lnTo>
                      <a:pt x="68" y="38"/>
                    </a:lnTo>
                    <a:lnTo>
                      <a:pt x="56" y="56"/>
                    </a:lnTo>
                    <a:lnTo>
                      <a:pt x="0" y="20"/>
                    </a:lnTo>
                    <a:lnTo>
                      <a:pt x="10" y="0"/>
                    </a:lnTo>
                  </a:path>
                </a:pathLst>
              </a:custGeom>
              <a:solidFill>
                <a:schemeClr val="bg2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7" name="Freeform 27"/>
              <p:cNvSpPr>
                <a:spLocks/>
              </p:cNvSpPr>
              <p:nvPr/>
            </p:nvSpPr>
            <p:spPr bwMode="gray">
              <a:xfrm>
                <a:off x="117" y="701"/>
                <a:ext cx="175" cy="133"/>
              </a:xfrm>
              <a:custGeom>
                <a:avLst/>
                <a:gdLst/>
                <a:ahLst/>
                <a:cxnLst>
                  <a:cxn ang="0">
                    <a:pos x="39" y="78"/>
                  </a:cxn>
                  <a:cxn ang="0">
                    <a:pos x="58" y="92"/>
                  </a:cxn>
                  <a:cxn ang="0">
                    <a:pos x="80" y="107"/>
                  </a:cxn>
                  <a:cxn ang="0">
                    <a:pos x="80" y="107"/>
                  </a:cxn>
                  <a:cxn ang="0">
                    <a:pos x="101" y="121"/>
                  </a:cxn>
                  <a:cxn ang="0">
                    <a:pos x="113" y="129"/>
                  </a:cxn>
                  <a:cxn ang="0">
                    <a:pos x="113" y="129"/>
                  </a:cxn>
                  <a:cxn ang="0">
                    <a:pos x="121" y="133"/>
                  </a:cxn>
                  <a:cxn ang="0">
                    <a:pos x="121" y="133"/>
                  </a:cxn>
                  <a:cxn ang="0">
                    <a:pos x="150" y="131"/>
                  </a:cxn>
                  <a:cxn ang="0">
                    <a:pos x="150" y="131"/>
                  </a:cxn>
                  <a:cxn ang="0">
                    <a:pos x="162" y="131"/>
                  </a:cxn>
                  <a:cxn ang="0">
                    <a:pos x="171" y="129"/>
                  </a:cxn>
                  <a:cxn ang="0">
                    <a:pos x="175" y="125"/>
                  </a:cxn>
                  <a:cxn ang="0">
                    <a:pos x="175" y="119"/>
                  </a:cxn>
                  <a:cxn ang="0">
                    <a:pos x="175" y="119"/>
                  </a:cxn>
                  <a:cxn ang="0">
                    <a:pos x="169" y="111"/>
                  </a:cxn>
                  <a:cxn ang="0">
                    <a:pos x="156" y="107"/>
                  </a:cxn>
                  <a:cxn ang="0">
                    <a:pos x="156" y="107"/>
                  </a:cxn>
                  <a:cxn ang="0">
                    <a:pos x="142" y="105"/>
                  </a:cxn>
                  <a:cxn ang="0">
                    <a:pos x="130" y="98"/>
                  </a:cxn>
                  <a:cxn ang="0">
                    <a:pos x="130" y="98"/>
                  </a:cxn>
                  <a:cxn ang="0">
                    <a:pos x="121" y="90"/>
                  </a:cxn>
                  <a:cxn ang="0">
                    <a:pos x="117" y="84"/>
                  </a:cxn>
                  <a:cxn ang="0">
                    <a:pos x="117" y="84"/>
                  </a:cxn>
                  <a:cxn ang="0">
                    <a:pos x="113" y="78"/>
                  </a:cxn>
                  <a:cxn ang="0">
                    <a:pos x="107" y="66"/>
                  </a:cxn>
                  <a:cxn ang="0">
                    <a:pos x="107" y="66"/>
                  </a:cxn>
                  <a:cxn ang="0">
                    <a:pos x="103" y="52"/>
                  </a:cxn>
                  <a:cxn ang="0">
                    <a:pos x="99" y="42"/>
                  </a:cxn>
                  <a:cxn ang="0">
                    <a:pos x="99" y="42"/>
                  </a:cxn>
                  <a:cxn ang="0">
                    <a:pos x="99" y="34"/>
                  </a:cxn>
                  <a:cxn ang="0">
                    <a:pos x="99" y="34"/>
                  </a:cxn>
                  <a:cxn ang="0">
                    <a:pos x="91" y="34"/>
                  </a:cxn>
                  <a:cxn ang="0">
                    <a:pos x="91" y="34"/>
                  </a:cxn>
                  <a:cxn ang="0">
                    <a:pos x="86" y="32"/>
                  </a:cxn>
                  <a:cxn ang="0">
                    <a:pos x="76" y="28"/>
                  </a:cxn>
                  <a:cxn ang="0">
                    <a:pos x="76" y="28"/>
                  </a:cxn>
                  <a:cxn ang="0">
                    <a:pos x="68" y="24"/>
                  </a:cxn>
                  <a:cxn ang="0">
                    <a:pos x="62" y="20"/>
                  </a:cxn>
                  <a:cxn ang="0">
                    <a:pos x="62" y="20"/>
                  </a:cxn>
                  <a:cxn ang="0">
                    <a:pos x="56" y="14"/>
                  </a:cxn>
                  <a:cxn ang="0">
                    <a:pos x="48" y="6"/>
                  </a:cxn>
                  <a:cxn ang="0">
                    <a:pos x="48" y="6"/>
                  </a:cxn>
                  <a:cxn ang="0">
                    <a:pos x="43" y="0"/>
                  </a:cxn>
                  <a:cxn ang="0">
                    <a:pos x="35" y="4"/>
                  </a:cxn>
                  <a:cxn ang="0">
                    <a:pos x="35" y="4"/>
                  </a:cxn>
                  <a:cxn ang="0">
                    <a:pos x="27" y="10"/>
                  </a:cxn>
                  <a:cxn ang="0">
                    <a:pos x="21" y="16"/>
                  </a:cxn>
                  <a:cxn ang="0">
                    <a:pos x="21" y="16"/>
                  </a:cxn>
                  <a:cxn ang="0">
                    <a:pos x="13" y="22"/>
                  </a:cxn>
                  <a:cxn ang="0">
                    <a:pos x="8" y="30"/>
                  </a:cxn>
                  <a:cxn ang="0">
                    <a:pos x="8" y="30"/>
                  </a:cxn>
                  <a:cxn ang="0">
                    <a:pos x="2" y="38"/>
                  </a:cxn>
                  <a:cxn ang="0">
                    <a:pos x="0" y="46"/>
                  </a:cxn>
                  <a:cxn ang="0">
                    <a:pos x="0" y="46"/>
                  </a:cxn>
                  <a:cxn ang="0">
                    <a:pos x="4" y="54"/>
                  </a:cxn>
                  <a:cxn ang="0">
                    <a:pos x="9" y="60"/>
                  </a:cxn>
                  <a:cxn ang="0">
                    <a:pos x="9" y="60"/>
                  </a:cxn>
                  <a:cxn ang="0">
                    <a:pos x="21" y="68"/>
                  </a:cxn>
                  <a:cxn ang="0">
                    <a:pos x="39" y="78"/>
                  </a:cxn>
                </a:cxnLst>
                <a:rect l="0" t="0" r="r" b="b"/>
                <a:pathLst>
                  <a:path w="175" h="133">
                    <a:moveTo>
                      <a:pt x="39" y="78"/>
                    </a:moveTo>
                    <a:lnTo>
                      <a:pt x="58" y="92"/>
                    </a:lnTo>
                    <a:lnTo>
                      <a:pt x="80" y="107"/>
                    </a:lnTo>
                    <a:lnTo>
                      <a:pt x="80" y="107"/>
                    </a:lnTo>
                    <a:lnTo>
                      <a:pt x="101" y="121"/>
                    </a:lnTo>
                    <a:lnTo>
                      <a:pt x="113" y="129"/>
                    </a:lnTo>
                    <a:lnTo>
                      <a:pt x="113" y="129"/>
                    </a:lnTo>
                    <a:lnTo>
                      <a:pt x="121" y="133"/>
                    </a:lnTo>
                    <a:lnTo>
                      <a:pt x="121" y="133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62" y="131"/>
                    </a:lnTo>
                    <a:lnTo>
                      <a:pt x="171" y="129"/>
                    </a:lnTo>
                    <a:lnTo>
                      <a:pt x="175" y="125"/>
                    </a:lnTo>
                    <a:lnTo>
                      <a:pt x="175" y="119"/>
                    </a:lnTo>
                    <a:lnTo>
                      <a:pt x="175" y="119"/>
                    </a:lnTo>
                    <a:lnTo>
                      <a:pt x="169" y="111"/>
                    </a:lnTo>
                    <a:lnTo>
                      <a:pt x="156" y="107"/>
                    </a:lnTo>
                    <a:lnTo>
                      <a:pt x="156" y="107"/>
                    </a:lnTo>
                    <a:lnTo>
                      <a:pt x="142" y="105"/>
                    </a:lnTo>
                    <a:lnTo>
                      <a:pt x="130" y="98"/>
                    </a:lnTo>
                    <a:lnTo>
                      <a:pt x="130" y="98"/>
                    </a:lnTo>
                    <a:lnTo>
                      <a:pt x="121" y="90"/>
                    </a:lnTo>
                    <a:lnTo>
                      <a:pt x="117" y="84"/>
                    </a:lnTo>
                    <a:lnTo>
                      <a:pt x="117" y="84"/>
                    </a:lnTo>
                    <a:lnTo>
                      <a:pt x="113" y="78"/>
                    </a:lnTo>
                    <a:lnTo>
                      <a:pt x="107" y="66"/>
                    </a:lnTo>
                    <a:lnTo>
                      <a:pt x="107" y="66"/>
                    </a:lnTo>
                    <a:lnTo>
                      <a:pt x="103" y="52"/>
                    </a:lnTo>
                    <a:lnTo>
                      <a:pt x="99" y="42"/>
                    </a:lnTo>
                    <a:lnTo>
                      <a:pt x="99" y="42"/>
                    </a:lnTo>
                    <a:lnTo>
                      <a:pt x="99" y="34"/>
                    </a:lnTo>
                    <a:lnTo>
                      <a:pt x="99" y="34"/>
                    </a:lnTo>
                    <a:lnTo>
                      <a:pt x="91" y="34"/>
                    </a:lnTo>
                    <a:lnTo>
                      <a:pt x="91" y="34"/>
                    </a:lnTo>
                    <a:lnTo>
                      <a:pt x="86" y="32"/>
                    </a:lnTo>
                    <a:lnTo>
                      <a:pt x="76" y="28"/>
                    </a:lnTo>
                    <a:lnTo>
                      <a:pt x="76" y="28"/>
                    </a:lnTo>
                    <a:lnTo>
                      <a:pt x="68" y="24"/>
                    </a:lnTo>
                    <a:lnTo>
                      <a:pt x="62" y="20"/>
                    </a:lnTo>
                    <a:lnTo>
                      <a:pt x="62" y="20"/>
                    </a:lnTo>
                    <a:lnTo>
                      <a:pt x="56" y="14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43" y="0"/>
                    </a:lnTo>
                    <a:lnTo>
                      <a:pt x="35" y="4"/>
                    </a:lnTo>
                    <a:lnTo>
                      <a:pt x="35" y="4"/>
                    </a:lnTo>
                    <a:lnTo>
                      <a:pt x="27" y="10"/>
                    </a:lnTo>
                    <a:lnTo>
                      <a:pt x="21" y="16"/>
                    </a:lnTo>
                    <a:lnTo>
                      <a:pt x="21" y="16"/>
                    </a:lnTo>
                    <a:lnTo>
                      <a:pt x="13" y="22"/>
                    </a:lnTo>
                    <a:lnTo>
                      <a:pt x="8" y="30"/>
                    </a:lnTo>
                    <a:lnTo>
                      <a:pt x="8" y="30"/>
                    </a:lnTo>
                    <a:lnTo>
                      <a:pt x="2" y="38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4" y="54"/>
                    </a:lnTo>
                    <a:lnTo>
                      <a:pt x="9" y="60"/>
                    </a:lnTo>
                    <a:lnTo>
                      <a:pt x="9" y="60"/>
                    </a:lnTo>
                    <a:lnTo>
                      <a:pt x="21" y="68"/>
                    </a:lnTo>
                    <a:lnTo>
                      <a:pt x="39" y="78"/>
                    </a:lnTo>
                  </a:path>
                </a:pathLst>
              </a:custGeom>
              <a:solidFill>
                <a:schemeClr val="bg2"/>
              </a:solidFill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8" name="Freeform 28"/>
              <p:cNvSpPr>
                <a:spLocks/>
              </p:cNvSpPr>
              <p:nvPr/>
            </p:nvSpPr>
            <p:spPr bwMode="gray">
              <a:xfrm>
                <a:off x="151" y="628"/>
                <a:ext cx="150" cy="111"/>
              </a:xfrm>
              <a:custGeom>
                <a:avLst/>
                <a:gdLst/>
                <a:ahLst/>
                <a:cxnLst>
                  <a:cxn ang="0">
                    <a:pos x="48" y="0"/>
                  </a:cxn>
                  <a:cxn ang="0">
                    <a:pos x="0" y="53"/>
                  </a:cxn>
                  <a:cxn ang="0">
                    <a:pos x="82" y="111"/>
                  </a:cxn>
                  <a:cxn ang="0">
                    <a:pos x="150" y="2"/>
                  </a:cxn>
                </a:cxnLst>
                <a:rect l="0" t="0" r="r" b="b"/>
                <a:pathLst>
                  <a:path w="150" h="111">
                    <a:moveTo>
                      <a:pt x="48" y="0"/>
                    </a:moveTo>
                    <a:lnTo>
                      <a:pt x="0" y="53"/>
                    </a:lnTo>
                    <a:lnTo>
                      <a:pt x="82" y="111"/>
                    </a:lnTo>
                    <a:lnTo>
                      <a:pt x="150" y="2"/>
                    </a:lnTo>
                  </a:path>
                </a:pathLst>
              </a:custGeom>
              <a:solidFill>
                <a:srgbClr val="0000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29" name="Freeform 29"/>
              <p:cNvSpPr>
                <a:spLocks/>
              </p:cNvSpPr>
              <p:nvPr/>
            </p:nvSpPr>
            <p:spPr bwMode="gray">
              <a:xfrm>
                <a:off x="325" y="628"/>
                <a:ext cx="129" cy="11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5" y="110"/>
                  </a:cxn>
                  <a:cxn ang="0">
                    <a:pos x="129" y="80"/>
                  </a:cxn>
                  <a:cxn ang="0">
                    <a:pos x="100" y="0"/>
                  </a:cxn>
                </a:cxnLst>
                <a:rect l="0" t="0" r="r" b="b"/>
                <a:pathLst>
                  <a:path w="129" h="110">
                    <a:moveTo>
                      <a:pt x="0" y="0"/>
                    </a:moveTo>
                    <a:lnTo>
                      <a:pt x="25" y="110"/>
                    </a:lnTo>
                    <a:lnTo>
                      <a:pt x="129" y="80"/>
                    </a:lnTo>
                    <a:lnTo>
                      <a:pt x="100" y="0"/>
                    </a:lnTo>
                  </a:path>
                </a:pathLst>
              </a:custGeom>
              <a:solidFill>
                <a:srgbClr val="000099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16830" name="Group 30"/>
            <p:cNvGrpSpPr>
              <a:grpSpLocks/>
            </p:cNvGrpSpPr>
            <p:nvPr/>
          </p:nvGrpSpPr>
          <p:grpSpPr bwMode="gray">
            <a:xfrm>
              <a:off x="1393" y="2198"/>
              <a:ext cx="245" cy="176"/>
              <a:chOff x="585" y="398"/>
              <a:chExt cx="245" cy="176"/>
            </a:xfrm>
          </p:grpSpPr>
          <p:sp>
            <p:nvSpPr>
              <p:cNvPr id="716831" name="Oval 31"/>
              <p:cNvSpPr>
                <a:spLocks noChangeArrowheads="1"/>
              </p:cNvSpPr>
              <p:nvPr/>
            </p:nvSpPr>
            <p:spPr bwMode="gray">
              <a:xfrm>
                <a:off x="585" y="432"/>
                <a:ext cx="245" cy="142"/>
              </a:xfrm>
              <a:prstGeom prst="ellipse">
                <a:avLst/>
              </a:prstGeom>
              <a:solidFill>
                <a:srgbClr val="FFFFCC"/>
              </a:solidFill>
              <a:ln w="12700">
                <a:solidFill>
                  <a:srgbClr val="000099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000099"/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716832" name="Freeform 32"/>
              <p:cNvSpPr>
                <a:spLocks/>
              </p:cNvSpPr>
              <p:nvPr/>
            </p:nvSpPr>
            <p:spPr bwMode="gray">
              <a:xfrm>
                <a:off x="647" y="398"/>
                <a:ext cx="165" cy="166"/>
              </a:xfrm>
              <a:custGeom>
                <a:avLst/>
                <a:gdLst/>
                <a:ahLst/>
                <a:cxnLst>
                  <a:cxn ang="0">
                    <a:pos x="161" y="0"/>
                  </a:cxn>
                  <a:cxn ang="0">
                    <a:pos x="165" y="6"/>
                  </a:cxn>
                  <a:cxn ang="0">
                    <a:pos x="165" y="6"/>
                  </a:cxn>
                  <a:cxn ang="0">
                    <a:pos x="152" y="18"/>
                  </a:cxn>
                  <a:cxn ang="0">
                    <a:pos x="138" y="32"/>
                  </a:cxn>
                  <a:cxn ang="0">
                    <a:pos x="124" y="48"/>
                  </a:cxn>
                  <a:cxn ang="0">
                    <a:pos x="108" y="68"/>
                  </a:cxn>
                  <a:cxn ang="0">
                    <a:pos x="108" y="68"/>
                  </a:cxn>
                  <a:cxn ang="0">
                    <a:pos x="81" y="110"/>
                  </a:cxn>
                  <a:cxn ang="0">
                    <a:pos x="61" y="148"/>
                  </a:cxn>
                  <a:cxn ang="0">
                    <a:pos x="61" y="148"/>
                  </a:cxn>
                  <a:cxn ang="0">
                    <a:pos x="53" y="154"/>
                  </a:cxn>
                  <a:cxn ang="0">
                    <a:pos x="53" y="154"/>
                  </a:cxn>
                  <a:cxn ang="0">
                    <a:pos x="43" y="160"/>
                  </a:cxn>
                  <a:cxn ang="0">
                    <a:pos x="37" y="166"/>
                  </a:cxn>
                  <a:cxn ang="0">
                    <a:pos x="37" y="166"/>
                  </a:cxn>
                  <a:cxn ang="0">
                    <a:pos x="35" y="158"/>
                  </a:cxn>
                  <a:cxn ang="0">
                    <a:pos x="32" y="146"/>
                  </a:cxn>
                  <a:cxn ang="0">
                    <a:pos x="32" y="146"/>
                  </a:cxn>
                  <a:cxn ang="0">
                    <a:pos x="28" y="138"/>
                  </a:cxn>
                  <a:cxn ang="0">
                    <a:pos x="28" y="138"/>
                  </a:cxn>
                  <a:cxn ang="0">
                    <a:pos x="20" y="122"/>
                  </a:cxn>
                  <a:cxn ang="0">
                    <a:pos x="14" y="112"/>
                  </a:cxn>
                  <a:cxn ang="0">
                    <a:pos x="14" y="112"/>
                  </a:cxn>
                  <a:cxn ang="0">
                    <a:pos x="8" y="106"/>
                  </a:cxn>
                  <a:cxn ang="0">
                    <a:pos x="0" y="100"/>
                  </a:cxn>
                  <a:cxn ang="0">
                    <a:pos x="0" y="100"/>
                  </a:cxn>
                  <a:cxn ang="0">
                    <a:pos x="12" y="90"/>
                  </a:cxn>
                  <a:cxn ang="0">
                    <a:pos x="24" y="88"/>
                  </a:cxn>
                  <a:cxn ang="0">
                    <a:pos x="24" y="88"/>
                  </a:cxn>
                  <a:cxn ang="0">
                    <a:pos x="30" y="88"/>
                  </a:cxn>
                  <a:cxn ang="0">
                    <a:pos x="34" y="94"/>
                  </a:cxn>
                  <a:cxn ang="0">
                    <a:pos x="39" y="102"/>
                  </a:cxn>
                  <a:cxn ang="0">
                    <a:pos x="43" y="112"/>
                  </a:cxn>
                  <a:cxn ang="0">
                    <a:pos x="43" y="112"/>
                  </a:cxn>
                  <a:cxn ang="0">
                    <a:pos x="47" y="122"/>
                  </a:cxn>
                  <a:cxn ang="0">
                    <a:pos x="47" y="122"/>
                  </a:cxn>
                  <a:cxn ang="0">
                    <a:pos x="71" y="86"/>
                  </a:cxn>
                  <a:cxn ang="0">
                    <a:pos x="98" y="52"/>
                  </a:cxn>
                  <a:cxn ang="0">
                    <a:pos x="98" y="52"/>
                  </a:cxn>
                  <a:cxn ang="0">
                    <a:pos x="130" y="22"/>
                  </a:cxn>
                  <a:cxn ang="0">
                    <a:pos x="161" y="0"/>
                  </a:cxn>
                  <a:cxn ang="0">
                    <a:pos x="161" y="0"/>
                  </a:cxn>
                  <a:cxn ang="0">
                    <a:pos x="161" y="0"/>
                  </a:cxn>
                </a:cxnLst>
                <a:rect l="0" t="0" r="r" b="b"/>
                <a:pathLst>
                  <a:path w="165" h="166">
                    <a:moveTo>
                      <a:pt x="161" y="0"/>
                    </a:moveTo>
                    <a:lnTo>
                      <a:pt x="165" y="6"/>
                    </a:lnTo>
                    <a:lnTo>
                      <a:pt x="165" y="6"/>
                    </a:lnTo>
                    <a:lnTo>
                      <a:pt x="152" y="18"/>
                    </a:lnTo>
                    <a:lnTo>
                      <a:pt x="138" y="32"/>
                    </a:lnTo>
                    <a:lnTo>
                      <a:pt x="124" y="48"/>
                    </a:lnTo>
                    <a:lnTo>
                      <a:pt x="108" y="68"/>
                    </a:lnTo>
                    <a:lnTo>
                      <a:pt x="108" y="68"/>
                    </a:lnTo>
                    <a:lnTo>
                      <a:pt x="81" y="110"/>
                    </a:lnTo>
                    <a:lnTo>
                      <a:pt x="61" y="148"/>
                    </a:lnTo>
                    <a:lnTo>
                      <a:pt x="61" y="148"/>
                    </a:lnTo>
                    <a:lnTo>
                      <a:pt x="53" y="154"/>
                    </a:lnTo>
                    <a:lnTo>
                      <a:pt x="53" y="154"/>
                    </a:lnTo>
                    <a:lnTo>
                      <a:pt x="43" y="160"/>
                    </a:lnTo>
                    <a:lnTo>
                      <a:pt x="37" y="166"/>
                    </a:lnTo>
                    <a:lnTo>
                      <a:pt x="37" y="166"/>
                    </a:lnTo>
                    <a:lnTo>
                      <a:pt x="35" y="158"/>
                    </a:lnTo>
                    <a:lnTo>
                      <a:pt x="32" y="146"/>
                    </a:lnTo>
                    <a:lnTo>
                      <a:pt x="32" y="146"/>
                    </a:lnTo>
                    <a:lnTo>
                      <a:pt x="28" y="138"/>
                    </a:lnTo>
                    <a:lnTo>
                      <a:pt x="28" y="138"/>
                    </a:lnTo>
                    <a:lnTo>
                      <a:pt x="20" y="122"/>
                    </a:lnTo>
                    <a:lnTo>
                      <a:pt x="14" y="112"/>
                    </a:lnTo>
                    <a:lnTo>
                      <a:pt x="14" y="112"/>
                    </a:lnTo>
                    <a:lnTo>
                      <a:pt x="8" y="106"/>
                    </a:lnTo>
                    <a:lnTo>
                      <a:pt x="0" y="100"/>
                    </a:lnTo>
                    <a:lnTo>
                      <a:pt x="0" y="100"/>
                    </a:lnTo>
                    <a:lnTo>
                      <a:pt x="12" y="90"/>
                    </a:lnTo>
                    <a:lnTo>
                      <a:pt x="24" y="88"/>
                    </a:lnTo>
                    <a:lnTo>
                      <a:pt x="24" y="88"/>
                    </a:lnTo>
                    <a:lnTo>
                      <a:pt x="30" y="88"/>
                    </a:lnTo>
                    <a:lnTo>
                      <a:pt x="34" y="94"/>
                    </a:lnTo>
                    <a:lnTo>
                      <a:pt x="39" y="10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7" y="122"/>
                    </a:lnTo>
                    <a:lnTo>
                      <a:pt x="47" y="122"/>
                    </a:lnTo>
                    <a:lnTo>
                      <a:pt x="71" y="86"/>
                    </a:lnTo>
                    <a:lnTo>
                      <a:pt x="98" y="52"/>
                    </a:lnTo>
                    <a:lnTo>
                      <a:pt x="98" y="52"/>
                    </a:lnTo>
                    <a:lnTo>
                      <a:pt x="130" y="22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000099"/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16833" name="Group 33"/>
            <p:cNvGrpSpPr>
              <a:grpSpLocks/>
            </p:cNvGrpSpPr>
            <p:nvPr/>
          </p:nvGrpSpPr>
          <p:grpSpPr bwMode="gray">
            <a:xfrm>
              <a:off x="1393" y="2582"/>
              <a:ext cx="236" cy="170"/>
              <a:chOff x="590" y="209"/>
              <a:chExt cx="236" cy="170"/>
            </a:xfrm>
          </p:grpSpPr>
          <p:sp>
            <p:nvSpPr>
              <p:cNvPr id="716834" name="Oval 34"/>
              <p:cNvSpPr>
                <a:spLocks noChangeArrowheads="1"/>
              </p:cNvSpPr>
              <p:nvPr/>
            </p:nvSpPr>
            <p:spPr bwMode="gray">
              <a:xfrm>
                <a:off x="590" y="234"/>
                <a:ext cx="236" cy="145"/>
              </a:xfrm>
              <a:prstGeom prst="ellipse">
                <a:avLst/>
              </a:prstGeom>
              <a:solidFill>
                <a:srgbClr val="FFFFCC"/>
              </a:solidFill>
              <a:ln w="12700">
                <a:solidFill>
                  <a:srgbClr val="000099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000099"/>
                </a:outerShdw>
              </a:effectLst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716835" name="Freeform 35"/>
              <p:cNvSpPr>
                <a:spLocks/>
              </p:cNvSpPr>
              <p:nvPr/>
            </p:nvSpPr>
            <p:spPr bwMode="gray">
              <a:xfrm>
                <a:off x="688" y="335"/>
                <a:ext cx="38" cy="36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6" y="0"/>
                  </a:cxn>
                  <a:cxn ang="0">
                    <a:pos x="32" y="4"/>
                  </a:cxn>
                  <a:cxn ang="0">
                    <a:pos x="32" y="4"/>
                  </a:cxn>
                  <a:cxn ang="0">
                    <a:pos x="36" y="10"/>
                  </a:cxn>
                  <a:cxn ang="0">
                    <a:pos x="38" y="18"/>
                  </a:cxn>
                  <a:cxn ang="0">
                    <a:pos x="38" y="18"/>
                  </a:cxn>
                  <a:cxn ang="0">
                    <a:pos x="36" y="26"/>
                  </a:cxn>
                  <a:cxn ang="0">
                    <a:pos x="32" y="32"/>
                  </a:cxn>
                  <a:cxn ang="0">
                    <a:pos x="32" y="32"/>
                  </a:cxn>
                  <a:cxn ang="0">
                    <a:pos x="26" y="36"/>
                  </a:cxn>
                  <a:cxn ang="0">
                    <a:pos x="20" y="36"/>
                  </a:cxn>
                  <a:cxn ang="0">
                    <a:pos x="20" y="36"/>
                  </a:cxn>
                  <a:cxn ang="0">
                    <a:pos x="12" y="36"/>
                  </a:cxn>
                  <a:cxn ang="0">
                    <a:pos x="6" y="32"/>
                  </a:cxn>
                  <a:cxn ang="0">
                    <a:pos x="6" y="32"/>
                  </a:cxn>
                  <a:cxn ang="0">
                    <a:pos x="2" y="26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2" y="10"/>
                  </a:cxn>
                  <a:cxn ang="0">
                    <a:pos x="6" y="4"/>
                  </a:cxn>
                  <a:cxn ang="0">
                    <a:pos x="6" y="4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0" y="0"/>
                  </a:cxn>
                  <a:cxn ang="0">
                    <a:pos x="20" y="0"/>
                  </a:cxn>
                </a:cxnLst>
                <a:rect l="0" t="0" r="r" b="b"/>
                <a:pathLst>
                  <a:path w="38" h="36">
                    <a:moveTo>
                      <a:pt x="20" y="0"/>
                    </a:moveTo>
                    <a:lnTo>
                      <a:pt x="26" y="0"/>
                    </a:lnTo>
                    <a:lnTo>
                      <a:pt x="32" y="4"/>
                    </a:lnTo>
                    <a:lnTo>
                      <a:pt x="32" y="4"/>
                    </a:lnTo>
                    <a:lnTo>
                      <a:pt x="36" y="10"/>
                    </a:lnTo>
                    <a:lnTo>
                      <a:pt x="38" y="18"/>
                    </a:lnTo>
                    <a:lnTo>
                      <a:pt x="38" y="18"/>
                    </a:lnTo>
                    <a:lnTo>
                      <a:pt x="36" y="26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26" y="36"/>
                    </a:lnTo>
                    <a:lnTo>
                      <a:pt x="20" y="36"/>
                    </a:lnTo>
                    <a:lnTo>
                      <a:pt x="20" y="36"/>
                    </a:lnTo>
                    <a:lnTo>
                      <a:pt x="12" y="36"/>
                    </a:lnTo>
                    <a:lnTo>
                      <a:pt x="6" y="32"/>
                    </a:lnTo>
                    <a:lnTo>
                      <a:pt x="6" y="32"/>
                    </a:lnTo>
                    <a:lnTo>
                      <a:pt x="2" y="26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2" y="10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36" name="Oval 36"/>
              <p:cNvSpPr>
                <a:spLocks noChangeArrowheads="1"/>
              </p:cNvSpPr>
              <p:nvPr/>
            </p:nvSpPr>
            <p:spPr bwMode="gray">
              <a:xfrm>
                <a:off x="677" y="216"/>
                <a:ext cx="56" cy="56"/>
              </a:xfrm>
              <a:prstGeom prst="ellipse">
                <a:avLst/>
              </a:prstGeom>
              <a:solidFill>
                <a:srgbClr val="FFFFCC"/>
              </a:solidFill>
              <a:ln w="12700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716837" name="Freeform 37"/>
              <p:cNvSpPr>
                <a:spLocks/>
              </p:cNvSpPr>
              <p:nvPr/>
            </p:nvSpPr>
            <p:spPr bwMode="gray">
              <a:xfrm>
                <a:off x="666" y="209"/>
                <a:ext cx="86" cy="118"/>
              </a:xfrm>
              <a:custGeom>
                <a:avLst/>
                <a:gdLst/>
                <a:ahLst/>
                <a:cxnLst>
                  <a:cxn ang="0">
                    <a:pos x="35" y="118"/>
                  </a:cxn>
                  <a:cxn ang="0">
                    <a:pos x="35" y="112"/>
                  </a:cxn>
                  <a:cxn ang="0">
                    <a:pos x="37" y="100"/>
                  </a:cxn>
                  <a:cxn ang="0">
                    <a:pos x="37" y="92"/>
                  </a:cxn>
                  <a:cxn ang="0">
                    <a:pos x="45" y="72"/>
                  </a:cxn>
                  <a:cxn ang="0">
                    <a:pos x="51" y="60"/>
                  </a:cxn>
                  <a:cxn ang="0">
                    <a:pos x="53" y="52"/>
                  </a:cxn>
                  <a:cxn ang="0">
                    <a:pos x="57" y="36"/>
                  </a:cxn>
                  <a:cxn ang="0">
                    <a:pos x="55" y="24"/>
                  </a:cxn>
                  <a:cxn ang="0">
                    <a:pos x="51" y="16"/>
                  </a:cxn>
                  <a:cxn ang="0">
                    <a:pos x="37" y="10"/>
                  </a:cxn>
                  <a:cxn ang="0">
                    <a:pos x="29" y="10"/>
                  </a:cxn>
                  <a:cxn ang="0">
                    <a:pos x="25" y="12"/>
                  </a:cxn>
                  <a:cxn ang="0">
                    <a:pos x="21" y="20"/>
                  </a:cxn>
                  <a:cxn ang="0">
                    <a:pos x="21" y="22"/>
                  </a:cxn>
                  <a:cxn ang="0">
                    <a:pos x="23" y="26"/>
                  </a:cxn>
                  <a:cxn ang="0">
                    <a:pos x="31" y="30"/>
                  </a:cxn>
                  <a:cxn ang="0">
                    <a:pos x="33" y="36"/>
                  </a:cxn>
                  <a:cxn ang="0">
                    <a:pos x="35" y="40"/>
                  </a:cxn>
                  <a:cxn ang="0">
                    <a:pos x="29" y="52"/>
                  </a:cxn>
                  <a:cxn ang="0">
                    <a:pos x="23" y="56"/>
                  </a:cxn>
                  <a:cxn ang="0">
                    <a:pos x="17" y="56"/>
                  </a:cxn>
                  <a:cxn ang="0">
                    <a:pos x="6" y="50"/>
                  </a:cxn>
                  <a:cxn ang="0">
                    <a:pos x="2" y="44"/>
                  </a:cxn>
                  <a:cxn ang="0">
                    <a:pos x="0" y="36"/>
                  </a:cxn>
                  <a:cxn ang="0">
                    <a:pos x="12" y="10"/>
                  </a:cxn>
                  <a:cxn ang="0">
                    <a:pos x="25" y="2"/>
                  </a:cxn>
                  <a:cxn ang="0">
                    <a:pos x="43" y="0"/>
                  </a:cxn>
                  <a:cxn ang="0">
                    <a:pos x="75" y="12"/>
                  </a:cxn>
                  <a:cxn ang="0">
                    <a:pos x="84" y="24"/>
                  </a:cxn>
                  <a:cxn ang="0">
                    <a:pos x="86" y="40"/>
                  </a:cxn>
                  <a:cxn ang="0">
                    <a:pos x="84" y="52"/>
                  </a:cxn>
                  <a:cxn ang="0">
                    <a:pos x="82" y="60"/>
                  </a:cxn>
                  <a:cxn ang="0">
                    <a:pos x="79" y="64"/>
                  </a:cxn>
                  <a:cxn ang="0">
                    <a:pos x="65" y="78"/>
                  </a:cxn>
                  <a:cxn ang="0">
                    <a:pos x="57" y="86"/>
                  </a:cxn>
                  <a:cxn ang="0">
                    <a:pos x="51" y="92"/>
                  </a:cxn>
                  <a:cxn ang="0">
                    <a:pos x="45" y="104"/>
                  </a:cxn>
                  <a:cxn ang="0">
                    <a:pos x="45" y="110"/>
                  </a:cxn>
                  <a:cxn ang="0">
                    <a:pos x="43" y="118"/>
                  </a:cxn>
                </a:cxnLst>
                <a:rect l="0" t="0" r="r" b="b"/>
                <a:pathLst>
                  <a:path w="86" h="118">
                    <a:moveTo>
                      <a:pt x="43" y="118"/>
                    </a:moveTo>
                    <a:lnTo>
                      <a:pt x="35" y="118"/>
                    </a:lnTo>
                    <a:lnTo>
                      <a:pt x="35" y="118"/>
                    </a:lnTo>
                    <a:lnTo>
                      <a:pt x="35" y="112"/>
                    </a:lnTo>
                    <a:lnTo>
                      <a:pt x="35" y="112"/>
                    </a:lnTo>
                    <a:lnTo>
                      <a:pt x="37" y="100"/>
                    </a:lnTo>
                    <a:lnTo>
                      <a:pt x="37" y="92"/>
                    </a:lnTo>
                    <a:lnTo>
                      <a:pt x="37" y="92"/>
                    </a:lnTo>
                    <a:lnTo>
                      <a:pt x="41" y="82"/>
                    </a:lnTo>
                    <a:lnTo>
                      <a:pt x="45" y="72"/>
                    </a:lnTo>
                    <a:lnTo>
                      <a:pt x="45" y="72"/>
                    </a:lnTo>
                    <a:lnTo>
                      <a:pt x="51" y="60"/>
                    </a:lnTo>
                    <a:lnTo>
                      <a:pt x="53" y="52"/>
                    </a:lnTo>
                    <a:lnTo>
                      <a:pt x="53" y="52"/>
                    </a:lnTo>
                    <a:lnTo>
                      <a:pt x="55" y="44"/>
                    </a:lnTo>
                    <a:lnTo>
                      <a:pt x="57" y="36"/>
                    </a:lnTo>
                    <a:lnTo>
                      <a:pt x="57" y="36"/>
                    </a:lnTo>
                    <a:lnTo>
                      <a:pt x="55" y="24"/>
                    </a:lnTo>
                    <a:lnTo>
                      <a:pt x="51" y="16"/>
                    </a:lnTo>
                    <a:lnTo>
                      <a:pt x="51" y="16"/>
                    </a:lnTo>
                    <a:lnTo>
                      <a:pt x="45" y="12"/>
                    </a:lnTo>
                    <a:lnTo>
                      <a:pt x="37" y="10"/>
                    </a:lnTo>
                    <a:lnTo>
                      <a:pt x="37" y="10"/>
                    </a:lnTo>
                    <a:lnTo>
                      <a:pt x="29" y="10"/>
                    </a:lnTo>
                    <a:lnTo>
                      <a:pt x="25" y="12"/>
                    </a:lnTo>
                    <a:lnTo>
                      <a:pt x="25" y="12"/>
                    </a:lnTo>
                    <a:lnTo>
                      <a:pt x="21" y="16"/>
                    </a:lnTo>
                    <a:lnTo>
                      <a:pt x="21" y="20"/>
                    </a:lnTo>
                    <a:lnTo>
                      <a:pt x="21" y="20"/>
                    </a:lnTo>
                    <a:lnTo>
                      <a:pt x="21" y="22"/>
                    </a:lnTo>
                    <a:lnTo>
                      <a:pt x="23" y="26"/>
                    </a:lnTo>
                    <a:lnTo>
                      <a:pt x="23" y="26"/>
                    </a:lnTo>
                    <a:lnTo>
                      <a:pt x="29" y="28"/>
                    </a:lnTo>
                    <a:lnTo>
                      <a:pt x="31" y="30"/>
                    </a:lnTo>
                    <a:lnTo>
                      <a:pt x="31" y="30"/>
                    </a:lnTo>
                    <a:lnTo>
                      <a:pt x="33" y="36"/>
                    </a:lnTo>
                    <a:lnTo>
                      <a:pt x="35" y="40"/>
                    </a:lnTo>
                    <a:lnTo>
                      <a:pt x="35" y="40"/>
                    </a:lnTo>
                    <a:lnTo>
                      <a:pt x="33" y="46"/>
                    </a:lnTo>
                    <a:lnTo>
                      <a:pt x="29" y="52"/>
                    </a:lnTo>
                    <a:lnTo>
                      <a:pt x="29" y="52"/>
                    </a:lnTo>
                    <a:lnTo>
                      <a:pt x="23" y="56"/>
                    </a:lnTo>
                    <a:lnTo>
                      <a:pt x="17" y="56"/>
                    </a:lnTo>
                    <a:lnTo>
                      <a:pt x="17" y="56"/>
                    </a:lnTo>
                    <a:lnTo>
                      <a:pt x="12" y="54"/>
                    </a:lnTo>
                    <a:lnTo>
                      <a:pt x="6" y="50"/>
                    </a:lnTo>
                    <a:lnTo>
                      <a:pt x="6" y="50"/>
                    </a:lnTo>
                    <a:lnTo>
                      <a:pt x="2" y="44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4" y="22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25" y="2"/>
                    </a:lnTo>
                    <a:lnTo>
                      <a:pt x="43" y="0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5" y="12"/>
                    </a:lnTo>
                    <a:lnTo>
                      <a:pt x="75" y="12"/>
                    </a:lnTo>
                    <a:lnTo>
                      <a:pt x="84" y="24"/>
                    </a:lnTo>
                    <a:lnTo>
                      <a:pt x="86" y="40"/>
                    </a:lnTo>
                    <a:lnTo>
                      <a:pt x="86" y="40"/>
                    </a:lnTo>
                    <a:lnTo>
                      <a:pt x="86" y="46"/>
                    </a:lnTo>
                    <a:lnTo>
                      <a:pt x="84" y="52"/>
                    </a:lnTo>
                    <a:lnTo>
                      <a:pt x="84" y="52"/>
                    </a:lnTo>
                    <a:lnTo>
                      <a:pt x="82" y="60"/>
                    </a:lnTo>
                    <a:lnTo>
                      <a:pt x="79" y="64"/>
                    </a:lnTo>
                    <a:lnTo>
                      <a:pt x="79" y="64"/>
                    </a:lnTo>
                    <a:lnTo>
                      <a:pt x="73" y="70"/>
                    </a:lnTo>
                    <a:lnTo>
                      <a:pt x="65" y="78"/>
                    </a:lnTo>
                    <a:lnTo>
                      <a:pt x="65" y="78"/>
                    </a:lnTo>
                    <a:lnTo>
                      <a:pt x="57" y="86"/>
                    </a:lnTo>
                    <a:lnTo>
                      <a:pt x="51" y="92"/>
                    </a:lnTo>
                    <a:lnTo>
                      <a:pt x="51" y="92"/>
                    </a:lnTo>
                    <a:lnTo>
                      <a:pt x="49" y="96"/>
                    </a:lnTo>
                    <a:lnTo>
                      <a:pt x="45" y="104"/>
                    </a:lnTo>
                    <a:lnTo>
                      <a:pt x="45" y="104"/>
                    </a:lnTo>
                    <a:lnTo>
                      <a:pt x="45" y="110"/>
                    </a:lnTo>
                    <a:lnTo>
                      <a:pt x="43" y="118"/>
                    </a:lnTo>
                    <a:lnTo>
                      <a:pt x="43" y="118"/>
                    </a:lnTo>
                    <a:lnTo>
                      <a:pt x="43" y="118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16838" name="Text Box 38"/>
            <p:cNvSpPr txBox="1">
              <a:spLocks noChangeArrowheads="1"/>
            </p:cNvSpPr>
            <p:nvPr/>
          </p:nvSpPr>
          <p:spPr bwMode="gray">
            <a:xfrm>
              <a:off x="1800" y="2924"/>
              <a:ext cx="828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 dirty="0" smtClean="0"/>
                <a:t>Information</a:t>
              </a:r>
              <a:endParaRPr lang="en-US" sz="1600" b="1" dirty="0"/>
            </a:p>
          </p:txBody>
        </p:sp>
        <p:grpSp>
          <p:nvGrpSpPr>
            <p:cNvPr id="716839" name="Group 39"/>
            <p:cNvGrpSpPr>
              <a:grpSpLocks/>
            </p:cNvGrpSpPr>
            <p:nvPr/>
          </p:nvGrpSpPr>
          <p:grpSpPr bwMode="gray">
            <a:xfrm>
              <a:off x="1393" y="2947"/>
              <a:ext cx="229" cy="170"/>
              <a:chOff x="593" y="613"/>
              <a:chExt cx="229" cy="170"/>
            </a:xfrm>
          </p:grpSpPr>
          <p:sp>
            <p:nvSpPr>
              <p:cNvPr id="716840" name="Oval 40"/>
              <p:cNvSpPr>
                <a:spLocks noChangeArrowheads="1"/>
              </p:cNvSpPr>
              <p:nvPr/>
            </p:nvSpPr>
            <p:spPr bwMode="gray">
              <a:xfrm>
                <a:off x="593" y="634"/>
                <a:ext cx="229" cy="149"/>
              </a:xfrm>
              <a:prstGeom prst="ellipse">
                <a:avLst/>
              </a:prstGeom>
              <a:solidFill>
                <a:srgbClr val="FFFFCC"/>
              </a:solidFill>
              <a:ln w="12700">
                <a:solidFill>
                  <a:srgbClr val="000099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000099"/>
                </a:outerShdw>
              </a:effectLst>
            </p:spPr>
            <p:txBody>
              <a:bodyPr wrap="none" anchor="ctr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716841" name="Freeform 41"/>
              <p:cNvSpPr>
                <a:spLocks/>
              </p:cNvSpPr>
              <p:nvPr/>
            </p:nvSpPr>
            <p:spPr bwMode="gray">
              <a:xfrm>
                <a:off x="680" y="661"/>
                <a:ext cx="53" cy="104"/>
              </a:xfrm>
              <a:custGeom>
                <a:avLst/>
                <a:gdLst/>
                <a:ahLst/>
                <a:cxnLst>
                  <a:cxn ang="0">
                    <a:pos x="53" y="0"/>
                  </a:cxn>
                  <a:cxn ang="0">
                    <a:pos x="29" y="78"/>
                  </a:cxn>
                  <a:cxn ang="0">
                    <a:pos x="29" y="78"/>
                  </a:cxn>
                  <a:cxn ang="0">
                    <a:pos x="29" y="82"/>
                  </a:cxn>
                  <a:cxn ang="0">
                    <a:pos x="27" y="86"/>
                  </a:cxn>
                  <a:cxn ang="0">
                    <a:pos x="27" y="86"/>
                  </a:cxn>
                  <a:cxn ang="0">
                    <a:pos x="27" y="86"/>
                  </a:cxn>
                  <a:cxn ang="0">
                    <a:pos x="29" y="88"/>
                  </a:cxn>
                  <a:cxn ang="0">
                    <a:pos x="29" y="88"/>
                  </a:cxn>
                  <a:cxn ang="0">
                    <a:pos x="29" y="88"/>
                  </a:cxn>
                  <a:cxn ang="0">
                    <a:pos x="31" y="90"/>
                  </a:cxn>
                  <a:cxn ang="0">
                    <a:pos x="31" y="90"/>
                  </a:cxn>
                  <a:cxn ang="0">
                    <a:pos x="33" y="88"/>
                  </a:cxn>
                  <a:cxn ang="0">
                    <a:pos x="35" y="88"/>
                  </a:cxn>
                  <a:cxn ang="0">
                    <a:pos x="35" y="88"/>
                  </a:cxn>
                  <a:cxn ang="0">
                    <a:pos x="41" y="82"/>
                  </a:cxn>
                  <a:cxn ang="0">
                    <a:pos x="47" y="72"/>
                  </a:cxn>
                  <a:cxn ang="0">
                    <a:pos x="47" y="72"/>
                  </a:cxn>
                  <a:cxn ang="0">
                    <a:pos x="49" y="74"/>
                  </a:cxn>
                  <a:cxn ang="0">
                    <a:pos x="49" y="74"/>
                  </a:cxn>
                  <a:cxn ang="0">
                    <a:pos x="41" y="88"/>
                  </a:cxn>
                  <a:cxn ang="0">
                    <a:pos x="33" y="96"/>
                  </a:cxn>
                  <a:cxn ang="0">
                    <a:pos x="23" y="102"/>
                  </a:cxn>
                  <a:cxn ang="0">
                    <a:pos x="15" y="104"/>
                  </a:cxn>
                  <a:cxn ang="0">
                    <a:pos x="15" y="104"/>
                  </a:cxn>
                  <a:cxn ang="0">
                    <a:pos x="7" y="104"/>
                  </a:cxn>
                  <a:cxn ang="0">
                    <a:pos x="4" y="100"/>
                  </a:cxn>
                  <a:cxn ang="0">
                    <a:pos x="4" y="100"/>
                  </a:cxn>
                  <a:cxn ang="0">
                    <a:pos x="0" y="96"/>
                  </a:cxn>
                  <a:cxn ang="0">
                    <a:pos x="0" y="90"/>
                  </a:cxn>
                  <a:cxn ang="0">
                    <a:pos x="0" y="90"/>
                  </a:cxn>
                  <a:cxn ang="0">
                    <a:pos x="0" y="86"/>
                  </a:cxn>
                  <a:cxn ang="0">
                    <a:pos x="2" y="80"/>
                  </a:cxn>
                  <a:cxn ang="0">
                    <a:pos x="2" y="80"/>
                  </a:cxn>
                  <a:cxn ang="0">
                    <a:pos x="17" y="28"/>
                  </a:cxn>
                  <a:cxn ang="0">
                    <a:pos x="17" y="28"/>
                  </a:cxn>
                  <a:cxn ang="0">
                    <a:pos x="19" y="22"/>
                  </a:cxn>
                  <a:cxn ang="0">
                    <a:pos x="19" y="16"/>
                  </a:cxn>
                  <a:cxn ang="0">
                    <a:pos x="19" y="16"/>
                  </a:cxn>
                  <a:cxn ang="0">
                    <a:pos x="19" y="14"/>
                  </a:cxn>
                  <a:cxn ang="0">
                    <a:pos x="17" y="12"/>
                  </a:cxn>
                  <a:cxn ang="0">
                    <a:pos x="17" y="12"/>
                  </a:cxn>
                  <a:cxn ang="0">
                    <a:pos x="15" y="10"/>
                  </a:cxn>
                  <a:cxn ang="0">
                    <a:pos x="11" y="10"/>
                  </a:cxn>
                  <a:cxn ang="0">
                    <a:pos x="11" y="10"/>
                  </a:cxn>
                  <a:cxn ang="0">
                    <a:pos x="9" y="10"/>
                  </a:cxn>
                  <a:cxn ang="0">
                    <a:pos x="7" y="10"/>
                  </a:cxn>
                  <a:cxn ang="0">
                    <a:pos x="7" y="10"/>
                  </a:cxn>
                  <a:cxn ang="0">
                    <a:pos x="7" y="6"/>
                  </a:cxn>
                  <a:cxn ang="0">
                    <a:pos x="7" y="6"/>
                  </a:cxn>
                  <a:cxn ang="0">
                    <a:pos x="47" y="0"/>
                  </a:cxn>
                  <a:cxn ang="0">
                    <a:pos x="47" y="0"/>
                  </a:cxn>
                  <a:cxn ang="0">
                    <a:pos x="53" y="0"/>
                  </a:cxn>
                </a:cxnLst>
                <a:rect l="0" t="0" r="r" b="b"/>
                <a:pathLst>
                  <a:path w="53" h="104">
                    <a:moveTo>
                      <a:pt x="53" y="0"/>
                    </a:moveTo>
                    <a:lnTo>
                      <a:pt x="29" y="78"/>
                    </a:lnTo>
                    <a:lnTo>
                      <a:pt x="29" y="78"/>
                    </a:lnTo>
                    <a:lnTo>
                      <a:pt x="29" y="82"/>
                    </a:lnTo>
                    <a:lnTo>
                      <a:pt x="27" y="86"/>
                    </a:lnTo>
                    <a:lnTo>
                      <a:pt x="27" y="86"/>
                    </a:lnTo>
                    <a:lnTo>
                      <a:pt x="27" y="86"/>
                    </a:lnTo>
                    <a:lnTo>
                      <a:pt x="29" y="88"/>
                    </a:lnTo>
                    <a:lnTo>
                      <a:pt x="29" y="88"/>
                    </a:lnTo>
                    <a:lnTo>
                      <a:pt x="29" y="88"/>
                    </a:lnTo>
                    <a:lnTo>
                      <a:pt x="31" y="90"/>
                    </a:lnTo>
                    <a:lnTo>
                      <a:pt x="31" y="90"/>
                    </a:lnTo>
                    <a:lnTo>
                      <a:pt x="33" y="88"/>
                    </a:lnTo>
                    <a:lnTo>
                      <a:pt x="35" y="88"/>
                    </a:lnTo>
                    <a:lnTo>
                      <a:pt x="35" y="88"/>
                    </a:lnTo>
                    <a:lnTo>
                      <a:pt x="41" y="82"/>
                    </a:lnTo>
                    <a:lnTo>
                      <a:pt x="47" y="72"/>
                    </a:lnTo>
                    <a:lnTo>
                      <a:pt x="47" y="72"/>
                    </a:lnTo>
                    <a:lnTo>
                      <a:pt x="49" y="74"/>
                    </a:lnTo>
                    <a:lnTo>
                      <a:pt x="49" y="74"/>
                    </a:lnTo>
                    <a:lnTo>
                      <a:pt x="41" y="88"/>
                    </a:lnTo>
                    <a:lnTo>
                      <a:pt x="33" y="96"/>
                    </a:lnTo>
                    <a:lnTo>
                      <a:pt x="23" y="102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7" y="104"/>
                    </a:lnTo>
                    <a:lnTo>
                      <a:pt x="4" y="100"/>
                    </a:lnTo>
                    <a:lnTo>
                      <a:pt x="4" y="100"/>
                    </a:lnTo>
                    <a:lnTo>
                      <a:pt x="0" y="96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6"/>
                    </a:lnTo>
                    <a:lnTo>
                      <a:pt x="2" y="80"/>
                    </a:lnTo>
                    <a:lnTo>
                      <a:pt x="2" y="80"/>
                    </a:lnTo>
                    <a:lnTo>
                      <a:pt x="17" y="28"/>
                    </a:lnTo>
                    <a:lnTo>
                      <a:pt x="17" y="28"/>
                    </a:lnTo>
                    <a:lnTo>
                      <a:pt x="19" y="22"/>
                    </a:lnTo>
                    <a:lnTo>
                      <a:pt x="19" y="16"/>
                    </a:lnTo>
                    <a:lnTo>
                      <a:pt x="19" y="16"/>
                    </a:lnTo>
                    <a:lnTo>
                      <a:pt x="19" y="14"/>
                    </a:lnTo>
                    <a:lnTo>
                      <a:pt x="17" y="12"/>
                    </a:lnTo>
                    <a:lnTo>
                      <a:pt x="17" y="12"/>
                    </a:lnTo>
                    <a:lnTo>
                      <a:pt x="15" y="10"/>
                    </a:lnTo>
                    <a:lnTo>
                      <a:pt x="11" y="10"/>
                    </a:lnTo>
                    <a:lnTo>
                      <a:pt x="11" y="10"/>
                    </a:lnTo>
                    <a:lnTo>
                      <a:pt x="9" y="10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47" y="0"/>
                    </a:lnTo>
                    <a:lnTo>
                      <a:pt x="47" y="0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99"/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42" name="Freeform 42"/>
              <p:cNvSpPr>
                <a:spLocks/>
              </p:cNvSpPr>
              <p:nvPr/>
            </p:nvSpPr>
            <p:spPr bwMode="gray">
              <a:xfrm>
                <a:off x="706" y="613"/>
                <a:ext cx="32" cy="32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22" y="2"/>
                  </a:cxn>
                  <a:cxn ang="0">
                    <a:pos x="26" y="4"/>
                  </a:cxn>
                  <a:cxn ang="0">
                    <a:pos x="26" y="4"/>
                  </a:cxn>
                  <a:cxn ang="0">
                    <a:pos x="30" y="10"/>
                  </a:cxn>
                  <a:cxn ang="0">
                    <a:pos x="32" y="16"/>
                  </a:cxn>
                  <a:cxn ang="0">
                    <a:pos x="32" y="16"/>
                  </a:cxn>
                  <a:cxn ang="0">
                    <a:pos x="30" y="22"/>
                  </a:cxn>
                  <a:cxn ang="0">
                    <a:pos x="26" y="28"/>
                  </a:cxn>
                  <a:cxn ang="0">
                    <a:pos x="26" y="28"/>
                  </a:cxn>
                  <a:cxn ang="0">
                    <a:pos x="22" y="30"/>
                  </a:cxn>
                  <a:cxn ang="0">
                    <a:pos x="16" y="32"/>
                  </a:cxn>
                  <a:cxn ang="0">
                    <a:pos x="16" y="32"/>
                  </a:cxn>
                  <a:cxn ang="0">
                    <a:pos x="10" y="30"/>
                  </a:cxn>
                  <a:cxn ang="0">
                    <a:pos x="4" y="28"/>
                  </a:cxn>
                  <a:cxn ang="0">
                    <a:pos x="4" y="28"/>
                  </a:cxn>
                  <a:cxn ang="0">
                    <a:pos x="0" y="22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0"/>
                  </a:cxn>
                  <a:cxn ang="0">
                    <a:pos x="4" y="4"/>
                  </a:cxn>
                  <a:cxn ang="0">
                    <a:pos x="4" y="4"/>
                  </a:cxn>
                  <a:cxn ang="0">
                    <a:pos x="10" y="2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16" y="0"/>
                  </a:cxn>
                </a:cxnLst>
                <a:rect l="0" t="0" r="r" b="b"/>
                <a:pathLst>
                  <a:path w="32" h="32">
                    <a:moveTo>
                      <a:pt x="16" y="0"/>
                    </a:moveTo>
                    <a:lnTo>
                      <a:pt x="22" y="2"/>
                    </a:lnTo>
                    <a:lnTo>
                      <a:pt x="26" y="4"/>
                    </a:lnTo>
                    <a:lnTo>
                      <a:pt x="26" y="4"/>
                    </a:lnTo>
                    <a:lnTo>
                      <a:pt x="30" y="10"/>
                    </a:lnTo>
                    <a:lnTo>
                      <a:pt x="32" y="16"/>
                    </a:lnTo>
                    <a:lnTo>
                      <a:pt x="32" y="16"/>
                    </a:lnTo>
                    <a:lnTo>
                      <a:pt x="30" y="22"/>
                    </a:lnTo>
                    <a:lnTo>
                      <a:pt x="26" y="28"/>
                    </a:lnTo>
                    <a:lnTo>
                      <a:pt x="26" y="28"/>
                    </a:lnTo>
                    <a:lnTo>
                      <a:pt x="22" y="30"/>
                    </a:lnTo>
                    <a:lnTo>
                      <a:pt x="16" y="32"/>
                    </a:lnTo>
                    <a:lnTo>
                      <a:pt x="16" y="32"/>
                    </a:lnTo>
                    <a:lnTo>
                      <a:pt x="10" y="30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0" y="22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10" y="2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99"/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16843" name="Group 43"/>
            <p:cNvGrpSpPr>
              <a:grpSpLocks/>
            </p:cNvGrpSpPr>
            <p:nvPr/>
          </p:nvGrpSpPr>
          <p:grpSpPr bwMode="gray">
            <a:xfrm>
              <a:off x="1393" y="3273"/>
              <a:ext cx="270" cy="208"/>
              <a:chOff x="748" y="585"/>
              <a:chExt cx="270" cy="208"/>
            </a:xfrm>
          </p:grpSpPr>
          <p:sp>
            <p:nvSpPr>
              <p:cNvPr id="716844" name="Freeform 44"/>
              <p:cNvSpPr>
                <a:spLocks/>
              </p:cNvSpPr>
              <p:nvPr/>
            </p:nvSpPr>
            <p:spPr bwMode="gray">
              <a:xfrm>
                <a:off x="748" y="585"/>
                <a:ext cx="270" cy="208"/>
              </a:xfrm>
              <a:custGeom>
                <a:avLst/>
                <a:gdLst/>
                <a:ahLst/>
                <a:cxnLst>
                  <a:cxn ang="0">
                    <a:pos x="134" y="0"/>
                  </a:cxn>
                  <a:cxn ang="0">
                    <a:pos x="270" y="208"/>
                  </a:cxn>
                  <a:cxn ang="0">
                    <a:pos x="0" y="208"/>
                  </a:cxn>
                  <a:cxn ang="0">
                    <a:pos x="134" y="0"/>
                  </a:cxn>
                </a:cxnLst>
                <a:rect l="0" t="0" r="r" b="b"/>
                <a:pathLst>
                  <a:path w="270" h="208">
                    <a:moveTo>
                      <a:pt x="134" y="0"/>
                    </a:moveTo>
                    <a:lnTo>
                      <a:pt x="270" y="208"/>
                    </a:lnTo>
                    <a:lnTo>
                      <a:pt x="0" y="208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45" name="Freeform 45"/>
              <p:cNvSpPr>
                <a:spLocks/>
              </p:cNvSpPr>
              <p:nvPr/>
            </p:nvSpPr>
            <p:spPr bwMode="gray">
              <a:xfrm>
                <a:off x="862" y="616"/>
                <a:ext cx="38" cy="116"/>
              </a:xfrm>
              <a:custGeom>
                <a:avLst/>
                <a:gdLst/>
                <a:ahLst/>
                <a:cxnLst>
                  <a:cxn ang="0">
                    <a:pos x="24" y="116"/>
                  </a:cxn>
                  <a:cxn ang="0">
                    <a:pos x="14" y="116"/>
                  </a:cxn>
                  <a:cxn ang="0">
                    <a:pos x="14" y="116"/>
                  </a:cxn>
                  <a:cxn ang="0">
                    <a:pos x="14" y="102"/>
                  </a:cxn>
                  <a:cxn ang="0">
                    <a:pos x="14" y="89"/>
                  </a:cxn>
                  <a:cxn ang="0">
                    <a:pos x="14" y="89"/>
                  </a:cxn>
                  <a:cxn ang="0">
                    <a:pos x="10" y="75"/>
                  </a:cxn>
                  <a:cxn ang="0">
                    <a:pos x="6" y="52"/>
                  </a:cxn>
                  <a:cxn ang="0">
                    <a:pos x="6" y="52"/>
                  </a:cxn>
                  <a:cxn ang="0">
                    <a:pos x="2" y="33"/>
                  </a:cxn>
                  <a:cxn ang="0">
                    <a:pos x="0" y="23"/>
                  </a:cxn>
                  <a:cxn ang="0">
                    <a:pos x="0" y="23"/>
                  </a:cxn>
                  <a:cxn ang="0">
                    <a:pos x="2" y="13"/>
                  </a:cxn>
                  <a:cxn ang="0">
                    <a:pos x="6" y="6"/>
                  </a:cxn>
                  <a:cxn ang="0">
                    <a:pos x="6" y="6"/>
                  </a:cxn>
                  <a:cxn ang="0">
                    <a:pos x="12" y="2"/>
                  </a:cxn>
                  <a:cxn ang="0">
                    <a:pos x="20" y="0"/>
                  </a:cxn>
                  <a:cxn ang="0">
                    <a:pos x="20" y="0"/>
                  </a:cxn>
                  <a:cxn ang="0">
                    <a:pos x="26" y="2"/>
                  </a:cxn>
                  <a:cxn ang="0">
                    <a:pos x="32" y="6"/>
                  </a:cxn>
                  <a:cxn ang="0">
                    <a:pos x="32" y="6"/>
                  </a:cxn>
                  <a:cxn ang="0">
                    <a:pos x="36" y="13"/>
                  </a:cxn>
                  <a:cxn ang="0">
                    <a:pos x="38" y="21"/>
                  </a:cxn>
                  <a:cxn ang="0">
                    <a:pos x="38" y="21"/>
                  </a:cxn>
                  <a:cxn ang="0">
                    <a:pos x="36" y="33"/>
                  </a:cxn>
                  <a:cxn ang="0">
                    <a:pos x="32" y="52"/>
                  </a:cxn>
                  <a:cxn ang="0">
                    <a:pos x="32" y="52"/>
                  </a:cxn>
                  <a:cxn ang="0">
                    <a:pos x="28" y="75"/>
                  </a:cxn>
                  <a:cxn ang="0">
                    <a:pos x="26" y="90"/>
                  </a:cxn>
                  <a:cxn ang="0">
                    <a:pos x="26" y="90"/>
                  </a:cxn>
                  <a:cxn ang="0">
                    <a:pos x="24" y="102"/>
                  </a:cxn>
                  <a:cxn ang="0">
                    <a:pos x="24" y="116"/>
                  </a:cxn>
                  <a:cxn ang="0">
                    <a:pos x="24" y="116"/>
                  </a:cxn>
                  <a:cxn ang="0">
                    <a:pos x="24" y="116"/>
                  </a:cxn>
                </a:cxnLst>
                <a:rect l="0" t="0" r="r" b="b"/>
                <a:pathLst>
                  <a:path w="38" h="116">
                    <a:moveTo>
                      <a:pt x="24" y="116"/>
                    </a:moveTo>
                    <a:lnTo>
                      <a:pt x="14" y="116"/>
                    </a:lnTo>
                    <a:lnTo>
                      <a:pt x="14" y="116"/>
                    </a:lnTo>
                    <a:lnTo>
                      <a:pt x="14" y="102"/>
                    </a:lnTo>
                    <a:lnTo>
                      <a:pt x="14" y="89"/>
                    </a:lnTo>
                    <a:lnTo>
                      <a:pt x="14" y="89"/>
                    </a:lnTo>
                    <a:lnTo>
                      <a:pt x="10" y="75"/>
                    </a:lnTo>
                    <a:lnTo>
                      <a:pt x="6" y="52"/>
                    </a:lnTo>
                    <a:lnTo>
                      <a:pt x="6" y="52"/>
                    </a:lnTo>
                    <a:lnTo>
                      <a:pt x="2" y="3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2" y="13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12" y="2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6" y="2"/>
                    </a:lnTo>
                    <a:lnTo>
                      <a:pt x="32" y="6"/>
                    </a:lnTo>
                    <a:lnTo>
                      <a:pt x="32" y="6"/>
                    </a:lnTo>
                    <a:lnTo>
                      <a:pt x="36" y="13"/>
                    </a:lnTo>
                    <a:lnTo>
                      <a:pt x="38" y="21"/>
                    </a:lnTo>
                    <a:lnTo>
                      <a:pt x="38" y="21"/>
                    </a:lnTo>
                    <a:lnTo>
                      <a:pt x="36" y="33"/>
                    </a:lnTo>
                    <a:lnTo>
                      <a:pt x="32" y="52"/>
                    </a:lnTo>
                    <a:lnTo>
                      <a:pt x="32" y="52"/>
                    </a:lnTo>
                    <a:lnTo>
                      <a:pt x="28" y="75"/>
                    </a:lnTo>
                    <a:lnTo>
                      <a:pt x="26" y="90"/>
                    </a:lnTo>
                    <a:lnTo>
                      <a:pt x="26" y="90"/>
                    </a:lnTo>
                    <a:lnTo>
                      <a:pt x="24" y="102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4" y="116"/>
                    </a:lnTo>
                    <a:close/>
                  </a:path>
                </a:pathLst>
              </a:custGeom>
              <a:solidFill>
                <a:srgbClr val="FFFF66"/>
              </a:solidFill>
              <a:ln w="9525" cmpd="sng">
                <a:solidFill>
                  <a:srgbClr val="FFFF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46" name="Freeform 46"/>
              <p:cNvSpPr>
                <a:spLocks/>
              </p:cNvSpPr>
              <p:nvPr/>
            </p:nvSpPr>
            <p:spPr bwMode="gray">
              <a:xfrm>
                <a:off x="862" y="743"/>
                <a:ext cx="38" cy="37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6" y="2"/>
                  </a:cxn>
                  <a:cxn ang="0">
                    <a:pos x="32" y="6"/>
                  </a:cxn>
                  <a:cxn ang="0">
                    <a:pos x="32" y="6"/>
                  </a:cxn>
                  <a:cxn ang="0">
                    <a:pos x="36" y="12"/>
                  </a:cxn>
                  <a:cxn ang="0">
                    <a:pos x="38" y="17"/>
                  </a:cxn>
                  <a:cxn ang="0">
                    <a:pos x="38" y="17"/>
                  </a:cxn>
                  <a:cxn ang="0">
                    <a:pos x="36" y="25"/>
                  </a:cxn>
                  <a:cxn ang="0">
                    <a:pos x="32" y="31"/>
                  </a:cxn>
                  <a:cxn ang="0">
                    <a:pos x="32" y="31"/>
                  </a:cxn>
                  <a:cxn ang="0">
                    <a:pos x="26" y="35"/>
                  </a:cxn>
                  <a:cxn ang="0">
                    <a:pos x="20" y="37"/>
                  </a:cxn>
                  <a:cxn ang="0">
                    <a:pos x="20" y="37"/>
                  </a:cxn>
                  <a:cxn ang="0">
                    <a:pos x="12" y="35"/>
                  </a:cxn>
                  <a:cxn ang="0">
                    <a:pos x="6" y="31"/>
                  </a:cxn>
                  <a:cxn ang="0">
                    <a:pos x="6" y="31"/>
                  </a:cxn>
                  <a:cxn ang="0">
                    <a:pos x="2" y="25"/>
                  </a:cxn>
                  <a:cxn ang="0">
                    <a:pos x="0" y="17"/>
                  </a:cxn>
                  <a:cxn ang="0">
                    <a:pos x="0" y="17"/>
                  </a:cxn>
                  <a:cxn ang="0">
                    <a:pos x="2" y="12"/>
                  </a:cxn>
                  <a:cxn ang="0">
                    <a:pos x="6" y="6"/>
                  </a:cxn>
                  <a:cxn ang="0">
                    <a:pos x="6" y="6"/>
                  </a:cxn>
                  <a:cxn ang="0">
                    <a:pos x="12" y="2"/>
                  </a:cxn>
                  <a:cxn ang="0">
                    <a:pos x="20" y="0"/>
                  </a:cxn>
                  <a:cxn ang="0">
                    <a:pos x="20" y="0"/>
                  </a:cxn>
                  <a:cxn ang="0">
                    <a:pos x="20" y="0"/>
                  </a:cxn>
                </a:cxnLst>
                <a:rect l="0" t="0" r="r" b="b"/>
                <a:pathLst>
                  <a:path w="38" h="37">
                    <a:moveTo>
                      <a:pt x="20" y="0"/>
                    </a:moveTo>
                    <a:lnTo>
                      <a:pt x="26" y="2"/>
                    </a:lnTo>
                    <a:lnTo>
                      <a:pt x="32" y="6"/>
                    </a:lnTo>
                    <a:lnTo>
                      <a:pt x="32" y="6"/>
                    </a:lnTo>
                    <a:lnTo>
                      <a:pt x="36" y="12"/>
                    </a:lnTo>
                    <a:lnTo>
                      <a:pt x="38" y="17"/>
                    </a:lnTo>
                    <a:lnTo>
                      <a:pt x="38" y="17"/>
                    </a:lnTo>
                    <a:lnTo>
                      <a:pt x="36" y="25"/>
                    </a:lnTo>
                    <a:lnTo>
                      <a:pt x="32" y="31"/>
                    </a:lnTo>
                    <a:lnTo>
                      <a:pt x="32" y="31"/>
                    </a:lnTo>
                    <a:lnTo>
                      <a:pt x="26" y="35"/>
                    </a:lnTo>
                    <a:lnTo>
                      <a:pt x="20" y="37"/>
                    </a:lnTo>
                    <a:lnTo>
                      <a:pt x="20" y="37"/>
                    </a:lnTo>
                    <a:lnTo>
                      <a:pt x="12" y="35"/>
                    </a:lnTo>
                    <a:lnTo>
                      <a:pt x="6" y="31"/>
                    </a:lnTo>
                    <a:lnTo>
                      <a:pt x="6" y="31"/>
                    </a:lnTo>
                    <a:lnTo>
                      <a:pt x="2" y="25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2" y="12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12" y="2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FFFF66"/>
              </a:solidFill>
              <a:ln w="9525" cmpd="sng">
                <a:solidFill>
                  <a:srgbClr val="FFFF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16847" name="Group 47"/>
            <p:cNvGrpSpPr>
              <a:grpSpLocks/>
            </p:cNvGrpSpPr>
            <p:nvPr/>
          </p:nvGrpSpPr>
          <p:grpSpPr bwMode="gray">
            <a:xfrm>
              <a:off x="3178" y="1558"/>
              <a:ext cx="216" cy="234"/>
              <a:chOff x="1062" y="191"/>
              <a:chExt cx="216" cy="234"/>
            </a:xfrm>
          </p:grpSpPr>
          <p:sp>
            <p:nvSpPr>
              <p:cNvPr id="716848" name="Line 48"/>
              <p:cNvSpPr>
                <a:spLocks noChangeShapeType="1"/>
              </p:cNvSpPr>
              <p:nvPr/>
            </p:nvSpPr>
            <p:spPr bwMode="gray">
              <a:xfrm flipH="1" flipV="1">
                <a:off x="1072" y="199"/>
                <a:ext cx="28" cy="1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49" name="Line 49"/>
              <p:cNvSpPr>
                <a:spLocks noChangeShapeType="1"/>
              </p:cNvSpPr>
              <p:nvPr/>
            </p:nvSpPr>
            <p:spPr bwMode="gray">
              <a:xfrm flipH="1">
                <a:off x="1070" y="325"/>
                <a:ext cx="48" cy="5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0" name="Line 50"/>
              <p:cNvSpPr>
                <a:spLocks noChangeShapeType="1"/>
              </p:cNvSpPr>
              <p:nvPr/>
            </p:nvSpPr>
            <p:spPr bwMode="gray">
              <a:xfrm flipH="1">
                <a:off x="1062" y="295"/>
                <a:ext cx="34" cy="1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1" name="Freeform 51"/>
              <p:cNvSpPr>
                <a:spLocks/>
              </p:cNvSpPr>
              <p:nvPr/>
            </p:nvSpPr>
            <p:spPr bwMode="gray">
              <a:xfrm>
                <a:off x="1135" y="368"/>
                <a:ext cx="72" cy="57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72" y="6"/>
                  </a:cxn>
                  <a:cxn ang="0">
                    <a:pos x="72" y="16"/>
                  </a:cxn>
                  <a:cxn ang="0">
                    <a:pos x="72" y="26"/>
                  </a:cxn>
                  <a:cxn ang="0">
                    <a:pos x="72" y="30"/>
                  </a:cxn>
                  <a:cxn ang="0">
                    <a:pos x="72" y="30"/>
                  </a:cxn>
                  <a:cxn ang="0">
                    <a:pos x="72" y="36"/>
                  </a:cxn>
                  <a:cxn ang="0">
                    <a:pos x="72" y="43"/>
                  </a:cxn>
                  <a:cxn ang="0">
                    <a:pos x="72" y="43"/>
                  </a:cxn>
                  <a:cxn ang="0">
                    <a:pos x="70" y="49"/>
                  </a:cxn>
                  <a:cxn ang="0">
                    <a:pos x="62" y="53"/>
                  </a:cxn>
                  <a:cxn ang="0">
                    <a:pos x="50" y="55"/>
                  </a:cxn>
                  <a:cxn ang="0">
                    <a:pos x="36" y="57"/>
                  </a:cxn>
                  <a:cxn ang="0">
                    <a:pos x="36" y="57"/>
                  </a:cxn>
                  <a:cxn ang="0">
                    <a:pos x="20" y="55"/>
                  </a:cxn>
                  <a:cxn ang="0">
                    <a:pos x="8" y="53"/>
                  </a:cxn>
                  <a:cxn ang="0">
                    <a:pos x="2" y="49"/>
                  </a:cxn>
                  <a:cxn ang="0">
                    <a:pos x="0" y="43"/>
                  </a:cxn>
                  <a:cxn ang="0">
                    <a:pos x="0" y="43"/>
                  </a:cxn>
                  <a:cxn ang="0">
                    <a:pos x="0" y="36"/>
                  </a:cxn>
                  <a:cxn ang="0">
                    <a:pos x="0" y="30"/>
                  </a:cxn>
                  <a:cxn ang="0">
                    <a:pos x="0" y="30"/>
                  </a:cxn>
                  <a:cxn ang="0">
                    <a:pos x="0" y="26"/>
                  </a:cxn>
                  <a:cxn ang="0">
                    <a:pos x="0" y="16"/>
                  </a:cxn>
                  <a:cxn ang="0">
                    <a:pos x="0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4" y="0"/>
                  </a:cxn>
                  <a:cxn ang="0">
                    <a:pos x="32" y="0"/>
                  </a:cxn>
                  <a:cxn ang="0">
                    <a:pos x="5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7">
                    <a:moveTo>
                      <a:pt x="72" y="0"/>
                    </a:moveTo>
                    <a:lnTo>
                      <a:pt x="72" y="6"/>
                    </a:lnTo>
                    <a:lnTo>
                      <a:pt x="72" y="16"/>
                    </a:lnTo>
                    <a:lnTo>
                      <a:pt x="72" y="26"/>
                    </a:lnTo>
                    <a:lnTo>
                      <a:pt x="72" y="30"/>
                    </a:lnTo>
                    <a:lnTo>
                      <a:pt x="72" y="30"/>
                    </a:lnTo>
                    <a:lnTo>
                      <a:pt x="72" y="36"/>
                    </a:lnTo>
                    <a:lnTo>
                      <a:pt x="72" y="43"/>
                    </a:lnTo>
                    <a:lnTo>
                      <a:pt x="72" y="43"/>
                    </a:lnTo>
                    <a:lnTo>
                      <a:pt x="70" y="49"/>
                    </a:lnTo>
                    <a:lnTo>
                      <a:pt x="62" y="53"/>
                    </a:lnTo>
                    <a:lnTo>
                      <a:pt x="50" y="55"/>
                    </a:lnTo>
                    <a:lnTo>
                      <a:pt x="36" y="57"/>
                    </a:lnTo>
                    <a:lnTo>
                      <a:pt x="36" y="57"/>
                    </a:lnTo>
                    <a:lnTo>
                      <a:pt x="20" y="55"/>
                    </a:lnTo>
                    <a:lnTo>
                      <a:pt x="8" y="53"/>
                    </a:lnTo>
                    <a:lnTo>
                      <a:pt x="2" y="49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36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0" y="1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32" y="0"/>
                    </a:lnTo>
                    <a:lnTo>
                      <a:pt x="52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2" name="Freeform 52"/>
              <p:cNvSpPr>
                <a:spLocks/>
              </p:cNvSpPr>
              <p:nvPr/>
            </p:nvSpPr>
            <p:spPr bwMode="gray">
              <a:xfrm>
                <a:off x="1135" y="368"/>
                <a:ext cx="72" cy="57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72" y="6"/>
                  </a:cxn>
                  <a:cxn ang="0">
                    <a:pos x="72" y="16"/>
                  </a:cxn>
                  <a:cxn ang="0">
                    <a:pos x="72" y="26"/>
                  </a:cxn>
                  <a:cxn ang="0">
                    <a:pos x="72" y="30"/>
                  </a:cxn>
                  <a:cxn ang="0">
                    <a:pos x="72" y="30"/>
                  </a:cxn>
                  <a:cxn ang="0">
                    <a:pos x="72" y="36"/>
                  </a:cxn>
                  <a:cxn ang="0">
                    <a:pos x="72" y="43"/>
                  </a:cxn>
                  <a:cxn ang="0">
                    <a:pos x="72" y="43"/>
                  </a:cxn>
                  <a:cxn ang="0">
                    <a:pos x="70" y="49"/>
                  </a:cxn>
                  <a:cxn ang="0">
                    <a:pos x="62" y="53"/>
                  </a:cxn>
                  <a:cxn ang="0">
                    <a:pos x="50" y="55"/>
                  </a:cxn>
                  <a:cxn ang="0">
                    <a:pos x="36" y="57"/>
                  </a:cxn>
                  <a:cxn ang="0">
                    <a:pos x="36" y="57"/>
                  </a:cxn>
                  <a:cxn ang="0">
                    <a:pos x="20" y="55"/>
                  </a:cxn>
                  <a:cxn ang="0">
                    <a:pos x="8" y="53"/>
                  </a:cxn>
                  <a:cxn ang="0">
                    <a:pos x="2" y="49"/>
                  </a:cxn>
                  <a:cxn ang="0">
                    <a:pos x="0" y="43"/>
                  </a:cxn>
                  <a:cxn ang="0">
                    <a:pos x="0" y="43"/>
                  </a:cxn>
                  <a:cxn ang="0">
                    <a:pos x="0" y="36"/>
                  </a:cxn>
                  <a:cxn ang="0">
                    <a:pos x="0" y="30"/>
                  </a:cxn>
                  <a:cxn ang="0">
                    <a:pos x="0" y="30"/>
                  </a:cxn>
                  <a:cxn ang="0">
                    <a:pos x="0" y="26"/>
                  </a:cxn>
                  <a:cxn ang="0">
                    <a:pos x="0" y="16"/>
                  </a:cxn>
                  <a:cxn ang="0">
                    <a:pos x="0" y="6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4" y="0"/>
                  </a:cxn>
                  <a:cxn ang="0">
                    <a:pos x="32" y="0"/>
                  </a:cxn>
                  <a:cxn ang="0">
                    <a:pos x="5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7">
                    <a:moveTo>
                      <a:pt x="72" y="0"/>
                    </a:moveTo>
                    <a:lnTo>
                      <a:pt x="72" y="6"/>
                    </a:lnTo>
                    <a:lnTo>
                      <a:pt x="72" y="16"/>
                    </a:lnTo>
                    <a:lnTo>
                      <a:pt x="72" y="26"/>
                    </a:lnTo>
                    <a:lnTo>
                      <a:pt x="72" y="30"/>
                    </a:lnTo>
                    <a:lnTo>
                      <a:pt x="72" y="30"/>
                    </a:lnTo>
                    <a:lnTo>
                      <a:pt x="72" y="36"/>
                    </a:lnTo>
                    <a:lnTo>
                      <a:pt x="72" y="43"/>
                    </a:lnTo>
                    <a:lnTo>
                      <a:pt x="72" y="43"/>
                    </a:lnTo>
                    <a:lnTo>
                      <a:pt x="70" y="49"/>
                    </a:lnTo>
                    <a:lnTo>
                      <a:pt x="62" y="53"/>
                    </a:lnTo>
                    <a:lnTo>
                      <a:pt x="50" y="55"/>
                    </a:lnTo>
                    <a:lnTo>
                      <a:pt x="36" y="57"/>
                    </a:lnTo>
                    <a:lnTo>
                      <a:pt x="36" y="57"/>
                    </a:lnTo>
                    <a:lnTo>
                      <a:pt x="20" y="55"/>
                    </a:lnTo>
                    <a:lnTo>
                      <a:pt x="8" y="53"/>
                    </a:lnTo>
                    <a:lnTo>
                      <a:pt x="2" y="49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36"/>
                    </a:lnTo>
                    <a:lnTo>
                      <a:pt x="0" y="30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0" y="1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32" y="0"/>
                    </a:lnTo>
                    <a:lnTo>
                      <a:pt x="52" y="0"/>
                    </a:lnTo>
                    <a:lnTo>
                      <a:pt x="72" y="0"/>
                    </a:lnTo>
                  </a:path>
                </a:pathLst>
              </a:custGeom>
              <a:noFill/>
              <a:ln w="635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3" name="Freeform 53"/>
              <p:cNvSpPr>
                <a:spLocks/>
              </p:cNvSpPr>
              <p:nvPr/>
            </p:nvSpPr>
            <p:spPr bwMode="gray">
              <a:xfrm>
                <a:off x="1098" y="191"/>
                <a:ext cx="144" cy="187"/>
              </a:xfrm>
              <a:custGeom>
                <a:avLst/>
                <a:gdLst/>
                <a:ahLst/>
                <a:cxnLst>
                  <a:cxn ang="0">
                    <a:pos x="131" y="112"/>
                  </a:cxn>
                  <a:cxn ang="0">
                    <a:pos x="123" y="122"/>
                  </a:cxn>
                  <a:cxn ang="0">
                    <a:pos x="119" y="126"/>
                  </a:cxn>
                  <a:cxn ang="0">
                    <a:pos x="107" y="155"/>
                  </a:cxn>
                  <a:cxn ang="0">
                    <a:pos x="105" y="163"/>
                  </a:cxn>
                  <a:cxn ang="0">
                    <a:pos x="105" y="169"/>
                  </a:cxn>
                  <a:cxn ang="0">
                    <a:pos x="107" y="179"/>
                  </a:cxn>
                  <a:cxn ang="0">
                    <a:pos x="103" y="181"/>
                  </a:cxn>
                  <a:cxn ang="0">
                    <a:pos x="87" y="187"/>
                  </a:cxn>
                  <a:cxn ang="0">
                    <a:pos x="73" y="187"/>
                  </a:cxn>
                  <a:cxn ang="0">
                    <a:pos x="47" y="185"/>
                  </a:cxn>
                  <a:cxn ang="0">
                    <a:pos x="39" y="179"/>
                  </a:cxn>
                  <a:cxn ang="0">
                    <a:pos x="39" y="173"/>
                  </a:cxn>
                  <a:cxn ang="0">
                    <a:pos x="39" y="169"/>
                  </a:cxn>
                  <a:cxn ang="0">
                    <a:pos x="39" y="155"/>
                  </a:cxn>
                  <a:cxn ang="0">
                    <a:pos x="37" y="148"/>
                  </a:cxn>
                  <a:cxn ang="0">
                    <a:pos x="35" y="138"/>
                  </a:cxn>
                  <a:cxn ang="0">
                    <a:pos x="25" y="126"/>
                  </a:cxn>
                  <a:cxn ang="0">
                    <a:pos x="23" y="122"/>
                  </a:cxn>
                  <a:cxn ang="0">
                    <a:pos x="14" y="112"/>
                  </a:cxn>
                  <a:cxn ang="0">
                    <a:pos x="14" y="110"/>
                  </a:cxn>
                  <a:cxn ang="0">
                    <a:pos x="0" y="71"/>
                  </a:cxn>
                  <a:cxn ang="0">
                    <a:pos x="2" y="57"/>
                  </a:cxn>
                  <a:cxn ang="0">
                    <a:pos x="14" y="31"/>
                  </a:cxn>
                  <a:cxn ang="0">
                    <a:pos x="31" y="12"/>
                  </a:cxn>
                  <a:cxn ang="0">
                    <a:pos x="57" y="2"/>
                  </a:cxn>
                  <a:cxn ang="0">
                    <a:pos x="73" y="0"/>
                  </a:cxn>
                  <a:cxn ang="0">
                    <a:pos x="101" y="6"/>
                  </a:cxn>
                  <a:cxn ang="0">
                    <a:pos x="125" y="22"/>
                  </a:cxn>
                  <a:cxn ang="0">
                    <a:pos x="138" y="43"/>
                  </a:cxn>
                  <a:cxn ang="0">
                    <a:pos x="144" y="71"/>
                  </a:cxn>
                  <a:cxn ang="0">
                    <a:pos x="142" y="90"/>
                  </a:cxn>
                </a:cxnLst>
                <a:rect l="0" t="0" r="r" b="b"/>
                <a:pathLst>
                  <a:path w="144" h="187">
                    <a:moveTo>
                      <a:pt x="132" y="110"/>
                    </a:moveTo>
                    <a:lnTo>
                      <a:pt x="131" y="112"/>
                    </a:lnTo>
                    <a:lnTo>
                      <a:pt x="129" y="116"/>
                    </a:lnTo>
                    <a:lnTo>
                      <a:pt x="123" y="122"/>
                    </a:lnTo>
                    <a:lnTo>
                      <a:pt x="119" y="126"/>
                    </a:lnTo>
                    <a:lnTo>
                      <a:pt x="119" y="126"/>
                    </a:lnTo>
                    <a:lnTo>
                      <a:pt x="111" y="138"/>
                    </a:lnTo>
                    <a:lnTo>
                      <a:pt x="107" y="155"/>
                    </a:lnTo>
                    <a:lnTo>
                      <a:pt x="107" y="155"/>
                    </a:lnTo>
                    <a:lnTo>
                      <a:pt x="105" y="163"/>
                    </a:lnTo>
                    <a:lnTo>
                      <a:pt x="105" y="169"/>
                    </a:lnTo>
                    <a:lnTo>
                      <a:pt x="105" y="169"/>
                    </a:lnTo>
                    <a:lnTo>
                      <a:pt x="107" y="173"/>
                    </a:lnTo>
                    <a:lnTo>
                      <a:pt x="107" y="179"/>
                    </a:lnTo>
                    <a:lnTo>
                      <a:pt x="107" y="179"/>
                    </a:lnTo>
                    <a:lnTo>
                      <a:pt x="103" y="181"/>
                    </a:lnTo>
                    <a:lnTo>
                      <a:pt x="97" y="185"/>
                    </a:lnTo>
                    <a:lnTo>
                      <a:pt x="87" y="187"/>
                    </a:lnTo>
                    <a:lnTo>
                      <a:pt x="73" y="187"/>
                    </a:lnTo>
                    <a:lnTo>
                      <a:pt x="73" y="187"/>
                    </a:lnTo>
                    <a:lnTo>
                      <a:pt x="59" y="187"/>
                    </a:lnTo>
                    <a:lnTo>
                      <a:pt x="47" y="185"/>
                    </a:lnTo>
                    <a:lnTo>
                      <a:pt x="41" y="181"/>
                    </a:lnTo>
                    <a:lnTo>
                      <a:pt x="39" y="179"/>
                    </a:lnTo>
                    <a:lnTo>
                      <a:pt x="39" y="179"/>
                    </a:lnTo>
                    <a:lnTo>
                      <a:pt x="39" y="173"/>
                    </a:lnTo>
                    <a:lnTo>
                      <a:pt x="39" y="169"/>
                    </a:lnTo>
                    <a:lnTo>
                      <a:pt x="39" y="169"/>
                    </a:lnTo>
                    <a:lnTo>
                      <a:pt x="39" y="163"/>
                    </a:lnTo>
                    <a:lnTo>
                      <a:pt x="39" y="155"/>
                    </a:lnTo>
                    <a:lnTo>
                      <a:pt x="39" y="155"/>
                    </a:lnTo>
                    <a:lnTo>
                      <a:pt x="37" y="148"/>
                    </a:lnTo>
                    <a:lnTo>
                      <a:pt x="35" y="138"/>
                    </a:lnTo>
                    <a:lnTo>
                      <a:pt x="35" y="138"/>
                    </a:lnTo>
                    <a:lnTo>
                      <a:pt x="31" y="132"/>
                    </a:lnTo>
                    <a:lnTo>
                      <a:pt x="25" y="126"/>
                    </a:lnTo>
                    <a:lnTo>
                      <a:pt x="25" y="126"/>
                    </a:lnTo>
                    <a:lnTo>
                      <a:pt x="23" y="122"/>
                    </a:lnTo>
                    <a:lnTo>
                      <a:pt x="18" y="116"/>
                    </a:lnTo>
                    <a:lnTo>
                      <a:pt x="14" y="112"/>
                    </a:lnTo>
                    <a:lnTo>
                      <a:pt x="14" y="110"/>
                    </a:lnTo>
                    <a:lnTo>
                      <a:pt x="14" y="110"/>
                    </a:lnTo>
                    <a:lnTo>
                      <a:pt x="4" y="90"/>
                    </a:lnTo>
                    <a:lnTo>
                      <a:pt x="0" y="71"/>
                    </a:lnTo>
                    <a:lnTo>
                      <a:pt x="0" y="71"/>
                    </a:lnTo>
                    <a:lnTo>
                      <a:pt x="2" y="57"/>
                    </a:lnTo>
                    <a:lnTo>
                      <a:pt x="6" y="43"/>
                    </a:lnTo>
                    <a:lnTo>
                      <a:pt x="14" y="31"/>
                    </a:lnTo>
                    <a:lnTo>
                      <a:pt x="21" y="22"/>
                    </a:lnTo>
                    <a:lnTo>
                      <a:pt x="31" y="12"/>
                    </a:lnTo>
                    <a:lnTo>
                      <a:pt x="45" y="6"/>
                    </a:lnTo>
                    <a:lnTo>
                      <a:pt x="57" y="2"/>
                    </a:lnTo>
                    <a:lnTo>
                      <a:pt x="73" y="0"/>
                    </a:lnTo>
                    <a:lnTo>
                      <a:pt x="73" y="0"/>
                    </a:lnTo>
                    <a:lnTo>
                      <a:pt x="87" y="2"/>
                    </a:lnTo>
                    <a:lnTo>
                      <a:pt x="101" y="6"/>
                    </a:lnTo>
                    <a:lnTo>
                      <a:pt x="113" y="12"/>
                    </a:lnTo>
                    <a:lnTo>
                      <a:pt x="125" y="22"/>
                    </a:lnTo>
                    <a:lnTo>
                      <a:pt x="132" y="31"/>
                    </a:lnTo>
                    <a:lnTo>
                      <a:pt x="138" y="43"/>
                    </a:lnTo>
                    <a:lnTo>
                      <a:pt x="142" y="57"/>
                    </a:lnTo>
                    <a:lnTo>
                      <a:pt x="144" y="71"/>
                    </a:lnTo>
                    <a:lnTo>
                      <a:pt x="144" y="71"/>
                    </a:lnTo>
                    <a:lnTo>
                      <a:pt x="142" y="90"/>
                    </a:lnTo>
                    <a:lnTo>
                      <a:pt x="132" y="110"/>
                    </a:lnTo>
                  </a:path>
                </a:pathLst>
              </a:custGeom>
              <a:solidFill>
                <a:srgbClr val="FFFFCC"/>
              </a:solidFill>
              <a:ln w="6350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4" name="Line 54"/>
              <p:cNvSpPr>
                <a:spLocks noChangeShapeType="1"/>
              </p:cNvSpPr>
              <p:nvPr/>
            </p:nvSpPr>
            <p:spPr bwMode="gray">
              <a:xfrm>
                <a:off x="1068" y="258"/>
                <a:ext cx="20" cy="1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5" name="Line 55"/>
              <p:cNvSpPr>
                <a:spLocks noChangeShapeType="1"/>
              </p:cNvSpPr>
              <p:nvPr/>
            </p:nvSpPr>
            <p:spPr bwMode="gray">
              <a:xfrm flipV="1">
                <a:off x="1242" y="199"/>
                <a:ext cx="28" cy="1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6" name="Line 56"/>
              <p:cNvSpPr>
                <a:spLocks noChangeShapeType="1"/>
              </p:cNvSpPr>
              <p:nvPr/>
            </p:nvSpPr>
            <p:spPr bwMode="gray">
              <a:xfrm>
                <a:off x="1225" y="325"/>
                <a:ext cx="47" cy="53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7" name="Line 57"/>
              <p:cNvSpPr>
                <a:spLocks noChangeShapeType="1"/>
              </p:cNvSpPr>
              <p:nvPr/>
            </p:nvSpPr>
            <p:spPr bwMode="gray">
              <a:xfrm>
                <a:off x="1246" y="295"/>
                <a:ext cx="32" cy="16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58" name="Line 58"/>
              <p:cNvSpPr>
                <a:spLocks noChangeShapeType="1"/>
              </p:cNvSpPr>
              <p:nvPr/>
            </p:nvSpPr>
            <p:spPr bwMode="gray">
              <a:xfrm flipH="1">
                <a:off x="1254" y="258"/>
                <a:ext cx="20" cy="1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16859" name="Group 59"/>
            <p:cNvGrpSpPr>
              <a:grpSpLocks/>
            </p:cNvGrpSpPr>
            <p:nvPr/>
          </p:nvGrpSpPr>
          <p:grpSpPr bwMode="gray">
            <a:xfrm>
              <a:off x="3149" y="1864"/>
              <a:ext cx="265" cy="258"/>
              <a:chOff x="890" y="464"/>
              <a:chExt cx="265" cy="258"/>
            </a:xfrm>
          </p:grpSpPr>
          <p:sp>
            <p:nvSpPr>
              <p:cNvPr id="716860" name="Freeform 60"/>
              <p:cNvSpPr>
                <a:spLocks/>
              </p:cNvSpPr>
              <p:nvPr/>
            </p:nvSpPr>
            <p:spPr bwMode="gray">
              <a:xfrm>
                <a:off x="891" y="464"/>
                <a:ext cx="264" cy="258"/>
              </a:xfrm>
              <a:custGeom>
                <a:avLst/>
                <a:gdLst/>
                <a:ahLst/>
                <a:cxnLst>
                  <a:cxn ang="0">
                    <a:pos x="187" y="0"/>
                  </a:cxn>
                  <a:cxn ang="0">
                    <a:pos x="264" y="77"/>
                  </a:cxn>
                  <a:cxn ang="0">
                    <a:pos x="264" y="183"/>
                  </a:cxn>
                  <a:cxn ang="0">
                    <a:pos x="185" y="258"/>
                  </a:cxn>
                  <a:cxn ang="0">
                    <a:pos x="77" y="256"/>
                  </a:cxn>
                  <a:cxn ang="0">
                    <a:pos x="0" y="179"/>
                  </a:cxn>
                  <a:cxn ang="0">
                    <a:pos x="0" y="73"/>
                  </a:cxn>
                  <a:cxn ang="0">
                    <a:pos x="79" y="0"/>
                  </a:cxn>
                  <a:cxn ang="0">
                    <a:pos x="187" y="0"/>
                  </a:cxn>
                </a:cxnLst>
                <a:rect l="0" t="0" r="r" b="b"/>
                <a:pathLst>
                  <a:path w="264" h="258">
                    <a:moveTo>
                      <a:pt x="187" y="0"/>
                    </a:moveTo>
                    <a:lnTo>
                      <a:pt x="264" y="77"/>
                    </a:lnTo>
                    <a:lnTo>
                      <a:pt x="264" y="183"/>
                    </a:lnTo>
                    <a:lnTo>
                      <a:pt x="185" y="258"/>
                    </a:lnTo>
                    <a:lnTo>
                      <a:pt x="77" y="256"/>
                    </a:lnTo>
                    <a:lnTo>
                      <a:pt x="0" y="179"/>
                    </a:lnTo>
                    <a:lnTo>
                      <a:pt x="0" y="73"/>
                    </a:lnTo>
                    <a:lnTo>
                      <a:pt x="79" y="0"/>
                    </a:lnTo>
                    <a:lnTo>
                      <a:pt x="187" y="0"/>
                    </a:lnTo>
                  </a:path>
                </a:pathLst>
              </a:custGeom>
              <a:solidFill>
                <a:srgbClr val="CC0000"/>
              </a:solidFill>
              <a:ln w="12700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61" name="Text Box 61"/>
              <p:cNvSpPr txBox="1">
                <a:spLocks noChangeArrowheads="1"/>
              </p:cNvSpPr>
              <p:nvPr/>
            </p:nvSpPr>
            <p:spPr bwMode="gray">
              <a:xfrm>
                <a:off x="890" y="533"/>
                <a:ext cx="264" cy="11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 anchorCtr="1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200" b="1" dirty="0">
                    <a:solidFill>
                      <a:schemeClr val="tx2"/>
                    </a:solidFill>
                  </a:rPr>
                  <a:t>STOP</a:t>
                </a:r>
              </a:p>
            </p:txBody>
          </p:sp>
        </p:grpSp>
        <p:grpSp>
          <p:nvGrpSpPr>
            <p:cNvPr id="716862" name="Group 62"/>
            <p:cNvGrpSpPr>
              <a:grpSpLocks/>
            </p:cNvGrpSpPr>
            <p:nvPr/>
          </p:nvGrpSpPr>
          <p:grpSpPr bwMode="gray">
            <a:xfrm>
              <a:off x="3178" y="2219"/>
              <a:ext cx="206" cy="234"/>
              <a:chOff x="1327" y="2495"/>
              <a:chExt cx="206" cy="234"/>
            </a:xfrm>
          </p:grpSpPr>
          <p:sp>
            <p:nvSpPr>
              <p:cNvPr id="716863" name="Line 63"/>
              <p:cNvSpPr>
                <a:spLocks noChangeShapeType="1"/>
              </p:cNvSpPr>
              <p:nvPr/>
            </p:nvSpPr>
            <p:spPr bwMode="gray">
              <a:xfrm flipH="1">
                <a:off x="1495" y="2554"/>
                <a:ext cx="16" cy="24"/>
              </a:xfrm>
              <a:prstGeom prst="line">
                <a:avLst/>
              </a:prstGeom>
              <a:noFill/>
              <a:ln w="127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64" name="Line 64"/>
              <p:cNvSpPr>
                <a:spLocks noChangeShapeType="1"/>
              </p:cNvSpPr>
              <p:nvPr/>
            </p:nvSpPr>
            <p:spPr bwMode="gray">
              <a:xfrm>
                <a:off x="1349" y="2554"/>
                <a:ext cx="16" cy="24"/>
              </a:xfrm>
              <a:prstGeom prst="line">
                <a:avLst/>
              </a:prstGeom>
              <a:noFill/>
              <a:ln w="127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65" name="Freeform 65"/>
              <p:cNvSpPr>
                <a:spLocks/>
              </p:cNvSpPr>
              <p:nvPr/>
            </p:nvSpPr>
            <p:spPr bwMode="gray">
              <a:xfrm>
                <a:off x="1327" y="2511"/>
                <a:ext cx="71" cy="76"/>
              </a:xfrm>
              <a:custGeom>
                <a:avLst/>
                <a:gdLst/>
                <a:ahLst/>
                <a:cxnLst>
                  <a:cxn ang="0">
                    <a:pos x="52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8" y="33"/>
                  </a:cxn>
                  <a:cxn ang="0">
                    <a:pos x="18" y="33"/>
                  </a:cxn>
                  <a:cxn ang="0">
                    <a:pos x="26" y="49"/>
                  </a:cxn>
                  <a:cxn ang="0">
                    <a:pos x="34" y="61"/>
                  </a:cxn>
                  <a:cxn ang="0">
                    <a:pos x="40" y="67"/>
                  </a:cxn>
                  <a:cxn ang="0">
                    <a:pos x="44" y="71"/>
                  </a:cxn>
                  <a:cxn ang="0">
                    <a:pos x="44" y="71"/>
                  </a:cxn>
                  <a:cxn ang="0">
                    <a:pos x="50" y="74"/>
                  </a:cxn>
                  <a:cxn ang="0">
                    <a:pos x="55" y="74"/>
                  </a:cxn>
                  <a:cxn ang="0">
                    <a:pos x="55" y="74"/>
                  </a:cxn>
                  <a:cxn ang="0">
                    <a:pos x="59" y="76"/>
                  </a:cxn>
                  <a:cxn ang="0">
                    <a:pos x="65" y="76"/>
                  </a:cxn>
                  <a:cxn ang="0">
                    <a:pos x="65" y="76"/>
                  </a:cxn>
                  <a:cxn ang="0">
                    <a:pos x="71" y="74"/>
                  </a:cxn>
                  <a:cxn ang="0">
                    <a:pos x="71" y="73"/>
                  </a:cxn>
                  <a:cxn ang="0">
                    <a:pos x="71" y="73"/>
                  </a:cxn>
                  <a:cxn ang="0">
                    <a:pos x="69" y="69"/>
                  </a:cxn>
                  <a:cxn ang="0">
                    <a:pos x="67" y="69"/>
                  </a:cxn>
                  <a:cxn ang="0">
                    <a:pos x="67" y="69"/>
                  </a:cxn>
                  <a:cxn ang="0">
                    <a:pos x="63" y="69"/>
                  </a:cxn>
                  <a:cxn ang="0">
                    <a:pos x="59" y="69"/>
                  </a:cxn>
                  <a:cxn ang="0">
                    <a:pos x="59" y="69"/>
                  </a:cxn>
                  <a:cxn ang="0">
                    <a:pos x="57" y="69"/>
                  </a:cxn>
                  <a:cxn ang="0">
                    <a:pos x="53" y="67"/>
                  </a:cxn>
                  <a:cxn ang="0">
                    <a:pos x="53" y="67"/>
                  </a:cxn>
                  <a:cxn ang="0">
                    <a:pos x="50" y="65"/>
                  </a:cxn>
                  <a:cxn ang="0">
                    <a:pos x="48" y="63"/>
                  </a:cxn>
                  <a:cxn ang="0">
                    <a:pos x="48" y="63"/>
                  </a:cxn>
                  <a:cxn ang="0">
                    <a:pos x="44" y="55"/>
                  </a:cxn>
                  <a:cxn ang="0">
                    <a:pos x="32" y="35"/>
                  </a:cxn>
                  <a:cxn ang="0">
                    <a:pos x="32" y="35"/>
                  </a:cxn>
                  <a:cxn ang="0">
                    <a:pos x="18" y="10"/>
                  </a:cxn>
                  <a:cxn ang="0">
                    <a:pos x="18" y="10"/>
                  </a:cxn>
                  <a:cxn ang="0">
                    <a:pos x="55" y="10"/>
                  </a:cxn>
                </a:cxnLst>
                <a:rect l="0" t="0" r="r" b="b"/>
                <a:pathLst>
                  <a:path w="71" h="76">
                    <a:moveTo>
                      <a:pt x="52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26" y="49"/>
                    </a:lnTo>
                    <a:lnTo>
                      <a:pt x="34" y="61"/>
                    </a:lnTo>
                    <a:lnTo>
                      <a:pt x="40" y="67"/>
                    </a:lnTo>
                    <a:lnTo>
                      <a:pt x="44" y="71"/>
                    </a:lnTo>
                    <a:lnTo>
                      <a:pt x="44" y="71"/>
                    </a:lnTo>
                    <a:lnTo>
                      <a:pt x="50" y="74"/>
                    </a:lnTo>
                    <a:lnTo>
                      <a:pt x="55" y="74"/>
                    </a:lnTo>
                    <a:lnTo>
                      <a:pt x="55" y="74"/>
                    </a:lnTo>
                    <a:lnTo>
                      <a:pt x="59" y="76"/>
                    </a:lnTo>
                    <a:lnTo>
                      <a:pt x="65" y="76"/>
                    </a:lnTo>
                    <a:lnTo>
                      <a:pt x="65" y="76"/>
                    </a:lnTo>
                    <a:lnTo>
                      <a:pt x="71" y="74"/>
                    </a:lnTo>
                    <a:lnTo>
                      <a:pt x="71" y="73"/>
                    </a:lnTo>
                    <a:lnTo>
                      <a:pt x="71" y="73"/>
                    </a:lnTo>
                    <a:lnTo>
                      <a:pt x="69" y="69"/>
                    </a:lnTo>
                    <a:lnTo>
                      <a:pt x="67" y="69"/>
                    </a:lnTo>
                    <a:lnTo>
                      <a:pt x="67" y="69"/>
                    </a:lnTo>
                    <a:lnTo>
                      <a:pt x="63" y="69"/>
                    </a:lnTo>
                    <a:lnTo>
                      <a:pt x="59" y="69"/>
                    </a:lnTo>
                    <a:lnTo>
                      <a:pt x="59" y="69"/>
                    </a:lnTo>
                    <a:lnTo>
                      <a:pt x="57" y="69"/>
                    </a:lnTo>
                    <a:lnTo>
                      <a:pt x="53" y="67"/>
                    </a:lnTo>
                    <a:lnTo>
                      <a:pt x="53" y="67"/>
                    </a:lnTo>
                    <a:lnTo>
                      <a:pt x="50" y="65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4" y="55"/>
                    </a:lnTo>
                    <a:lnTo>
                      <a:pt x="32" y="35"/>
                    </a:lnTo>
                    <a:lnTo>
                      <a:pt x="32" y="35"/>
                    </a:lnTo>
                    <a:lnTo>
                      <a:pt x="18" y="10"/>
                    </a:lnTo>
                    <a:lnTo>
                      <a:pt x="18" y="10"/>
                    </a:lnTo>
                    <a:lnTo>
                      <a:pt x="55" y="10"/>
                    </a:lnTo>
                  </a:path>
                </a:pathLst>
              </a:custGeom>
              <a:solidFill>
                <a:srgbClr val="DDDDDD"/>
              </a:solidFill>
              <a:ln w="635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66" name="Freeform 66"/>
              <p:cNvSpPr>
                <a:spLocks/>
              </p:cNvSpPr>
              <p:nvPr/>
            </p:nvSpPr>
            <p:spPr bwMode="gray">
              <a:xfrm>
                <a:off x="1462" y="2511"/>
                <a:ext cx="71" cy="76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71" y="0"/>
                  </a:cxn>
                  <a:cxn ang="0">
                    <a:pos x="71" y="0"/>
                  </a:cxn>
                  <a:cxn ang="0">
                    <a:pos x="53" y="33"/>
                  </a:cxn>
                  <a:cxn ang="0">
                    <a:pos x="53" y="33"/>
                  </a:cxn>
                  <a:cxn ang="0">
                    <a:pos x="45" y="49"/>
                  </a:cxn>
                  <a:cxn ang="0">
                    <a:pos x="39" y="61"/>
                  </a:cxn>
                  <a:cxn ang="0">
                    <a:pos x="33" y="67"/>
                  </a:cxn>
                  <a:cxn ang="0">
                    <a:pos x="29" y="71"/>
                  </a:cxn>
                  <a:cxn ang="0">
                    <a:pos x="29" y="71"/>
                  </a:cxn>
                  <a:cxn ang="0">
                    <a:pos x="24" y="74"/>
                  </a:cxn>
                  <a:cxn ang="0">
                    <a:pos x="18" y="74"/>
                  </a:cxn>
                  <a:cxn ang="0">
                    <a:pos x="18" y="74"/>
                  </a:cxn>
                  <a:cxn ang="0">
                    <a:pos x="12" y="76"/>
                  </a:cxn>
                  <a:cxn ang="0">
                    <a:pos x="6" y="76"/>
                  </a:cxn>
                  <a:cxn ang="0">
                    <a:pos x="6" y="76"/>
                  </a:cxn>
                  <a:cxn ang="0">
                    <a:pos x="2" y="74"/>
                  </a:cxn>
                  <a:cxn ang="0">
                    <a:pos x="0" y="73"/>
                  </a:cxn>
                  <a:cxn ang="0">
                    <a:pos x="0" y="73"/>
                  </a:cxn>
                  <a:cxn ang="0">
                    <a:pos x="2" y="69"/>
                  </a:cxn>
                  <a:cxn ang="0">
                    <a:pos x="6" y="69"/>
                  </a:cxn>
                  <a:cxn ang="0">
                    <a:pos x="6" y="69"/>
                  </a:cxn>
                  <a:cxn ang="0">
                    <a:pos x="10" y="69"/>
                  </a:cxn>
                  <a:cxn ang="0">
                    <a:pos x="14" y="69"/>
                  </a:cxn>
                  <a:cxn ang="0">
                    <a:pos x="14" y="69"/>
                  </a:cxn>
                  <a:cxn ang="0">
                    <a:pos x="16" y="69"/>
                  </a:cxn>
                  <a:cxn ang="0">
                    <a:pos x="20" y="67"/>
                  </a:cxn>
                  <a:cxn ang="0">
                    <a:pos x="20" y="67"/>
                  </a:cxn>
                  <a:cxn ang="0">
                    <a:pos x="22" y="65"/>
                  </a:cxn>
                  <a:cxn ang="0">
                    <a:pos x="24" y="63"/>
                  </a:cxn>
                  <a:cxn ang="0">
                    <a:pos x="24" y="63"/>
                  </a:cxn>
                  <a:cxn ang="0">
                    <a:pos x="29" y="55"/>
                  </a:cxn>
                  <a:cxn ang="0">
                    <a:pos x="39" y="35"/>
                  </a:cxn>
                  <a:cxn ang="0">
                    <a:pos x="39" y="35"/>
                  </a:cxn>
                  <a:cxn ang="0">
                    <a:pos x="53" y="10"/>
                  </a:cxn>
                  <a:cxn ang="0">
                    <a:pos x="53" y="10"/>
                  </a:cxn>
                  <a:cxn ang="0">
                    <a:pos x="16" y="10"/>
                  </a:cxn>
                </a:cxnLst>
                <a:rect l="0" t="0" r="r" b="b"/>
                <a:pathLst>
                  <a:path w="71" h="76">
                    <a:moveTo>
                      <a:pt x="22" y="0"/>
                    </a:moveTo>
                    <a:lnTo>
                      <a:pt x="71" y="0"/>
                    </a:lnTo>
                    <a:lnTo>
                      <a:pt x="71" y="0"/>
                    </a:lnTo>
                    <a:lnTo>
                      <a:pt x="53" y="33"/>
                    </a:lnTo>
                    <a:lnTo>
                      <a:pt x="53" y="33"/>
                    </a:lnTo>
                    <a:lnTo>
                      <a:pt x="45" y="49"/>
                    </a:lnTo>
                    <a:lnTo>
                      <a:pt x="39" y="61"/>
                    </a:lnTo>
                    <a:lnTo>
                      <a:pt x="33" y="67"/>
                    </a:lnTo>
                    <a:lnTo>
                      <a:pt x="29" y="71"/>
                    </a:lnTo>
                    <a:lnTo>
                      <a:pt x="29" y="71"/>
                    </a:lnTo>
                    <a:lnTo>
                      <a:pt x="24" y="74"/>
                    </a:lnTo>
                    <a:lnTo>
                      <a:pt x="18" y="74"/>
                    </a:lnTo>
                    <a:lnTo>
                      <a:pt x="18" y="74"/>
                    </a:lnTo>
                    <a:lnTo>
                      <a:pt x="12" y="76"/>
                    </a:lnTo>
                    <a:lnTo>
                      <a:pt x="6" y="76"/>
                    </a:lnTo>
                    <a:lnTo>
                      <a:pt x="6" y="76"/>
                    </a:lnTo>
                    <a:lnTo>
                      <a:pt x="2" y="74"/>
                    </a:lnTo>
                    <a:lnTo>
                      <a:pt x="0" y="73"/>
                    </a:lnTo>
                    <a:lnTo>
                      <a:pt x="0" y="73"/>
                    </a:lnTo>
                    <a:lnTo>
                      <a:pt x="2" y="69"/>
                    </a:lnTo>
                    <a:lnTo>
                      <a:pt x="6" y="69"/>
                    </a:lnTo>
                    <a:lnTo>
                      <a:pt x="6" y="69"/>
                    </a:lnTo>
                    <a:lnTo>
                      <a:pt x="10" y="69"/>
                    </a:lnTo>
                    <a:lnTo>
                      <a:pt x="14" y="69"/>
                    </a:lnTo>
                    <a:lnTo>
                      <a:pt x="14" y="69"/>
                    </a:lnTo>
                    <a:lnTo>
                      <a:pt x="16" y="69"/>
                    </a:lnTo>
                    <a:lnTo>
                      <a:pt x="20" y="67"/>
                    </a:lnTo>
                    <a:lnTo>
                      <a:pt x="20" y="67"/>
                    </a:lnTo>
                    <a:lnTo>
                      <a:pt x="22" y="65"/>
                    </a:lnTo>
                    <a:lnTo>
                      <a:pt x="24" y="63"/>
                    </a:lnTo>
                    <a:lnTo>
                      <a:pt x="24" y="63"/>
                    </a:lnTo>
                    <a:lnTo>
                      <a:pt x="29" y="55"/>
                    </a:lnTo>
                    <a:lnTo>
                      <a:pt x="39" y="35"/>
                    </a:lnTo>
                    <a:lnTo>
                      <a:pt x="39" y="35"/>
                    </a:lnTo>
                    <a:lnTo>
                      <a:pt x="53" y="10"/>
                    </a:lnTo>
                    <a:lnTo>
                      <a:pt x="53" y="10"/>
                    </a:lnTo>
                    <a:lnTo>
                      <a:pt x="16" y="10"/>
                    </a:lnTo>
                  </a:path>
                </a:pathLst>
              </a:custGeom>
              <a:solidFill>
                <a:srgbClr val="DDDDDD"/>
              </a:solidFill>
              <a:ln w="635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67" name="Freeform 67"/>
              <p:cNvSpPr>
                <a:spLocks/>
              </p:cNvSpPr>
              <p:nvPr/>
            </p:nvSpPr>
            <p:spPr bwMode="gray">
              <a:xfrm>
                <a:off x="1365" y="2668"/>
                <a:ext cx="130" cy="6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113" y="0"/>
                  </a:cxn>
                  <a:cxn ang="0">
                    <a:pos x="130" y="61"/>
                  </a:cxn>
                  <a:cxn ang="0">
                    <a:pos x="0" y="61"/>
                  </a:cxn>
                  <a:cxn ang="0">
                    <a:pos x="17" y="0"/>
                  </a:cxn>
                </a:cxnLst>
                <a:rect l="0" t="0" r="r" b="b"/>
                <a:pathLst>
                  <a:path w="130" h="61">
                    <a:moveTo>
                      <a:pt x="17" y="0"/>
                    </a:moveTo>
                    <a:lnTo>
                      <a:pt x="113" y="0"/>
                    </a:lnTo>
                    <a:lnTo>
                      <a:pt x="130" y="61"/>
                    </a:lnTo>
                    <a:lnTo>
                      <a:pt x="0" y="61"/>
                    </a:lnTo>
                    <a:lnTo>
                      <a:pt x="17" y="0"/>
                    </a:lnTo>
                  </a:path>
                </a:pathLst>
              </a:custGeom>
              <a:solidFill>
                <a:srgbClr val="663300"/>
              </a:solidFill>
              <a:ln w="635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68" name="Freeform 68"/>
              <p:cNvSpPr>
                <a:spLocks/>
              </p:cNvSpPr>
              <p:nvPr/>
            </p:nvSpPr>
            <p:spPr bwMode="gray">
              <a:xfrm>
                <a:off x="1382" y="2648"/>
                <a:ext cx="96" cy="20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80" y="0"/>
                  </a:cxn>
                  <a:cxn ang="0">
                    <a:pos x="96" y="20"/>
                  </a:cxn>
                  <a:cxn ang="0">
                    <a:pos x="0" y="20"/>
                  </a:cxn>
                  <a:cxn ang="0">
                    <a:pos x="16" y="0"/>
                  </a:cxn>
                </a:cxnLst>
                <a:rect l="0" t="0" r="r" b="b"/>
                <a:pathLst>
                  <a:path w="96" h="20">
                    <a:moveTo>
                      <a:pt x="16" y="0"/>
                    </a:moveTo>
                    <a:lnTo>
                      <a:pt x="80" y="0"/>
                    </a:lnTo>
                    <a:lnTo>
                      <a:pt x="96" y="20"/>
                    </a:lnTo>
                    <a:lnTo>
                      <a:pt x="0" y="2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663300"/>
              </a:solidFill>
              <a:ln w="635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69" name="Freeform 69"/>
              <p:cNvSpPr>
                <a:spLocks/>
              </p:cNvSpPr>
              <p:nvPr/>
            </p:nvSpPr>
            <p:spPr bwMode="gray">
              <a:xfrm>
                <a:off x="1406" y="2607"/>
                <a:ext cx="48" cy="55"/>
              </a:xfrm>
              <a:custGeom>
                <a:avLst/>
                <a:gdLst/>
                <a:ahLst/>
                <a:cxnLst>
                  <a:cxn ang="0">
                    <a:pos x="30" y="10"/>
                  </a:cxn>
                  <a:cxn ang="0">
                    <a:pos x="30" y="22"/>
                  </a:cxn>
                  <a:cxn ang="0">
                    <a:pos x="30" y="24"/>
                  </a:cxn>
                  <a:cxn ang="0">
                    <a:pos x="32" y="24"/>
                  </a:cxn>
                  <a:cxn ang="0">
                    <a:pos x="34" y="26"/>
                  </a:cxn>
                  <a:cxn ang="0">
                    <a:pos x="34" y="28"/>
                  </a:cxn>
                  <a:cxn ang="0">
                    <a:pos x="32" y="32"/>
                  </a:cxn>
                  <a:cxn ang="0">
                    <a:pos x="32" y="32"/>
                  </a:cxn>
                  <a:cxn ang="0">
                    <a:pos x="32" y="32"/>
                  </a:cxn>
                  <a:cxn ang="0">
                    <a:pos x="32" y="38"/>
                  </a:cxn>
                  <a:cxn ang="0">
                    <a:pos x="32" y="40"/>
                  </a:cxn>
                  <a:cxn ang="0">
                    <a:pos x="34" y="41"/>
                  </a:cxn>
                  <a:cxn ang="0">
                    <a:pos x="40" y="45"/>
                  </a:cxn>
                  <a:cxn ang="0">
                    <a:pos x="44" y="45"/>
                  </a:cxn>
                  <a:cxn ang="0">
                    <a:pos x="46" y="47"/>
                  </a:cxn>
                  <a:cxn ang="0">
                    <a:pos x="48" y="51"/>
                  </a:cxn>
                  <a:cxn ang="0">
                    <a:pos x="44" y="51"/>
                  </a:cxn>
                  <a:cxn ang="0">
                    <a:pos x="42" y="53"/>
                  </a:cxn>
                  <a:cxn ang="0">
                    <a:pos x="34" y="53"/>
                  </a:cxn>
                  <a:cxn ang="0">
                    <a:pos x="30" y="53"/>
                  </a:cxn>
                  <a:cxn ang="0">
                    <a:pos x="24" y="55"/>
                  </a:cxn>
                  <a:cxn ang="0">
                    <a:pos x="16" y="53"/>
                  </a:cxn>
                  <a:cxn ang="0">
                    <a:pos x="12" y="53"/>
                  </a:cxn>
                  <a:cxn ang="0">
                    <a:pos x="8" y="53"/>
                  </a:cxn>
                  <a:cxn ang="0">
                    <a:pos x="2" y="51"/>
                  </a:cxn>
                  <a:cxn ang="0">
                    <a:pos x="0" y="49"/>
                  </a:cxn>
                  <a:cxn ang="0">
                    <a:pos x="2" y="47"/>
                  </a:cxn>
                  <a:cxn ang="0">
                    <a:pos x="8" y="45"/>
                  </a:cxn>
                  <a:cxn ang="0">
                    <a:pos x="12" y="43"/>
                  </a:cxn>
                  <a:cxn ang="0">
                    <a:pos x="14" y="41"/>
                  </a:cxn>
                  <a:cxn ang="0">
                    <a:pos x="18" y="38"/>
                  </a:cxn>
                  <a:cxn ang="0">
                    <a:pos x="18" y="34"/>
                  </a:cxn>
                  <a:cxn ang="0">
                    <a:pos x="18" y="32"/>
                  </a:cxn>
                  <a:cxn ang="0">
                    <a:pos x="16" y="32"/>
                  </a:cxn>
                  <a:cxn ang="0">
                    <a:pos x="14" y="30"/>
                  </a:cxn>
                  <a:cxn ang="0">
                    <a:pos x="14" y="28"/>
                  </a:cxn>
                  <a:cxn ang="0">
                    <a:pos x="18" y="24"/>
                  </a:cxn>
                  <a:cxn ang="0">
                    <a:pos x="20" y="24"/>
                  </a:cxn>
                  <a:cxn ang="0">
                    <a:pos x="20" y="24"/>
                  </a:cxn>
                  <a:cxn ang="0">
                    <a:pos x="20" y="18"/>
                  </a:cxn>
                  <a:cxn ang="0">
                    <a:pos x="20" y="0"/>
                  </a:cxn>
                </a:cxnLst>
                <a:rect l="0" t="0" r="r" b="b"/>
                <a:pathLst>
                  <a:path w="48" h="55">
                    <a:moveTo>
                      <a:pt x="30" y="0"/>
                    </a:moveTo>
                    <a:lnTo>
                      <a:pt x="30" y="10"/>
                    </a:lnTo>
                    <a:lnTo>
                      <a:pt x="30" y="18"/>
                    </a:lnTo>
                    <a:lnTo>
                      <a:pt x="30" y="22"/>
                    </a:lnTo>
                    <a:lnTo>
                      <a:pt x="30" y="24"/>
                    </a:lnTo>
                    <a:lnTo>
                      <a:pt x="30" y="24"/>
                    </a:lnTo>
                    <a:lnTo>
                      <a:pt x="30" y="24"/>
                    </a:lnTo>
                    <a:lnTo>
                      <a:pt x="32" y="24"/>
                    </a:lnTo>
                    <a:lnTo>
                      <a:pt x="32" y="24"/>
                    </a:lnTo>
                    <a:lnTo>
                      <a:pt x="34" y="26"/>
                    </a:lnTo>
                    <a:lnTo>
                      <a:pt x="34" y="28"/>
                    </a:lnTo>
                    <a:lnTo>
                      <a:pt x="34" y="28"/>
                    </a:lnTo>
                    <a:lnTo>
                      <a:pt x="34" y="30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32" y="32"/>
                    </a:lnTo>
                    <a:lnTo>
                      <a:pt x="32" y="34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40"/>
                    </a:lnTo>
                    <a:lnTo>
                      <a:pt x="34" y="41"/>
                    </a:lnTo>
                    <a:lnTo>
                      <a:pt x="34" y="41"/>
                    </a:lnTo>
                    <a:lnTo>
                      <a:pt x="38" y="43"/>
                    </a:lnTo>
                    <a:lnTo>
                      <a:pt x="40" y="45"/>
                    </a:lnTo>
                    <a:lnTo>
                      <a:pt x="40" y="45"/>
                    </a:lnTo>
                    <a:lnTo>
                      <a:pt x="44" y="45"/>
                    </a:lnTo>
                    <a:lnTo>
                      <a:pt x="46" y="47"/>
                    </a:lnTo>
                    <a:lnTo>
                      <a:pt x="46" y="47"/>
                    </a:lnTo>
                    <a:lnTo>
                      <a:pt x="48" y="49"/>
                    </a:lnTo>
                    <a:lnTo>
                      <a:pt x="48" y="51"/>
                    </a:lnTo>
                    <a:lnTo>
                      <a:pt x="48" y="51"/>
                    </a:lnTo>
                    <a:lnTo>
                      <a:pt x="44" y="51"/>
                    </a:lnTo>
                    <a:lnTo>
                      <a:pt x="42" y="53"/>
                    </a:lnTo>
                    <a:lnTo>
                      <a:pt x="42" y="53"/>
                    </a:lnTo>
                    <a:lnTo>
                      <a:pt x="38" y="53"/>
                    </a:lnTo>
                    <a:lnTo>
                      <a:pt x="34" y="53"/>
                    </a:lnTo>
                    <a:lnTo>
                      <a:pt x="34" y="53"/>
                    </a:lnTo>
                    <a:lnTo>
                      <a:pt x="30" y="53"/>
                    </a:lnTo>
                    <a:lnTo>
                      <a:pt x="24" y="55"/>
                    </a:lnTo>
                    <a:lnTo>
                      <a:pt x="24" y="55"/>
                    </a:lnTo>
                    <a:lnTo>
                      <a:pt x="20" y="53"/>
                    </a:lnTo>
                    <a:lnTo>
                      <a:pt x="16" y="53"/>
                    </a:lnTo>
                    <a:lnTo>
                      <a:pt x="16" y="53"/>
                    </a:lnTo>
                    <a:lnTo>
                      <a:pt x="12" y="53"/>
                    </a:lnTo>
                    <a:lnTo>
                      <a:pt x="8" y="53"/>
                    </a:lnTo>
                    <a:lnTo>
                      <a:pt x="8" y="53"/>
                    </a:lnTo>
                    <a:lnTo>
                      <a:pt x="4" y="51"/>
                    </a:lnTo>
                    <a:lnTo>
                      <a:pt x="2" y="51"/>
                    </a:lnTo>
                    <a:lnTo>
                      <a:pt x="2" y="51"/>
                    </a:lnTo>
                    <a:lnTo>
                      <a:pt x="0" y="49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6" y="45"/>
                    </a:lnTo>
                    <a:lnTo>
                      <a:pt x="8" y="45"/>
                    </a:lnTo>
                    <a:lnTo>
                      <a:pt x="8" y="45"/>
                    </a:lnTo>
                    <a:lnTo>
                      <a:pt x="12" y="43"/>
                    </a:lnTo>
                    <a:lnTo>
                      <a:pt x="14" y="41"/>
                    </a:lnTo>
                    <a:lnTo>
                      <a:pt x="14" y="41"/>
                    </a:lnTo>
                    <a:lnTo>
                      <a:pt x="18" y="40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18" y="34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16" y="32"/>
                    </a:lnTo>
                    <a:lnTo>
                      <a:pt x="16" y="32"/>
                    </a:lnTo>
                    <a:lnTo>
                      <a:pt x="14" y="30"/>
                    </a:lnTo>
                    <a:lnTo>
                      <a:pt x="14" y="28"/>
                    </a:lnTo>
                    <a:lnTo>
                      <a:pt x="14" y="28"/>
                    </a:lnTo>
                    <a:lnTo>
                      <a:pt x="16" y="26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20" y="24"/>
                    </a:lnTo>
                    <a:lnTo>
                      <a:pt x="20" y="24"/>
                    </a:lnTo>
                    <a:lnTo>
                      <a:pt x="20" y="24"/>
                    </a:lnTo>
                    <a:lnTo>
                      <a:pt x="20" y="22"/>
                    </a:lnTo>
                    <a:lnTo>
                      <a:pt x="20" y="18"/>
                    </a:lnTo>
                    <a:lnTo>
                      <a:pt x="20" y="10"/>
                    </a:lnTo>
                    <a:lnTo>
                      <a:pt x="20" y="0"/>
                    </a:lnTo>
                  </a:path>
                </a:pathLst>
              </a:custGeom>
              <a:solidFill>
                <a:srgbClr val="DDDDDD"/>
              </a:solidFill>
              <a:ln w="635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0" name="Rectangle 70"/>
              <p:cNvSpPr>
                <a:spLocks noChangeArrowheads="1"/>
              </p:cNvSpPr>
              <p:nvPr/>
            </p:nvSpPr>
            <p:spPr bwMode="gray">
              <a:xfrm>
                <a:off x="1405" y="2685"/>
                <a:ext cx="50" cy="25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1" name="Freeform 71"/>
              <p:cNvSpPr>
                <a:spLocks/>
              </p:cNvSpPr>
              <p:nvPr/>
            </p:nvSpPr>
            <p:spPr bwMode="gray">
              <a:xfrm>
                <a:off x="1375" y="2503"/>
                <a:ext cx="111" cy="104"/>
              </a:xfrm>
              <a:custGeom>
                <a:avLst/>
                <a:gdLst/>
                <a:ahLst/>
                <a:cxnLst>
                  <a:cxn ang="0">
                    <a:pos x="87" y="90"/>
                  </a:cxn>
                  <a:cxn ang="0">
                    <a:pos x="89" y="90"/>
                  </a:cxn>
                  <a:cxn ang="0">
                    <a:pos x="89" y="90"/>
                  </a:cxn>
                  <a:cxn ang="0">
                    <a:pos x="111" y="0"/>
                  </a:cxn>
                  <a:cxn ang="0">
                    <a:pos x="11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23" y="90"/>
                  </a:cxn>
                  <a:cxn ang="0">
                    <a:pos x="23" y="90"/>
                  </a:cxn>
                  <a:cxn ang="0">
                    <a:pos x="23" y="90"/>
                  </a:cxn>
                  <a:cxn ang="0">
                    <a:pos x="23" y="90"/>
                  </a:cxn>
                  <a:cxn ang="0">
                    <a:pos x="23" y="90"/>
                  </a:cxn>
                  <a:cxn ang="0">
                    <a:pos x="27" y="96"/>
                  </a:cxn>
                  <a:cxn ang="0">
                    <a:pos x="33" y="100"/>
                  </a:cxn>
                  <a:cxn ang="0">
                    <a:pos x="43" y="102"/>
                  </a:cxn>
                  <a:cxn ang="0">
                    <a:pos x="55" y="104"/>
                  </a:cxn>
                  <a:cxn ang="0">
                    <a:pos x="55" y="104"/>
                  </a:cxn>
                  <a:cxn ang="0">
                    <a:pos x="67" y="102"/>
                  </a:cxn>
                  <a:cxn ang="0">
                    <a:pos x="77" y="100"/>
                  </a:cxn>
                  <a:cxn ang="0">
                    <a:pos x="85" y="96"/>
                  </a:cxn>
                  <a:cxn ang="0">
                    <a:pos x="87" y="90"/>
                  </a:cxn>
                </a:cxnLst>
                <a:rect l="0" t="0" r="r" b="b"/>
                <a:pathLst>
                  <a:path w="111" h="104">
                    <a:moveTo>
                      <a:pt x="87" y="90"/>
                    </a:moveTo>
                    <a:lnTo>
                      <a:pt x="89" y="90"/>
                    </a:lnTo>
                    <a:lnTo>
                      <a:pt x="89" y="90"/>
                    </a:lnTo>
                    <a:lnTo>
                      <a:pt x="111" y="0"/>
                    </a:lnTo>
                    <a:lnTo>
                      <a:pt x="11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3" y="90"/>
                    </a:lnTo>
                    <a:lnTo>
                      <a:pt x="23" y="90"/>
                    </a:lnTo>
                    <a:lnTo>
                      <a:pt x="23" y="90"/>
                    </a:lnTo>
                    <a:lnTo>
                      <a:pt x="23" y="90"/>
                    </a:lnTo>
                    <a:lnTo>
                      <a:pt x="23" y="90"/>
                    </a:lnTo>
                    <a:lnTo>
                      <a:pt x="27" y="96"/>
                    </a:lnTo>
                    <a:lnTo>
                      <a:pt x="33" y="100"/>
                    </a:lnTo>
                    <a:lnTo>
                      <a:pt x="43" y="102"/>
                    </a:lnTo>
                    <a:lnTo>
                      <a:pt x="55" y="104"/>
                    </a:lnTo>
                    <a:lnTo>
                      <a:pt x="55" y="104"/>
                    </a:lnTo>
                    <a:lnTo>
                      <a:pt x="67" y="102"/>
                    </a:lnTo>
                    <a:lnTo>
                      <a:pt x="77" y="100"/>
                    </a:lnTo>
                    <a:lnTo>
                      <a:pt x="85" y="96"/>
                    </a:lnTo>
                    <a:lnTo>
                      <a:pt x="87" y="90"/>
                    </a:lnTo>
                  </a:path>
                </a:pathLst>
              </a:custGeom>
              <a:solidFill>
                <a:srgbClr val="DDDDDD"/>
              </a:solidFill>
              <a:ln w="635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2" name="Freeform 72"/>
              <p:cNvSpPr>
                <a:spLocks/>
              </p:cNvSpPr>
              <p:nvPr/>
            </p:nvSpPr>
            <p:spPr bwMode="gray">
              <a:xfrm>
                <a:off x="1375" y="2495"/>
                <a:ext cx="111" cy="16"/>
              </a:xfrm>
              <a:custGeom>
                <a:avLst/>
                <a:gdLst/>
                <a:ahLst/>
                <a:cxnLst>
                  <a:cxn ang="0">
                    <a:pos x="111" y="8"/>
                  </a:cxn>
                  <a:cxn ang="0">
                    <a:pos x="107" y="10"/>
                  </a:cxn>
                  <a:cxn ang="0">
                    <a:pos x="95" y="12"/>
                  </a:cxn>
                  <a:cxn ang="0">
                    <a:pos x="77" y="14"/>
                  </a:cxn>
                  <a:cxn ang="0">
                    <a:pos x="55" y="16"/>
                  </a:cxn>
                  <a:cxn ang="0">
                    <a:pos x="55" y="16"/>
                  </a:cxn>
                  <a:cxn ang="0">
                    <a:pos x="33" y="14"/>
                  </a:cxn>
                  <a:cxn ang="0">
                    <a:pos x="15" y="12"/>
                  </a:cxn>
                  <a:cxn ang="0">
                    <a:pos x="4" y="10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4" y="4"/>
                  </a:cxn>
                  <a:cxn ang="0">
                    <a:pos x="15" y="2"/>
                  </a:cxn>
                  <a:cxn ang="0">
                    <a:pos x="33" y="0"/>
                  </a:cxn>
                  <a:cxn ang="0">
                    <a:pos x="55" y="0"/>
                  </a:cxn>
                  <a:cxn ang="0">
                    <a:pos x="55" y="0"/>
                  </a:cxn>
                  <a:cxn ang="0">
                    <a:pos x="77" y="0"/>
                  </a:cxn>
                  <a:cxn ang="0">
                    <a:pos x="95" y="2"/>
                  </a:cxn>
                  <a:cxn ang="0">
                    <a:pos x="107" y="4"/>
                  </a:cxn>
                  <a:cxn ang="0">
                    <a:pos x="111" y="8"/>
                  </a:cxn>
                </a:cxnLst>
                <a:rect l="0" t="0" r="r" b="b"/>
                <a:pathLst>
                  <a:path w="111" h="16">
                    <a:moveTo>
                      <a:pt x="111" y="8"/>
                    </a:moveTo>
                    <a:lnTo>
                      <a:pt x="107" y="10"/>
                    </a:lnTo>
                    <a:lnTo>
                      <a:pt x="95" y="12"/>
                    </a:lnTo>
                    <a:lnTo>
                      <a:pt x="77" y="14"/>
                    </a:lnTo>
                    <a:lnTo>
                      <a:pt x="55" y="16"/>
                    </a:lnTo>
                    <a:lnTo>
                      <a:pt x="55" y="16"/>
                    </a:lnTo>
                    <a:lnTo>
                      <a:pt x="33" y="14"/>
                    </a:lnTo>
                    <a:lnTo>
                      <a:pt x="15" y="12"/>
                    </a:lnTo>
                    <a:lnTo>
                      <a:pt x="4" y="10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15" y="2"/>
                    </a:lnTo>
                    <a:lnTo>
                      <a:pt x="33" y="0"/>
                    </a:lnTo>
                    <a:lnTo>
                      <a:pt x="55" y="0"/>
                    </a:lnTo>
                    <a:lnTo>
                      <a:pt x="55" y="0"/>
                    </a:lnTo>
                    <a:lnTo>
                      <a:pt x="77" y="0"/>
                    </a:lnTo>
                    <a:lnTo>
                      <a:pt x="95" y="2"/>
                    </a:lnTo>
                    <a:lnTo>
                      <a:pt x="107" y="4"/>
                    </a:lnTo>
                    <a:lnTo>
                      <a:pt x="111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3" name="Freeform 73"/>
              <p:cNvSpPr>
                <a:spLocks/>
              </p:cNvSpPr>
              <p:nvPr/>
            </p:nvSpPr>
            <p:spPr bwMode="gray">
              <a:xfrm>
                <a:off x="1375" y="2495"/>
                <a:ext cx="111" cy="16"/>
              </a:xfrm>
              <a:custGeom>
                <a:avLst/>
                <a:gdLst/>
                <a:ahLst/>
                <a:cxnLst>
                  <a:cxn ang="0">
                    <a:pos x="111" y="8"/>
                  </a:cxn>
                  <a:cxn ang="0">
                    <a:pos x="107" y="10"/>
                  </a:cxn>
                  <a:cxn ang="0">
                    <a:pos x="95" y="12"/>
                  </a:cxn>
                  <a:cxn ang="0">
                    <a:pos x="77" y="14"/>
                  </a:cxn>
                  <a:cxn ang="0">
                    <a:pos x="55" y="16"/>
                  </a:cxn>
                  <a:cxn ang="0">
                    <a:pos x="55" y="16"/>
                  </a:cxn>
                  <a:cxn ang="0">
                    <a:pos x="33" y="14"/>
                  </a:cxn>
                  <a:cxn ang="0">
                    <a:pos x="15" y="12"/>
                  </a:cxn>
                  <a:cxn ang="0">
                    <a:pos x="4" y="10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4" y="4"/>
                  </a:cxn>
                  <a:cxn ang="0">
                    <a:pos x="15" y="2"/>
                  </a:cxn>
                  <a:cxn ang="0">
                    <a:pos x="33" y="0"/>
                  </a:cxn>
                  <a:cxn ang="0">
                    <a:pos x="55" y="0"/>
                  </a:cxn>
                  <a:cxn ang="0">
                    <a:pos x="55" y="0"/>
                  </a:cxn>
                  <a:cxn ang="0">
                    <a:pos x="77" y="0"/>
                  </a:cxn>
                  <a:cxn ang="0">
                    <a:pos x="95" y="2"/>
                  </a:cxn>
                  <a:cxn ang="0">
                    <a:pos x="107" y="4"/>
                  </a:cxn>
                  <a:cxn ang="0">
                    <a:pos x="111" y="8"/>
                  </a:cxn>
                </a:cxnLst>
                <a:rect l="0" t="0" r="r" b="b"/>
                <a:pathLst>
                  <a:path w="111" h="16">
                    <a:moveTo>
                      <a:pt x="111" y="8"/>
                    </a:moveTo>
                    <a:lnTo>
                      <a:pt x="107" y="10"/>
                    </a:lnTo>
                    <a:lnTo>
                      <a:pt x="95" y="12"/>
                    </a:lnTo>
                    <a:lnTo>
                      <a:pt x="77" y="14"/>
                    </a:lnTo>
                    <a:lnTo>
                      <a:pt x="55" y="16"/>
                    </a:lnTo>
                    <a:lnTo>
                      <a:pt x="55" y="16"/>
                    </a:lnTo>
                    <a:lnTo>
                      <a:pt x="33" y="14"/>
                    </a:lnTo>
                    <a:lnTo>
                      <a:pt x="15" y="12"/>
                    </a:lnTo>
                    <a:lnTo>
                      <a:pt x="4" y="10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15" y="2"/>
                    </a:lnTo>
                    <a:lnTo>
                      <a:pt x="33" y="0"/>
                    </a:lnTo>
                    <a:lnTo>
                      <a:pt x="55" y="0"/>
                    </a:lnTo>
                    <a:lnTo>
                      <a:pt x="55" y="0"/>
                    </a:lnTo>
                    <a:lnTo>
                      <a:pt x="77" y="0"/>
                    </a:lnTo>
                    <a:lnTo>
                      <a:pt x="95" y="2"/>
                    </a:lnTo>
                    <a:lnTo>
                      <a:pt x="107" y="4"/>
                    </a:lnTo>
                    <a:lnTo>
                      <a:pt x="111" y="8"/>
                    </a:lnTo>
                  </a:path>
                </a:pathLst>
              </a:custGeom>
              <a:solidFill>
                <a:schemeClr val="tx1"/>
              </a:solidFill>
              <a:ln w="635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4" name="Line 74"/>
              <p:cNvSpPr>
                <a:spLocks noChangeShapeType="1"/>
              </p:cNvSpPr>
              <p:nvPr/>
            </p:nvSpPr>
            <p:spPr bwMode="gray">
              <a:xfrm>
                <a:off x="1406" y="2523"/>
                <a:ext cx="10" cy="62"/>
              </a:xfrm>
              <a:prstGeom prst="line">
                <a:avLst/>
              </a:prstGeom>
              <a:noFill/>
              <a:ln w="317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5" name="Line 75"/>
              <p:cNvSpPr>
                <a:spLocks noChangeShapeType="1"/>
              </p:cNvSpPr>
              <p:nvPr/>
            </p:nvSpPr>
            <p:spPr bwMode="gray">
              <a:xfrm flipH="1">
                <a:off x="1444" y="2523"/>
                <a:ext cx="10" cy="62"/>
              </a:xfrm>
              <a:prstGeom prst="line">
                <a:avLst/>
              </a:prstGeom>
              <a:noFill/>
              <a:ln w="3175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16876" name="Group 76"/>
            <p:cNvGrpSpPr>
              <a:grpSpLocks/>
            </p:cNvGrpSpPr>
            <p:nvPr/>
          </p:nvGrpSpPr>
          <p:grpSpPr bwMode="gray">
            <a:xfrm>
              <a:off x="3178" y="2545"/>
              <a:ext cx="229" cy="323"/>
              <a:chOff x="1736" y="458"/>
              <a:chExt cx="229" cy="323"/>
            </a:xfrm>
          </p:grpSpPr>
          <p:sp>
            <p:nvSpPr>
              <p:cNvPr id="716877" name="Freeform 77"/>
              <p:cNvSpPr>
                <a:spLocks/>
              </p:cNvSpPr>
              <p:nvPr/>
            </p:nvSpPr>
            <p:spPr bwMode="gray">
              <a:xfrm>
                <a:off x="1794" y="641"/>
                <a:ext cx="102" cy="14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0" y="139"/>
                  </a:cxn>
                  <a:cxn ang="0">
                    <a:pos x="53" y="82"/>
                  </a:cxn>
                  <a:cxn ang="0">
                    <a:pos x="102" y="140"/>
                  </a:cxn>
                  <a:cxn ang="0">
                    <a:pos x="102" y="0"/>
                  </a:cxn>
                </a:cxnLst>
                <a:rect l="0" t="0" r="r" b="b"/>
                <a:pathLst>
                  <a:path w="102" h="140">
                    <a:moveTo>
                      <a:pt x="4" y="0"/>
                    </a:moveTo>
                    <a:lnTo>
                      <a:pt x="0" y="139"/>
                    </a:lnTo>
                    <a:lnTo>
                      <a:pt x="53" y="82"/>
                    </a:lnTo>
                    <a:lnTo>
                      <a:pt x="102" y="140"/>
                    </a:lnTo>
                    <a:lnTo>
                      <a:pt x="102" y="0"/>
                    </a:lnTo>
                  </a:path>
                </a:pathLst>
              </a:custGeom>
              <a:solidFill>
                <a:srgbClr val="0033CC"/>
              </a:solidFill>
              <a:ln w="12700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8" name="Freeform 78"/>
              <p:cNvSpPr>
                <a:spLocks/>
              </p:cNvSpPr>
              <p:nvPr/>
            </p:nvSpPr>
            <p:spPr bwMode="gray">
              <a:xfrm>
                <a:off x="1738" y="458"/>
                <a:ext cx="218" cy="218"/>
              </a:xfrm>
              <a:custGeom>
                <a:avLst/>
                <a:gdLst/>
                <a:ahLst/>
                <a:cxnLst>
                  <a:cxn ang="0">
                    <a:pos x="102" y="0"/>
                  </a:cxn>
                  <a:cxn ang="0">
                    <a:pos x="114" y="27"/>
                  </a:cxn>
                  <a:cxn ang="0">
                    <a:pos x="136" y="4"/>
                  </a:cxn>
                  <a:cxn ang="0">
                    <a:pos x="138" y="35"/>
                  </a:cxn>
                  <a:cxn ang="0">
                    <a:pos x="163" y="19"/>
                  </a:cxn>
                  <a:cxn ang="0">
                    <a:pos x="157" y="48"/>
                  </a:cxn>
                  <a:cxn ang="0">
                    <a:pos x="187" y="41"/>
                  </a:cxn>
                  <a:cxn ang="0">
                    <a:pos x="171" y="68"/>
                  </a:cxn>
                  <a:cxn ang="0">
                    <a:pos x="200" y="70"/>
                  </a:cxn>
                  <a:cxn ang="0">
                    <a:pos x="179" y="90"/>
                  </a:cxn>
                  <a:cxn ang="0">
                    <a:pos x="206" y="101"/>
                  </a:cxn>
                  <a:cxn ang="0">
                    <a:pos x="179" y="113"/>
                  </a:cxn>
                  <a:cxn ang="0">
                    <a:pos x="200" y="133"/>
                  </a:cxn>
                  <a:cxn ang="0">
                    <a:pos x="171" y="136"/>
                  </a:cxn>
                  <a:cxn ang="0">
                    <a:pos x="187" y="162"/>
                  </a:cxn>
                  <a:cxn ang="0">
                    <a:pos x="157" y="156"/>
                  </a:cxn>
                  <a:cxn ang="0">
                    <a:pos x="163" y="185"/>
                  </a:cxn>
                  <a:cxn ang="0">
                    <a:pos x="138" y="170"/>
                  </a:cxn>
                  <a:cxn ang="0">
                    <a:pos x="136" y="199"/>
                  </a:cxn>
                  <a:cxn ang="0">
                    <a:pos x="114" y="176"/>
                  </a:cxn>
                  <a:cxn ang="0">
                    <a:pos x="102" y="205"/>
                  </a:cxn>
                  <a:cxn ang="0">
                    <a:pos x="91" y="176"/>
                  </a:cxn>
                  <a:cxn ang="0">
                    <a:pos x="71" y="199"/>
                  </a:cxn>
                  <a:cxn ang="0">
                    <a:pos x="69" y="170"/>
                  </a:cxn>
                  <a:cxn ang="0">
                    <a:pos x="44" y="185"/>
                  </a:cxn>
                  <a:cxn ang="0">
                    <a:pos x="49" y="156"/>
                  </a:cxn>
                  <a:cxn ang="0">
                    <a:pos x="20" y="162"/>
                  </a:cxn>
                  <a:cxn ang="0">
                    <a:pos x="36" y="136"/>
                  </a:cxn>
                  <a:cxn ang="0">
                    <a:pos x="6" y="133"/>
                  </a:cxn>
                  <a:cxn ang="0">
                    <a:pos x="28" y="113"/>
                  </a:cxn>
                  <a:cxn ang="0">
                    <a:pos x="0" y="101"/>
                  </a:cxn>
                  <a:cxn ang="0">
                    <a:pos x="28" y="90"/>
                  </a:cxn>
                  <a:cxn ang="0">
                    <a:pos x="6" y="70"/>
                  </a:cxn>
                  <a:cxn ang="0">
                    <a:pos x="36" y="68"/>
                  </a:cxn>
                  <a:cxn ang="0">
                    <a:pos x="20" y="41"/>
                  </a:cxn>
                  <a:cxn ang="0">
                    <a:pos x="49" y="48"/>
                  </a:cxn>
                  <a:cxn ang="0">
                    <a:pos x="44" y="19"/>
                  </a:cxn>
                  <a:cxn ang="0">
                    <a:pos x="69" y="35"/>
                  </a:cxn>
                  <a:cxn ang="0">
                    <a:pos x="71" y="4"/>
                  </a:cxn>
                  <a:cxn ang="0">
                    <a:pos x="91" y="27"/>
                  </a:cxn>
                  <a:cxn ang="0">
                    <a:pos x="102" y="0"/>
                  </a:cxn>
                </a:cxnLst>
                <a:rect l="0" t="0" r="r" b="b"/>
                <a:pathLst>
                  <a:path w="206" h="205">
                    <a:moveTo>
                      <a:pt x="102" y="0"/>
                    </a:moveTo>
                    <a:lnTo>
                      <a:pt x="114" y="27"/>
                    </a:lnTo>
                    <a:lnTo>
                      <a:pt x="136" y="4"/>
                    </a:lnTo>
                    <a:lnTo>
                      <a:pt x="138" y="35"/>
                    </a:lnTo>
                    <a:lnTo>
                      <a:pt x="163" y="19"/>
                    </a:lnTo>
                    <a:lnTo>
                      <a:pt x="157" y="48"/>
                    </a:lnTo>
                    <a:lnTo>
                      <a:pt x="187" y="41"/>
                    </a:lnTo>
                    <a:lnTo>
                      <a:pt x="171" y="68"/>
                    </a:lnTo>
                    <a:lnTo>
                      <a:pt x="200" y="70"/>
                    </a:lnTo>
                    <a:lnTo>
                      <a:pt x="179" y="90"/>
                    </a:lnTo>
                    <a:lnTo>
                      <a:pt x="206" y="101"/>
                    </a:lnTo>
                    <a:lnTo>
                      <a:pt x="179" y="113"/>
                    </a:lnTo>
                    <a:lnTo>
                      <a:pt x="200" y="133"/>
                    </a:lnTo>
                    <a:lnTo>
                      <a:pt x="171" y="136"/>
                    </a:lnTo>
                    <a:lnTo>
                      <a:pt x="187" y="162"/>
                    </a:lnTo>
                    <a:lnTo>
                      <a:pt x="157" y="156"/>
                    </a:lnTo>
                    <a:lnTo>
                      <a:pt x="163" y="185"/>
                    </a:lnTo>
                    <a:lnTo>
                      <a:pt x="138" y="170"/>
                    </a:lnTo>
                    <a:lnTo>
                      <a:pt x="136" y="199"/>
                    </a:lnTo>
                    <a:lnTo>
                      <a:pt x="114" y="176"/>
                    </a:lnTo>
                    <a:lnTo>
                      <a:pt x="102" y="205"/>
                    </a:lnTo>
                    <a:lnTo>
                      <a:pt x="91" y="176"/>
                    </a:lnTo>
                    <a:lnTo>
                      <a:pt x="71" y="199"/>
                    </a:lnTo>
                    <a:lnTo>
                      <a:pt x="69" y="170"/>
                    </a:lnTo>
                    <a:lnTo>
                      <a:pt x="44" y="185"/>
                    </a:lnTo>
                    <a:lnTo>
                      <a:pt x="49" y="156"/>
                    </a:lnTo>
                    <a:lnTo>
                      <a:pt x="20" y="162"/>
                    </a:lnTo>
                    <a:lnTo>
                      <a:pt x="36" y="136"/>
                    </a:lnTo>
                    <a:lnTo>
                      <a:pt x="6" y="133"/>
                    </a:lnTo>
                    <a:lnTo>
                      <a:pt x="28" y="113"/>
                    </a:lnTo>
                    <a:lnTo>
                      <a:pt x="0" y="101"/>
                    </a:lnTo>
                    <a:lnTo>
                      <a:pt x="28" y="90"/>
                    </a:lnTo>
                    <a:lnTo>
                      <a:pt x="6" y="70"/>
                    </a:lnTo>
                    <a:lnTo>
                      <a:pt x="36" y="68"/>
                    </a:lnTo>
                    <a:lnTo>
                      <a:pt x="20" y="41"/>
                    </a:lnTo>
                    <a:lnTo>
                      <a:pt x="49" y="48"/>
                    </a:lnTo>
                    <a:lnTo>
                      <a:pt x="44" y="19"/>
                    </a:lnTo>
                    <a:lnTo>
                      <a:pt x="69" y="35"/>
                    </a:lnTo>
                    <a:lnTo>
                      <a:pt x="71" y="4"/>
                    </a:lnTo>
                    <a:lnTo>
                      <a:pt x="91" y="27"/>
                    </a:lnTo>
                    <a:lnTo>
                      <a:pt x="102" y="0"/>
                    </a:lnTo>
                  </a:path>
                </a:pathLst>
              </a:custGeom>
              <a:solidFill>
                <a:srgbClr val="0033CC"/>
              </a:solidFill>
              <a:ln w="9525">
                <a:solidFill>
                  <a:srgbClr val="0000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79" name="Freeform 79"/>
              <p:cNvSpPr>
                <a:spLocks/>
              </p:cNvSpPr>
              <p:nvPr/>
            </p:nvSpPr>
            <p:spPr bwMode="gray">
              <a:xfrm>
                <a:off x="1772" y="491"/>
                <a:ext cx="153" cy="154"/>
              </a:xfrm>
              <a:custGeom>
                <a:avLst/>
                <a:gdLst/>
                <a:ahLst/>
                <a:cxnLst>
                  <a:cxn ang="0">
                    <a:pos x="153" y="78"/>
                  </a:cxn>
                  <a:cxn ang="0">
                    <a:pos x="153" y="94"/>
                  </a:cxn>
                  <a:cxn ang="0">
                    <a:pos x="147" y="108"/>
                  </a:cxn>
                  <a:cxn ang="0">
                    <a:pos x="141" y="121"/>
                  </a:cxn>
                  <a:cxn ang="0">
                    <a:pos x="131" y="133"/>
                  </a:cxn>
                  <a:cxn ang="0">
                    <a:pos x="119" y="141"/>
                  </a:cxn>
                  <a:cxn ang="0">
                    <a:pos x="106" y="149"/>
                  </a:cxn>
                  <a:cxn ang="0">
                    <a:pos x="92" y="153"/>
                  </a:cxn>
                  <a:cxn ang="0">
                    <a:pos x="76" y="154"/>
                  </a:cxn>
                  <a:cxn ang="0">
                    <a:pos x="76" y="154"/>
                  </a:cxn>
                  <a:cxn ang="0">
                    <a:pos x="61" y="153"/>
                  </a:cxn>
                  <a:cxn ang="0">
                    <a:pos x="47" y="149"/>
                  </a:cxn>
                  <a:cxn ang="0">
                    <a:pos x="33" y="141"/>
                  </a:cxn>
                  <a:cxn ang="0">
                    <a:pos x="21" y="133"/>
                  </a:cxn>
                  <a:cxn ang="0">
                    <a:pos x="12" y="121"/>
                  </a:cxn>
                  <a:cxn ang="0">
                    <a:pos x="6" y="108"/>
                  </a:cxn>
                  <a:cxn ang="0">
                    <a:pos x="0" y="94"/>
                  </a:cxn>
                  <a:cxn ang="0">
                    <a:pos x="0" y="78"/>
                  </a:cxn>
                  <a:cxn ang="0">
                    <a:pos x="0" y="78"/>
                  </a:cxn>
                  <a:cxn ang="0">
                    <a:pos x="0" y="63"/>
                  </a:cxn>
                  <a:cxn ang="0">
                    <a:pos x="6" y="49"/>
                  </a:cxn>
                  <a:cxn ang="0">
                    <a:pos x="12" y="35"/>
                  </a:cxn>
                  <a:cxn ang="0">
                    <a:pos x="21" y="24"/>
                  </a:cxn>
                  <a:cxn ang="0">
                    <a:pos x="33" y="14"/>
                  </a:cxn>
                  <a:cxn ang="0">
                    <a:pos x="47" y="8"/>
                  </a:cxn>
                  <a:cxn ang="0">
                    <a:pos x="61" y="2"/>
                  </a:cxn>
                  <a:cxn ang="0">
                    <a:pos x="76" y="0"/>
                  </a:cxn>
                  <a:cxn ang="0">
                    <a:pos x="76" y="0"/>
                  </a:cxn>
                  <a:cxn ang="0">
                    <a:pos x="92" y="2"/>
                  </a:cxn>
                  <a:cxn ang="0">
                    <a:pos x="106" y="8"/>
                  </a:cxn>
                  <a:cxn ang="0">
                    <a:pos x="119" y="14"/>
                  </a:cxn>
                  <a:cxn ang="0">
                    <a:pos x="131" y="24"/>
                  </a:cxn>
                  <a:cxn ang="0">
                    <a:pos x="141" y="35"/>
                  </a:cxn>
                  <a:cxn ang="0">
                    <a:pos x="147" y="49"/>
                  </a:cxn>
                  <a:cxn ang="0">
                    <a:pos x="153" y="63"/>
                  </a:cxn>
                  <a:cxn ang="0">
                    <a:pos x="153" y="78"/>
                  </a:cxn>
                </a:cxnLst>
                <a:rect l="0" t="0" r="r" b="b"/>
                <a:pathLst>
                  <a:path w="153" h="154">
                    <a:moveTo>
                      <a:pt x="153" y="78"/>
                    </a:moveTo>
                    <a:lnTo>
                      <a:pt x="153" y="94"/>
                    </a:lnTo>
                    <a:lnTo>
                      <a:pt x="147" y="108"/>
                    </a:lnTo>
                    <a:lnTo>
                      <a:pt x="141" y="121"/>
                    </a:lnTo>
                    <a:lnTo>
                      <a:pt x="131" y="133"/>
                    </a:lnTo>
                    <a:lnTo>
                      <a:pt x="119" y="141"/>
                    </a:lnTo>
                    <a:lnTo>
                      <a:pt x="106" y="149"/>
                    </a:lnTo>
                    <a:lnTo>
                      <a:pt x="92" y="153"/>
                    </a:lnTo>
                    <a:lnTo>
                      <a:pt x="76" y="154"/>
                    </a:lnTo>
                    <a:lnTo>
                      <a:pt x="76" y="154"/>
                    </a:lnTo>
                    <a:lnTo>
                      <a:pt x="61" y="153"/>
                    </a:lnTo>
                    <a:lnTo>
                      <a:pt x="47" y="149"/>
                    </a:lnTo>
                    <a:lnTo>
                      <a:pt x="33" y="141"/>
                    </a:lnTo>
                    <a:lnTo>
                      <a:pt x="21" y="133"/>
                    </a:lnTo>
                    <a:lnTo>
                      <a:pt x="12" y="121"/>
                    </a:lnTo>
                    <a:lnTo>
                      <a:pt x="6" y="108"/>
                    </a:lnTo>
                    <a:lnTo>
                      <a:pt x="0" y="94"/>
                    </a:lnTo>
                    <a:lnTo>
                      <a:pt x="0" y="78"/>
                    </a:lnTo>
                    <a:lnTo>
                      <a:pt x="0" y="78"/>
                    </a:lnTo>
                    <a:lnTo>
                      <a:pt x="0" y="63"/>
                    </a:lnTo>
                    <a:lnTo>
                      <a:pt x="6" y="49"/>
                    </a:lnTo>
                    <a:lnTo>
                      <a:pt x="12" y="35"/>
                    </a:lnTo>
                    <a:lnTo>
                      <a:pt x="21" y="24"/>
                    </a:lnTo>
                    <a:lnTo>
                      <a:pt x="33" y="14"/>
                    </a:lnTo>
                    <a:lnTo>
                      <a:pt x="47" y="8"/>
                    </a:lnTo>
                    <a:lnTo>
                      <a:pt x="61" y="2"/>
                    </a:lnTo>
                    <a:lnTo>
                      <a:pt x="76" y="0"/>
                    </a:lnTo>
                    <a:lnTo>
                      <a:pt x="76" y="0"/>
                    </a:lnTo>
                    <a:lnTo>
                      <a:pt x="92" y="2"/>
                    </a:lnTo>
                    <a:lnTo>
                      <a:pt x="106" y="8"/>
                    </a:lnTo>
                    <a:lnTo>
                      <a:pt x="119" y="14"/>
                    </a:lnTo>
                    <a:lnTo>
                      <a:pt x="131" y="24"/>
                    </a:lnTo>
                    <a:lnTo>
                      <a:pt x="141" y="35"/>
                    </a:lnTo>
                    <a:lnTo>
                      <a:pt x="147" y="49"/>
                    </a:lnTo>
                    <a:lnTo>
                      <a:pt x="153" y="63"/>
                    </a:lnTo>
                    <a:lnTo>
                      <a:pt x="153" y="78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80" name="Freeform 80"/>
              <p:cNvSpPr>
                <a:spLocks/>
              </p:cNvSpPr>
              <p:nvPr/>
            </p:nvSpPr>
            <p:spPr bwMode="gray">
              <a:xfrm>
                <a:off x="1736" y="486"/>
                <a:ext cx="229" cy="164"/>
              </a:xfrm>
              <a:custGeom>
                <a:avLst/>
                <a:gdLst/>
                <a:ahLst/>
                <a:cxnLst>
                  <a:cxn ang="0">
                    <a:pos x="0" y="117"/>
                  </a:cxn>
                  <a:cxn ang="0">
                    <a:pos x="201" y="0"/>
                  </a:cxn>
                  <a:cxn ang="0">
                    <a:pos x="229" y="49"/>
                  </a:cxn>
                  <a:cxn ang="0">
                    <a:pos x="27" y="164"/>
                  </a:cxn>
                  <a:cxn ang="0">
                    <a:pos x="0" y="117"/>
                  </a:cxn>
                </a:cxnLst>
                <a:rect l="0" t="0" r="r" b="b"/>
                <a:pathLst>
                  <a:path w="229" h="164">
                    <a:moveTo>
                      <a:pt x="0" y="117"/>
                    </a:moveTo>
                    <a:lnTo>
                      <a:pt x="201" y="0"/>
                    </a:lnTo>
                    <a:lnTo>
                      <a:pt x="229" y="49"/>
                    </a:lnTo>
                    <a:lnTo>
                      <a:pt x="27" y="164"/>
                    </a:lnTo>
                    <a:lnTo>
                      <a:pt x="0" y="11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81" name="Freeform 81"/>
              <p:cNvSpPr>
                <a:spLocks noEditPoints="1"/>
              </p:cNvSpPr>
              <p:nvPr/>
            </p:nvSpPr>
            <p:spPr bwMode="gray">
              <a:xfrm>
                <a:off x="1736" y="596"/>
                <a:ext cx="51" cy="52"/>
              </a:xfrm>
              <a:custGeom>
                <a:avLst/>
                <a:gdLst/>
                <a:ahLst/>
                <a:cxnLst>
                  <a:cxn ang="0">
                    <a:pos x="21" y="2"/>
                  </a:cxn>
                  <a:cxn ang="0">
                    <a:pos x="25" y="0"/>
                  </a:cxn>
                  <a:cxn ang="0">
                    <a:pos x="31" y="0"/>
                  </a:cxn>
                  <a:cxn ang="0">
                    <a:pos x="37" y="6"/>
                  </a:cxn>
                  <a:cxn ang="0">
                    <a:pos x="39" y="7"/>
                  </a:cxn>
                  <a:cxn ang="0">
                    <a:pos x="39" y="11"/>
                  </a:cxn>
                  <a:cxn ang="0">
                    <a:pos x="35" y="17"/>
                  </a:cxn>
                  <a:cxn ang="0">
                    <a:pos x="41" y="15"/>
                  </a:cxn>
                  <a:cxn ang="0">
                    <a:pos x="45" y="17"/>
                  </a:cxn>
                  <a:cxn ang="0">
                    <a:pos x="51" y="21"/>
                  </a:cxn>
                  <a:cxn ang="0">
                    <a:pos x="51" y="25"/>
                  </a:cxn>
                  <a:cxn ang="0">
                    <a:pos x="51" y="27"/>
                  </a:cxn>
                  <a:cxn ang="0">
                    <a:pos x="51" y="33"/>
                  </a:cxn>
                  <a:cxn ang="0">
                    <a:pos x="49" y="35"/>
                  </a:cxn>
                  <a:cxn ang="0">
                    <a:pos x="47" y="37"/>
                  </a:cxn>
                  <a:cxn ang="0">
                    <a:pos x="41" y="41"/>
                  </a:cxn>
                  <a:cxn ang="0">
                    <a:pos x="21" y="52"/>
                  </a:cxn>
                  <a:cxn ang="0">
                    <a:pos x="0" y="13"/>
                  </a:cxn>
                  <a:cxn ang="0">
                    <a:pos x="25" y="19"/>
                  </a:cxn>
                  <a:cxn ang="0">
                    <a:pos x="25" y="17"/>
                  </a:cxn>
                  <a:cxn ang="0">
                    <a:pos x="27" y="17"/>
                  </a:cxn>
                  <a:cxn ang="0">
                    <a:pos x="25" y="13"/>
                  </a:cxn>
                  <a:cxn ang="0">
                    <a:pos x="25" y="13"/>
                  </a:cxn>
                  <a:cxn ang="0">
                    <a:pos x="23" y="11"/>
                  </a:cxn>
                  <a:cxn ang="0">
                    <a:pos x="21" y="13"/>
                  </a:cxn>
                  <a:cxn ang="0">
                    <a:pos x="17" y="15"/>
                  </a:cxn>
                  <a:cxn ang="0">
                    <a:pos x="21" y="21"/>
                  </a:cxn>
                  <a:cxn ang="0">
                    <a:pos x="35" y="33"/>
                  </a:cxn>
                  <a:cxn ang="0">
                    <a:pos x="37" y="31"/>
                  </a:cxn>
                  <a:cxn ang="0">
                    <a:pos x="37" y="31"/>
                  </a:cxn>
                  <a:cxn ang="0">
                    <a:pos x="37" y="27"/>
                  </a:cxn>
                  <a:cxn ang="0">
                    <a:pos x="35" y="27"/>
                  </a:cxn>
                  <a:cxn ang="0">
                    <a:pos x="35" y="25"/>
                  </a:cxn>
                  <a:cxn ang="0">
                    <a:pos x="31" y="27"/>
                  </a:cxn>
                  <a:cxn ang="0">
                    <a:pos x="27" y="29"/>
                  </a:cxn>
                  <a:cxn ang="0">
                    <a:pos x="29" y="35"/>
                  </a:cxn>
                </a:cxnLst>
                <a:rect l="0" t="0" r="r" b="b"/>
                <a:pathLst>
                  <a:path w="51" h="52">
                    <a:moveTo>
                      <a:pt x="0" y="13"/>
                    </a:moveTo>
                    <a:lnTo>
                      <a:pt x="21" y="2"/>
                    </a:lnTo>
                    <a:lnTo>
                      <a:pt x="21" y="2"/>
                    </a:lnTo>
                    <a:lnTo>
                      <a:pt x="25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5" y="2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9" y="7"/>
                    </a:lnTo>
                    <a:lnTo>
                      <a:pt x="39" y="11"/>
                    </a:lnTo>
                    <a:lnTo>
                      <a:pt x="39" y="11"/>
                    </a:lnTo>
                    <a:lnTo>
                      <a:pt x="37" y="15"/>
                    </a:lnTo>
                    <a:lnTo>
                      <a:pt x="35" y="17"/>
                    </a:lnTo>
                    <a:lnTo>
                      <a:pt x="35" y="17"/>
                    </a:lnTo>
                    <a:lnTo>
                      <a:pt x="41" y="15"/>
                    </a:lnTo>
                    <a:lnTo>
                      <a:pt x="45" y="17"/>
                    </a:lnTo>
                    <a:lnTo>
                      <a:pt x="45" y="17"/>
                    </a:lnTo>
                    <a:lnTo>
                      <a:pt x="47" y="19"/>
                    </a:lnTo>
                    <a:lnTo>
                      <a:pt x="51" y="21"/>
                    </a:lnTo>
                    <a:lnTo>
                      <a:pt x="51" y="21"/>
                    </a:lnTo>
                    <a:lnTo>
                      <a:pt x="51" y="25"/>
                    </a:lnTo>
                    <a:lnTo>
                      <a:pt x="51" y="27"/>
                    </a:lnTo>
                    <a:lnTo>
                      <a:pt x="51" y="27"/>
                    </a:lnTo>
                    <a:lnTo>
                      <a:pt x="51" y="31"/>
                    </a:lnTo>
                    <a:lnTo>
                      <a:pt x="51" y="33"/>
                    </a:lnTo>
                    <a:lnTo>
                      <a:pt x="51" y="33"/>
                    </a:lnTo>
                    <a:lnTo>
                      <a:pt x="49" y="35"/>
                    </a:lnTo>
                    <a:lnTo>
                      <a:pt x="47" y="37"/>
                    </a:lnTo>
                    <a:lnTo>
                      <a:pt x="47" y="37"/>
                    </a:lnTo>
                    <a:lnTo>
                      <a:pt x="43" y="39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21" y="52"/>
                    </a:lnTo>
                    <a:lnTo>
                      <a:pt x="21" y="52"/>
                    </a:lnTo>
                    <a:lnTo>
                      <a:pt x="0" y="13"/>
                    </a:lnTo>
                    <a:close/>
                    <a:moveTo>
                      <a:pt x="21" y="21"/>
                    </a:moveTo>
                    <a:lnTo>
                      <a:pt x="25" y="19"/>
                    </a:lnTo>
                    <a:lnTo>
                      <a:pt x="25" y="19"/>
                    </a:lnTo>
                    <a:lnTo>
                      <a:pt x="25" y="17"/>
                    </a:lnTo>
                    <a:lnTo>
                      <a:pt x="27" y="17"/>
                    </a:lnTo>
                    <a:lnTo>
                      <a:pt x="27" y="17"/>
                    </a:lnTo>
                    <a:lnTo>
                      <a:pt x="27" y="15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3" y="11"/>
                    </a:lnTo>
                    <a:lnTo>
                      <a:pt x="23" y="11"/>
                    </a:lnTo>
                    <a:lnTo>
                      <a:pt x="23" y="11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17" y="15"/>
                    </a:lnTo>
                    <a:lnTo>
                      <a:pt x="17" y="15"/>
                    </a:lnTo>
                    <a:lnTo>
                      <a:pt x="21" y="21"/>
                    </a:lnTo>
                    <a:close/>
                    <a:moveTo>
                      <a:pt x="29" y="35"/>
                    </a:moveTo>
                    <a:lnTo>
                      <a:pt x="35" y="33"/>
                    </a:lnTo>
                    <a:lnTo>
                      <a:pt x="35" y="33"/>
                    </a:lnTo>
                    <a:lnTo>
                      <a:pt x="37" y="31"/>
                    </a:lnTo>
                    <a:lnTo>
                      <a:pt x="37" y="31"/>
                    </a:lnTo>
                    <a:lnTo>
                      <a:pt x="37" y="31"/>
                    </a:lnTo>
                    <a:lnTo>
                      <a:pt x="37" y="29"/>
                    </a:lnTo>
                    <a:lnTo>
                      <a:pt x="37" y="27"/>
                    </a:lnTo>
                    <a:lnTo>
                      <a:pt x="37" y="27"/>
                    </a:lnTo>
                    <a:lnTo>
                      <a:pt x="35" y="27"/>
                    </a:lnTo>
                    <a:lnTo>
                      <a:pt x="35" y="25"/>
                    </a:lnTo>
                    <a:lnTo>
                      <a:pt x="35" y="25"/>
                    </a:lnTo>
                    <a:lnTo>
                      <a:pt x="33" y="25"/>
                    </a:lnTo>
                    <a:lnTo>
                      <a:pt x="31" y="27"/>
                    </a:lnTo>
                    <a:lnTo>
                      <a:pt x="31" y="27"/>
                    </a:lnTo>
                    <a:lnTo>
                      <a:pt x="27" y="29"/>
                    </a:lnTo>
                    <a:lnTo>
                      <a:pt x="27" y="29"/>
                    </a:lnTo>
                    <a:lnTo>
                      <a:pt x="29" y="35"/>
                    </a:lnTo>
                    <a:close/>
                  </a:path>
                </a:pathLst>
              </a:custGeom>
              <a:solidFill>
                <a:srgbClr val="CC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82" name="Freeform 82"/>
              <p:cNvSpPr>
                <a:spLocks noEditPoints="1"/>
              </p:cNvSpPr>
              <p:nvPr/>
            </p:nvSpPr>
            <p:spPr bwMode="gray">
              <a:xfrm>
                <a:off x="1783" y="572"/>
                <a:ext cx="47" cy="45"/>
              </a:xfrm>
              <a:custGeom>
                <a:avLst/>
                <a:gdLst/>
                <a:ahLst/>
                <a:cxnLst>
                  <a:cxn ang="0">
                    <a:pos x="4" y="33"/>
                  </a:cxn>
                  <a:cxn ang="0">
                    <a:pos x="0" y="26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4" y="10"/>
                  </a:cxn>
                  <a:cxn ang="0">
                    <a:pos x="11" y="4"/>
                  </a:cxn>
                  <a:cxn ang="0">
                    <a:pos x="11" y="4"/>
                  </a:cxn>
                  <a:cxn ang="0">
                    <a:pos x="21" y="0"/>
                  </a:cxn>
                  <a:cxn ang="0">
                    <a:pos x="31" y="0"/>
                  </a:cxn>
                  <a:cxn ang="0">
                    <a:pos x="31" y="0"/>
                  </a:cxn>
                  <a:cxn ang="0">
                    <a:pos x="37" y="4"/>
                  </a:cxn>
                  <a:cxn ang="0">
                    <a:pos x="43" y="10"/>
                  </a:cxn>
                  <a:cxn ang="0">
                    <a:pos x="43" y="10"/>
                  </a:cxn>
                  <a:cxn ang="0">
                    <a:pos x="47" y="16"/>
                  </a:cxn>
                  <a:cxn ang="0">
                    <a:pos x="47" y="22"/>
                  </a:cxn>
                  <a:cxn ang="0">
                    <a:pos x="47" y="22"/>
                  </a:cxn>
                  <a:cxn ang="0">
                    <a:pos x="47" y="28"/>
                  </a:cxn>
                  <a:cxn ang="0">
                    <a:pos x="45" y="33"/>
                  </a:cxn>
                  <a:cxn ang="0">
                    <a:pos x="45" y="33"/>
                  </a:cxn>
                  <a:cxn ang="0">
                    <a:pos x="41" y="37"/>
                  </a:cxn>
                  <a:cxn ang="0">
                    <a:pos x="35" y="41"/>
                  </a:cxn>
                  <a:cxn ang="0">
                    <a:pos x="35" y="41"/>
                  </a:cxn>
                  <a:cxn ang="0">
                    <a:pos x="29" y="43"/>
                  </a:cxn>
                  <a:cxn ang="0">
                    <a:pos x="23" y="45"/>
                  </a:cxn>
                  <a:cxn ang="0">
                    <a:pos x="23" y="45"/>
                  </a:cxn>
                  <a:cxn ang="0">
                    <a:pos x="17" y="45"/>
                  </a:cxn>
                  <a:cxn ang="0">
                    <a:pos x="11" y="43"/>
                  </a:cxn>
                  <a:cxn ang="0">
                    <a:pos x="11" y="43"/>
                  </a:cxn>
                  <a:cxn ang="0">
                    <a:pos x="7" y="39"/>
                  </a:cxn>
                  <a:cxn ang="0">
                    <a:pos x="4" y="33"/>
                  </a:cxn>
                  <a:cxn ang="0">
                    <a:pos x="4" y="33"/>
                  </a:cxn>
                  <a:cxn ang="0">
                    <a:pos x="4" y="33"/>
                  </a:cxn>
                  <a:cxn ang="0">
                    <a:pos x="15" y="26"/>
                  </a:cxn>
                  <a:cxn ang="0">
                    <a:pos x="19" y="31"/>
                  </a:cxn>
                  <a:cxn ang="0">
                    <a:pos x="23" y="33"/>
                  </a:cxn>
                  <a:cxn ang="0">
                    <a:pos x="23" y="33"/>
                  </a:cxn>
                  <a:cxn ang="0">
                    <a:pos x="25" y="33"/>
                  </a:cxn>
                  <a:cxn ang="0">
                    <a:pos x="29" y="33"/>
                  </a:cxn>
                  <a:cxn ang="0">
                    <a:pos x="29" y="33"/>
                  </a:cxn>
                  <a:cxn ang="0">
                    <a:pos x="33" y="30"/>
                  </a:cxn>
                  <a:cxn ang="0">
                    <a:pos x="33" y="28"/>
                  </a:cxn>
                  <a:cxn ang="0">
                    <a:pos x="33" y="28"/>
                  </a:cxn>
                  <a:cxn ang="0">
                    <a:pos x="33" y="24"/>
                  </a:cxn>
                  <a:cxn ang="0">
                    <a:pos x="31" y="18"/>
                  </a:cxn>
                  <a:cxn ang="0">
                    <a:pos x="31" y="18"/>
                  </a:cxn>
                  <a:cxn ang="0">
                    <a:pos x="27" y="14"/>
                  </a:cxn>
                  <a:cxn ang="0">
                    <a:pos x="23" y="12"/>
                  </a:cxn>
                  <a:cxn ang="0">
                    <a:pos x="23" y="12"/>
                  </a:cxn>
                  <a:cxn ang="0">
                    <a:pos x="21" y="10"/>
                  </a:cxn>
                  <a:cxn ang="0">
                    <a:pos x="17" y="12"/>
                  </a:cxn>
                  <a:cxn ang="0">
                    <a:pos x="17" y="12"/>
                  </a:cxn>
                  <a:cxn ang="0">
                    <a:pos x="15" y="14"/>
                  </a:cxn>
                  <a:cxn ang="0">
                    <a:pos x="13" y="18"/>
                  </a:cxn>
                  <a:cxn ang="0">
                    <a:pos x="13" y="18"/>
                  </a:cxn>
                  <a:cxn ang="0">
                    <a:pos x="13" y="22"/>
                  </a:cxn>
                  <a:cxn ang="0">
                    <a:pos x="15" y="26"/>
                  </a:cxn>
                  <a:cxn ang="0">
                    <a:pos x="15" y="26"/>
                  </a:cxn>
                  <a:cxn ang="0">
                    <a:pos x="15" y="26"/>
                  </a:cxn>
                </a:cxnLst>
                <a:rect l="0" t="0" r="r" b="b"/>
                <a:pathLst>
                  <a:path w="47" h="45">
                    <a:moveTo>
                      <a:pt x="4" y="33"/>
                    </a:moveTo>
                    <a:lnTo>
                      <a:pt x="0" y="26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4" y="10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21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7" y="4"/>
                    </a:lnTo>
                    <a:lnTo>
                      <a:pt x="43" y="10"/>
                    </a:lnTo>
                    <a:lnTo>
                      <a:pt x="43" y="10"/>
                    </a:lnTo>
                    <a:lnTo>
                      <a:pt x="47" y="16"/>
                    </a:lnTo>
                    <a:lnTo>
                      <a:pt x="47" y="22"/>
                    </a:lnTo>
                    <a:lnTo>
                      <a:pt x="47" y="22"/>
                    </a:lnTo>
                    <a:lnTo>
                      <a:pt x="47" y="28"/>
                    </a:lnTo>
                    <a:lnTo>
                      <a:pt x="45" y="33"/>
                    </a:lnTo>
                    <a:lnTo>
                      <a:pt x="45" y="33"/>
                    </a:lnTo>
                    <a:lnTo>
                      <a:pt x="41" y="37"/>
                    </a:lnTo>
                    <a:lnTo>
                      <a:pt x="35" y="41"/>
                    </a:lnTo>
                    <a:lnTo>
                      <a:pt x="35" y="41"/>
                    </a:lnTo>
                    <a:lnTo>
                      <a:pt x="29" y="43"/>
                    </a:lnTo>
                    <a:lnTo>
                      <a:pt x="23" y="45"/>
                    </a:lnTo>
                    <a:lnTo>
                      <a:pt x="23" y="45"/>
                    </a:lnTo>
                    <a:lnTo>
                      <a:pt x="17" y="45"/>
                    </a:lnTo>
                    <a:lnTo>
                      <a:pt x="11" y="43"/>
                    </a:lnTo>
                    <a:lnTo>
                      <a:pt x="11" y="43"/>
                    </a:lnTo>
                    <a:lnTo>
                      <a:pt x="7" y="39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3"/>
                    </a:lnTo>
                    <a:close/>
                    <a:moveTo>
                      <a:pt x="15" y="26"/>
                    </a:moveTo>
                    <a:lnTo>
                      <a:pt x="19" y="31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5" y="33"/>
                    </a:lnTo>
                    <a:lnTo>
                      <a:pt x="29" y="33"/>
                    </a:lnTo>
                    <a:lnTo>
                      <a:pt x="29" y="33"/>
                    </a:lnTo>
                    <a:lnTo>
                      <a:pt x="33" y="30"/>
                    </a:lnTo>
                    <a:lnTo>
                      <a:pt x="33" y="28"/>
                    </a:lnTo>
                    <a:lnTo>
                      <a:pt x="33" y="28"/>
                    </a:lnTo>
                    <a:lnTo>
                      <a:pt x="33" y="24"/>
                    </a:lnTo>
                    <a:lnTo>
                      <a:pt x="31" y="18"/>
                    </a:lnTo>
                    <a:lnTo>
                      <a:pt x="31" y="18"/>
                    </a:lnTo>
                    <a:lnTo>
                      <a:pt x="27" y="14"/>
                    </a:lnTo>
                    <a:lnTo>
                      <a:pt x="23" y="12"/>
                    </a:lnTo>
                    <a:lnTo>
                      <a:pt x="23" y="12"/>
                    </a:lnTo>
                    <a:lnTo>
                      <a:pt x="21" y="10"/>
                    </a:lnTo>
                    <a:lnTo>
                      <a:pt x="17" y="12"/>
                    </a:lnTo>
                    <a:lnTo>
                      <a:pt x="17" y="12"/>
                    </a:lnTo>
                    <a:lnTo>
                      <a:pt x="15" y="14"/>
                    </a:lnTo>
                    <a:lnTo>
                      <a:pt x="13" y="18"/>
                    </a:lnTo>
                    <a:lnTo>
                      <a:pt x="13" y="18"/>
                    </a:lnTo>
                    <a:lnTo>
                      <a:pt x="13" y="22"/>
                    </a:lnTo>
                    <a:lnTo>
                      <a:pt x="15" y="26"/>
                    </a:lnTo>
                    <a:lnTo>
                      <a:pt x="15" y="26"/>
                    </a:lnTo>
                    <a:lnTo>
                      <a:pt x="15" y="26"/>
                    </a:lnTo>
                    <a:close/>
                  </a:path>
                </a:pathLst>
              </a:custGeom>
              <a:solidFill>
                <a:srgbClr val="CC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83" name="Freeform 83"/>
              <p:cNvSpPr>
                <a:spLocks/>
              </p:cNvSpPr>
              <p:nvPr/>
            </p:nvSpPr>
            <p:spPr bwMode="gray">
              <a:xfrm>
                <a:off x="1822" y="539"/>
                <a:ext cx="57" cy="59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10" y="16"/>
                  </a:cxn>
                  <a:cxn ang="0">
                    <a:pos x="10" y="16"/>
                  </a:cxn>
                  <a:cxn ang="0">
                    <a:pos x="37" y="27"/>
                  </a:cxn>
                  <a:cxn ang="0">
                    <a:pos x="37" y="27"/>
                  </a:cxn>
                  <a:cxn ang="0">
                    <a:pos x="25" y="6"/>
                  </a:cxn>
                  <a:cxn ang="0">
                    <a:pos x="25" y="6"/>
                  </a:cxn>
                  <a:cxn ang="0">
                    <a:pos x="35" y="0"/>
                  </a:cxn>
                  <a:cxn ang="0">
                    <a:pos x="35" y="0"/>
                  </a:cxn>
                  <a:cxn ang="0">
                    <a:pos x="57" y="39"/>
                  </a:cxn>
                  <a:cxn ang="0">
                    <a:pos x="57" y="39"/>
                  </a:cxn>
                  <a:cxn ang="0">
                    <a:pos x="47" y="45"/>
                  </a:cxn>
                  <a:cxn ang="0">
                    <a:pos x="47" y="45"/>
                  </a:cxn>
                  <a:cxn ang="0">
                    <a:pos x="19" y="33"/>
                  </a:cxn>
                  <a:cxn ang="0">
                    <a:pos x="19" y="33"/>
                  </a:cxn>
                  <a:cxn ang="0">
                    <a:pos x="31" y="53"/>
                  </a:cxn>
                  <a:cxn ang="0">
                    <a:pos x="31" y="53"/>
                  </a:cxn>
                  <a:cxn ang="0">
                    <a:pos x="21" y="59"/>
                  </a:cxn>
                  <a:cxn ang="0">
                    <a:pos x="21" y="59"/>
                  </a:cxn>
                  <a:cxn ang="0">
                    <a:pos x="0" y="21"/>
                  </a:cxn>
                </a:cxnLst>
                <a:rect l="0" t="0" r="r" b="b"/>
                <a:pathLst>
                  <a:path w="57" h="59">
                    <a:moveTo>
                      <a:pt x="0" y="21"/>
                    </a:moveTo>
                    <a:lnTo>
                      <a:pt x="10" y="16"/>
                    </a:lnTo>
                    <a:lnTo>
                      <a:pt x="10" y="16"/>
                    </a:lnTo>
                    <a:lnTo>
                      <a:pt x="37" y="27"/>
                    </a:lnTo>
                    <a:lnTo>
                      <a:pt x="37" y="27"/>
                    </a:lnTo>
                    <a:lnTo>
                      <a:pt x="25" y="6"/>
                    </a:lnTo>
                    <a:lnTo>
                      <a:pt x="25" y="6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57" y="39"/>
                    </a:lnTo>
                    <a:lnTo>
                      <a:pt x="57" y="39"/>
                    </a:lnTo>
                    <a:lnTo>
                      <a:pt x="47" y="45"/>
                    </a:lnTo>
                    <a:lnTo>
                      <a:pt x="47" y="45"/>
                    </a:lnTo>
                    <a:lnTo>
                      <a:pt x="19" y="33"/>
                    </a:lnTo>
                    <a:lnTo>
                      <a:pt x="19" y="33"/>
                    </a:lnTo>
                    <a:lnTo>
                      <a:pt x="31" y="53"/>
                    </a:lnTo>
                    <a:lnTo>
                      <a:pt x="31" y="53"/>
                    </a:lnTo>
                    <a:lnTo>
                      <a:pt x="21" y="59"/>
                    </a:lnTo>
                    <a:lnTo>
                      <a:pt x="21" y="5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C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84" name="Freeform 84"/>
              <p:cNvSpPr>
                <a:spLocks/>
              </p:cNvSpPr>
              <p:nvPr/>
            </p:nvSpPr>
            <p:spPr bwMode="gray">
              <a:xfrm>
                <a:off x="1865" y="514"/>
                <a:ext cx="53" cy="52"/>
              </a:xfrm>
              <a:custGeom>
                <a:avLst/>
                <a:gdLst/>
                <a:ahLst/>
                <a:cxnLst>
                  <a:cxn ang="0">
                    <a:pos x="23" y="7"/>
                  </a:cxn>
                  <a:cxn ang="0">
                    <a:pos x="37" y="0"/>
                  </a:cxn>
                  <a:cxn ang="0">
                    <a:pos x="37" y="0"/>
                  </a:cxn>
                  <a:cxn ang="0">
                    <a:pos x="49" y="21"/>
                  </a:cxn>
                  <a:cxn ang="0">
                    <a:pos x="49" y="21"/>
                  </a:cxn>
                  <a:cxn ang="0">
                    <a:pos x="51" y="25"/>
                  </a:cxn>
                  <a:cxn ang="0">
                    <a:pos x="51" y="29"/>
                  </a:cxn>
                  <a:cxn ang="0">
                    <a:pos x="51" y="29"/>
                  </a:cxn>
                  <a:cxn ang="0">
                    <a:pos x="53" y="33"/>
                  </a:cxn>
                  <a:cxn ang="0">
                    <a:pos x="51" y="37"/>
                  </a:cxn>
                  <a:cxn ang="0">
                    <a:pos x="51" y="37"/>
                  </a:cxn>
                  <a:cxn ang="0">
                    <a:pos x="51" y="39"/>
                  </a:cxn>
                  <a:cxn ang="0">
                    <a:pos x="49" y="43"/>
                  </a:cxn>
                  <a:cxn ang="0">
                    <a:pos x="49" y="43"/>
                  </a:cxn>
                  <a:cxn ang="0">
                    <a:pos x="45" y="45"/>
                  </a:cxn>
                  <a:cxn ang="0">
                    <a:pos x="41" y="48"/>
                  </a:cxn>
                  <a:cxn ang="0">
                    <a:pos x="41" y="48"/>
                  </a:cxn>
                  <a:cxn ang="0">
                    <a:pos x="39" y="50"/>
                  </a:cxn>
                  <a:cxn ang="0">
                    <a:pos x="35" y="50"/>
                  </a:cxn>
                  <a:cxn ang="0">
                    <a:pos x="35" y="50"/>
                  </a:cxn>
                  <a:cxn ang="0">
                    <a:pos x="31" y="52"/>
                  </a:cxn>
                  <a:cxn ang="0">
                    <a:pos x="29" y="52"/>
                  </a:cxn>
                  <a:cxn ang="0">
                    <a:pos x="29" y="52"/>
                  </a:cxn>
                  <a:cxn ang="0">
                    <a:pos x="25" y="52"/>
                  </a:cxn>
                  <a:cxn ang="0">
                    <a:pos x="23" y="52"/>
                  </a:cxn>
                  <a:cxn ang="0">
                    <a:pos x="23" y="52"/>
                  </a:cxn>
                  <a:cxn ang="0">
                    <a:pos x="20" y="50"/>
                  </a:cxn>
                  <a:cxn ang="0">
                    <a:pos x="18" y="48"/>
                  </a:cxn>
                  <a:cxn ang="0">
                    <a:pos x="18" y="48"/>
                  </a:cxn>
                  <a:cxn ang="0">
                    <a:pos x="16" y="46"/>
                  </a:cxn>
                  <a:cxn ang="0">
                    <a:pos x="14" y="43"/>
                  </a:cxn>
                  <a:cxn ang="0">
                    <a:pos x="14" y="43"/>
                  </a:cxn>
                  <a:cxn ang="0">
                    <a:pos x="0" y="21"/>
                  </a:cxn>
                  <a:cxn ang="0">
                    <a:pos x="0" y="21"/>
                  </a:cxn>
                  <a:cxn ang="0">
                    <a:pos x="14" y="13"/>
                  </a:cxn>
                  <a:cxn ang="0">
                    <a:pos x="14" y="13"/>
                  </a:cxn>
                  <a:cxn ang="0">
                    <a:pos x="25" y="37"/>
                  </a:cxn>
                  <a:cxn ang="0">
                    <a:pos x="25" y="37"/>
                  </a:cxn>
                  <a:cxn ang="0">
                    <a:pos x="27" y="39"/>
                  </a:cxn>
                  <a:cxn ang="0">
                    <a:pos x="31" y="41"/>
                  </a:cxn>
                  <a:cxn ang="0">
                    <a:pos x="31" y="41"/>
                  </a:cxn>
                  <a:cxn ang="0">
                    <a:pos x="33" y="41"/>
                  </a:cxn>
                  <a:cxn ang="0">
                    <a:pos x="35" y="41"/>
                  </a:cxn>
                  <a:cxn ang="0">
                    <a:pos x="35" y="41"/>
                  </a:cxn>
                  <a:cxn ang="0">
                    <a:pos x="37" y="39"/>
                  </a:cxn>
                  <a:cxn ang="0">
                    <a:pos x="39" y="37"/>
                  </a:cxn>
                  <a:cxn ang="0">
                    <a:pos x="39" y="37"/>
                  </a:cxn>
                  <a:cxn ang="0">
                    <a:pos x="39" y="33"/>
                  </a:cxn>
                  <a:cxn ang="0">
                    <a:pos x="37" y="31"/>
                  </a:cxn>
                  <a:cxn ang="0">
                    <a:pos x="37" y="31"/>
                  </a:cxn>
                  <a:cxn ang="0">
                    <a:pos x="23" y="7"/>
                  </a:cxn>
                </a:cxnLst>
                <a:rect l="0" t="0" r="r" b="b"/>
                <a:pathLst>
                  <a:path w="53" h="52">
                    <a:moveTo>
                      <a:pt x="23" y="7"/>
                    </a:moveTo>
                    <a:lnTo>
                      <a:pt x="37" y="0"/>
                    </a:lnTo>
                    <a:lnTo>
                      <a:pt x="37" y="0"/>
                    </a:lnTo>
                    <a:lnTo>
                      <a:pt x="49" y="21"/>
                    </a:lnTo>
                    <a:lnTo>
                      <a:pt x="49" y="21"/>
                    </a:lnTo>
                    <a:lnTo>
                      <a:pt x="51" y="25"/>
                    </a:lnTo>
                    <a:lnTo>
                      <a:pt x="51" y="29"/>
                    </a:lnTo>
                    <a:lnTo>
                      <a:pt x="51" y="29"/>
                    </a:lnTo>
                    <a:lnTo>
                      <a:pt x="53" y="33"/>
                    </a:lnTo>
                    <a:lnTo>
                      <a:pt x="51" y="37"/>
                    </a:lnTo>
                    <a:lnTo>
                      <a:pt x="51" y="37"/>
                    </a:lnTo>
                    <a:lnTo>
                      <a:pt x="51" y="39"/>
                    </a:lnTo>
                    <a:lnTo>
                      <a:pt x="49" y="43"/>
                    </a:lnTo>
                    <a:lnTo>
                      <a:pt x="49" y="43"/>
                    </a:lnTo>
                    <a:lnTo>
                      <a:pt x="45" y="45"/>
                    </a:lnTo>
                    <a:lnTo>
                      <a:pt x="41" y="48"/>
                    </a:lnTo>
                    <a:lnTo>
                      <a:pt x="41" y="48"/>
                    </a:lnTo>
                    <a:lnTo>
                      <a:pt x="39" y="50"/>
                    </a:lnTo>
                    <a:lnTo>
                      <a:pt x="35" y="50"/>
                    </a:lnTo>
                    <a:lnTo>
                      <a:pt x="35" y="50"/>
                    </a:lnTo>
                    <a:lnTo>
                      <a:pt x="31" y="52"/>
                    </a:lnTo>
                    <a:lnTo>
                      <a:pt x="29" y="52"/>
                    </a:lnTo>
                    <a:lnTo>
                      <a:pt x="29" y="52"/>
                    </a:lnTo>
                    <a:lnTo>
                      <a:pt x="25" y="52"/>
                    </a:lnTo>
                    <a:lnTo>
                      <a:pt x="23" y="52"/>
                    </a:lnTo>
                    <a:lnTo>
                      <a:pt x="23" y="52"/>
                    </a:lnTo>
                    <a:lnTo>
                      <a:pt x="20" y="50"/>
                    </a:lnTo>
                    <a:lnTo>
                      <a:pt x="18" y="48"/>
                    </a:lnTo>
                    <a:lnTo>
                      <a:pt x="18" y="48"/>
                    </a:lnTo>
                    <a:lnTo>
                      <a:pt x="16" y="46"/>
                    </a:lnTo>
                    <a:lnTo>
                      <a:pt x="14" y="43"/>
                    </a:lnTo>
                    <a:lnTo>
                      <a:pt x="14" y="43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14" y="13"/>
                    </a:lnTo>
                    <a:lnTo>
                      <a:pt x="14" y="13"/>
                    </a:lnTo>
                    <a:lnTo>
                      <a:pt x="25" y="37"/>
                    </a:lnTo>
                    <a:lnTo>
                      <a:pt x="25" y="37"/>
                    </a:lnTo>
                    <a:lnTo>
                      <a:pt x="27" y="39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3" y="41"/>
                    </a:lnTo>
                    <a:lnTo>
                      <a:pt x="35" y="41"/>
                    </a:lnTo>
                    <a:lnTo>
                      <a:pt x="35" y="41"/>
                    </a:lnTo>
                    <a:lnTo>
                      <a:pt x="37" y="39"/>
                    </a:lnTo>
                    <a:lnTo>
                      <a:pt x="39" y="37"/>
                    </a:lnTo>
                    <a:lnTo>
                      <a:pt x="39" y="37"/>
                    </a:lnTo>
                    <a:lnTo>
                      <a:pt x="39" y="33"/>
                    </a:lnTo>
                    <a:lnTo>
                      <a:pt x="37" y="31"/>
                    </a:lnTo>
                    <a:lnTo>
                      <a:pt x="37" y="31"/>
                    </a:lnTo>
                    <a:lnTo>
                      <a:pt x="23" y="7"/>
                    </a:lnTo>
                    <a:close/>
                  </a:path>
                </a:pathLst>
              </a:custGeom>
              <a:solidFill>
                <a:srgbClr val="CC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6885" name="Freeform 85"/>
              <p:cNvSpPr>
                <a:spLocks/>
              </p:cNvSpPr>
              <p:nvPr/>
            </p:nvSpPr>
            <p:spPr bwMode="gray">
              <a:xfrm>
                <a:off x="1912" y="498"/>
                <a:ext cx="45" cy="47"/>
              </a:xfrm>
              <a:custGeom>
                <a:avLst/>
                <a:gdLst/>
                <a:ahLst/>
                <a:cxnLst>
                  <a:cxn ang="0">
                    <a:pos x="20" y="31"/>
                  </a:cxn>
                  <a:cxn ang="0">
                    <a:pos x="22" y="33"/>
                  </a:cxn>
                  <a:cxn ang="0">
                    <a:pos x="23" y="33"/>
                  </a:cxn>
                  <a:cxn ang="0">
                    <a:pos x="29" y="33"/>
                  </a:cxn>
                  <a:cxn ang="0">
                    <a:pos x="31" y="31"/>
                  </a:cxn>
                  <a:cxn ang="0">
                    <a:pos x="31" y="29"/>
                  </a:cxn>
                  <a:cxn ang="0">
                    <a:pos x="31" y="27"/>
                  </a:cxn>
                  <a:cxn ang="0">
                    <a:pos x="31" y="25"/>
                  </a:cxn>
                  <a:cxn ang="0">
                    <a:pos x="29" y="25"/>
                  </a:cxn>
                  <a:cxn ang="0">
                    <a:pos x="23" y="27"/>
                  </a:cxn>
                  <a:cxn ang="0">
                    <a:pos x="16" y="29"/>
                  </a:cxn>
                  <a:cxn ang="0">
                    <a:pos x="10" y="29"/>
                  </a:cxn>
                  <a:cxn ang="0">
                    <a:pos x="2" y="23"/>
                  </a:cxn>
                  <a:cxn ang="0">
                    <a:pos x="0" y="21"/>
                  </a:cxn>
                  <a:cxn ang="0">
                    <a:pos x="0" y="18"/>
                  </a:cxn>
                  <a:cxn ang="0">
                    <a:pos x="2" y="10"/>
                  </a:cxn>
                  <a:cxn ang="0">
                    <a:pos x="6" y="8"/>
                  </a:cxn>
                  <a:cxn ang="0">
                    <a:pos x="12" y="4"/>
                  </a:cxn>
                  <a:cxn ang="0">
                    <a:pos x="23" y="0"/>
                  </a:cxn>
                  <a:cxn ang="0">
                    <a:pos x="29" y="2"/>
                  </a:cxn>
                  <a:cxn ang="0">
                    <a:pos x="33" y="4"/>
                  </a:cxn>
                  <a:cxn ang="0">
                    <a:pos x="20" y="12"/>
                  </a:cxn>
                  <a:cxn ang="0">
                    <a:pos x="18" y="12"/>
                  </a:cxn>
                  <a:cxn ang="0">
                    <a:pos x="18" y="12"/>
                  </a:cxn>
                  <a:cxn ang="0">
                    <a:pos x="16" y="12"/>
                  </a:cxn>
                  <a:cxn ang="0">
                    <a:pos x="14" y="14"/>
                  </a:cxn>
                  <a:cxn ang="0">
                    <a:pos x="14" y="16"/>
                  </a:cxn>
                  <a:cxn ang="0">
                    <a:pos x="14" y="16"/>
                  </a:cxn>
                  <a:cxn ang="0">
                    <a:pos x="16" y="18"/>
                  </a:cxn>
                  <a:cxn ang="0">
                    <a:pos x="16" y="18"/>
                  </a:cxn>
                  <a:cxn ang="0">
                    <a:pos x="20" y="18"/>
                  </a:cxn>
                  <a:cxn ang="0">
                    <a:pos x="31" y="14"/>
                  </a:cxn>
                  <a:cxn ang="0">
                    <a:pos x="35" y="14"/>
                  </a:cxn>
                  <a:cxn ang="0">
                    <a:pos x="39" y="16"/>
                  </a:cxn>
                  <a:cxn ang="0">
                    <a:pos x="45" y="19"/>
                  </a:cxn>
                  <a:cxn ang="0">
                    <a:pos x="45" y="23"/>
                  </a:cxn>
                  <a:cxn ang="0">
                    <a:pos x="45" y="27"/>
                  </a:cxn>
                  <a:cxn ang="0">
                    <a:pos x="43" y="35"/>
                  </a:cxn>
                  <a:cxn ang="0">
                    <a:pos x="39" y="37"/>
                  </a:cxn>
                  <a:cxn ang="0">
                    <a:pos x="33" y="41"/>
                  </a:cxn>
                  <a:cxn ang="0">
                    <a:pos x="18" y="47"/>
                  </a:cxn>
                  <a:cxn ang="0">
                    <a:pos x="12" y="43"/>
                  </a:cxn>
                  <a:cxn ang="0">
                    <a:pos x="8" y="39"/>
                  </a:cxn>
                </a:cxnLst>
                <a:rect l="0" t="0" r="r" b="b"/>
                <a:pathLst>
                  <a:path w="45" h="47">
                    <a:moveTo>
                      <a:pt x="8" y="39"/>
                    </a:moveTo>
                    <a:lnTo>
                      <a:pt x="20" y="31"/>
                    </a:lnTo>
                    <a:lnTo>
                      <a:pt x="20" y="31"/>
                    </a:lnTo>
                    <a:lnTo>
                      <a:pt x="22" y="33"/>
                    </a:lnTo>
                    <a:lnTo>
                      <a:pt x="23" y="33"/>
                    </a:lnTo>
                    <a:lnTo>
                      <a:pt x="23" y="33"/>
                    </a:lnTo>
                    <a:lnTo>
                      <a:pt x="25" y="33"/>
                    </a:lnTo>
                    <a:lnTo>
                      <a:pt x="29" y="33"/>
                    </a:lnTo>
                    <a:lnTo>
                      <a:pt x="29" y="33"/>
                    </a:lnTo>
                    <a:lnTo>
                      <a:pt x="31" y="31"/>
                    </a:lnTo>
                    <a:lnTo>
                      <a:pt x="31" y="29"/>
                    </a:lnTo>
                    <a:lnTo>
                      <a:pt x="31" y="29"/>
                    </a:lnTo>
                    <a:lnTo>
                      <a:pt x="31" y="27"/>
                    </a:lnTo>
                    <a:lnTo>
                      <a:pt x="31" y="27"/>
                    </a:lnTo>
                    <a:lnTo>
                      <a:pt x="31" y="27"/>
                    </a:lnTo>
                    <a:lnTo>
                      <a:pt x="31" y="25"/>
                    </a:lnTo>
                    <a:lnTo>
                      <a:pt x="29" y="25"/>
                    </a:lnTo>
                    <a:lnTo>
                      <a:pt x="29" y="25"/>
                    </a:lnTo>
                    <a:lnTo>
                      <a:pt x="27" y="25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16" y="29"/>
                    </a:lnTo>
                    <a:lnTo>
                      <a:pt x="10" y="29"/>
                    </a:lnTo>
                    <a:lnTo>
                      <a:pt x="10" y="29"/>
                    </a:lnTo>
                    <a:lnTo>
                      <a:pt x="4" y="27"/>
                    </a:lnTo>
                    <a:lnTo>
                      <a:pt x="2" y="23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4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6" y="8"/>
                    </a:lnTo>
                    <a:lnTo>
                      <a:pt x="12" y="4"/>
                    </a:lnTo>
                    <a:lnTo>
                      <a:pt x="12" y="4"/>
                    </a:lnTo>
                    <a:lnTo>
                      <a:pt x="18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9" y="2"/>
                    </a:lnTo>
                    <a:lnTo>
                      <a:pt x="33" y="4"/>
                    </a:lnTo>
                    <a:lnTo>
                      <a:pt x="33" y="4"/>
                    </a:lnTo>
                    <a:lnTo>
                      <a:pt x="20" y="12"/>
                    </a:lnTo>
                    <a:lnTo>
                      <a:pt x="20" y="12"/>
                    </a:lnTo>
                    <a:lnTo>
                      <a:pt x="20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6" y="12"/>
                    </a:lnTo>
                    <a:lnTo>
                      <a:pt x="16" y="12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4" y="16"/>
                    </a:lnTo>
                    <a:lnTo>
                      <a:pt x="14" y="16"/>
                    </a:lnTo>
                    <a:lnTo>
                      <a:pt x="14" y="16"/>
                    </a:lnTo>
                    <a:lnTo>
                      <a:pt x="16" y="18"/>
                    </a:lnTo>
                    <a:lnTo>
                      <a:pt x="16" y="18"/>
                    </a:lnTo>
                    <a:lnTo>
                      <a:pt x="16" y="18"/>
                    </a:lnTo>
                    <a:lnTo>
                      <a:pt x="16" y="18"/>
                    </a:lnTo>
                    <a:lnTo>
                      <a:pt x="20" y="18"/>
                    </a:lnTo>
                    <a:lnTo>
                      <a:pt x="20" y="18"/>
                    </a:lnTo>
                    <a:lnTo>
                      <a:pt x="27" y="16"/>
                    </a:lnTo>
                    <a:lnTo>
                      <a:pt x="31" y="14"/>
                    </a:lnTo>
                    <a:lnTo>
                      <a:pt x="31" y="14"/>
                    </a:lnTo>
                    <a:lnTo>
                      <a:pt x="35" y="14"/>
                    </a:lnTo>
                    <a:lnTo>
                      <a:pt x="39" y="16"/>
                    </a:lnTo>
                    <a:lnTo>
                      <a:pt x="39" y="16"/>
                    </a:lnTo>
                    <a:lnTo>
                      <a:pt x="43" y="16"/>
                    </a:lnTo>
                    <a:lnTo>
                      <a:pt x="45" y="19"/>
                    </a:lnTo>
                    <a:lnTo>
                      <a:pt x="45" y="19"/>
                    </a:lnTo>
                    <a:lnTo>
                      <a:pt x="45" y="23"/>
                    </a:lnTo>
                    <a:lnTo>
                      <a:pt x="45" y="27"/>
                    </a:lnTo>
                    <a:lnTo>
                      <a:pt x="45" y="27"/>
                    </a:lnTo>
                    <a:lnTo>
                      <a:pt x="45" y="31"/>
                    </a:lnTo>
                    <a:lnTo>
                      <a:pt x="43" y="35"/>
                    </a:lnTo>
                    <a:lnTo>
                      <a:pt x="43" y="35"/>
                    </a:lnTo>
                    <a:lnTo>
                      <a:pt x="39" y="37"/>
                    </a:lnTo>
                    <a:lnTo>
                      <a:pt x="33" y="41"/>
                    </a:lnTo>
                    <a:lnTo>
                      <a:pt x="33" y="41"/>
                    </a:lnTo>
                    <a:lnTo>
                      <a:pt x="25" y="45"/>
                    </a:lnTo>
                    <a:lnTo>
                      <a:pt x="18" y="47"/>
                    </a:lnTo>
                    <a:lnTo>
                      <a:pt x="18" y="47"/>
                    </a:lnTo>
                    <a:lnTo>
                      <a:pt x="12" y="43"/>
                    </a:lnTo>
                    <a:lnTo>
                      <a:pt x="8" y="39"/>
                    </a:lnTo>
                    <a:lnTo>
                      <a:pt x="8" y="39"/>
                    </a:lnTo>
                    <a:lnTo>
                      <a:pt x="8" y="39"/>
                    </a:lnTo>
                    <a:close/>
                  </a:path>
                </a:pathLst>
              </a:custGeom>
              <a:solidFill>
                <a:srgbClr val="CC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16886" name="Text Box 86"/>
            <p:cNvSpPr txBox="1">
              <a:spLocks noChangeArrowheads="1"/>
            </p:cNvSpPr>
            <p:nvPr/>
          </p:nvSpPr>
          <p:spPr bwMode="gray">
            <a:xfrm>
              <a:off x="3508" y="1546"/>
              <a:ext cx="546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1600" b="1" dirty="0" smtClean="0"/>
                <a:t>Astuce</a:t>
              </a:r>
              <a:endParaRPr lang="fr-FR" sz="1600" b="1" dirty="0"/>
            </a:p>
          </p:txBody>
        </p:sp>
      </p:grp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Noms des machines et informations de connexion</a:t>
            </a:r>
            <a:endParaRPr lang="fr-FR" noProof="0" dirty="0"/>
          </a:p>
        </p:txBody>
      </p:sp>
      <p:sp>
        <p:nvSpPr>
          <p:cNvPr id="718851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864600" cy="4714111"/>
          </a:xfrm>
        </p:spPr>
        <p:txBody>
          <a:bodyPr/>
          <a:lstStyle/>
          <a:p>
            <a:r>
              <a:rPr lang="fr-FR" noProof="0" dirty="0" smtClean="0"/>
              <a:t>Chaque station de travail comporte deux machines virtuelles avec des raccourcis sur le bureau</a:t>
            </a:r>
          </a:p>
          <a:p>
            <a:pPr lvl="1"/>
            <a:r>
              <a:rPr lang="fr-FR" noProof="0" dirty="0" err="1" smtClean="0">
                <a:latin typeface="Courier New" pitchFamily="49" charset="0"/>
                <a:cs typeface="Courier New" pitchFamily="49" charset="0"/>
              </a:rPr>
              <a:t>LTTest</a:t>
            </a:r>
            <a:r>
              <a:rPr lang="fr-FR" noProof="0" dirty="0" smtClean="0"/>
              <a:t> </a:t>
            </a:r>
          </a:p>
          <a:p>
            <a:pPr lvl="2"/>
            <a:r>
              <a:rPr lang="fr-FR" noProof="0" dirty="0" smtClean="0"/>
              <a:t>Nous l’utiliserons pour installer SQL Server (nom de la machine : </a:t>
            </a:r>
            <a:r>
              <a:rPr lang="fr-FR" noProof="0" dirty="0" smtClean="0">
                <a:latin typeface="Courier New" pitchFamily="49" charset="0"/>
                <a:cs typeface="Courier New" pitchFamily="49" charset="0"/>
              </a:rPr>
              <a:t>LTREE1</a:t>
            </a:r>
            <a:r>
              <a:rPr lang="fr-FR" noProof="0" dirty="0" smtClean="0"/>
              <a:t>)</a:t>
            </a:r>
          </a:p>
          <a:p>
            <a:pPr lvl="1"/>
            <a:r>
              <a:rPr lang="fr-FR" noProof="0" dirty="0" err="1" smtClean="0">
                <a:latin typeface="Courier New" pitchFamily="49" charset="0"/>
                <a:cs typeface="Courier New" pitchFamily="49" charset="0"/>
              </a:rPr>
              <a:t>LTServer</a:t>
            </a:r>
            <a:endParaRPr lang="fr-FR" noProof="0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fr-FR" noProof="0" dirty="0" smtClean="0"/>
              <a:t>SQL Server est déjà installé sur cette machine et contient des exemples</a:t>
            </a:r>
          </a:p>
          <a:p>
            <a:r>
              <a:rPr lang="fr-FR" noProof="0" dirty="0" smtClean="0"/>
              <a:t>Les machines virtuelles ne peuvent pas être lancées simultanément</a:t>
            </a:r>
          </a:p>
          <a:p>
            <a:r>
              <a:rPr lang="fr-FR" noProof="0" dirty="0" smtClean="0"/>
              <a:t>Lorsque vous vous connectez aux machines virtuelles, utilisez </a:t>
            </a:r>
          </a:p>
          <a:p>
            <a:pPr lvl="1"/>
            <a:r>
              <a:rPr lang="fr-FR" noProof="0" dirty="0" smtClean="0"/>
              <a:t>Nom d’utilisateur : </a:t>
            </a:r>
            <a:r>
              <a:rPr lang="fr-FR" noProof="0" dirty="0" smtClean="0">
                <a:latin typeface="Courier New" pitchFamily="49" charset="0"/>
              </a:rPr>
              <a:t>administrateur</a:t>
            </a:r>
            <a:endParaRPr lang="fr-FR" noProof="0" dirty="0" smtClean="0"/>
          </a:p>
          <a:p>
            <a:pPr lvl="1"/>
            <a:r>
              <a:rPr lang="fr-FR" noProof="0" dirty="0" smtClean="0"/>
              <a:t>Mot de passe : </a:t>
            </a:r>
            <a:r>
              <a:rPr lang="fr-FR" noProof="0" dirty="0" err="1" smtClean="0">
                <a:latin typeface="Courier New" pitchFamily="49" charset="0"/>
              </a:rPr>
              <a:t>adminpw</a:t>
            </a:r>
            <a:endParaRPr lang="fr-FR" noProof="0" dirty="0" smtClean="0">
              <a:latin typeface="Courier New" pitchFamily="49" charset="0"/>
            </a:endParaRPr>
          </a:p>
          <a:p>
            <a:r>
              <a:rPr lang="fr-FR" noProof="0" dirty="0" smtClean="0"/>
              <a:t>Lorsque vous vous connectez à SQL Server, vous pouvez utiliser le mode d’authentification Windows ou le mode d’authentification SQL Server </a:t>
            </a:r>
          </a:p>
          <a:p>
            <a:pPr lvl="1"/>
            <a:r>
              <a:rPr lang="fr-FR" noProof="0" dirty="0" smtClean="0"/>
              <a:t>Le compte de l’administrateur système est </a:t>
            </a:r>
            <a:r>
              <a:rPr lang="fr-FR" b="1" noProof="0" dirty="0" smtClean="0">
                <a:latin typeface="Courier New" pitchFamily="49" charset="0"/>
              </a:rPr>
              <a:t>sa</a:t>
            </a:r>
          </a:p>
          <a:p>
            <a:pPr lvl="1"/>
            <a:r>
              <a:rPr lang="fr-FR" noProof="0" dirty="0" smtClean="0"/>
              <a:t>Le mot de passe de </a:t>
            </a:r>
            <a:r>
              <a:rPr lang="fr-FR" b="1" noProof="0" dirty="0" smtClean="0">
                <a:latin typeface="Courier New" pitchFamily="49" charset="0"/>
              </a:rPr>
              <a:t>sa</a:t>
            </a:r>
            <a:r>
              <a:rPr lang="fr-FR" noProof="0" dirty="0" smtClean="0"/>
              <a:t> est </a:t>
            </a:r>
            <a:r>
              <a:rPr lang="fr-FR" b="1" noProof="0" dirty="0" err="1" smtClean="0">
                <a:latin typeface="Courier New" pitchFamily="49" charset="0"/>
              </a:rPr>
              <a:t>sapw</a:t>
            </a:r>
            <a:endParaRPr lang="fr-FR" noProof="0" dirty="0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Exercice 1.1 : Installer SQL Server</a:t>
            </a:r>
            <a:endParaRPr lang="fr-FR" noProof="0" dirty="0"/>
          </a:p>
        </p:txBody>
      </p:sp>
      <p:sp>
        <p:nvSpPr>
          <p:cNvPr id="5" name="Rectangle 1027"/>
          <p:cNvSpPr>
            <a:spLocks noGrp="1" noChangeArrowheads="1"/>
          </p:cNvSpPr>
          <p:nvPr>
            <p:ph idx="1"/>
          </p:nvPr>
        </p:nvSpPr>
        <p:spPr>
          <a:xfrm>
            <a:off x="265113" y="3509963"/>
            <a:ext cx="8599487" cy="638175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fr-FR" sz="1800" i="1" noProof="0" smtClean="0">
                <a:latin typeface="Century Schoolbook" pitchFamily="18" charset="0"/>
              </a:rPr>
              <a:t>Veuillez vous reporter au manuel d'exercices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Introduction à SQL Server 2008</a:t>
            </a:r>
            <a:endParaRPr lang="fr-FR" noProof="0" dirty="0"/>
          </a:p>
        </p:txBody>
      </p:sp>
      <p:grpSp>
        <p:nvGrpSpPr>
          <p:cNvPr id="722954" name="Group 10"/>
          <p:cNvGrpSpPr>
            <a:grpSpLocks/>
          </p:cNvGrpSpPr>
          <p:nvPr/>
        </p:nvGrpSpPr>
        <p:grpSpPr bwMode="auto">
          <a:xfrm>
            <a:off x="2873375" y="5130800"/>
            <a:ext cx="228600" cy="311150"/>
            <a:chOff x="208" y="730"/>
            <a:chExt cx="249" cy="292"/>
          </a:xfrm>
        </p:grpSpPr>
        <p:sp>
          <p:nvSpPr>
            <p:cNvPr id="722955" name="AutoShape 11"/>
            <p:cNvSpPr>
              <a:spLocks noChangeArrowheads="1"/>
            </p:cNvSpPr>
            <p:nvPr/>
          </p:nvSpPr>
          <p:spPr bwMode="black">
            <a:xfrm rot="5400000">
              <a:off x="189" y="754"/>
              <a:ext cx="285" cy="248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CC0000"/>
                </a:gs>
                <a:gs pos="100000">
                  <a:srgbClr val="CC0000">
                    <a:gamma/>
                    <a:shade val="29412"/>
                    <a:invGamma/>
                  </a:srgbClr>
                </a:gs>
              </a:gsLst>
              <a:lin ang="5400000" scaled="1"/>
            </a:gra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2956" name="Freeform 12"/>
            <p:cNvSpPr>
              <a:spLocks/>
            </p:cNvSpPr>
            <p:nvPr/>
          </p:nvSpPr>
          <p:spPr bwMode="hidden">
            <a:xfrm>
              <a:off x="209" y="730"/>
              <a:ext cx="245" cy="1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5" y="146"/>
                </a:cxn>
                <a:cxn ang="0">
                  <a:pos x="226" y="158"/>
                </a:cxn>
                <a:cxn ang="0">
                  <a:pos x="0" y="23"/>
                </a:cxn>
                <a:cxn ang="0">
                  <a:pos x="0" y="0"/>
                </a:cxn>
              </a:cxnLst>
              <a:rect l="0" t="0" r="r" b="b"/>
              <a:pathLst>
                <a:path w="245" h="158">
                  <a:moveTo>
                    <a:pt x="0" y="0"/>
                  </a:moveTo>
                  <a:lnTo>
                    <a:pt x="245" y="146"/>
                  </a:lnTo>
                  <a:lnTo>
                    <a:pt x="226" y="158"/>
                  </a:lnTo>
                  <a:lnTo>
                    <a:pt x="0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929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957" name="Freeform 13"/>
            <p:cNvSpPr>
              <a:spLocks/>
            </p:cNvSpPr>
            <p:nvPr/>
          </p:nvSpPr>
          <p:spPr bwMode="hidden">
            <a:xfrm>
              <a:off x="209" y="866"/>
              <a:ext cx="248" cy="156"/>
            </a:xfrm>
            <a:custGeom>
              <a:avLst/>
              <a:gdLst/>
              <a:ahLst/>
              <a:cxnLst>
                <a:cxn ang="0">
                  <a:pos x="248" y="12"/>
                </a:cxn>
                <a:cxn ang="0">
                  <a:pos x="0" y="156"/>
                </a:cxn>
                <a:cxn ang="0">
                  <a:pos x="3" y="131"/>
                </a:cxn>
                <a:cxn ang="0">
                  <a:pos x="229" y="0"/>
                </a:cxn>
                <a:cxn ang="0">
                  <a:pos x="248" y="12"/>
                </a:cxn>
              </a:cxnLst>
              <a:rect l="0" t="0" r="r" b="b"/>
              <a:pathLst>
                <a:path w="248" h="156">
                  <a:moveTo>
                    <a:pt x="248" y="12"/>
                  </a:moveTo>
                  <a:lnTo>
                    <a:pt x="0" y="156"/>
                  </a:lnTo>
                  <a:lnTo>
                    <a:pt x="3" y="131"/>
                  </a:lnTo>
                  <a:lnTo>
                    <a:pt x="229" y="0"/>
                  </a:lnTo>
                  <a:lnTo>
                    <a:pt x="248" y="12"/>
                  </a:lnTo>
                  <a:close/>
                </a:path>
              </a:pathLst>
            </a:custGeom>
            <a:solidFill>
              <a:srgbClr val="360000"/>
            </a:solidFill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162300" y="2176463"/>
            <a:ext cx="3989938" cy="3264996"/>
          </a:xfrm>
          <a:noFill/>
        </p:spPr>
        <p:txBody>
          <a:bodyPr lIns="0" tIns="0" rIns="0" bIns="0"/>
          <a:lstStyle/>
          <a:p>
            <a:pPr>
              <a:spcBef>
                <a:spcPts val="2500"/>
              </a:spcBef>
              <a:buNone/>
            </a:pPr>
            <a:r>
              <a:rPr lang="fr-FR" noProof="0" smtClean="0"/>
              <a:t>Découvrir SQL Server 2008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Les éditions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Architecture client/serveur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Composants de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Installer SQL Server</a:t>
            </a:r>
          </a:p>
          <a:p>
            <a:pPr>
              <a:spcBef>
                <a:spcPts val="2500"/>
              </a:spcBef>
              <a:buNone/>
            </a:pPr>
            <a:r>
              <a:rPr lang="fr-FR" noProof="0" smtClean="0"/>
              <a:t>Outils de SQL Server</a:t>
            </a: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Management Studio</a:t>
            </a:r>
            <a:endParaRPr lang="fr-FR" noProof="0" dirty="0"/>
          </a:p>
        </p:txBody>
      </p:sp>
      <p:sp>
        <p:nvSpPr>
          <p:cNvPr id="724995" name="Rectangle 3"/>
          <p:cNvSpPr>
            <a:spLocks noGrp="1" noChangeArrowheads="1"/>
          </p:cNvSpPr>
          <p:nvPr>
            <p:ph idx="1"/>
          </p:nvPr>
        </p:nvSpPr>
        <p:spPr>
          <a:xfrm>
            <a:off x="282575" y="1312863"/>
            <a:ext cx="8599488" cy="1241425"/>
          </a:xfrm>
          <a:noFill/>
        </p:spPr>
        <p:txBody>
          <a:bodyPr/>
          <a:lstStyle/>
          <a:p>
            <a:r>
              <a:rPr lang="fr-FR" noProof="0" smtClean="0"/>
              <a:t>Management Studio fournit un outil commun pour les développeurs et les administrateurs</a:t>
            </a:r>
          </a:p>
          <a:p>
            <a:pPr lvl="1"/>
            <a:r>
              <a:rPr lang="fr-FR" noProof="0" smtClean="0"/>
              <a:t>Interface graphique facile à utiliser</a:t>
            </a:r>
          </a:p>
          <a:p>
            <a:pPr lvl="1"/>
            <a:r>
              <a:rPr lang="fr-FR" noProof="0" smtClean="0"/>
              <a:t>Environnement de codage </a:t>
            </a:r>
            <a:r>
              <a:rPr lang="fr-FR" smtClean="0"/>
              <a:t>doté de nombreux assistants</a:t>
            </a:r>
            <a:endParaRPr lang="fr-FR" noProof="0" smtClean="0"/>
          </a:p>
        </p:txBody>
      </p:sp>
      <p:grpSp>
        <p:nvGrpSpPr>
          <p:cNvPr id="724996" name="Group 4"/>
          <p:cNvGrpSpPr>
            <a:grpSpLocks/>
          </p:cNvGrpSpPr>
          <p:nvPr/>
        </p:nvGrpSpPr>
        <p:grpSpPr bwMode="gray">
          <a:xfrm>
            <a:off x="1738313" y="3106350"/>
            <a:ext cx="1747837" cy="1800225"/>
            <a:chOff x="1021" y="2054"/>
            <a:chExt cx="1101" cy="1134"/>
          </a:xfrm>
        </p:grpSpPr>
        <p:sp>
          <p:nvSpPr>
            <p:cNvPr id="724997" name="Freeform 5"/>
            <p:cNvSpPr>
              <a:spLocks/>
            </p:cNvSpPr>
            <p:nvPr/>
          </p:nvSpPr>
          <p:spPr bwMode="gray">
            <a:xfrm>
              <a:off x="1585" y="2432"/>
              <a:ext cx="516" cy="561"/>
            </a:xfrm>
            <a:custGeom>
              <a:avLst/>
              <a:gdLst/>
              <a:ahLst/>
              <a:cxnLst>
                <a:cxn ang="0">
                  <a:pos x="6" y="1040"/>
                </a:cxn>
                <a:cxn ang="0">
                  <a:pos x="28" y="998"/>
                </a:cxn>
                <a:cxn ang="0">
                  <a:pos x="66" y="925"/>
                </a:cxn>
                <a:cxn ang="0">
                  <a:pos x="115" y="826"/>
                </a:cxn>
                <a:cxn ang="0">
                  <a:pos x="173" y="713"/>
                </a:cxn>
                <a:cxn ang="0">
                  <a:pos x="233" y="593"/>
                </a:cxn>
                <a:cxn ang="0">
                  <a:pos x="291" y="476"/>
                </a:cxn>
                <a:cxn ang="0">
                  <a:pos x="344" y="371"/>
                </a:cxn>
                <a:cxn ang="0">
                  <a:pos x="388" y="285"/>
                </a:cxn>
                <a:cxn ang="0">
                  <a:pos x="432" y="209"/>
                </a:cxn>
                <a:cxn ang="0">
                  <a:pos x="477" y="142"/>
                </a:cxn>
                <a:cxn ang="0">
                  <a:pos x="524" y="86"/>
                </a:cxn>
                <a:cxn ang="0">
                  <a:pos x="574" y="43"/>
                </a:cxn>
                <a:cxn ang="0">
                  <a:pos x="627" y="14"/>
                </a:cxn>
                <a:cxn ang="0">
                  <a:pos x="683" y="2"/>
                </a:cxn>
                <a:cxn ang="0">
                  <a:pos x="743" y="5"/>
                </a:cxn>
                <a:cxn ang="0">
                  <a:pos x="807" y="28"/>
                </a:cxn>
                <a:cxn ang="0">
                  <a:pos x="865" y="70"/>
                </a:cxn>
                <a:cxn ang="0">
                  <a:pos x="916" y="126"/>
                </a:cxn>
                <a:cxn ang="0">
                  <a:pos x="959" y="194"/>
                </a:cxn>
                <a:cxn ang="0">
                  <a:pos x="992" y="270"/>
                </a:cxn>
                <a:cxn ang="0">
                  <a:pos x="1016" y="351"/>
                </a:cxn>
                <a:cxn ang="0">
                  <a:pos x="1028" y="431"/>
                </a:cxn>
                <a:cxn ang="0">
                  <a:pos x="1029" y="511"/>
                </a:cxn>
                <a:cxn ang="0">
                  <a:pos x="1014" y="585"/>
                </a:cxn>
                <a:cxn ang="0">
                  <a:pos x="968" y="657"/>
                </a:cxn>
                <a:cxn ang="0">
                  <a:pos x="898" y="729"/>
                </a:cxn>
                <a:cxn ang="0">
                  <a:pos x="809" y="798"/>
                </a:cxn>
                <a:cxn ang="0">
                  <a:pos x="710" y="865"/>
                </a:cxn>
                <a:cxn ang="0">
                  <a:pos x="609" y="926"/>
                </a:cxn>
                <a:cxn ang="0">
                  <a:pos x="515" y="982"/>
                </a:cxn>
                <a:cxn ang="0">
                  <a:pos x="434" y="1033"/>
                </a:cxn>
                <a:cxn ang="0">
                  <a:pos x="371" y="1074"/>
                </a:cxn>
                <a:cxn ang="0">
                  <a:pos x="304" y="1102"/>
                </a:cxn>
                <a:cxn ang="0">
                  <a:pos x="233" y="1118"/>
                </a:cxn>
                <a:cxn ang="0">
                  <a:pos x="164" y="1123"/>
                </a:cxn>
                <a:cxn ang="0">
                  <a:pos x="100" y="1118"/>
                </a:cxn>
                <a:cxn ang="0">
                  <a:pos x="49" y="1106"/>
                </a:cxn>
                <a:cxn ang="0">
                  <a:pos x="14" y="1085"/>
                </a:cxn>
                <a:cxn ang="0">
                  <a:pos x="0" y="1059"/>
                </a:cxn>
              </a:cxnLst>
              <a:rect l="0" t="0" r="r" b="b"/>
              <a:pathLst>
                <a:path w="1030" h="1123">
                  <a:moveTo>
                    <a:pt x="3" y="1046"/>
                  </a:moveTo>
                  <a:lnTo>
                    <a:pt x="6" y="1040"/>
                  </a:lnTo>
                  <a:lnTo>
                    <a:pt x="15" y="1024"/>
                  </a:lnTo>
                  <a:lnTo>
                    <a:pt x="28" y="998"/>
                  </a:lnTo>
                  <a:lnTo>
                    <a:pt x="45" y="965"/>
                  </a:lnTo>
                  <a:lnTo>
                    <a:pt x="66" y="925"/>
                  </a:lnTo>
                  <a:lnTo>
                    <a:pt x="89" y="877"/>
                  </a:lnTo>
                  <a:lnTo>
                    <a:pt x="115" y="826"/>
                  </a:lnTo>
                  <a:lnTo>
                    <a:pt x="143" y="770"/>
                  </a:lnTo>
                  <a:lnTo>
                    <a:pt x="173" y="713"/>
                  </a:lnTo>
                  <a:lnTo>
                    <a:pt x="203" y="653"/>
                  </a:lnTo>
                  <a:lnTo>
                    <a:pt x="233" y="593"/>
                  </a:lnTo>
                  <a:lnTo>
                    <a:pt x="263" y="534"/>
                  </a:lnTo>
                  <a:lnTo>
                    <a:pt x="291" y="476"/>
                  </a:lnTo>
                  <a:lnTo>
                    <a:pt x="319" y="422"/>
                  </a:lnTo>
                  <a:lnTo>
                    <a:pt x="344" y="371"/>
                  </a:lnTo>
                  <a:lnTo>
                    <a:pt x="368" y="327"/>
                  </a:lnTo>
                  <a:lnTo>
                    <a:pt x="388" y="285"/>
                  </a:lnTo>
                  <a:lnTo>
                    <a:pt x="410" y="246"/>
                  </a:lnTo>
                  <a:lnTo>
                    <a:pt x="432" y="209"/>
                  </a:lnTo>
                  <a:lnTo>
                    <a:pt x="454" y="174"/>
                  </a:lnTo>
                  <a:lnTo>
                    <a:pt x="477" y="142"/>
                  </a:lnTo>
                  <a:lnTo>
                    <a:pt x="500" y="112"/>
                  </a:lnTo>
                  <a:lnTo>
                    <a:pt x="524" y="86"/>
                  </a:lnTo>
                  <a:lnTo>
                    <a:pt x="548" y="63"/>
                  </a:lnTo>
                  <a:lnTo>
                    <a:pt x="574" y="43"/>
                  </a:lnTo>
                  <a:lnTo>
                    <a:pt x="599" y="27"/>
                  </a:lnTo>
                  <a:lnTo>
                    <a:pt x="627" y="14"/>
                  </a:lnTo>
                  <a:lnTo>
                    <a:pt x="654" y="5"/>
                  </a:lnTo>
                  <a:lnTo>
                    <a:pt x="683" y="2"/>
                  </a:lnTo>
                  <a:lnTo>
                    <a:pt x="712" y="0"/>
                  </a:lnTo>
                  <a:lnTo>
                    <a:pt x="743" y="5"/>
                  </a:lnTo>
                  <a:lnTo>
                    <a:pt x="775" y="14"/>
                  </a:lnTo>
                  <a:lnTo>
                    <a:pt x="807" y="28"/>
                  </a:lnTo>
                  <a:lnTo>
                    <a:pt x="836" y="46"/>
                  </a:lnTo>
                  <a:lnTo>
                    <a:pt x="865" y="70"/>
                  </a:lnTo>
                  <a:lnTo>
                    <a:pt x="892" y="96"/>
                  </a:lnTo>
                  <a:lnTo>
                    <a:pt x="916" y="126"/>
                  </a:lnTo>
                  <a:lnTo>
                    <a:pt x="939" y="158"/>
                  </a:lnTo>
                  <a:lnTo>
                    <a:pt x="959" y="194"/>
                  </a:lnTo>
                  <a:lnTo>
                    <a:pt x="977" y="231"/>
                  </a:lnTo>
                  <a:lnTo>
                    <a:pt x="992" y="270"/>
                  </a:lnTo>
                  <a:lnTo>
                    <a:pt x="1006" y="309"/>
                  </a:lnTo>
                  <a:lnTo>
                    <a:pt x="1016" y="351"/>
                  </a:lnTo>
                  <a:lnTo>
                    <a:pt x="1023" y="391"/>
                  </a:lnTo>
                  <a:lnTo>
                    <a:pt x="1028" y="431"/>
                  </a:lnTo>
                  <a:lnTo>
                    <a:pt x="1030" y="472"/>
                  </a:lnTo>
                  <a:lnTo>
                    <a:pt x="1029" y="511"/>
                  </a:lnTo>
                  <a:lnTo>
                    <a:pt x="1024" y="548"/>
                  </a:lnTo>
                  <a:lnTo>
                    <a:pt x="1014" y="585"/>
                  </a:lnTo>
                  <a:lnTo>
                    <a:pt x="994" y="620"/>
                  </a:lnTo>
                  <a:lnTo>
                    <a:pt x="968" y="657"/>
                  </a:lnTo>
                  <a:lnTo>
                    <a:pt x="936" y="693"/>
                  </a:lnTo>
                  <a:lnTo>
                    <a:pt x="898" y="729"/>
                  </a:lnTo>
                  <a:lnTo>
                    <a:pt x="855" y="763"/>
                  </a:lnTo>
                  <a:lnTo>
                    <a:pt x="809" y="798"/>
                  </a:lnTo>
                  <a:lnTo>
                    <a:pt x="760" y="831"/>
                  </a:lnTo>
                  <a:lnTo>
                    <a:pt x="710" y="865"/>
                  </a:lnTo>
                  <a:lnTo>
                    <a:pt x="659" y="896"/>
                  </a:lnTo>
                  <a:lnTo>
                    <a:pt x="609" y="926"/>
                  </a:lnTo>
                  <a:lnTo>
                    <a:pt x="561" y="956"/>
                  </a:lnTo>
                  <a:lnTo>
                    <a:pt x="515" y="982"/>
                  </a:lnTo>
                  <a:lnTo>
                    <a:pt x="472" y="1009"/>
                  </a:lnTo>
                  <a:lnTo>
                    <a:pt x="434" y="1033"/>
                  </a:lnTo>
                  <a:lnTo>
                    <a:pt x="402" y="1055"/>
                  </a:lnTo>
                  <a:lnTo>
                    <a:pt x="371" y="1074"/>
                  </a:lnTo>
                  <a:lnTo>
                    <a:pt x="339" y="1091"/>
                  </a:lnTo>
                  <a:lnTo>
                    <a:pt x="304" y="1102"/>
                  </a:lnTo>
                  <a:lnTo>
                    <a:pt x="268" y="1112"/>
                  </a:lnTo>
                  <a:lnTo>
                    <a:pt x="233" y="1118"/>
                  </a:lnTo>
                  <a:lnTo>
                    <a:pt x="198" y="1122"/>
                  </a:lnTo>
                  <a:lnTo>
                    <a:pt x="164" y="1123"/>
                  </a:lnTo>
                  <a:lnTo>
                    <a:pt x="131" y="1122"/>
                  </a:lnTo>
                  <a:lnTo>
                    <a:pt x="100" y="1118"/>
                  </a:lnTo>
                  <a:lnTo>
                    <a:pt x="73" y="1112"/>
                  </a:lnTo>
                  <a:lnTo>
                    <a:pt x="49" y="1106"/>
                  </a:lnTo>
                  <a:lnTo>
                    <a:pt x="29" y="1096"/>
                  </a:lnTo>
                  <a:lnTo>
                    <a:pt x="14" y="1085"/>
                  </a:lnTo>
                  <a:lnTo>
                    <a:pt x="5" y="1073"/>
                  </a:lnTo>
                  <a:lnTo>
                    <a:pt x="0" y="1059"/>
                  </a:lnTo>
                  <a:lnTo>
                    <a:pt x="3" y="104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998" name="Freeform 6"/>
            <p:cNvSpPr>
              <a:spLocks/>
            </p:cNvSpPr>
            <p:nvPr/>
          </p:nvSpPr>
          <p:spPr bwMode="gray">
            <a:xfrm>
              <a:off x="1598" y="2444"/>
              <a:ext cx="494" cy="540"/>
            </a:xfrm>
            <a:custGeom>
              <a:avLst/>
              <a:gdLst/>
              <a:ahLst/>
              <a:cxnLst>
                <a:cxn ang="0">
                  <a:pos x="5" y="999"/>
                </a:cxn>
                <a:cxn ang="0">
                  <a:pos x="25" y="960"/>
                </a:cxn>
                <a:cxn ang="0">
                  <a:pos x="61" y="888"/>
                </a:cxn>
                <a:cxn ang="0">
                  <a:pos x="110" y="792"/>
                </a:cxn>
                <a:cxn ang="0">
                  <a:pos x="165" y="684"/>
                </a:cxn>
                <a:cxn ang="0">
                  <a:pos x="223" y="569"/>
                </a:cxn>
                <a:cxn ang="0">
                  <a:pos x="279" y="457"/>
                </a:cxn>
                <a:cxn ang="0">
                  <a:pos x="330" y="357"/>
                </a:cxn>
                <a:cxn ang="0">
                  <a:pos x="372" y="273"/>
                </a:cxn>
                <a:cxn ang="0">
                  <a:pos x="414" y="199"/>
                </a:cxn>
                <a:cxn ang="0">
                  <a:pos x="458" y="134"/>
                </a:cxn>
                <a:cxn ang="0">
                  <a:pos x="503" y="81"/>
                </a:cxn>
                <a:cxn ang="0">
                  <a:pos x="551" y="40"/>
                </a:cxn>
                <a:cxn ang="0">
                  <a:pos x="602" y="12"/>
                </a:cxn>
                <a:cxn ang="0">
                  <a:pos x="656" y="0"/>
                </a:cxn>
                <a:cxn ang="0">
                  <a:pos x="713" y="3"/>
                </a:cxn>
                <a:cxn ang="0">
                  <a:pos x="776" y="25"/>
                </a:cxn>
                <a:cxn ang="0">
                  <a:pos x="831" y="65"/>
                </a:cxn>
                <a:cxn ang="0">
                  <a:pos x="880" y="119"/>
                </a:cxn>
                <a:cxn ang="0">
                  <a:pos x="922" y="185"/>
                </a:cxn>
                <a:cxn ang="0">
                  <a:pos x="953" y="258"/>
                </a:cxn>
                <a:cxn ang="0">
                  <a:pos x="976" y="336"/>
                </a:cxn>
                <a:cxn ang="0">
                  <a:pos x="988" y="413"/>
                </a:cxn>
                <a:cxn ang="0">
                  <a:pos x="989" y="489"/>
                </a:cxn>
                <a:cxn ang="0">
                  <a:pos x="974" y="561"/>
                </a:cxn>
                <a:cxn ang="0">
                  <a:pos x="930" y="631"/>
                </a:cxn>
                <a:cxn ang="0">
                  <a:pos x="862" y="699"/>
                </a:cxn>
                <a:cxn ang="0">
                  <a:pos x="777" y="766"/>
                </a:cxn>
                <a:cxn ang="0">
                  <a:pos x="681" y="830"/>
                </a:cxn>
                <a:cxn ang="0">
                  <a:pos x="584" y="889"/>
                </a:cxn>
                <a:cxn ang="0">
                  <a:pos x="493" y="945"/>
                </a:cxn>
                <a:cxn ang="0">
                  <a:pos x="416" y="992"/>
                </a:cxn>
                <a:cxn ang="0">
                  <a:pos x="356" y="1032"/>
                </a:cxn>
                <a:cxn ang="0">
                  <a:pos x="292" y="1060"/>
                </a:cxn>
                <a:cxn ang="0">
                  <a:pos x="224" y="1075"/>
                </a:cxn>
                <a:cxn ang="0">
                  <a:pos x="157" y="1079"/>
                </a:cxn>
                <a:cxn ang="0">
                  <a:pos x="96" y="1075"/>
                </a:cxn>
                <a:cxn ang="0">
                  <a:pos x="46" y="1062"/>
                </a:cxn>
                <a:cxn ang="0">
                  <a:pos x="13" y="1043"/>
                </a:cxn>
                <a:cxn ang="0">
                  <a:pos x="0" y="1018"/>
                </a:cxn>
              </a:cxnLst>
              <a:rect l="0" t="0" r="r" b="b"/>
              <a:pathLst>
                <a:path w="990" h="1079">
                  <a:moveTo>
                    <a:pt x="2" y="1004"/>
                  </a:moveTo>
                  <a:lnTo>
                    <a:pt x="5" y="999"/>
                  </a:lnTo>
                  <a:lnTo>
                    <a:pt x="13" y="984"/>
                  </a:lnTo>
                  <a:lnTo>
                    <a:pt x="25" y="960"/>
                  </a:lnTo>
                  <a:lnTo>
                    <a:pt x="42" y="927"/>
                  </a:lnTo>
                  <a:lnTo>
                    <a:pt x="61" y="888"/>
                  </a:lnTo>
                  <a:lnTo>
                    <a:pt x="84" y="842"/>
                  </a:lnTo>
                  <a:lnTo>
                    <a:pt x="110" y="792"/>
                  </a:lnTo>
                  <a:lnTo>
                    <a:pt x="136" y="739"/>
                  </a:lnTo>
                  <a:lnTo>
                    <a:pt x="165" y="684"/>
                  </a:lnTo>
                  <a:lnTo>
                    <a:pt x="194" y="626"/>
                  </a:lnTo>
                  <a:lnTo>
                    <a:pt x="223" y="569"/>
                  </a:lnTo>
                  <a:lnTo>
                    <a:pt x="251" y="512"/>
                  </a:lnTo>
                  <a:lnTo>
                    <a:pt x="279" y="457"/>
                  </a:lnTo>
                  <a:lnTo>
                    <a:pt x="305" y="404"/>
                  </a:lnTo>
                  <a:lnTo>
                    <a:pt x="330" y="357"/>
                  </a:lnTo>
                  <a:lnTo>
                    <a:pt x="352" y="313"/>
                  </a:lnTo>
                  <a:lnTo>
                    <a:pt x="372" y="273"/>
                  </a:lnTo>
                  <a:lnTo>
                    <a:pt x="393" y="235"/>
                  </a:lnTo>
                  <a:lnTo>
                    <a:pt x="414" y="199"/>
                  </a:lnTo>
                  <a:lnTo>
                    <a:pt x="436" y="166"/>
                  </a:lnTo>
                  <a:lnTo>
                    <a:pt x="458" y="134"/>
                  </a:lnTo>
                  <a:lnTo>
                    <a:pt x="479" y="107"/>
                  </a:lnTo>
                  <a:lnTo>
                    <a:pt x="503" y="81"/>
                  </a:lnTo>
                  <a:lnTo>
                    <a:pt x="527" y="58"/>
                  </a:lnTo>
                  <a:lnTo>
                    <a:pt x="551" y="40"/>
                  </a:lnTo>
                  <a:lnTo>
                    <a:pt x="575" y="24"/>
                  </a:lnTo>
                  <a:lnTo>
                    <a:pt x="602" y="12"/>
                  </a:lnTo>
                  <a:lnTo>
                    <a:pt x="628" y="4"/>
                  </a:lnTo>
                  <a:lnTo>
                    <a:pt x="656" y="0"/>
                  </a:lnTo>
                  <a:lnTo>
                    <a:pt x="685" y="0"/>
                  </a:lnTo>
                  <a:lnTo>
                    <a:pt x="713" y="3"/>
                  </a:lnTo>
                  <a:lnTo>
                    <a:pt x="745" y="12"/>
                  </a:lnTo>
                  <a:lnTo>
                    <a:pt x="776" y="25"/>
                  </a:lnTo>
                  <a:lnTo>
                    <a:pt x="804" y="43"/>
                  </a:lnTo>
                  <a:lnTo>
                    <a:pt x="831" y="65"/>
                  </a:lnTo>
                  <a:lnTo>
                    <a:pt x="856" y="91"/>
                  </a:lnTo>
                  <a:lnTo>
                    <a:pt x="880" y="119"/>
                  </a:lnTo>
                  <a:lnTo>
                    <a:pt x="902" y="151"/>
                  </a:lnTo>
                  <a:lnTo>
                    <a:pt x="922" y="185"/>
                  </a:lnTo>
                  <a:lnTo>
                    <a:pt x="939" y="221"/>
                  </a:lnTo>
                  <a:lnTo>
                    <a:pt x="953" y="258"/>
                  </a:lnTo>
                  <a:lnTo>
                    <a:pt x="966" y="297"/>
                  </a:lnTo>
                  <a:lnTo>
                    <a:pt x="976" y="336"/>
                  </a:lnTo>
                  <a:lnTo>
                    <a:pt x="983" y="375"/>
                  </a:lnTo>
                  <a:lnTo>
                    <a:pt x="988" y="413"/>
                  </a:lnTo>
                  <a:lnTo>
                    <a:pt x="990" y="452"/>
                  </a:lnTo>
                  <a:lnTo>
                    <a:pt x="989" y="489"/>
                  </a:lnTo>
                  <a:lnTo>
                    <a:pt x="984" y="525"/>
                  </a:lnTo>
                  <a:lnTo>
                    <a:pt x="974" y="561"/>
                  </a:lnTo>
                  <a:lnTo>
                    <a:pt x="955" y="595"/>
                  </a:lnTo>
                  <a:lnTo>
                    <a:pt x="930" y="631"/>
                  </a:lnTo>
                  <a:lnTo>
                    <a:pt x="899" y="666"/>
                  </a:lnTo>
                  <a:lnTo>
                    <a:pt x="862" y="699"/>
                  </a:lnTo>
                  <a:lnTo>
                    <a:pt x="821" y="734"/>
                  </a:lnTo>
                  <a:lnTo>
                    <a:pt x="777" y="766"/>
                  </a:lnTo>
                  <a:lnTo>
                    <a:pt x="730" y="798"/>
                  </a:lnTo>
                  <a:lnTo>
                    <a:pt x="681" y="830"/>
                  </a:lnTo>
                  <a:lnTo>
                    <a:pt x="633" y="860"/>
                  </a:lnTo>
                  <a:lnTo>
                    <a:pt x="584" y="889"/>
                  </a:lnTo>
                  <a:lnTo>
                    <a:pt x="538" y="918"/>
                  </a:lnTo>
                  <a:lnTo>
                    <a:pt x="493" y="945"/>
                  </a:lnTo>
                  <a:lnTo>
                    <a:pt x="453" y="969"/>
                  </a:lnTo>
                  <a:lnTo>
                    <a:pt x="416" y="992"/>
                  </a:lnTo>
                  <a:lnTo>
                    <a:pt x="385" y="1014"/>
                  </a:lnTo>
                  <a:lnTo>
                    <a:pt x="356" y="1032"/>
                  </a:lnTo>
                  <a:lnTo>
                    <a:pt x="324" y="1047"/>
                  </a:lnTo>
                  <a:lnTo>
                    <a:pt x="292" y="1060"/>
                  </a:lnTo>
                  <a:lnTo>
                    <a:pt x="257" y="1069"/>
                  </a:lnTo>
                  <a:lnTo>
                    <a:pt x="224" y="1075"/>
                  </a:lnTo>
                  <a:lnTo>
                    <a:pt x="189" y="1078"/>
                  </a:lnTo>
                  <a:lnTo>
                    <a:pt x="157" y="1079"/>
                  </a:lnTo>
                  <a:lnTo>
                    <a:pt x="125" y="1078"/>
                  </a:lnTo>
                  <a:lnTo>
                    <a:pt x="96" y="1075"/>
                  </a:lnTo>
                  <a:lnTo>
                    <a:pt x="69" y="1069"/>
                  </a:lnTo>
                  <a:lnTo>
                    <a:pt x="46" y="1062"/>
                  </a:lnTo>
                  <a:lnTo>
                    <a:pt x="27" y="1053"/>
                  </a:lnTo>
                  <a:lnTo>
                    <a:pt x="13" y="1043"/>
                  </a:lnTo>
                  <a:lnTo>
                    <a:pt x="4" y="1031"/>
                  </a:lnTo>
                  <a:lnTo>
                    <a:pt x="0" y="1018"/>
                  </a:lnTo>
                  <a:lnTo>
                    <a:pt x="2" y="1004"/>
                  </a:lnTo>
                  <a:close/>
                </a:path>
              </a:pathLst>
            </a:custGeom>
            <a:solidFill>
              <a:srgbClr val="FCFC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999" name="Freeform 7"/>
            <p:cNvSpPr>
              <a:spLocks/>
            </p:cNvSpPr>
            <p:nvPr/>
          </p:nvSpPr>
          <p:spPr bwMode="gray">
            <a:xfrm>
              <a:off x="1609" y="2456"/>
              <a:ext cx="476" cy="519"/>
            </a:xfrm>
            <a:custGeom>
              <a:avLst/>
              <a:gdLst/>
              <a:ahLst/>
              <a:cxnLst>
                <a:cxn ang="0">
                  <a:pos x="5" y="961"/>
                </a:cxn>
                <a:cxn ang="0">
                  <a:pos x="24" y="923"/>
                </a:cxn>
                <a:cxn ang="0">
                  <a:pos x="59" y="854"/>
                </a:cxn>
                <a:cxn ang="0">
                  <a:pos x="105" y="763"/>
                </a:cxn>
                <a:cxn ang="0">
                  <a:pos x="158" y="658"/>
                </a:cxn>
                <a:cxn ang="0">
                  <a:pos x="214" y="547"/>
                </a:cxn>
                <a:cxn ang="0">
                  <a:pos x="269" y="440"/>
                </a:cxn>
                <a:cxn ang="0">
                  <a:pos x="318" y="342"/>
                </a:cxn>
                <a:cxn ang="0">
                  <a:pos x="358" y="262"/>
                </a:cxn>
                <a:cxn ang="0">
                  <a:pos x="399" y="192"/>
                </a:cxn>
                <a:cxn ang="0">
                  <a:pos x="440" y="130"/>
                </a:cxn>
                <a:cxn ang="0">
                  <a:pos x="484" y="78"/>
                </a:cxn>
                <a:cxn ang="0">
                  <a:pos x="530" y="39"/>
                </a:cxn>
                <a:cxn ang="0">
                  <a:pos x="578" y="11"/>
                </a:cxn>
                <a:cxn ang="0">
                  <a:pos x="630" y="0"/>
                </a:cxn>
                <a:cxn ang="0">
                  <a:pos x="686" y="3"/>
                </a:cxn>
                <a:cxn ang="0">
                  <a:pos x="746" y="24"/>
                </a:cxn>
                <a:cxn ang="0">
                  <a:pos x="800" y="63"/>
                </a:cxn>
                <a:cxn ang="0">
                  <a:pos x="847" y="115"/>
                </a:cxn>
                <a:cxn ang="0">
                  <a:pos x="886" y="178"/>
                </a:cxn>
                <a:cxn ang="0">
                  <a:pos x="917" y="249"/>
                </a:cxn>
                <a:cxn ang="0">
                  <a:pos x="939" y="323"/>
                </a:cxn>
                <a:cxn ang="0">
                  <a:pos x="951" y="398"/>
                </a:cxn>
                <a:cxn ang="0">
                  <a:pos x="952" y="471"/>
                </a:cxn>
                <a:cxn ang="0">
                  <a:pos x="937" y="539"/>
                </a:cxn>
                <a:cxn ang="0">
                  <a:pos x="895" y="607"/>
                </a:cxn>
                <a:cxn ang="0">
                  <a:pos x="830" y="673"/>
                </a:cxn>
                <a:cxn ang="0">
                  <a:pos x="747" y="737"/>
                </a:cxn>
                <a:cxn ang="0">
                  <a:pos x="656" y="798"/>
                </a:cxn>
                <a:cxn ang="0">
                  <a:pos x="562" y="856"/>
                </a:cxn>
                <a:cxn ang="0">
                  <a:pos x="475" y="908"/>
                </a:cxn>
                <a:cxn ang="0">
                  <a:pos x="401" y="954"/>
                </a:cxn>
                <a:cxn ang="0">
                  <a:pos x="342" y="992"/>
                </a:cxn>
                <a:cxn ang="0">
                  <a:pos x="280" y="1018"/>
                </a:cxn>
                <a:cxn ang="0">
                  <a:pos x="214" y="1033"/>
                </a:cxn>
                <a:cxn ang="0">
                  <a:pos x="150" y="1038"/>
                </a:cxn>
                <a:cxn ang="0">
                  <a:pos x="92" y="1033"/>
                </a:cxn>
                <a:cxn ang="0">
                  <a:pos x="44" y="1021"/>
                </a:cxn>
                <a:cxn ang="0">
                  <a:pos x="12" y="1002"/>
                </a:cxn>
                <a:cxn ang="0">
                  <a:pos x="0" y="979"/>
                </a:cxn>
              </a:cxnLst>
              <a:rect l="0" t="0" r="r" b="b"/>
              <a:pathLst>
                <a:path w="953" h="1038">
                  <a:moveTo>
                    <a:pt x="2" y="966"/>
                  </a:moveTo>
                  <a:lnTo>
                    <a:pt x="5" y="961"/>
                  </a:lnTo>
                  <a:lnTo>
                    <a:pt x="13" y="947"/>
                  </a:lnTo>
                  <a:lnTo>
                    <a:pt x="24" y="923"/>
                  </a:lnTo>
                  <a:lnTo>
                    <a:pt x="40" y="892"/>
                  </a:lnTo>
                  <a:lnTo>
                    <a:pt x="59" y="854"/>
                  </a:lnTo>
                  <a:lnTo>
                    <a:pt x="81" y="811"/>
                  </a:lnTo>
                  <a:lnTo>
                    <a:pt x="105" y="763"/>
                  </a:lnTo>
                  <a:lnTo>
                    <a:pt x="131" y="712"/>
                  </a:lnTo>
                  <a:lnTo>
                    <a:pt x="158" y="658"/>
                  </a:lnTo>
                  <a:lnTo>
                    <a:pt x="187" y="602"/>
                  </a:lnTo>
                  <a:lnTo>
                    <a:pt x="214" y="547"/>
                  </a:lnTo>
                  <a:lnTo>
                    <a:pt x="242" y="493"/>
                  </a:lnTo>
                  <a:lnTo>
                    <a:pt x="269" y="440"/>
                  </a:lnTo>
                  <a:lnTo>
                    <a:pt x="294" y="389"/>
                  </a:lnTo>
                  <a:lnTo>
                    <a:pt x="318" y="342"/>
                  </a:lnTo>
                  <a:lnTo>
                    <a:pt x="339" y="300"/>
                  </a:lnTo>
                  <a:lnTo>
                    <a:pt x="358" y="262"/>
                  </a:lnTo>
                  <a:lnTo>
                    <a:pt x="378" y="225"/>
                  </a:lnTo>
                  <a:lnTo>
                    <a:pt x="399" y="192"/>
                  </a:lnTo>
                  <a:lnTo>
                    <a:pt x="419" y="160"/>
                  </a:lnTo>
                  <a:lnTo>
                    <a:pt x="440" y="130"/>
                  </a:lnTo>
                  <a:lnTo>
                    <a:pt x="462" y="102"/>
                  </a:lnTo>
                  <a:lnTo>
                    <a:pt x="484" y="78"/>
                  </a:lnTo>
                  <a:lnTo>
                    <a:pt x="507" y="57"/>
                  </a:lnTo>
                  <a:lnTo>
                    <a:pt x="530" y="39"/>
                  </a:lnTo>
                  <a:lnTo>
                    <a:pt x="553" y="24"/>
                  </a:lnTo>
                  <a:lnTo>
                    <a:pt x="578" y="11"/>
                  </a:lnTo>
                  <a:lnTo>
                    <a:pt x="604" y="4"/>
                  </a:lnTo>
                  <a:lnTo>
                    <a:pt x="630" y="0"/>
                  </a:lnTo>
                  <a:lnTo>
                    <a:pt x="658" y="0"/>
                  </a:lnTo>
                  <a:lnTo>
                    <a:pt x="686" y="3"/>
                  </a:lnTo>
                  <a:lnTo>
                    <a:pt x="716" y="11"/>
                  </a:lnTo>
                  <a:lnTo>
                    <a:pt x="746" y="24"/>
                  </a:lnTo>
                  <a:lnTo>
                    <a:pt x="773" y="41"/>
                  </a:lnTo>
                  <a:lnTo>
                    <a:pt x="800" y="63"/>
                  </a:lnTo>
                  <a:lnTo>
                    <a:pt x="824" y="87"/>
                  </a:lnTo>
                  <a:lnTo>
                    <a:pt x="847" y="115"/>
                  </a:lnTo>
                  <a:lnTo>
                    <a:pt x="868" y="145"/>
                  </a:lnTo>
                  <a:lnTo>
                    <a:pt x="886" y="178"/>
                  </a:lnTo>
                  <a:lnTo>
                    <a:pt x="903" y="213"/>
                  </a:lnTo>
                  <a:lnTo>
                    <a:pt x="917" y="249"/>
                  </a:lnTo>
                  <a:lnTo>
                    <a:pt x="930" y="285"/>
                  </a:lnTo>
                  <a:lnTo>
                    <a:pt x="939" y="323"/>
                  </a:lnTo>
                  <a:lnTo>
                    <a:pt x="946" y="360"/>
                  </a:lnTo>
                  <a:lnTo>
                    <a:pt x="951" y="398"/>
                  </a:lnTo>
                  <a:lnTo>
                    <a:pt x="953" y="435"/>
                  </a:lnTo>
                  <a:lnTo>
                    <a:pt x="952" y="471"/>
                  </a:lnTo>
                  <a:lnTo>
                    <a:pt x="947" y="506"/>
                  </a:lnTo>
                  <a:lnTo>
                    <a:pt x="937" y="539"/>
                  </a:lnTo>
                  <a:lnTo>
                    <a:pt x="920" y="574"/>
                  </a:lnTo>
                  <a:lnTo>
                    <a:pt x="895" y="607"/>
                  </a:lnTo>
                  <a:lnTo>
                    <a:pt x="864" y="640"/>
                  </a:lnTo>
                  <a:lnTo>
                    <a:pt x="830" y="673"/>
                  </a:lnTo>
                  <a:lnTo>
                    <a:pt x="789" y="705"/>
                  </a:lnTo>
                  <a:lnTo>
                    <a:pt x="747" y="737"/>
                  </a:lnTo>
                  <a:lnTo>
                    <a:pt x="702" y="768"/>
                  </a:lnTo>
                  <a:lnTo>
                    <a:pt x="656" y="798"/>
                  </a:lnTo>
                  <a:lnTo>
                    <a:pt x="608" y="827"/>
                  </a:lnTo>
                  <a:lnTo>
                    <a:pt x="562" y="856"/>
                  </a:lnTo>
                  <a:lnTo>
                    <a:pt x="517" y="882"/>
                  </a:lnTo>
                  <a:lnTo>
                    <a:pt x="475" y="908"/>
                  </a:lnTo>
                  <a:lnTo>
                    <a:pt x="436" y="932"/>
                  </a:lnTo>
                  <a:lnTo>
                    <a:pt x="401" y="954"/>
                  </a:lnTo>
                  <a:lnTo>
                    <a:pt x="371" y="975"/>
                  </a:lnTo>
                  <a:lnTo>
                    <a:pt x="342" y="992"/>
                  </a:lnTo>
                  <a:lnTo>
                    <a:pt x="312" y="1007"/>
                  </a:lnTo>
                  <a:lnTo>
                    <a:pt x="280" y="1018"/>
                  </a:lnTo>
                  <a:lnTo>
                    <a:pt x="248" y="1028"/>
                  </a:lnTo>
                  <a:lnTo>
                    <a:pt x="214" y="1033"/>
                  </a:lnTo>
                  <a:lnTo>
                    <a:pt x="182" y="1037"/>
                  </a:lnTo>
                  <a:lnTo>
                    <a:pt x="150" y="1038"/>
                  </a:lnTo>
                  <a:lnTo>
                    <a:pt x="120" y="1036"/>
                  </a:lnTo>
                  <a:lnTo>
                    <a:pt x="92" y="1033"/>
                  </a:lnTo>
                  <a:lnTo>
                    <a:pt x="67" y="1028"/>
                  </a:lnTo>
                  <a:lnTo>
                    <a:pt x="44" y="1021"/>
                  </a:lnTo>
                  <a:lnTo>
                    <a:pt x="25" y="1013"/>
                  </a:lnTo>
                  <a:lnTo>
                    <a:pt x="12" y="1002"/>
                  </a:lnTo>
                  <a:lnTo>
                    <a:pt x="3" y="992"/>
                  </a:lnTo>
                  <a:lnTo>
                    <a:pt x="0" y="979"/>
                  </a:lnTo>
                  <a:lnTo>
                    <a:pt x="2" y="966"/>
                  </a:lnTo>
                  <a:close/>
                </a:path>
              </a:pathLst>
            </a:custGeom>
            <a:solidFill>
              <a:srgbClr val="F9F9F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0" name="Freeform 8"/>
            <p:cNvSpPr>
              <a:spLocks/>
            </p:cNvSpPr>
            <p:nvPr/>
          </p:nvSpPr>
          <p:spPr bwMode="gray">
            <a:xfrm>
              <a:off x="1619" y="2467"/>
              <a:ext cx="457" cy="499"/>
            </a:xfrm>
            <a:custGeom>
              <a:avLst/>
              <a:gdLst/>
              <a:ahLst/>
              <a:cxnLst>
                <a:cxn ang="0">
                  <a:pos x="5" y="923"/>
                </a:cxn>
                <a:cxn ang="0">
                  <a:pos x="23" y="886"/>
                </a:cxn>
                <a:cxn ang="0">
                  <a:pos x="58" y="819"/>
                </a:cxn>
                <a:cxn ang="0">
                  <a:pos x="101" y="733"/>
                </a:cxn>
                <a:cxn ang="0">
                  <a:pos x="153" y="631"/>
                </a:cxn>
                <a:cxn ang="0">
                  <a:pos x="206" y="525"/>
                </a:cxn>
                <a:cxn ang="0">
                  <a:pos x="259" y="421"/>
                </a:cxn>
                <a:cxn ang="0">
                  <a:pos x="306" y="329"/>
                </a:cxn>
                <a:cxn ang="0">
                  <a:pos x="344" y="252"/>
                </a:cxn>
                <a:cxn ang="0">
                  <a:pos x="382" y="184"/>
                </a:cxn>
                <a:cxn ang="0">
                  <a:pos x="423" y="125"/>
                </a:cxn>
                <a:cxn ang="0">
                  <a:pos x="464" y="76"/>
                </a:cxn>
                <a:cxn ang="0">
                  <a:pos x="508" y="38"/>
                </a:cxn>
                <a:cxn ang="0">
                  <a:pos x="555" y="11"/>
                </a:cxn>
                <a:cxn ang="0">
                  <a:pos x="606" y="0"/>
                </a:cxn>
                <a:cxn ang="0">
                  <a:pos x="659" y="3"/>
                </a:cxn>
                <a:cxn ang="0">
                  <a:pos x="715" y="24"/>
                </a:cxn>
                <a:cxn ang="0">
                  <a:pos x="767" y="61"/>
                </a:cxn>
                <a:cxn ang="0">
                  <a:pos x="813" y="110"/>
                </a:cxn>
                <a:cxn ang="0">
                  <a:pos x="850" y="171"/>
                </a:cxn>
                <a:cxn ang="0">
                  <a:pos x="880" y="239"/>
                </a:cxn>
                <a:cxn ang="0">
                  <a:pos x="901" y="311"/>
                </a:cxn>
                <a:cxn ang="0">
                  <a:pos x="913" y="382"/>
                </a:cxn>
                <a:cxn ang="0">
                  <a:pos x="913" y="453"/>
                </a:cxn>
                <a:cxn ang="0">
                  <a:pos x="900" y="517"/>
                </a:cxn>
                <a:cxn ang="0">
                  <a:pos x="860" y="582"/>
                </a:cxn>
                <a:cxn ang="0">
                  <a:pos x="796" y="646"/>
                </a:cxn>
                <a:cxn ang="0">
                  <a:pos x="717" y="707"/>
                </a:cxn>
                <a:cxn ang="0">
                  <a:pos x="629" y="766"/>
                </a:cxn>
                <a:cxn ang="0">
                  <a:pos x="540" y="821"/>
                </a:cxn>
                <a:cxn ang="0">
                  <a:pos x="456" y="871"/>
                </a:cxn>
                <a:cxn ang="0">
                  <a:pos x="385" y="916"/>
                </a:cxn>
                <a:cxn ang="0">
                  <a:pos x="328" y="953"/>
                </a:cxn>
                <a:cxn ang="0">
                  <a:pos x="270" y="978"/>
                </a:cxn>
                <a:cxn ang="0">
                  <a:pos x="206" y="992"/>
                </a:cxn>
                <a:cxn ang="0">
                  <a:pos x="145" y="997"/>
                </a:cxn>
                <a:cxn ang="0">
                  <a:pos x="89" y="992"/>
                </a:cxn>
                <a:cxn ang="0">
                  <a:pos x="44" y="980"/>
                </a:cxn>
                <a:cxn ang="0">
                  <a:pos x="11" y="962"/>
                </a:cxn>
                <a:cxn ang="0">
                  <a:pos x="0" y="940"/>
                </a:cxn>
              </a:cxnLst>
              <a:rect l="0" t="0" r="r" b="b"/>
              <a:pathLst>
                <a:path w="914" h="997">
                  <a:moveTo>
                    <a:pt x="2" y="927"/>
                  </a:moveTo>
                  <a:lnTo>
                    <a:pt x="5" y="923"/>
                  </a:lnTo>
                  <a:lnTo>
                    <a:pt x="13" y="908"/>
                  </a:lnTo>
                  <a:lnTo>
                    <a:pt x="23" y="886"/>
                  </a:lnTo>
                  <a:lnTo>
                    <a:pt x="39" y="856"/>
                  </a:lnTo>
                  <a:lnTo>
                    <a:pt x="58" y="819"/>
                  </a:lnTo>
                  <a:lnTo>
                    <a:pt x="78" y="778"/>
                  </a:lnTo>
                  <a:lnTo>
                    <a:pt x="101" y="733"/>
                  </a:lnTo>
                  <a:lnTo>
                    <a:pt x="127" y="683"/>
                  </a:lnTo>
                  <a:lnTo>
                    <a:pt x="153" y="631"/>
                  </a:lnTo>
                  <a:lnTo>
                    <a:pt x="180" y="578"/>
                  </a:lnTo>
                  <a:lnTo>
                    <a:pt x="206" y="525"/>
                  </a:lnTo>
                  <a:lnTo>
                    <a:pt x="233" y="473"/>
                  </a:lnTo>
                  <a:lnTo>
                    <a:pt x="259" y="421"/>
                  </a:lnTo>
                  <a:lnTo>
                    <a:pt x="283" y="373"/>
                  </a:lnTo>
                  <a:lnTo>
                    <a:pt x="306" y="329"/>
                  </a:lnTo>
                  <a:lnTo>
                    <a:pt x="326" y="289"/>
                  </a:lnTo>
                  <a:lnTo>
                    <a:pt x="344" y="252"/>
                  </a:lnTo>
                  <a:lnTo>
                    <a:pt x="364" y="217"/>
                  </a:lnTo>
                  <a:lnTo>
                    <a:pt x="382" y="184"/>
                  </a:lnTo>
                  <a:lnTo>
                    <a:pt x="403" y="153"/>
                  </a:lnTo>
                  <a:lnTo>
                    <a:pt x="423" y="125"/>
                  </a:lnTo>
                  <a:lnTo>
                    <a:pt x="444" y="99"/>
                  </a:lnTo>
                  <a:lnTo>
                    <a:pt x="464" y="76"/>
                  </a:lnTo>
                  <a:lnTo>
                    <a:pt x="486" y="55"/>
                  </a:lnTo>
                  <a:lnTo>
                    <a:pt x="508" y="38"/>
                  </a:lnTo>
                  <a:lnTo>
                    <a:pt x="531" y="23"/>
                  </a:lnTo>
                  <a:lnTo>
                    <a:pt x="555" y="11"/>
                  </a:lnTo>
                  <a:lnTo>
                    <a:pt x="581" y="4"/>
                  </a:lnTo>
                  <a:lnTo>
                    <a:pt x="606" y="0"/>
                  </a:lnTo>
                  <a:lnTo>
                    <a:pt x="633" y="0"/>
                  </a:lnTo>
                  <a:lnTo>
                    <a:pt x="659" y="3"/>
                  </a:lnTo>
                  <a:lnTo>
                    <a:pt x="688" y="11"/>
                  </a:lnTo>
                  <a:lnTo>
                    <a:pt x="715" y="24"/>
                  </a:lnTo>
                  <a:lnTo>
                    <a:pt x="742" y="40"/>
                  </a:lnTo>
                  <a:lnTo>
                    <a:pt x="767" y="61"/>
                  </a:lnTo>
                  <a:lnTo>
                    <a:pt x="792" y="84"/>
                  </a:lnTo>
                  <a:lnTo>
                    <a:pt x="813" y="110"/>
                  </a:lnTo>
                  <a:lnTo>
                    <a:pt x="833" y="140"/>
                  </a:lnTo>
                  <a:lnTo>
                    <a:pt x="850" y="171"/>
                  </a:lnTo>
                  <a:lnTo>
                    <a:pt x="866" y="205"/>
                  </a:lnTo>
                  <a:lnTo>
                    <a:pt x="880" y="239"/>
                  </a:lnTo>
                  <a:lnTo>
                    <a:pt x="892" y="274"/>
                  </a:lnTo>
                  <a:lnTo>
                    <a:pt x="901" y="311"/>
                  </a:lnTo>
                  <a:lnTo>
                    <a:pt x="908" y="347"/>
                  </a:lnTo>
                  <a:lnTo>
                    <a:pt x="913" y="382"/>
                  </a:lnTo>
                  <a:lnTo>
                    <a:pt x="914" y="418"/>
                  </a:lnTo>
                  <a:lnTo>
                    <a:pt x="913" y="453"/>
                  </a:lnTo>
                  <a:lnTo>
                    <a:pt x="909" y="485"/>
                  </a:lnTo>
                  <a:lnTo>
                    <a:pt x="900" y="517"/>
                  </a:lnTo>
                  <a:lnTo>
                    <a:pt x="883" y="549"/>
                  </a:lnTo>
                  <a:lnTo>
                    <a:pt x="860" y="582"/>
                  </a:lnTo>
                  <a:lnTo>
                    <a:pt x="830" y="614"/>
                  </a:lnTo>
                  <a:lnTo>
                    <a:pt x="796" y="646"/>
                  </a:lnTo>
                  <a:lnTo>
                    <a:pt x="758" y="677"/>
                  </a:lnTo>
                  <a:lnTo>
                    <a:pt x="717" y="707"/>
                  </a:lnTo>
                  <a:lnTo>
                    <a:pt x="674" y="737"/>
                  </a:lnTo>
                  <a:lnTo>
                    <a:pt x="629" y="766"/>
                  </a:lnTo>
                  <a:lnTo>
                    <a:pt x="584" y="795"/>
                  </a:lnTo>
                  <a:lnTo>
                    <a:pt x="540" y="821"/>
                  </a:lnTo>
                  <a:lnTo>
                    <a:pt x="498" y="847"/>
                  </a:lnTo>
                  <a:lnTo>
                    <a:pt x="456" y="871"/>
                  </a:lnTo>
                  <a:lnTo>
                    <a:pt x="418" y="894"/>
                  </a:lnTo>
                  <a:lnTo>
                    <a:pt x="385" y="916"/>
                  </a:lnTo>
                  <a:lnTo>
                    <a:pt x="356" y="935"/>
                  </a:lnTo>
                  <a:lnTo>
                    <a:pt x="328" y="953"/>
                  </a:lnTo>
                  <a:lnTo>
                    <a:pt x="300" y="967"/>
                  </a:lnTo>
                  <a:lnTo>
                    <a:pt x="270" y="978"/>
                  </a:lnTo>
                  <a:lnTo>
                    <a:pt x="238" y="986"/>
                  </a:lnTo>
                  <a:lnTo>
                    <a:pt x="206" y="992"/>
                  </a:lnTo>
                  <a:lnTo>
                    <a:pt x="175" y="995"/>
                  </a:lnTo>
                  <a:lnTo>
                    <a:pt x="145" y="997"/>
                  </a:lnTo>
                  <a:lnTo>
                    <a:pt x="116" y="995"/>
                  </a:lnTo>
                  <a:lnTo>
                    <a:pt x="89" y="992"/>
                  </a:lnTo>
                  <a:lnTo>
                    <a:pt x="64" y="987"/>
                  </a:lnTo>
                  <a:lnTo>
                    <a:pt x="44" y="980"/>
                  </a:lnTo>
                  <a:lnTo>
                    <a:pt x="25" y="972"/>
                  </a:lnTo>
                  <a:lnTo>
                    <a:pt x="11" y="962"/>
                  </a:lnTo>
                  <a:lnTo>
                    <a:pt x="3" y="952"/>
                  </a:lnTo>
                  <a:lnTo>
                    <a:pt x="0" y="940"/>
                  </a:lnTo>
                  <a:lnTo>
                    <a:pt x="2" y="927"/>
                  </a:lnTo>
                  <a:close/>
                </a:path>
              </a:pathLst>
            </a:custGeom>
            <a:solidFill>
              <a:srgbClr val="F7F9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1" name="Freeform 9"/>
            <p:cNvSpPr>
              <a:spLocks/>
            </p:cNvSpPr>
            <p:nvPr/>
          </p:nvSpPr>
          <p:spPr bwMode="gray">
            <a:xfrm>
              <a:off x="1630" y="2479"/>
              <a:ext cx="438" cy="477"/>
            </a:xfrm>
            <a:custGeom>
              <a:avLst/>
              <a:gdLst/>
              <a:ahLst/>
              <a:cxnLst>
                <a:cxn ang="0">
                  <a:pos x="4" y="884"/>
                </a:cxn>
                <a:cxn ang="0">
                  <a:pos x="23" y="848"/>
                </a:cxn>
                <a:cxn ang="0">
                  <a:pos x="55" y="785"/>
                </a:cxn>
                <a:cxn ang="0">
                  <a:pos x="98" y="702"/>
                </a:cxn>
                <a:cxn ang="0">
                  <a:pos x="146" y="605"/>
                </a:cxn>
                <a:cxn ang="0">
                  <a:pos x="198" y="503"/>
                </a:cxn>
                <a:cxn ang="0">
                  <a:pos x="248" y="404"/>
                </a:cxn>
                <a:cxn ang="0">
                  <a:pos x="292" y="315"/>
                </a:cxn>
                <a:cxn ang="0">
                  <a:pos x="331" y="242"/>
                </a:cxn>
                <a:cxn ang="0">
                  <a:pos x="367" y="177"/>
                </a:cxn>
                <a:cxn ang="0">
                  <a:pos x="405" y="120"/>
                </a:cxn>
                <a:cxn ang="0">
                  <a:pos x="446" y="72"/>
                </a:cxn>
                <a:cxn ang="0">
                  <a:pos x="487" y="35"/>
                </a:cxn>
                <a:cxn ang="0">
                  <a:pos x="532" y="11"/>
                </a:cxn>
                <a:cxn ang="0">
                  <a:pos x="581" y="0"/>
                </a:cxn>
                <a:cxn ang="0">
                  <a:pos x="631" y="3"/>
                </a:cxn>
                <a:cxn ang="0">
                  <a:pos x="685" y="23"/>
                </a:cxn>
                <a:cxn ang="0">
                  <a:pos x="736" y="58"/>
                </a:cxn>
                <a:cxn ang="0">
                  <a:pos x="779" y="107"/>
                </a:cxn>
                <a:cxn ang="0">
                  <a:pos x="816" y="165"/>
                </a:cxn>
                <a:cxn ang="0">
                  <a:pos x="843" y="229"/>
                </a:cxn>
                <a:cxn ang="0">
                  <a:pos x="864" y="298"/>
                </a:cxn>
                <a:cxn ang="0">
                  <a:pos x="874" y="367"/>
                </a:cxn>
                <a:cxn ang="0">
                  <a:pos x="874" y="434"/>
                </a:cxn>
                <a:cxn ang="0">
                  <a:pos x="862" y="496"/>
                </a:cxn>
                <a:cxn ang="0">
                  <a:pos x="824" y="557"/>
                </a:cxn>
                <a:cxn ang="0">
                  <a:pos x="763" y="619"/>
                </a:cxn>
                <a:cxn ang="0">
                  <a:pos x="687" y="677"/>
                </a:cxn>
                <a:cxn ang="0">
                  <a:pos x="604" y="734"/>
                </a:cxn>
                <a:cxn ang="0">
                  <a:pos x="518" y="787"/>
                </a:cxn>
                <a:cxn ang="0">
                  <a:pos x="438" y="835"/>
                </a:cxn>
                <a:cxn ang="0">
                  <a:pos x="370" y="878"/>
                </a:cxn>
                <a:cxn ang="0">
                  <a:pos x="316" y="912"/>
                </a:cxn>
                <a:cxn ang="0">
                  <a:pos x="259" y="937"/>
                </a:cxn>
                <a:cxn ang="0">
                  <a:pos x="198" y="950"/>
                </a:cxn>
                <a:cxn ang="0">
                  <a:pos x="139" y="954"/>
                </a:cxn>
                <a:cxn ang="0">
                  <a:pos x="85" y="950"/>
                </a:cxn>
                <a:cxn ang="0">
                  <a:pos x="41" y="939"/>
                </a:cxn>
                <a:cxn ang="0">
                  <a:pos x="11" y="922"/>
                </a:cxn>
                <a:cxn ang="0">
                  <a:pos x="0" y="901"/>
                </a:cxn>
              </a:cxnLst>
              <a:rect l="0" t="0" r="r" b="b"/>
              <a:pathLst>
                <a:path w="876" h="954">
                  <a:moveTo>
                    <a:pt x="2" y="888"/>
                  </a:moveTo>
                  <a:lnTo>
                    <a:pt x="4" y="884"/>
                  </a:lnTo>
                  <a:lnTo>
                    <a:pt x="11" y="870"/>
                  </a:lnTo>
                  <a:lnTo>
                    <a:pt x="23" y="848"/>
                  </a:lnTo>
                  <a:lnTo>
                    <a:pt x="37" y="819"/>
                  </a:lnTo>
                  <a:lnTo>
                    <a:pt x="55" y="785"/>
                  </a:lnTo>
                  <a:lnTo>
                    <a:pt x="75" y="745"/>
                  </a:lnTo>
                  <a:lnTo>
                    <a:pt x="98" y="702"/>
                  </a:lnTo>
                  <a:lnTo>
                    <a:pt x="121" y="654"/>
                  </a:lnTo>
                  <a:lnTo>
                    <a:pt x="146" y="605"/>
                  </a:lnTo>
                  <a:lnTo>
                    <a:pt x="172" y="554"/>
                  </a:lnTo>
                  <a:lnTo>
                    <a:pt x="198" y="503"/>
                  </a:lnTo>
                  <a:lnTo>
                    <a:pt x="223" y="453"/>
                  </a:lnTo>
                  <a:lnTo>
                    <a:pt x="248" y="404"/>
                  </a:lnTo>
                  <a:lnTo>
                    <a:pt x="272" y="358"/>
                  </a:lnTo>
                  <a:lnTo>
                    <a:pt x="292" y="315"/>
                  </a:lnTo>
                  <a:lnTo>
                    <a:pt x="312" y="277"/>
                  </a:lnTo>
                  <a:lnTo>
                    <a:pt x="331" y="242"/>
                  </a:lnTo>
                  <a:lnTo>
                    <a:pt x="349" y="208"/>
                  </a:lnTo>
                  <a:lnTo>
                    <a:pt x="367" y="177"/>
                  </a:lnTo>
                  <a:lnTo>
                    <a:pt x="386" y="147"/>
                  </a:lnTo>
                  <a:lnTo>
                    <a:pt x="405" y="120"/>
                  </a:lnTo>
                  <a:lnTo>
                    <a:pt x="425" y="95"/>
                  </a:lnTo>
                  <a:lnTo>
                    <a:pt x="446" y="72"/>
                  </a:lnTo>
                  <a:lnTo>
                    <a:pt x="466" y="53"/>
                  </a:lnTo>
                  <a:lnTo>
                    <a:pt x="487" y="35"/>
                  </a:lnTo>
                  <a:lnTo>
                    <a:pt x="509" y="22"/>
                  </a:lnTo>
                  <a:lnTo>
                    <a:pt x="532" y="11"/>
                  </a:lnTo>
                  <a:lnTo>
                    <a:pt x="556" y="4"/>
                  </a:lnTo>
                  <a:lnTo>
                    <a:pt x="581" y="0"/>
                  </a:lnTo>
                  <a:lnTo>
                    <a:pt x="606" y="0"/>
                  </a:lnTo>
                  <a:lnTo>
                    <a:pt x="631" y="3"/>
                  </a:lnTo>
                  <a:lnTo>
                    <a:pt x="659" y="11"/>
                  </a:lnTo>
                  <a:lnTo>
                    <a:pt x="685" y="23"/>
                  </a:lnTo>
                  <a:lnTo>
                    <a:pt x="712" y="39"/>
                  </a:lnTo>
                  <a:lnTo>
                    <a:pt x="736" y="58"/>
                  </a:lnTo>
                  <a:lnTo>
                    <a:pt x="758" y="82"/>
                  </a:lnTo>
                  <a:lnTo>
                    <a:pt x="779" y="107"/>
                  </a:lnTo>
                  <a:lnTo>
                    <a:pt x="798" y="135"/>
                  </a:lnTo>
                  <a:lnTo>
                    <a:pt x="816" y="165"/>
                  </a:lnTo>
                  <a:lnTo>
                    <a:pt x="831" y="197"/>
                  </a:lnTo>
                  <a:lnTo>
                    <a:pt x="843" y="229"/>
                  </a:lnTo>
                  <a:lnTo>
                    <a:pt x="855" y="264"/>
                  </a:lnTo>
                  <a:lnTo>
                    <a:pt x="864" y="298"/>
                  </a:lnTo>
                  <a:lnTo>
                    <a:pt x="870" y="333"/>
                  </a:lnTo>
                  <a:lnTo>
                    <a:pt x="874" y="367"/>
                  </a:lnTo>
                  <a:lnTo>
                    <a:pt x="876" y="401"/>
                  </a:lnTo>
                  <a:lnTo>
                    <a:pt x="874" y="434"/>
                  </a:lnTo>
                  <a:lnTo>
                    <a:pt x="871" y="465"/>
                  </a:lnTo>
                  <a:lnTo>
                    <a:pt x="862" y="496"/>
                  </a:lnTo>
                  <a:lnTo>
                    <a:pt x="846" y="528"/>
                  </a:lnTo>
                  <a:lnTo>
                    <a:pt x="824" y="557"/>
                  </a:lnTo>
                  <a:lnTo>
                    <a:pt x="795" y="589"/>
                  </a:lnTo>
                  <a:lnTo>
                    <a:pt x="763" y="619"/>
                  </a:lnTo>
                  <a:lnTo>
                    <a:pt x="727" y="649"/>
                  </a:lnTo>
                  <a:lnTo>
                    <a:pt x="687" y="677"/>
                  </a:lnTo>
                  <a:lnTo>
                    <a:pt x="646" y="706"/>
                  </a:lnTo>
                  <a:lnTo>
                    <a:pt x="604" y="734"/>
                  </a:lnTo>
                  <a:lnTo>
                    <a:pt x="560" y="760"/>
                  </a:lnTo>
                  <a:lnTo>
                    <a:pt x="518" y="787"/>
                  </a:lnTo>
                  <a:lnTo>
                    <a:pt x="477" y="811"/>
                  </a:lnTo>
                  <a:lnTo>
                    <a:pt x="438" y="835"/>
                  </a:lnTo>
                  <a:lnTo>
                    <a:pt x="402" y="857"/>
                  </a:lnTo>
                  <a:lnTo>
                    <a:pt x="370" y="878"/>
                  </a:lnTo>
                  <a:lnTo>
                    <a:pt x="342" y="896"/>
                  </a:lnTo>
                  <a:lnTo>
                    <a:pt x="316" y="912"/>
                  </a:lnTo>
                  <a:lnTo>
                    <a:pt x="288" y="926"/>
                  </a:lnTo>
                  <a:lnTo>
                    <a:pt x="259" y="937"/>
                  </a:lnTo>
                  <a:lnTo>
                    <a:pt x="228" y="945"/>
                  </a:lnTo>
                  <a:lnTo>
                    <a:pt x="198" y="950"/>
                  </a:lnTo>
                  <a:lnTo>
                    <a:pt x="168" y="954"/>
                  </a:lnTo>
                  <a:lnTo>
                    <a:pt x="139" y="954"/>
                  </a:lnTo>
                  <a:lnTo>
                    <a:pt x="112" y="953"/>
                  </a:lnTo>
                  <a:lnTo>
                    <a:pt x="85" y="950"/>
                  </a:lnTo>
                  <a:lnTo>
                    <a:pt x="62" y="946"/>
                  </a:lnTo>
                  <a:lnTo>
                    <a:pt x="41" y="939"/>
                  </a:lnTo>
                  <a:lnTo>
                    <a:pt x="24" y="931"/>
                  </a:lnTo>
                  <a:lnTo>
                    <a:pt x="11" y="922"/>
                  </a:lnTo>
                  <a:lnTo>
                    <a:pt x="3" y="911"/>
                  </a:lnTo>
                  <a:lnTo>
                    <a:pt x="0" y="901"/>
                  </a:lnTo>
                  <a:lnTo>
                    <a:pt x="2" y="888"/>
                  </a:lnTo>
                  <a:close/>
                </a:path>
              </a:pathLst>
            </a:custGeom>
            <a:solidFill>
              <a:srgbClr val="F4F7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2" name="Freeform 10"/>
            <p:cNvSpPr>
              <a:spLocks/>
            </p:cNvSpPr>
            <p:nvPr/>
          </p:nvSpPr>
          <p:spPr bwMode="gray">
            <a:xfrm>
              <a:off x="1642" y="2491"/>
              <a:ext cx="418" cy="456"/>
            </a:xfrm>
            <a:custGeom>
              <a:avLst/>
              <a:gdLst/>
              <a:ahLst/>
              <a:cxnLst>
                <a:cxn ang="0">
                  <a:pos x="4" y="843"/>
                </a:cxn>
                <a:cxn ang="0">
                  <a:pos x="22" y="810"/>
                </a:cxn>
                <a:cxn ang="0">
                  <a:pos x="52" y="749"/>
                </a:cxn>
                <a:cxn ang="0">
                  <a:pos x="93" y="669"/>
                </a:cxn>
                <a:cxn ang="0">
                  <a:pos x="139" y="577"/>
                </a:cxn>
                <a:cxn ang="0">
                  <a:pos x="189" y="480"/>
                </a:cxn>
                <a:cxn ang="0">
                  <a:pos x="237" y="386"/>
                </a:cxn>
                <a:cxn ang="0">
                  <a:pos x="280" y="301"/>
                </a:cxn>
                <a:cxn ang="0">
                  <a:pos x="316" y="230"/>
                </a:cxn>
                <a:cxn ang="0">
                  <a:pos x="350" y="168"/>
                </a:cxn>
                <a:cxn ang="0">
                  <a:pos x="387" y="114"/>
                </a:cxn>
                <a:cxn ang="0">
                  <a:pos x="425" y="69"/>
                </a:cxn>
                <a:cxn ang="0">
                  <a:pos x="465" y="33"/>
                </a:cxn>
                <a:cxn ang="0">
                  <a:pos x="508" y="10"/>
                </a:cxn>
                <a:cxn ang="0">
                  <a:pos x="554" y="0"/>
                </a:cxn>
                <a:cxn ang="0">
                  <a:pos x="604" y="3"/>
                </a:cxn>
                <a:cxn ang="0">
                  <a:pos x="654" y="22"/>
                </a:cxn>
                <a:cxn ang="0">
                  <a:pos x="703" y="55"/>
                </a:cxn>
                <a:cxn ang="0">
                  <a:pos x="744" y="101"/>
                </a:cxn>
                <a:cxn ang="0">
                  <a:pos x="779" y="157"/>
                </a:cxn>
                <a:cxn ang="0">
                  <a:pos x="806" y="218"/>
                </a:cxn>
                <a:cxn ang="0">
                  <a:pos x="825" y="283"/>
                </a:cxn>
                <a:cxn ang="0">
                  <a:pos x="835" y="349"/>
                </a:cxn>
                <a:cxn ang="0">
                  <a:pos x="835" y="414"/>
                </a:cxn>
                <a:cxn ang="0">
                  <a:pos x="823" y="474"/>
                </a:cxn>
                <a:cxn ang="0">
                  <a:pos x="786" y="532"/>
                </a:cxn>
                <a:cxn ang="0">
                  <a:pos x="728" y="591"/>
                </a:cxn>
                <a:cxn ang="0">
                  <a:pos x="656" y="648"/>
                </a:cxn>
                <a:cxn ang="0">
                  <a:pos x="576" y="701"/>
                </a:cxn>
                <a:cxn ang="0">
                  <a:pos x="494" y="751"/>
                </a:cxn>
                <a:cxn ang="0">
                  <a:pos x="417" y="797"/>
                </a:cxn>
                <a:cxn ang="0">
                  <a:pos x="352" y="838"/>
                </a:cxn>
                <a:cxn ang="0">
                  <a:pos x="301" y="872"/>
                </a:cxn>
                <a:cxn ang="0">
                  <a:pos x="246" y="894"/>
                </a:cxn>
                <a:cxn ang="0">
                  <a:pos x="189" y="908"/>
                </a:cxn>
                <a:cxn ang="0">
                  <a:pos x="132" y="911"/>
                </a:cxn>
                <a:cxn ang="0">
                  <a:pos x="81" y="908"/>
                </a:cxn>
                <a:cxn ang="0">
                  <a:pos x="39" y="896"/>
                </a:cxn>
                <a:cxn ang="0">
                  <a:pos x="10" y="880"/>
                </a:cxn>
                <a:cxn ang="0">
                  <a:pos x="0" y="860"/>
                </a:cxn>
              </a:cxnLst>
              <a:rect l="0" t="0" r="r" b="b"/>
              <a:pathLst>
                <a:path w="836" h="911">
                  <a:moveTo>
                    <a:pt x="2" y="848"/>
                  </a:moveTo>
                  <a:lnTo>
                    <a:pt x="4" y="843"/>
                  </a:lnTo>
                  <a:lnTo>
                    <a:pt x="11" y="831"/>
                  </a:lnTo>
                  <a:lnTo>
                    <a:pt x="22" y="810"/>
                  </a:lnTo>
                  <a:lnTo>
                    <a:pt x="36" y="782"/>
                  </a:lnTo>
                  <a:lnTo>
                    <a:pt x="52" y="749"/>
                  </a:lnTo>
                  <a:lnTo>
                    <a:pt x="71" y="712"/>
                  </a:lnTo>
                  <a:lnTo>
                    <a:pt x="93" y="669"/>
                  </a:lnTo>
                  <a:lnTo>
                    <a:pt x="116" y="625"/>
                  </a:lnTo>
                  <a:lnTo>
                    <a:pt x="139" y="577"/>
                  </a:lnTo>
                  <a:lnTo>
                    <a:pt x="165" y="529"/>
                  </a:lnTo>
                  <a:lnTo>
                    <a:pt x="189" y="480"/>
                  </a:lnTo>
                  <a:lnTo>
                    <a:pt x="213" y="432"/>
                  </a:lnTo>
                  <a:lnTo>
                    <a:pt x="237" y="386"/>
                  </a:lnTo>
                  <a:lnTo>
                    <a:pt x="259" y="341"/>
                  </a:lnTo>
                  <a:lnTo>
                    <a:pt x="280" y="301"/>
                  </a:lnTo>
                  <a:lnTo>
                    <a:pt x="298" y="264"/>
                  </a:lnTo>
                  <a:lnTo>
                    <a:pt x="316" y="230"/>
                  </a:lnTo>
                  <a:lnTo>
                    <a:pt x="333" y="198"/>
                  </a:lnTo>
                  <a:lnTo>
                    <a:pt x="350" y="168"/>
                  </a:lnTo>
                  <a:lnTo>
                    <a:pt x="369" y="139"/>
                  </a:lnTo>
                  <a:lnTo>
                    <a:pt x="387" y="114"/>
                  </a:lnTo>
                  <a:lnTo>
                    <a:pt x="405" y="90"/>
                  </a:lnTo>
                  <a:lnTo>
                    <a:pt x="425" y="69"/>
                  </a:lnTo>
                  <a:lnTo>
                    <a:pt x="445" y="49"/>
                  </a:lnTo>
                  <a:lnTo>
                    <a:pt x="465" y="33"/>
                  </a:lnTo>
                  <a:lnTo>
                    <a:pt x="486" y="21"/>
                  </a:lnTo>
                  <a:lnTo>
                    <a:pt x="508" y="10"/>
                  </a:lnTo>
                  <a:lnTo>
                    <a:pt x="531" y="3"/>
                  </a:lnTo>
                  <a:lnTo>
                    <a:pt x="554" y="0"/>
                  </a:lnTo>
                  <a:lnTo>
                    <a:pt x="578" y="0"/>
                  </a:lnTo>
                  <a:lnTo>
                    <a:pt x="604" y="3"/>
                  </a:lnTo>
                  <a:lnTo>
                    <a:pt x="629" y="10"/>
                  </a:lnTo>
                  <a:lnTo>
                    <a:pt x="654" y="22"/>
                  </a:lnTo>
                  <a:lnTo>
                    <a:pt x="680" y="37"/>
                  </a:lnTo>
                  <a:lnTo>
                    <a:pt x="703" y="55"/>
                  </a:lnTo>
                  <a:lnTo>
                    <a:pt x="725" y="77"/>
                  </a:lnTo>
                  <a:lnTo>
                    <a:pt x="744" y="101"/>
                  </a:lnTo>
                  <a:lnTo>
                    <a:pt x="763" y="128"/>
                  </a:lnTo>
                  <a:lnTo>
                    <a:pt x="779" y="157"/>
                  </a:lnTo>
                  <a:lnTo>
                    <a:pt x="794" y="187"/>
                  </a:lnTo>
                  <a:lnTo>
                    <a:pt x="806" y="218"/>
                  </a:lnTo>
                  <a:lnTo>
                    <a:pt x="817" y="251"/>
                  </a:lnTo>
                  <a:lnTo>
                    <a:pt x="825" y="283"/>
                  </a:lnTo>
                  <a:lnTo>
                    <a:pt x="832" y="317"/>
                  </a:lnTo>
                  <a:lnTo>
                    <a:pt x="835" y="349"/>
                  </a:lnTo>
                  <a:lnTo>
                    <a:pt x="836" y="383"/>
                  </a:lnTo>
                  <a:lnTo>
                    <a:pt x="835" y="414"/>
                  </a:lnTo>
                  <a:lnTo>
                    <a:pt x="832" y="444"/>
                  </a:lnTo>
                  <a:lnTo>
                    <a:pt x="823" y="474"/>
                  </a:lnTo>
                  <a:lnTo>
                    <a:pt x="808" y="502"/>
                  </a:lnTo>
                  <a:lnTo>
                    <a:pt x="786" y="532"/>
                  </a:lnTo>
                  <a:lnTo>
                    <a:pt x="759" y="561"/>
                  </a:lnTo>
                  <a:lnTo>
                    <a:pt x="728" y="591"/>
                  </a:lnTo>
                  <a:lnTo>
                    <a:pt x="694" y="619"/>
                  </a:lnTo>
                  <a:lnTo>
                    <a:pt x="656" y="648"/>
                  </a:lnTo>
                  <a:lnTo>
                    <a:pt x="616" y="674"/>
                  </a:lnTo>
                  <a:lnTo>
                    <a:pt x="576" y="701"/>
                  </a:lnTo>
                  <a:lnTo>
                    <a:pt x="535" y="727"/>
                  </a:lnTo>
                  <a:lnTo>
                    <a:pt x="494" y="751"/>
                  </a:lnTo>
                  <a:lnTo>
                    <a:pt x="455" y="775"/>
                  </a:lnTo>
                  <a:lnTo>
                    <a:pt x="417" y="797"/>
                  </a:lnTo>
                  <a:lnTo>
                    <a:pt x="384" y="818"/>
                  </a:lnTo>
                  <a:lnTo>
                    <a:pt x="352" y="838"/>
                  </a:lnTo>
                  <a:lnTo>
                    <a:pt x="326" y="856"/>
                  </a:lnTo>
                  <a:lnTo>
                    <a:pt x="301" y="872"/>
                  </a:lnTo>
                  <a:lnTo>
                    <a:pt x="274" y="885"/>
                  </a:lnTo>
                  <a:lnTo>
                    <a:pt x="246" y="894"/>
                  </a:lnTo>
                  <a:lnTo>
                    <a:pt x="218" y="902"/>
                  </a:lnTo>
                  <a:lnTo>
                    <a:pt x="189" y="908"/>
                  </a:lnTo>
                  <a:lnTo>
                    <a:pt x="160" y="910"/>
                  </a:lnTo>
                  <a:lnTo>
                    <a:pt x="132" y="911"/>
                  </a:lnTo>
                  <a:lnTo>
                    <a:pt x="106" y="910"/>
                  </a:lnTo>
                  <a:lnTo>
                    <a:pt x="81" y="908"/>
                  </a:lnTo>
                  <a:lnTo>
                    <a:pt x="59" y="903"/>
                  </a:lnTo>
                  <a:lnTo>
                    <a:pt x="39" y="896"/>
                  </a:lnTo>
                  <a:lnTo>
                    <a:pt x="23" y="890"/>
                  </a:lnTo>
                  <a:lnTo>
                    <a:pt x="10" y="880"/>
                  </a:lnTo>
                  <a:lnTo>
                    <a:pt x="2" y="871"/>
                  </a:lnTo>
                  <a:lnTo>
                    <a:pt x="0" y="860"/>
                  </a:lnTo>
                  <a:lnTo>
                    <a:pt x="2" y="848"/>
                  </a:lnTo>
                  <a:close/>
                </a:path>
              </a:pathLst>
            </a:custGeom>
            <a:solidFill>
              <a:srgbClr val="F2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3" name="Freeform 11"/>
            <p:cNvSpPr>
              <a:spLocks/>
            </p:cNvSpPr>
            <p:nvPr/>
          </p:nvSpPr>
          <p:spPr bwMode="gray">
            <a:xfrm>
              <a:off x="1653" y="2502"/>
              <a:ext cx="399" cy="436"/>
            </a:xfrm>
            <a:custGeom>
              <a:avLst/>
              <a:gdLst/>
              <a:ahLst/>
              <a:cxnLst>
                <a:cxn ang="0">
                  <a:pos x="4" y="806"/>
                </a:cxn>
                <a:cxn ang="0">
                  <a:pos x="21" y="773"/>
                </a:cxn>
                <a:cxn ang="0">
                  <a:pos x="50" y="716"/>
                </a:cxn>
                <a:cxn ang="0">
                  <a:pos x="88" y="640"/>
                </a:cxn>
                <a:cxn ang="0">
                  <a:pos x="133" y="552"/>
                </a:cxn>
                <a:cxn ang="0">
                  <a:pos x="180" y="459"/>
                </a:cxn>
                <a:cxn ang="0">
                  <a:pos x="226" y="369"/>
                </a:cxn>
                <a:cxn ang="0">
                  <a:pos x="267" y="287"/>
                </a:cxn>
                <a:cxn ang="0">
                  <a:pos x="301" y="220"/>
                </a:cxn>
                <a:cxn ang="0">
                  <a:pos x="335" y="161"/>
                </a:cxn>
                <a:cxn ang="0">
                  <a:pos x="370" y="109"/>
                </a:cxn>
                <a:cxn ang="0">
                  <a:pos x="407" y="66"/>
                </a:cxn>
                <a:cxn ang="0">
                  <a:pos x="445" y="32"/>
                </a:cxn>
                <a:cxn ang="0">
                  <a:pos x="486" y="10"/>
                </a:cxn>
                <a:cxn ang="0">
                  <a:pos x="530" y="0"/>
                </a:cxn>
                <a:cxn ang="0">
                  <a:pos x="576" y="3"/>
                </a:cxn>
                <a:cxn ang="0">
                  <a:pos x="625" y="21"/>
                </a:cxn>
                <a:cxn ang="0">
                  <a:pos x="670" y="53"/>
                </a:cxn>
                <a:cxn ang="0">
                  <a:pos x="711" y="97"/>
                </a:cxn>
                <a:cxn ang="0">
                  <a:pos x="743" y="150"/>
                </a:cxn>
                <a:cxn ang="0">
                  <a:pos x="769" y="209"/>
                </a:cxn>
                <a:cxn ang="0">
                  <a:pos x="787" y="271"/>
                </a:cxn>
                <a:cxn ang="0">
                  <a:pos x="797" y="334"/>
                </a:cxn>
                <a:cxn ang="0">
                  <a:pos x="797" y="395"/>
                </a:cxn>
                <a:cxn ang="0">
                  <a:pos x="786" y="452"/>
                </a:cxn>
                <a:cxn ang="0">
                  <a:pos x="751" y="508"/>
                </a:cxn>
                <a:cxn ang="0">
                  <a:pos x="696" y="564"/>
                </a:cxn>
                <a:cxn ang="0">
                  <a:pos x="627" y="618"/>
                </a:cxn>
                <a:cxn ang="0">
                  <a:pos x="551" y="670"/>
                </a:cxn>
                <a:cxn ang="0">
                  <a:pos x="472" y="717"/>
                </a:cxn>
                <a:cxn ang="0">
                  <a:pos x="400" y="761"/>
                </a:cxn>
                <a:cxn ang="0">
                  <a:pos x="337" y="800"/>
                </a:cxn>
                <a:cxn ang="0">
                  <a:pos x="288" y="832"/>
                </a:cxn>
                <a:cxn ang="0">
                  <a:pos x="236" y="854"/>
                </a:cxn>
                <a:cxn ang="0">
                  <a:pos x="181" y="865"/>
                </a:cxn>
                <a:cxn ang="0">
                  <a:pos x="128" y="870"/>
                </a:cxn>
                <a:cxn ang="0">
                  <a:pos x="78" y="865"/>
                </a:cxn>
                <a:cxn ang="0">
                  <a:pos x="38" y="856"/>
                </a:cxn>
                <a:cxn ang="0">
                  <a:pos x="10" y="840"/>
                </a:cxn>
                <a:cxn ang="0">
                  <a:pos x="0" y="820"/>
                </a:cxn>
              </a:cxnLst>
              <a:rect l="0" t="0" r="r" b="b"/>
              <a:pathLst>
                <a:path w="798" h="870">
                  <a:moveTo>
                    <a:pt x="2" y="810"/>
                  </a:moveTo>
                  <a:lnTo>
                    <a:pt x="4" y="806"/>
                  </a:lnTo>
                  <a:lnTo>
                    <a:pt x="10" y="793"/>
                  </a:lnTo>
                  <a:lnTo>
                    <a:pt x="21" y="773"/>
                  </a:lnTo>
                  <a:lnTo>
                    <a:pt x="34" y="748"/>
                  </a:lnTo>
                  <a:lnTo>
                    <a:pt x="50" y="716"/>
                  </a:lnTo>
                  <a:lnTo>
                    <a:pt x="68" y="680"/>
                  </a:lnTo>
                  <a:lnTo>
                    <a:pt x="88" y="640"/>
                  </a:lnTo>
                  <a:lnTo>
                    <a:pt x="110" y="597"/>
                  </a:lnTo>
                  <a:lnTo>
                    <a:pt x="133" y="552"/>
                  </a:lnTo>
                  <a:lnTo>
                    <a:pt x="156" y="505"/>
                  </a:lnTo>
                  <a:lnTo>
                    <a:pt x="180" y="459"/>
                  </a:lnTo>
                  <a:lnTo>
                    <a:pt x="204" y="413"/>
                  </a:lnTo>
                  <a:lnTo>
                    <a:pt x="226" y="369"/>
                  </a:lnTo>
                  <a:lnTo>
                    <a:pt x="247" y="326"/>
                  </a:lnTo>
                  <a:lnTo>
                    <a:pt x="267" y="287"/>
                  </a:lnTo>
                  <a:lnTo>
                    <a:pt x="284" y="252"/>
                  </a:lnTo>
                  <a:lnTo>
                    <a:pt x="301" y="220"/>
                  </a:lnTo>
                  <a:lnTo>
                    <a:pt x="318" y="190"/>
                  </a:lnTo>
                  <a:lnTo>
                    <a:pt x="335" y="161"/>
                  </a:lnTo>
                  <a:lnTo>
                    <a:pt x="352" y="134"/>
                  </a:lnTo>
                  <a:lnTo>
                    <a:pt x="370" y="109"/>
                  </a:lnTo>
                  <a:lnTo>
                    <a:pt x="388" y="86"/>
                  </a:lnTo>
                  <a:lnTo>
                    <a:pt x="407" y="66"/>
                  </a:lnTo>
                  <a:lnTo>
                    <a:pt x="425" y="48"/>
                  </a:lnTo>
                  <a:lnTo>
                    <a:pt x="445" y="32"/>
                  </a:lnTo>
                  <a:lnTo>
                    <a:pt x="465" y="20"/>
                  </a:lnTo>
                  <a:lnTo>
                    <a:pt x="486" y="10"/>
                  </a:lnTo>
                  <a:lnTo>
                    <a:pt x="507" y="3"/>
                  </a:lnTo>
                  <a:lnTo>
                    <a:pt x="530" y="0"/>
                  </a:lnTo>
                  <a:lnTo>
                    <a:pt x="553" y="0"/>
                  </a:lnTo>
                  <a:lnTo>
                    <a:pt x="576" y="3"/>
                  </a:lnTo>
                  <a:lnTo>
                    <a:pt x="601" y="10"/>
                  </a:lnTo>
                  <a:lnTo>
                    <a:pt x="625" y="21"/>
                  </a:lnTo>
                  <a:lnTo>
                    <a:pt x="648" y="36"/>
                  </a:lnTo>
                  <a:lnTo>
                    <a:pt x="670" y="53"/>
                  </a:lnTo>
                  <a:lnTo>
                    <a:pt x="691" y="74"/>
                  </a:lnTo>
                  <a:lnTo>
                    <a:pt x="711" y="97"/>
                  </a:lnTo>
                  <a:lnTo>
                    <a:pt x="728" y="122"/>
                  </a:lnTo>
                  <a:lnTo>
                    <a:pt x="743" y="150"/>
                  </a:lnTo>
                  <a:lnTo>
                    <a:pt x="757" y="179"/>
                  </a:lnTo>
                  <a:lnTo>
                    <a:pt x="769" y="209"/>
                  </a:lnTo>
                  <a:lnTo>
                    <a:pt x="779" y="240"/>
                  </a:lnTo>
                  <a:lnTo>
                    <a:pt x="787" y="271"/>
                  </a:lnTo>
                  <a:lnTo>
                    <a:pt x="794" y="302"/>
                  </a:lnTo>
                  <a:lnTo>
                    <a:pt x="797" y="334"/>
                  </a:lnTo>
                  <a:lnTo>
                    <a:pt x="798" y="365"/>
                  </a:lnTo>
                  <a:lnTo>
                    <a:pt x="797" y="395"/>
                  </a:lnTo>
                  <a:lnTo>
                    <a:pt x="794" y="424"/>
                  </a:lnTo>
                  <a:lnTo>
                    <a:pt x="786" y="452"/>
                  </a:lnTo>
                  <a:lnTo>
                    <a:pt x="771" y="481"/>
                  </a:lnTo>
                  <a:lnTo>
                    <a:pt x="751" y="508"/>
                  </a:lnTo>
                  <a:lnTo>
                    <a:pt x="726" y="536"/>
                  </a:lnTo>
                  <a:lnTo>
                    <a:pt x="696" y="564"/>
                  </a:lnTo>
                  <a:lnTo>
                    <a:pt x="662" y="591"/>
                  </a:lnTo>
                  <a:lnTo>
                    <a:pt x="627" y="618"/>
                  </a:lnTo>
                  <a:lnTo>
                    <a:pt x="590" y="644"/>
                  </a:lnTo>
                  <a:lnTo>
                    <a:pt x="551" y="670"/>
                  </a:lnTo>
                  <a:lnTo>
                    <a:pt x="511" y="694"/>
                  </a:lnTo>
                  <a:lnTo>
                    <a:pt x="472" y="717"/>
                  </a:lnTo>
                  <a:lnTo>
                    <a:pt x="435" y="740"/>
                  </a:lnTo>
                  <a:lnTo>
                    <a:pt x="400" y="761"/>
                  </a:lnTo>
                  <a:lnTo>
                    <a:pt x="366" y="781"/>
                  </a:lnTo>
                  <a:lnTo>
                    <a:pt x="337" y="800"/>
                  </a:lnTo>
                  <a:lnTo>
                    <a:pt x="312" y="817"/>
                  </a:lnTo>
                  <a:lnTo>
                    <a:pt x="288" y="832"/>
                  </a:lnTo>
                  <a:lnTo>
                    <a:pt x="262" y="844"/>
                  </a:lnTo>
                  <a:lnTo>
                    <a:pt x="236" y="854"/>
                  </a:lnTo>
                  <a:lnTo>
                    <a:pt x="208" y="861"/>
                  </a:lnTo>
                  <a:lnTo>
                    <a:pt x="181" y="865"/>
                  </a:lnTo>
                  <a:lnTo>
                    <a:pt x="154" y="869"/>
                  </a:lnTo>
                  <a:lnTo>
                    <a:pt x="128" y="870"/>
                  </a:lnTo>
                  <a:lnTo>
                    <a:pt x="102" y="869"/>
                  </a:lnTo>
                  <a:lnTo>
                    <a:pt x="78" y="865"/>
                  </a:lnTo>
                  <a:lnTo>
                    <a:pt x="56" y="862"/>
                  </a:lnTo>
                  <a:lnTo>
                    <a:pt x="38" y="856"/>
                  </a:lnTo>
                  <a:lnTo>
                    <a:pt x="23" y="848"/>
                  </a:lnTo>
                  <a:lnTo>
                    <a:pt x="10" y="840"/>
                  </a:lnTo>
                  <a:lnTo>
                    <a:pt x="3" y="831"/>
                  </a:lnTo>
                  <a:lnTo>
                    <a:pt x="0" y="820"/>
                  </a:lnTo>
                  <a:lnTo>
                    <a:pt x="2" y="810"/>
                  </a:lnTo>
                  <a:close/>
                </a:path>
              </a:pathLst>
            </a:custGeom>
            <a:solidFill>
              <a:srgbClr val="EFF2E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4" name="Freeform 12"/>
            <p:cNvSpPr>
              <a:spLocks/>
            </p:cNvSpPr>
            <p:nvPr/>
          </p:nvSpPr>
          <p:spPr bwMode="gray">
            <a:xfrm>
              <a:off x="1664" y="2514"/>
              <a:ext cx="380" cy="414"/>
            </a:xfrm>
            <a:custGeom>
              <a:avLst/>
              <a:gdLst/>
              <a:ahLst/>
              <a:cxnLst>
                <a:cxn ang="0">
                  <a:pos x="4" y="766"/>
                </a:cxn>
                <a:cxn ang="0">
                  <a:pos x="19" y="736"/>
                </a:cxn>
                <a:cxn ang="0">
                  <a:pos x="48" y="681"/>
                </a:cxn>
                <a:cxn ang="0">
                  <a:pos x="85" y="608"/>
                </a:cxn>
                <a:cxn ang="0">
                  <a:pos x="127" y="524"/>
                </a:cxn>
                <a:cxn ang="0">
                  <a:pos x="171" y="437"/>
                </a:cxn>
                <a:cxn ang="0">
                  <a:pos x="215" y="352"/>
                </a:cxn>
                <a:cxn ang="0">
                  <a:pos x="254" y="274"/>
                </a:cxn>
                <a:cxn ang="0">
                  <a:pos x="287" y="210"/>
                </a:cxn>
                <a:cxn ang="0">
                  <a:pos x="318" y="153"/>
                </a:cxn>
                <a:cxn ang="0">
                  <a:pos x="351" y="105"/>
                </a:cxn>
                <a:cxn ang="0">
                  <a:pos x="386" y="63"/>
                </a:cxn>
                <a:cxn ang="0">
                  <a:pos x="423" y="31"/>
                </a:cxn>
                <a:cxn ang="0">
                  <a:pos x="462" y="10"/>
                </a:cxn>
                <a:cxn ang="0">
                  <a:pos x="503" y="1"/>
                </a:cxn>
                <a:cxn ang="0">
                  <a:pos x="548" y="3"/>
                </a:cxn>
                <a:cxn ang="0">
                  <a:pos x="594" y="21"/>
                </a:cxn>
                <a:cxn ang="0">
                  <a:pos x="638" y="51"/>
                </a:cxn>
                <a:cxn ang="0">
                  <a:pos x="675" y="92"/>
                </a:cxn>
                <a:cxn ang="0">
                  <a:pos x="707" y="143"/>
                </a:cxn>
                <a:cxn ang="0">
                  <a:pos x="731" y="198"/>
                </a:cxn>
                <a:cxn ang="0">
                  <a:pos x="749" y="258"/>
                </a:cxn>
                <a:cxn ang="0">
                  <a:pos x="758" y="318"/>
                </a:cxn>
                <a:cxn ang="0">
                  <a:pos x="759" y="376"/>
                </a:cxn>
                <a:cxn ang="0">
                  <a:pos x="748" y="430"/>
                </a:cxn>
                <a:cxn ang="0">
                  <a:pos x="714" y="484"/>
                </a:cxn>
                <a:cxn ang="0">
                  <a:pos x="661" y="537"/>
                </a:cxn>
                <a:cxn ang="0">
                  <a:pos x="596" y="589"/>
                </a:cxn>
                <a:cxn ang="0">
                  <a:pos x="523" y="637"/>
                </a:cxn>
                <a:cxn ang="0">
                  <a:pos x="449" y="682"/>
                </a:cxn>
                <a:cxn ang="0">
                  <a:pos x="379" y="725"/>
                </a:cxn>
                <a:cxn ang="0">
                  <a:pos x="320" y="762"/>
                </a:cxn>
                <a:cxn ang="0">
                  <a:pos x="273" y="792"/>
                </a:cxn>
                <a:cxn ang="0">
                  <a:pos x="223" y="812"/>
                </a:cxn>
                <a:cxn ang="0">
                  <a:pos x="171" y="825"/>
                </a:cxn>
                <a:cxn ang="0">
                  <a:pos x="120" y="829"/>
                </a:cxn>
                <a:cxn ang="0">
                  <a:pos x="74" y="824"/>
                </a:cxn>
                <a:cxn ang="0">
                  <a:pos x="36" y="815"/>
                </a:cxn>
                <a:cxn ang="0">
                  <a:pos x="9" y="800"/>
                </a:cxn>
                <a:cxn ang="0">
                  <a:pos x="0" y="781"/>
                </a:cxn>
              </a:cxnLst>
              <a:rect l="0" t="0" r="r" b="b"/>
              <a:pathLst>
                <a:path w="759" h="829">
                  <a:moveTo>
                    <a:pt x="2" y="771"/>
                  </a:moveTo>
                  <a:lnTo>
                    <a:pt x="4" y="766"/>
                  </a:lnTo>
                  <a:lnTo>
                    <a:pt x="10" y="755"/>
                  </a:lnTo>
                  <a:lnTo>
                    <a:pt x="19" y="736"/>
                  </a:lnTo>
                  <a:lnTo>
                    <a:pt x="32" y="711"/>
                  </a:lnTo>
                  <a:lnTo>
                    <a:pt x="48" y="681"/>
                  </a:lnTo>
                  <a:lnTo>
                    <a:pt x="65" y="647"/>
                  </a:lnTo>
                  <a:lnTo>
                    <a:pt x="85" y="608"/>
                  </a:lnTo>
                  <a:lnTo>
                    <a:pt x="106" y="568"/>
                  </a:lnTo>
                  <a:lnTo>
                    <a:pt x="127" y="524"/>
                  </a:lnTo>
                  <a:lnTo>
                    <a:pt x="150" y="481"/>
                  </a:lnTo>
                  <a:lnTo>
                    <a:pt x="171" y="437"/>
                  </a:lnTo>
                  <a:lnTo>
                    <a:pt x="193" y="393"/>
                  </a:lnTo>
                  <a:lnTo>
                    <a:pt x="215" y="352"/>
                  </a:lnTo>
                  <a:lnTo>
                    <a:pt x="235" y="311"/>
                  </a:lnTo>
                  <a:lnTo>
                    <a:pt x="254" y="274"/>
                  </a:lnTo>
                  <a:lnTo>
                    <a:pt x="271" y="241"/>
                  </a:lnTo>
                  <a:lnTo>
                    <a:pt x="287" y="210"/>
                  </a:lnTo>
                  <a:lnTo>
                    <a:pt x="302" y="181"/>
                  </a:lnTo>
                  <a:lnTo>
                    <a:pt x="318" y="153"/>
                  </a:lnTo>
                  <a:lnTo>
                    <a:pt x="335" y="128"/>
                  </a:lnTo>
                  <a:lnTo>
                    <a:pt x="351" y="105"/>
                  </a:lnTo>
                  <a:lnTo>
                    <a:pt x="369" y="83"/>
                  </a:lnTo>
                  <a:lnTo>
                    <a:pt x="386" y="63"/>
                  </a:lnTo>
                  <a:lnTo>
                    <a:pt x="404" y="46"/>
                  </a:lnTo>
                  <a:lnTo>
                    <a:pt x="423" y="31"/>
                  </a:lnTo>
                  <a:lnTo>
                    <a:pt x="442" y="20"/>
                  </a:lnTo>
                  <a:lnTo>
                    <a:pt x="462" y="10"/>
                  </a:lnTo>
                  <a:lnTo>
                    <a:pt x="483" y="3"/>
                  </a:lnTo>
                  <a:lnTo>
                    <a:pt x="503" y="1"/>
                  </a:lnTo>
                  <a:lnTo>
                    <a:pt x="525" y="0"/>
                  </a:lnTo>
                  <a:lnTo>
                    <a:pt x="548" y="3"/>
                  </a:lnTo>
                  <a:lnTo>
                    <a:pt x="571" y="10"/>
                  </a:lnTo>
                  <a:lnTo>
                    <a:pt x="594" y="21"/>
                  </a:lnTo>
                  <a:lnTo>
                    <a:pt x="617" y="35"/>
                  </a:lnTo>
                  <a:lnTo>
                    <a:pt x="638" y="51"/>
                  </a:lnTo>
                  <a:lnTo>
                    <a:pt x="658" y="70"/>
                  </a:lnTo>
                  <a:lnTo>
                    <a:pt x="675" y="92"/>
                  </a:lnTo>
                  <a:lnTo>
                    <a:pt x="692" y="116"/>
                  </a:lnTo>
                  <a:lnTo>
                    <a:pt x="707" y="143"/>
                  </a:lnTo>
                  <a:lnTo>
                    <a:pt x="720" y="171"/>
                  </a:lnTo>
                  <a:lnTo>
                    <a:pt x="731" y="198"/>
                  </a:lnTo>
                  <a:lnTo>
                    <a:pt x="741" y="228"/>
                  </a:lnTo>
                  <a:lnTo>
                    <a:pt x="749" y="258"/>
                  </a:lnTo>
                  <a:lnTo>
                    <a:pt x="755" y="288"/>
                  </a:lnTo>
                  <a:lnTo>
                    <a:pt x="758" y="318"/>
                  </a:lnTo>
                  <a:lnTo>
                    <a:pt x="759" y="347"/>
                  </a:lnTo>
                  <a:lnTo>
                    <a:pt x="759" y="376"/>
                  </a:lnTo>
                  <a:lnTo>
                    <a:pt x="756" y="403"/>
                  </a:lnTo>
                  <a:lnTo>
                    <a:pt x="748" y="430"/>
                  </a:lnTo>
                  <a:lnTo>
                    <a:pt x="734" y="458"/>
                  </a:lnTo>
                  <a:lnTo>
                    <a:pt x="714" y="484"/>
                  </a:lnTo>
                  <a:lnTo>
                    <a:pt x="690" y="511"/>
                  </a:lnTo>
                  <a:lnTo>
                    <a:pt x="661" y="537"/>
                  </a:lnTo>
                  <a:lnTo>
                    <a:pt x="630" y="564"/>
                  </a:lnTo>
                  <a:lnTo>
                    <a:pt x="596" y="589"/>
                  </a:lnTo>
                  <a:lnTo>
                    <a:pt x="560" y="613"/>
                  </a:lnTo>
                  <a:lnTo>
                    <a:pt x="523" y="637"/>
                  </a:lnTo>
                  <a:lnTo>
                    <a:pt x="486" y="660"/>
                  </a:lnTo>
                  <a:lnTo>
                    <a:pt x="449" y="682"/>
                  </a:lnTo>
                  <a:lnTo>
                    <a:pt x="413" y="704"/>
                  </a:lnTo>
                  <a:lnTo>
                    <a:pt x="379" y="725"/>
                  </a:lnTo>
                  <a:lnTo>
                    <a:pt x="348" y="743"/>
                  </a:lnTo>
                  <a:lnTo>
                    <a:pt x="320" y="762"/>
                  </a:lnTo>
                  <a:lnTo>
                    <a:pt x="296" y="778"/>
                  </a:lnTo>
                  <a:lnTo>
                    <a:pt x="273" y="792"/>
                  </a:lnTo>
                  <a:lnTo>
                    <a:pt x="249" y="803"/>
                  </a:lnTo>
                  <a:lnTo>
                    <a:pt x="223" y="812"/>
                  </a:lnTo>
                  <a:lnTo>
                    <a:pt x="198" y="819"/>
                  </a:lnTo>
                  <a:lnTo>
                    <a:pt x="171" y="825"/>
                  </a:lnTo>
                  <a:lnTo>
                    <a:pt x="145" y="827"/>
                  </a:lnTo>
                  <a:lnTo>
                    <a:pt x="120" y="829"/>
                  </a:lnTo>
                  <a:lnTo>
                    <a:pt x="95" y="827"/>
                  </a:lnTo>
                  <a:lnTo>
                    <a:pt x="74" y="824"/>
                  </a:lnTo>
                  <a:lnTo>
                    <a:pt x="53" y="821"/>
                  </a:lnTo>
                  <a:lnTo>
                    <a:pt x="36" y="815"/>
                  </a:lnTo>
                  <a:lnTo>
                    <a:pt x="21" y="808"/>
                  </a:lnTo>
                  <a:lnTo>
                    <a:pt x="9" y="800"/>
                  </a:lnTo>
                  <a:lnTo>
                    <a:pt x="2" y="792"/>
                  </a:lnTo>
                  <a:lnTo>
                    <a:pt x="0" y="781"/>
                  </a:lnTo>
                  <a:lnTo>
                    <a:pt x="2" y="771"/>
                  </a:lnTo>
                  <a:close/>
                </a:path>
              </a:pathLst>
            </a:custGeom>
            <a:solidFill>
              <a:srgbClr val="EDEF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5" name="Freeform 13"/>
            <p:cNvSpPr>
              <a:spLocks/>
            </p:cNvSpPr>
            <p:nvPr/>
          </p:nvSpPr>
          <p:spPr bwMode="gray">
            <a:xfrm>
              <a:off x="1675" y="2525"/>
              <a:ext cx="361" cy="393"/>
            </a:xfrm>
            <a:custGeom>
              <a:avLst/>
              <a:gdLst/>
              <a:ahLst/>
              <a:cxnLst>
                <a:cxn ang="0">
                  <a:pos x="4" y="728"/>
                </a:cxn>
                <a:cxn ang="0">
                  <a:pos x="19" y="698"/>
                </a:cxn>
                <a:cxn ang="0">
                  <a:pos x="46" y="646"/>
                </a:cxn>
                <a:cxn ang="0">
                  <a:pos x="80" y="577"/>
                </a:cxn>
                <a:cxn ang="0">
                  <a:pos x="121" y="498"/>
                </a:cxn>
                <a:cxn ang="0">
                  <a:pos x="163" y="414"/>
                </a:cxn>
                <a:cxn ang="0">
                  <a:pos x="204" y="332"/>
                </a:cxn>
                <a:cxn ang="0">
                  <a:pos x="241" y="258"/>
                </a:cxn>
                <a:cxn ang="0">
                  <a:pos x="272" y="198"/>
                </a:cxn>
                <a:cxn ang="0">
                  <a:pos x="303" y="145"/>
                </a:cxn>
                <a:cxn ang="0">
                  <a:pos x="334" y="98"/>
                </a:cxn>
                <a:cxn ang="0">
                  <a:pos x="367" y="60"/>
                </a:cxn>
                <a:cxn ang="0">
                  <a:pos x="402" y="30"/>
                </a:cxn>
                <a:cxn ang="0">
                  <a:pos x="439" y="9"/>
                </a:cxn>
                <a:cxn ang="0">
                  <a:pos x="478" y="0"/>
                </a:cxn>
                <a:cxn ang="0">
                  <a:pos x="521" y="3"/>
                </a:cxn>
                <a:cxn ang="0">
                  <a:pos x="564" y="18"/>
                </a:cxn>
                <a:cxn ang="0">
                  <a:pos x="606" y="48"/>
                </a:cxn>
                <a:cxn ang="0">
                  <a:pos x="642" y="87"/>
                </a:cxn>
                <a:cxn ang="0">
                  <a:pos x="671" y="135"/>
                </a:cxn>
                <a:cxn ang="0">
                  <a:pos x="695" y="188"/>
                </a:cxn>
                <a:cxn ang="0">
                  <a:pos x="712" y="244"/>
                </a:cxn>
                <a:cxn ang="0">
                  <a:pos x="720" y="301"/>
                </a:cxn>
                <a:cxn ang="0">
                  <a:pos x="721" y="356"/>
                </a:cxn>
                <a:cxn ang="0">
                  <a:pos x="709" y="408"/>
                </a:cxn>
                <a:cxn ang="0">
                  <a:pos x="678" y="459"/>
                </a:cxn>
                <a:cxn ang="0">
                  <a:pos x="628" y="509"/>
                </a:cxn>
                <a:cxn ang="0">
                  <a:pos x="565" y="558"/>
                </a:cxn>
                <a:cxn ang="0">
                  <a:pos x="496" y="605"/>
                </a:cxn>
                <a:cxn ang="0">
                  <a:pos x="426" y="648"/>
                </a:cxn>
                <a:cxn ang="0">
                  <a:pos x="360" y="687"/>
                </a:cxn>
                <a:cxn ang="0">
                  <a:pos x="305" y="722"/>
                </a:cxn>
                <a:cxn ang="0">
                  <a:pos x="260" y="751"/>
                </a:cxn>
                <a:cxn ang="0">
                  <a:pos x="213" y="771"/>
                </a:cxn>
                <a:cxn ang="0">
                  <a:pos x="163" y="782"/>
                </a:cxn>
                <a:cxn ang="0">
                  <a:pos x="115" y="786"/>
                </a:cxn>
                <a:cxn ang="0">
                  <a:pos x="70" y="782"/>
                </a:cxn>
                <a:cxn ang="0">
                  <a:pos x="34" y="773"/>
                </a:cxn>
                <a:cxn ang="0">
                  <a:pos x="9" y="759"/>
                </a:cxn>
                <a:cxn ang="0">
                  <a:pos x="0" y="742"/>
                </a:cxn>
              </a:cxnLst>
              <a:rect l="0" t="0" r="r" b="b"/>
              <a:pathLst>
                <a:path w="721" h="786">
                  <a:moveTo>
                    <a:pt x="2" y="732"/>
                  </a:moveTo>
                  <a:lnTo>
                    <a:pt x="4" y="728"/>
                  </a:lnTo>
                  <a:lnTo>
                    <a:pt x="10" y="717"/>
                  </a:lnTo>
                  <a:lnTo>
                    <a:pt x="19" y="698"/>
                  </a:lnTo>
                  <a:lnTo>
                    <a:pt x="31" y="675"/>
                  </a:lnTo>
                  <a:lnTo>
                    <a:pt x="46" y="646"/>
                  </a:lnTo>
                  <a:lnTo>
                    <a:pt x="62" y="614"/>
                  </a:lnTo>
                  <a:lnTo>
                    <a:pt x="80" y="577"/>
                  </a:lnTo>
                  <a:lnTo>
                    <a:pt x="100" y="538"/>
                  </a:lnTo>
                  <a:lnTo>
                    <a:pt x="121" y="498"/>
                  </a:lnTo>
                  <a:lnTo>
                    <a:pt x="141" y="456"/>
                  </a:lnTo>
                  <a:lnTo>
                    <a:pt x="163" y="414"/>
                  </a:lnTo>
                  <a:lnTo>
                    <a:pt x="184" y="372"/>
                  </a:lnTo>
                  <a:lnTo>
                    <a:pt x="204" y="332"/>
                  </a:lnTo>
                  <a:lnTo>
                    <a:pt x="223" y="294"/>
                  </a:lnTo>
                  <a:lnTo>
                    <a:pt x="241" y="258"/>
                  </a:lnTo>
                  <a:lnTo>
                    <a:pt x="257" y="227"/>
                  </a:lnTo>
                  <a:lnTo>
                    <a:pt x="272" y="198"/>
                  </a:lnTo>
                  <a:lnTo>
                    <a:pt x="287" y="170"/>
                  </a:lnTo>
                  <a:lnTo>
                    <a:pt x="303" y="145"/>
                  </a:lnTo>
                  <a:lnTo>
                    <a:pt x="318" y="121"/>
                  </a:lnTo>
                  <a:lnTo>
                    <a:pt x="334" y="98"/>
                  </a:lnTo>
                  <a:lnTo>
                    <a:pt x="350" y="78"/>
                  </a:lnTo>
                  <a:lnTo>
                    <a:pt x="367" y="60"/>
                  </a:lnTo>
                  <a:lnTo>
                    <a:pt x="385" y="44"/>
                  </a:lnTo>
                  <a:lnTo>
                    <a:pt x="402" y="30"/>
                  </a:lnTo>
                  <a:lnTo>
                    <a:pt x="420" y="18"/>
                  </a:lnTo>
                  <a:lnTo>
                    <a:pt x="439" y="9"/>
                  </a:lnTo>
                  <a:lnTo>
                    <a:pt x="458" y="3"/>
                  </a:lnTo>
                  <a:lnTo>
                    <a:pt x="478" y="0"/>
                  </a:lnTo>
                  <a:lnTo>
                    <a:pt x="499" y="0"/>
                  </a:lnTo>
                  <a:lnTo>
                    <a:pt x="521" y="3"/>
                  </a:lnTo>
                  <a:lnTo>
                    <a:pt x="542" y="9"/>
                  </a:lnTo>
                  <a:lnTo>
                    <a:pt x="564" y="18"/>
                  </a:lnTo>
                  <a:lnTo>
                    <a:pt x="586" y="32"/>
                  </a:lnTo>
                  <a:lnTo>
                    <a:pt x="606" y="48"/>
                  </a:lnTo>
                  <a:lnTo>
                    <a:pt x="624" y="67"/>
                  </a:lnTo>
                  <a:lnTo>
                    <a:pt x="642" y="87"/>
                  </a:lnTo>
                  <a:lnTo>
                    <a:pt x="658" y="111"/>
                  </a:lnTo>
                  <a:lnTo>
                    <a:pt x="671" y="135"/>
                  </a:lnTo>
                  <a:lnTo>
                    <a:pt x="684" y="161"/>
                  </a:lnTo>
                  <a:lnTo>
                    <a:pt x="695" y="188"/>
                  </a:lnTo>
                  <a:lnTo>
                    <a:pt x="704" y="215"/>
                  </a:lnTo>
                  <a:lnTo>
                    <a:pt x="712" y="244"/>
                  </a:lnTo>
                  <a:lnTo>
                    <a:pt x="716" y="273"/>
                  </a:lnTo>
                  <a:lnTo>
                    <a:pt x="720" y="301"/>
                  </a:lnTo>
                  <a:lnTo>
                    <a:pt x="721" y="330"/>
                  </a:lnTo>
                  <a:lnTo>
                    <a:pt x="721" y="356"/>
                  </a:lnTo>
                  <a:lnTo>
                    <a:pt x="718" y="383"/>
                  </a:lnTo>
                  <a:lnTo>
                    <a:pt x="709" y="408"/>
                  </a:lnTo>
                  <a:lnTo>
                    <a:pt x="697" y="433"/>
                  </a:lnTo>
                  <a:lnTo>
                    <a:pt x="678" y="459"/>
                  </a:lnTo>
                  <a:lnTo>
                    <a:pt x="655" y="484"/>
                  </a:lnTo>
                  <a:lnTo>
                    <a:pt x="628" y="509"/>
                  </a:lnTo>
                  <a:lnTo>
                    <a:pt x="598" y="533"/>
                  </a:lnTo>
                  <a:lnTo>
                    <a:pt x="565" y="558"/>
                  </a:lnTo>
                  <a:lnTo>
                    <a:pt x="532" y="582"/>
                  </a:lnTo>
                  <a:lnTo>
                    <a:pt x="496" y="605"/>
                  </a:lnTo>
                  <a:lnTo>
                    <a:pt x="462" y="627"/>
                  </a:lnTo>
                  <a:lnTo>
                    <a:pt x="426" y="648"/>
                  </a:lnTo>
                  <a:lnTo>
                    <a:pt x="393" y="668"/>
                  </a:lnTo>
                  <a:lnTo>
                    <a:pt x="360" y="687"/>
                  </a:lnTo>
                  <a:lnTo>
                    <a:pt x="330" y="705"/>
                  </a:lnTo>
                  <a:lnTo>
                    <a:pt x="305" y="722"/>
                  </a:lnTo>
                  <a:lnTo>
                    <a:pt x="282" y="737"/>
                  </a:lnTo>
                  <a:lnTo>
                    <a:pt x="260" y="751"/>
                  </a:lnTo>
                  <a:lnTo>
                    <a:pt x="237" y="763"/>
                  </a:lnTo>
                  <a:lnTo>
                    <a:pt x="213" y="771"/>
                  </a:lnTo>
                  <a:lnTo>
                    <a:pt x="189" y="778"/>
                  </a:lnTo>
                  <a:lnTo>
                    <a:pt x="163" y="782"/>
                  </a:lnTo>
                  <a:lnTo>
                    <a:pt x="139" y="785"/>
                  </a:lnTo>
                  <a:lnTo>
                    <a:pt x="115" y="786"/>
                  </a:lnTo>
                  <a:lnTo>
                    <a:pt x="92" y="785"/>
                  </a:lnTo>
                  <a:lnTo>
                    <a:pt x="70" y="782"/>
                  </a:lnTo>
                  <a:lnTo>
                    <a:pt x="52" y="778"/>
                  </a:lnTo>
                  <a:lnTo>
                    <a:pt x="34" y="773"/>
                  </a:lnTo>
                  <a:lnTo>
                    <a:pt x="20" y="766"/>
                  </a:lnTo>
                  <a:lnTo>
                    <a:pt x="9" y="759"/>
                  </a:lnTo>
                  <a:lnTo>
                    <a:pt x="3" y="751"/>
                  </a:lnTo>
                  <a:lnTo>
                    <a:pt x="0" y="742"/>
                  </a:lnTo>
                  <a:lnTo>
                    <a:pt x="2" y="732"/>
                  </a:lnTo>
                  <a:close/>
                </a:path>
              </a:pathLst>
            </a:custGeom>
            <a:solidFill>
              <a:srgbClr val="EAED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6" name="Freeform 14"/>
            <p:cNvSpPr>
              <a:spLocks/>
            </p:cNvSpPr>
            <p:nvPr/>
          </p:nvSpPr>
          <p:spPr bwMode="gray">
            <a:xfrm>
              <a:off x="1055" y="2549"/>
              <a:ext cx="649" cy="527"/>
            </a:xfrm>
            <a:custGeom>
              <a:avLst/>
              <a:gdLst/>
              <a:ahLst/>
              <a:cxnLst>
                <a:cxn ang="0">
                  <a:pos x="1245" y="161"/>
                </a:cxn>
                <a:cxn ang="0">
                  <a:pos x="1236" y="156"/>
                </a:cxn>
                <a:cxn ang="0">
                  <a:pos x="1219" y="148"/>
                </a:cxn>
                <a:cxn ang="0">
                  <a:pos x="1193" y="136"/>
                </a:cxn>
                <a:cxn ang="0">
                  <a:pos x="1161" y="121"/>
                </a:cxn>
                <a:cxn ang="0">
                  <a:pos x="1122" y="105"/>
                </a:cxn>
                <a:cxn ang="0">
                  <a:pos x="1076" y="88"/>
                </a:cxn>
                <a:cxn ang="0">
                  <a:pos x="1025" y="71"/>
                </a:cxn>
                <a:cxn ang="0">
                  <a:pos x="970" y="53"/>
                </a:cxn>
                <a:cxn ang="0">
                  <a:pos x="910" y="37"/>
                </a:cxn>
                <a:cxn ang="0">
                  <a:pos x="847" y="23"/>
                </a:cxn>
                <a:cxn ang="0">
                  <a:pos x="780" y="13"/>
                </a:cxn>
                <a:cxn ang="0">
                  <a:pos x="711" y="5"/>
                </a:cxn>
                <a:cxn ang="0">
                  <a:pos x="639" y="0"/>
                </a:cxn>
                <a:cxn ang="0">
                  <a:pos x="567" y="1"/>
                </a:cxn>
                <a:cxn ang="0">
                  <a:pos x="494" y="8"/>
                </a:cxn>
                <a:cxn ang="0">
                  <a:pos x="386" y="30"/>
                </a:cxn>
                <a:cxn ang="0">
                  <a:pos x="259" y="83"/>
                </a:cxn>
                <a:cxn ang="0">
                  <a:pos x="153" y="159"/>
                </a:cxn>
                <a:cxn ang="0">
                  <a:pos x="72" y="255"/>
                </a:cxn>
                <a:cxn ang="0">
                  <a:pos x="20" y="366"/>
                </a:cxn>
                <a:cxn ang="0">
                  <a:pos x="0" y="487"/>
                </a:cxn>
                <a:cxn ang="0">
                  <a:pos x="15" y="616"/>
                </a:cxn>
                <a:cxn ang="0">
                  <a:pos x="69" y="746"/>
                </a:cxn>
                <a:cxn ang="0">
                  <a:pos x="155" y="872"/>
                </a:cxn>
                <a:cxn ang="0">
                  <a:pos x="234" y="964"/>
                </a:cxn>
                <a:cxn ang="0">
                  <a:pos x="300" y="1021"/>
                </a:cxn>
                <a:cxn ang="0">
                  <a:pos x="360" y="1050"/>
                </a:cxn>
                <a:cxn ang="0">
                  <a:pos x="416" y="1054"/>
                </a:cxn>
                <a:cxn ang="0">
                  <a:pos x="471" y="1036"/>
                </a:cxn>
                <a:cxn ang="0">
                  <a:pos x="532" y="1004"/>
                </a:cxn>
                <a:cxn ang="0">
                  <a:pos x="600" y="959"/>
                </a:cxn>
                <a:cxn ang="0">
                  <a:pos x="678" y="910"/>
                </a:cxn>
                <a:cxn ang="0">
                  <a:pos x="752" y="868"/>
                </a:cxn>
                <a:cxn ang="0">
                  <a:pos x="819" y="834"/>
                </a:cxn>
                <a:cxn ang="0">
                  <a:pos x="881" y="801"/>
                </a:cxn>
                <a:cxn ang="0">
                  <a:pos x="940" y="768"/>
                </a:cxn>
                <a:cxn ang="0">
                  <a:pos x="996" y="729"/>
                </a:cxn>
                <a:cxn ang="0">
                  <a:pos x="1053" y="679"/>
                </a:cxn>
                <a:cxn ang="0">
                  <a:pos x="1112" y="616"/>
                </a:cxn>
                <a:cxn ang="0">
                  <a:pos x="1170" y="537"/>
                </a:cxn>
                <a:cxn ang="0">
                  <a:pos x="1221" y="464"/>
                </a:cxn>
                <a:cxn ang="0">
                  <a:pos x="1258" y="397"/>
                </a:cxn>
                <a:cxn ang="0">
                  <a:pos x="1283" y="337"/>
                </a:cxn>
                <a:cxn ang="0">
                  <a:pos x="1296" y="285"/>
                </a:cxn>
                <a:cxn ang="0">
                  <a:pos x="1297" y="241"/>
                </a:cxn>
                <a:cxn ang="0">
                  <a:pos x="1286" y="203"/>
                </a:cxn>
                <a:cxn ang="0">
                  <a:pos x="1263" y="174"/>
                </a:cxn>
              </a:cxnLst>
              <a:rect l="0" t="0" r="r" b="b"/>
              <a:pathLst>
                <a:path w="1298" h="1055">
                  <a:moveTo>
                    <a:pt x="1246" y="162"/>
                  </a:moveTo>
                  <a:lnTo>
                    <a:pt x="1245" y="161"/>
                  </a:lnTo>
                  <a:lnTo>
                    <a:pt x="1242" y="159"/>
                  </a:lnTo>
                  <a:lnTo>
                    <a:pt x="1236" y="156"/>
                  </a:lnTo>
                  <a:lnTo>
                    <a:pt x="1228" y="152"/>
                  </a:lnTo>
                  <a:lnTo>
                    <a:pt x="1219" y="148"/>
                  </a:lnTo>
                  <a:lnTo>
                    <a:pt x="1207" y="142"/>
                  </a:lnTo>
                  <a:lnTo>
                    <a:pt x="1193" y="136"/>
                  </a:lnTo>
                  <a:lnTo>
                    <a:pt x="1178" y="129"/>
                  </a:lnTo>
                  <a:lnTo>
                    <a:pt x="1161" y="121"/>
                  </a:lnTo>
                  <a:lnTo>
                    <a:pt x="1142" y="113"/>
                  </a:lnTo>
                  <a:lnTo>
                    <a:pt x="1122" y="105"/>
                  </a:lnTo>
                  <a:lnTo>
                    <a:pt x="1100" y="97"/>
                  </a:lnTo>
                  <a:lnTo>
                    <a:pt x="1076" y="88"/>
                  </a:lnTo>
                  <a:lnTo>
                    <a:pt x="1052" y="80"/>
                  </a:lnTo>
                  <a:lnTo>
                    <a:pt x="1025" y="71"/>
                  </a:lnTo>
                  <a:lnTo>
                    <a:pt x="999" y="61"/>
                  </a:lnTo>
                  <a:lnTo>
                    <a:pt x="970" y="53"/>
                  </a:lnTo>
                  <a:lnTo>
                    <a:pt x="940" y="45"/>
                  </a:lnTo>
                  <a:lnTo>
                    <a:pt x="910" y="37"/>
                  </a:lnTo>
                  <a:lnTo>
                    <a:pt x="879" y="30"/>
                  </a:lnTo>
                  <a:lnTo>
                    <a:pt x="847" y="23"/>
                  </a:lnTo>
                  <a:lnTo>
                    <a:pt x="813" y="18"/>
                  </a:lnTo>
                  <a:lnTo>
                    <a:pt x="780" y="13"/>
                  </a:lnTo>
                  <a:lnTo>
                    <a:pt x="745" y="8"/>
                  </a:lnTo>
                  <a:lnTo>
                    <a:pt x="711" y="5"/>
                  </a:lnTo>
                  <a:lnTo>
                    <a:pt x="675" y="3"/>
                  </a:lnTo>
                  <a:lnTo>
                    <a:pt x="639" y="0"/>
                  </a:lnTo>
                  <a:lnTo>
                    <a:pt x="604" y="0"/>
                  </a:lnTo>
                  <a:lnTo>
                    <a:pt x="567" y="1"/>
                  </a:lnTo>
                  <a:lnTo>
                    <a:pt x="531" y="5"/>
                  </a:lnTo>
                  <a:lnTo>
                    <a:pt x="494" y="8"/>
                  </a:lnTo>
                  <a:lnTo>
                    <a:pt x="457" y="14"/>
                  </a:lnTo>
                  <a:lnTo>
                    <a:pt x="386" y="30"/>
                  </a:lnTo>
                  <a:lnTo>
                    <a:pt x="320" y="54"/>
                  </a:lnTo>
                  <a:lnTo>
                    <a:pt x="259" y="83"/>
                  </a:lnTo>
                  <a:lnTo>
                    <a:pt x="203" y="119"/>
                  </a:lnTo>
                  <a:lnTo>
                    <a:pt x="153" y="159"/>
                  </a:lnTo>
                  <a:lnTo>
                    <a:pt x="109" y="205"/>
                  </a:lnTo>
                  <a:lnTo>
                    <a:pt x="72" y="255"/>
                  </a:lnTo>
                  <a:lnTo>
                    <a:pt x="42" y="309"/>
                  </a:lnTo>
                  <a:lnTo>
                    <a:pt x="20" y="366"/>
                  </a:lnTo>
                  <a:lnTo>
                    <a:pt x="7" y="426"/>
                  </a:lnTo>
                  <a:lnTo>
                    <a:pt x="0" y="487"/>
                  </a:lnTo>
                  <a:lnTo>
                    <a:pt x="3" y="550"/>
                  </a:lnTo>
                  <a:lnTo>
                    <a:pt x="15" y="616"/>
                  </a:lnTo>
                  <a:lnTo>
                    <a:pt x="37" y="680"/>
                  </a:lnTo>
                  <a:lnTo>
                    <a:pt x="69" y="746"/>
                  </a:lnTo>
                  <a:lnTo>
                    <a:pt x="110" y="812"/>
                  </a:lnTo>
                  <a:lnTo>
                    <a:pt x="155" y="872"/>
                  </a:lnTo>
                  <a:lnTo>
                    <a:pt x="197" y="922"/>
                  </a:lnTo>
                  <a:lnTo>
                    <a:pt x="234" y="964"/>
                  </a:lnTo>
                  <a:lnTo>
                    <a:pt x="268" y="996"/>
                  </a:lnTo>
                  <a:lnTo>
                    <a:pt x="300" y="1021"/>
                  </a:lnTo>
                  <a:lnTo>
                    <a:pt x="330" y="1039"/>
                  </a:lnTo>
                  <a:lnTo>
                    <a:pt x="360" y="1050"/>
                  </a:lnTo>
                  <a:lnTo>
                    <a:pt x="388" y="1055"/>
                  </a:lnTo>
                  <a:lnTo>
                    <a:pt x="416" y="1054"/>
                  </a:lnTo>
                  <a:lnTo>
                    <a:pt x="443" y="1048"/>
                  </a:lnTo>
                  <a:lnTo>
                    <a:pt x="471" y="1036"/>
                  </a:lnTo>
                  <a:lnTo>
                    <a:pt x="501" y="1021"/>
                  </a:lnTo>
                  <a:lnTo>
                    <a:pt x="532" y="1004"/>
                  </a:lnTo>
                  <a:lnTo>
                    <a:pt x="564" y="982"/>
                  </a:lnTo>
                  <a:lnTo>
                    <a:pt x="600" y="959"/>
                  </a:lnTo>
                  <a:lnTo>
                    <a:pt x="639" y="934"/>
                  </a:lnTo>
                  <a:lnTo>
                    <a:pt x="678" y="910"/>
                  </a:lnTo>
                  <a:lnTo>
                    <a:pt x="716" y="888"/>
                  </a:lnTo>
                  <a:lnTo>
                    <a:pt x="752" y="868"/>
                  </a:lnTo>
                  <a:lnTo>
                    <a:pt x="787" y="850"/>
                  </a:lnTo>
                  <a:lnTo>
                    <a:pt x="819" y="834"/>
                  </a:lnTo>
                  <a:lnTo>
                    <a:pt x="851" y="817"/>
                  </a:lnTo>
                  <a:lnTo>
                    <a:pt x="881" y="801"/>
                  </a:lnTo>
                  <a:lnTo>
                    <a:pt x="911" y="785"/>
                  </a:lnTo>
                  <a:lnTo>
                    <a:pt x="940" y="768"/>
                  </a:lnTo>
                  <a:lnTo>
                    <a:pt x="968" y="748"/>
                  </a:lnTo>
                  <a:lnTo>
                    <a:pt x="996" y="729"/>
                  </a:lnTo>
                  <a:lnTo>
                    <a:pt x="1025" y="706"/>
                  </a:lnTo>
                  <a:lnTo>
                    <a:pt x="1053" y="679"/>
                  </a:lnTo>
                  <a:lnTo>
                    <a:pt x="1082" y="649"/>
                  </a:lnTo>
                  <a:lnTo>
                    <a:pt x="1112" y="616"/>
                  </a:lnTo>
                  <a:lnTo>
                    <a:pt x="1142" y="578"/>
                  </a:lnTo>
                  <a:lnTo>
                    <a:pt x="1170" y="537"/>
                  </a:lnTo>
                  <a:lnTo>
                    <a:pt x="1197" y="499"/>
                  </a:lnTo>
                  <a:lnTo>
                    <a:pt x="1221" y="464"/>
                  </a:lnTo>
                  <a:lnTo>
                    <a:pt x="1241" y="429"/>
                  </a:lnTo>
                  <a:lnTo>
                    <a:pt x="1258" y="397"/>
                  </a:lnTo>
                  <a:lnTo>
                    <a:pt x="1272" y="366"/>
                  </a:lnTo>
                  <a:lnTo>
                    <a:pt x="1283" y="337"/>
                  </a:lnTo>
                  <a:lnTo>
                    <a:pt x="1291" y="310"/>
                  </a:lnTo>
                  <a:lnTo>
                    <a:pt x="1296" y="285"/>
                  </a:lnTo>
                  <a:lnTo>
                    <a:pt x="1298" y="262"/>
                  </a:lnTo>
                  <a:lnTo>
                    <a:pt x="1297" y="241"/>
                  </a:lnTo>
                  <a:lnTo>
                    <a:pt x="1293" y="222"/>
                  </a:lnTo>
                  <a:lnTo>
                    <a:pt x="1286" y="203"/>
                  </a:lnTo>
                  <a:lnTo>
                    <a:pt x="1275" y="188"/>
                  </a:lnTo>
                  <a:lnTo>
                    <a:pt x="1263" y="174"/>
                  </a:lnTo>
                  <a:lnTo>
                    <a:pt x="1246" y="1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7" name="Freeform 15"/>
            <p:cNvSpPr>
              <a:spLocks/>
            </p:cNvSpPr>
            <p:nvPr/>
          </p:nvSpPr>
          <p:spPr bwMode="gray">
            <a:xfrm>
              <a:off x="1068" y="2560"/>
              <a:ext cx="624" cy="507"/>
            </a:xfrm>
            <a:custGeom>
              <a:avLst/>
              <a:gdLst/>
              <a:ahLst/>
              <a:cxnLst>
                <a:cxn ang="0">
                  <a:pos x="1197" y="153"/>
                </a:cxn>
                <a:cxn ang="0">
                  <a:pos x="1189" y="150"/>
                </a:cxn>
                <a:cxn ang="0">
                  <a:pos x="1172" y="141"/>
                </a:cxn>
                <a:cxn ang="0">
                  <a:pos x="1148" y="129"/>
                </a:cxn>
                <a:cxn ang="0">
                  <a:pos x="1117" y="115"/>
                </a:cxn>
                <a:cxn ang="0">
                  <a:pos x="1079" y="100"/>
                </a:cxn>
                <a:cxn ang="0">
                  <a:pos x="1035" y="84"/>
                </a:cxn>
                <a:cxn ang="0">
                  <a:pos x="986" y="67"/>
                </a:cxn>
                <a:cxn ang="0">
                  <a:pos x="932" y="51"/>
                </a:cxn>
                <a:cxn ang="0">
                  <a:pos x="875" y="35"/>
                </a:cxn>
                <a:cxn ang="0">
                  <a:pos x="814" y="22"/>
                </a:cxn>
                <a:cxn ang="0">
                  <a:pos x="750" y="10"/>
                </a:cxn>
                <a:cxn ang="0">
                  <a:pos x="683" y="4"/>
                </a:cxn>
                <a:cxn ang="0">
                  <a:pos x="614" y="0"/>
                </a:cxn>
                <a:cxn ang="0">
                  <a:pos x="545" y="1"/>
                </a:cxn>
                <a:cxn ang="0">
                  <a:pos x="475" y="7"/>
                </a:cxn>
                <a:cxn ang="0">
                  <a:pos x="371" y="29"/>
                </a:cxn>
                <a:cxn ang="0">
                  <a:pos x="248" y="80"/>
                </a:cxn>
                <a:cxn ang="0">
                  <a:pos x="146" y="153"/>
                </a:cxn>
                <a:cxn ang="0">
                  <a:pos x="69" y="244"/>
                </a:cxn>
                <a:cxn ang="0">
                  <a:pos x="19" y="350"/>
                </a:cxn>
                <a:cxn ang="0">
                  <a:pos x="0" y="468"/>
                </a:cxn>
                <a:cxn ang="0">
                  <a:pos x="14" y="591"/>
                </a:cxn>
                <a:cxn ang="0">
                  <a:pos x="65" y="717"/>
                </a:cxn>
                <a:cxn ang="0">
                  <a:pos x="149" y="838"/>
                </a:cxn>
                <a:cxn ang="0">
                  <a:pos x="225" y="927"/>
                </a:cxn>
                <a:cxn ang="0">
                  <a:pos x="289" y="982"/>
                </a:cxn>
                <a:cxn ang="0">
                  <a:pos x="346" y="1010"/>
                </a:cxn>
                <a:cxn ang="0">
                  <a:pos x="399" y="1013"/>
                </a:cxn>
                <a:cxn ang="0">
                  <a:pos x="453" y="996"/>
                </a:cxn>
                <a:cxn ang="0">
                  <a:pos x="512" y="965"/>
                </a:cxn>
                <a:cxn ang="0">
                  <a:pos x="577" y="921"/>
                </a:cxn>
                <a:cxn ang="0">
                  <a:pos x="653" y="874"/>
                </a:cxn>
                <a:cxn ang="0">
                  <a:pos x="724" y="833"/>
                </a:cxn>
                <a:cxn ang="0">
                  <a:pos x="788" y="800"/>
                </a:cxn>
                <a:cxn ang="0">
                  <a:pos x="847" y="769"/>
                </a:cxn>
                <a:cxn ang="0">
                  <a:pos x="903" y="736"/>
                </a:cxn>
                <a:cxn ang="0">
                  <a:pos x="959" y="700"/>
                </a:cxn>
                <a:cxn ang="0">
                  <a:pos x="1013" y="652"/>
                </a:cxn>
                <a:cxn ang="0">
                  <a:pos x="1069" y="591"/>
                </a:cxn>
                <a:cxn ang="0">
                  <a:pos x="1127" y="516"/>
                </a:cxn>
                <a:cxn ang="0">
                  <a:pos x="1174" y="445"/>
                </a:cxn>
                <a:cxn ang="0">
                  <a:pos x="1210" y="380"/>
                </a:cxn>
                <a:cxn ang="0">
                  <a:pos x="1235" y="324"/>
                </a:cxn>
                <a:cxn ang="0">
                  <a:pos x="1247" y="273"/>
                </a:cxn>
                <a:cxn ang="0">
                  <a:pos x="1248" y="231"/>
                </a:cxn>
                <a:cxn ang="0">
                  <a:pos x="1238" y="195"/>
                </a:cxn>
                <a:cxn ang="0">
                  <a:pos x="1215" y="166"/>
                </a:cxn>
              </a:cxnLst>
              <a:rect l="0" t="0" r="r" b="b"/>
              <a:pathLst>
                <a:path w="1249" h="1014">
                  <a:moveTo>
                    <a:pt x="1198" y="154"/>
                  </a:moveTo>
                  <a:lnTo>
                    <a:pt x="1197" y="153"/>
                  </a:lnTo>
                  <a:lnTo>
                    <a:pt x="1194" y="152"/>
                  </a:lnTo>
                  <a:lnTo>
                    <a:pt x="1189" y="150"/>
                  </a:lnTo>
                  <a:lnTo>
                    <a:pt x="1181" y="145"/>
                  </a:lnTo>
                  <a:lnTo>
                    <a:pt x="1172" y="141"/>
                  </a:lnTo>
                  <a:lnTo>
                    <a:pt x="1160" y="136"/>
                  </a:lnTo>
                  <a:lnTo>
                    <a:pt x="1148" y="129"/>
                  </a:lnTo>
                  <a:lnTo>
                    <a:pt x="1133" y="123"/>
                  </a:lnTo>
                  <a:lnTo>
                    <a:pt x="1117" y="115"/>
                  </a:lnTo>
                  <a:lnTo>
                    <a:pt x="1098" y="108"/>
                  </a:lnTo>
                  <a:lnTo>
                    <a:pt x="1079" y="100"/>
                  </a:lnTo>
                  <a:lnTo>
                    <a:pt x="1058" y="92"/>
                  </a:lnTo>
                  <a:lnTo>
                    <a:pt x="1035" y="84"/>
                  </a:lnTo>
                  <a:lnTo>
                    <a:pt x="1012" y="75"/>
                  </a:lnTo>
                  <a:lnTo>
                    <a:pt x="986" y="67"/>
                  </a:lnTo>
                  <a:lnTo>
                    <a:pt x="960" y="59"/>
                  </a:lnTo>
                  <a:lnTo>
                    <a:pt x="932" y="51"/>
                  </a:lnTo>
                  <a:lnTo>
                    <a:pt x="905" y="43"/>
                  </a:lnTo>
                  <a:lnTo>
                    <a:pt x="875" y="35"/>
                  </a:lnTo>
                  <a:lnTo>
                    <a:pt x="845" y="28"/>
                  </a:lnTo>
                  <a:lnTo>
                    <a:pt x="814" y="22"/>
                  </a:lnTo>
                  <a:lnTo>
                    <a:pt x="782" y="16"/>
                  </a:lnTo>
                  <a:lnTo>
                    <a:pt x="750" y="10"/>
                  </a:lnTo>
                  <a:lnTo>
                    <a:pt x="717" y="7"/>
                  </a:lnTo>
                  <a:lnTo>
                    <a:pt x="683" y="4"/>
                  </a:lnTo>
                  <a:lnTo>
                    <a:pt x="649" y="1"/>
                  </a:lnTo>
                  <a:lnTo>
                    <a:pt x="614" y="0"/>
                  </a:lnTo>
                  <a:lnTo>
                    <a:pt x="580" y="0"/>
                  </a:lnTo>
                  <a:lnTo>
                    <a:pt x="545" y="1"/>
                  </a:lnTo>
                  <a:lnTo>
                    <a:pt x="509" y="4"/>
                  </a:lnTo>
                  <a:lnTo>
                    <a:pt x="475" y="7"/>
                  </a:lnTo>
                  <a:lnTo>
                    <a:pt x="439" y="13"/>
                  </a:lnTo>
                  <a:lnTo>
                    <a:pt x="371" y="29"/>
                  </a:lnTo>
                  <a:lnTo>
                    <a:pt x="307" y="51"/>
                  </a:lnTo>
                  <a:lnTo>
                    <a:pt x="248" y="80"/>
                  </a:lnTo>
                  <a:lnTo>
                    <a:pt x="195" y="114"/>
                  </a:lnTo>
                  <a:lnTo>
                    <a:pt x="146" y="153"/>
                  </a:lnTo>
                  <a:lnTo>
                    <a:pt x="105" y="197"/>
                  </a:lnTo>
                  <a:lnTo>
                    <a:pt x="69" y="244"/>
                  </a:lnTo>
                  <a:lnTo>
                    <a:pt x="40" y="296"/>
                  </a:lnTo>
                  <a:lnTo>
                    <a:pt x="19" y="350"/>
                  </a:lnTo>
                  <a:lnTo>
                    <a:pt x="6" y="408"/>
                  </a:lnTo>
                  <a:lnTo>
                    <a:pt x="0" y="468"/>
                  </a:lnTo>
                  <a:lnTo>
                    <a:pt x="2" y="529"/>
                  </a:lnTo>
                  <a:lnTo>
                    <a:pt x="14" y="591"/>
                  </a:lnTo>
                  <a:lnTo>
                    <a:pt x="35" y="653"/>
                  </a:lnTo>
                  <a:lnTo>
                    <a:pt x="65" y="717"/>
                  </a:lnTo>
                  <a:lnTo>
                    <a:pt x="105" y="780"/>
                  </a:lnTo>
                  <a:lnTo>
                    <a:pt x="149" y="838"/>
                  </a:lnTo>
                  <a:lnTo>
                    <a:pt x="188" y="886"/>
                  </a:lnTo>
                  <a:lnTo>
                    <a:pt x="225" y="927"/>
                  </a:lnTo>
                  <a:lnTo>
                    <a:pt x="258" y="958"/>
                  </a:lnTo>
                  <a:lnTo>
                    <a:pt x="289" y="982"/>
                  </a:lnTo>
                  <a:lnTo>
                    <a:pt x="318" y="999"/>
                  </a:lnTo>
                  <a:lnTo>
                    <a:pt x="346" y="1010"/>
                  </a:lnTo>
                  <a:lnTo>
                    <a:pt x="372" y="1014"/>
                  </a:lnTo>
                  <a:lnTo>
                    <a:pt x="399" y="1013"/>
                  </a:lnTo>
                  <a:lnTo>
                    <a:pt x="425" y="1006"/>
                  </a:lnTo>
                  <a:lnTo>
                    <a:pt x="453" y="996"/>
                  </a:lnTo>
                  <a:lnTo>
                    <a:pt x="482" y="982"/>
                  </a:lnTo>
                  <a:lnTo>
                    <a:pt x="512" y="965"/>
                  </a:lnTo>
                  <a:lnTo>
                    <a:pt x="543" y="944"/>
                  </a:lnTo>
                  <a:lnTo>
                    <a:pt x="577" y="921"/>
                  </a:lnTo>
                  <a:lnTo>
                    <a:pt x="615" y="897"/>
                  </a:lnTo>
                  <a:lnTo>
                    <a:pt x="653" y="874"/>
                  </a:lnTo>
                  <a:lnTo>
                    <a:pt x="689" y="852"/>
                  </a:lnTo>
                  <a:lnTo>
                    <a:pt x="724" y="833"/>
                  </a:lnTo>
                  <a:lnTo>
                    <a:pt x="757" y="816"/>
                  </a:lnTo>
                  <a:lnTo>
                    <a:pt x="788" y="800"/>
                  </a:lnTo>
                  <a:lnTo>
                    <a:pt x="818" y="785"/>
                  </a:lnTo>
                  <a:lnTo>
                    <a:pt x="847" y="769"/>
                  </a:lnTo>
                  <a:lnTo>
                    <a:pt x="876" y="754"/>
                  </a:lnTo>
                  <a:lnTo>
                    <a:pt x="903" y="736"/>
                  </a:lnTo>
                  <a:lnTo>
                    <a:pt x="931" y="719"/>
                  </a:lnTo>
                  <a:lnTo>
                    <a:pt x="959" y="700"/>
                  </a:lnTo>
                  <a:lnTo>
                    <a:pt x="985" y="677"/>
                  </a:lnTo>
                  <a:lnTo>
                    <a:pt x="1013" y="652"/>
                  </a:lnTo>
                  <a:lnTo>
                    <a:pt x="1041" y="624"/>
                  </a:lnTo>
                  <a:lnTo>
                    <a:pt x="1069" y="591"/>
                  </a:lnTo>
                  <a:lnTo>
                    <a:pt x="1098" y="554"/>
                  </a:lnTo>
                  <a:lnTo>
                    <a:pt x="1127" y="516"/>
                  </a:lnTo>
                  <a:lnTo>
                    <a:pt x="1152" y="479"/>
                  </a:lnTo>
                  <a:lnTo>
                    <a:pt x="1174" y="445"/>
                  </a:lnTo>
                  <a:lnTo>
                    <a:pt x="1194" y="411"/>
                  </a:lnTo>
                  <a:lnTo>
                    <a:pt x="1210" y="380"/>
                  </a:lnTo>
                  <a:lnTo>
                    <a:pt x="1224" y="352"/>
                  </a:lnTo>
                  <a:lnTo>
                    <a:pt x="1235" y="324"/>
                  </a:lnTo>
                  <a:lnTo>
                    <a:pt x="1242" y="297"/>
                  </a:lnTo>
                  <a:lnTo>
                    <a:pt x="1247" y="273"/>
                  </a:lnTo>
                  <a:lnTo>
                    <a:pt x="1249" y="251"/>
                  </a:lnTo>
                  <a:lnTo>
                    <a:pt x="1248" y="231"/>
                  </a:lnTo>
                  <a:lnTo>
                    <a:pt x="1245" y="212"/>
                  </a:lnTo>
                  <a:lnTo>
                    <a:pt x="1238" y="195"/>
                  </a:lnTo>
                  <a:lnTo>
                    <a:pt x="1227" y="180"/>
                  </a:lnTo>
                  <a:lnTo>
                    <a:pt x="1215" y="166"/>
                  </a:lnTo>
                  <a:lnTo>
                    <a:pt x="1198" y="154"/>
                  </a:lnTo>
                  <a:close/>
                </a:path>
              </a:pathLst>
            </a:custGeom>
            <a:solidFill>
              <a:srgbClr val="FFFC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8" name="Freeform 16"/>
            <p:cNvSpPr>
              <a:spLocks/>
            </p:cNvSpPr>
            <p:nvPr/>
          </p:nvSpPr>
          <p:spPr bwMode="gray">
            <a:xfrm>
              <a:off x="1080" y="2569"/>
              <a:ext cx="600" cy="488"/>
            </a:xfrm>
            <a:custGeom>
              <a:avLst/>
              <a:gdLst/>
              <a:ahLst/>
              <a:cxnLst>
                <a:cxn ang="0">
                  <a:pos x="1148" y="145"/>
                </a:cxn>
                <a:cxn ang="0">
                  <a:pos x="1116" y="129"/>
                </a:cxn>
                <a:cxn ang="0">
                  <a:pos x="1056" y="103"/>
                </a:cxn>
                <a:cxn ang="0">
                  <a:pos x="973" y="71"/>
                </a:cxn>
                <a:cxn ang="0">
                  <a:pos x="869" y="40"/>
                </a:cxn>
                <a:cxn ang="0">
                  <a:pos x="753" y="15"/>
                </a:cxn>
                <a:cxn ang="0">
                  <a:pos x="625" y="1"/>
                </a:cxn>
                <a:cxn ang="0">
                  <a:pos x="491" y="3"/>
                </a:cxn>
                <a:cxn ang="0">
                  <a:pos x="357" y="27"/>
                </a:cxn>
                <a:cxn ang="0">
                  <a:pos x="239" y="77"/>
                </a:cxn>
                <a:cxn ang="0">
                  <a:pos x="141" y="147"/>
                </a:cxn>
                <a:cxn ang="0">
                  <a:pos x="67" y="235"/>
                </a:cxn>
                <a:cxn ang="0">
                  <a:pos x="19" y="337"/>
                </a:cxn>
                <a:cxn ang="0">
                  <a:pos x="0" y="449"/>
                </a:cxn>
                <a:cxn ang="0">
                  <a:pos x="14" y="568"/>
                </a:cxn>
                <a:cxn ang="0">
                  <a:pos x="62" y="689"/>
                </a:cxn>
                <a:cxn ang="0">
                  <a:pos x="143" y="805"/>
                </a:cxn>
                <a:cxn ang="0">
                  <a:pos x="216" y="890"/>
                </a:cxn>
                <a:cxn ang="0">
                  <a:pos x="278" y="943"/>
                </a:cxn>
                <a:cxn ang="0">
                  <a:pos x="333" y="970"/>
                </a:cxn>
                <a:cxn ang="0">
                  <a:pos x="384" y="973"/>
                </a:cxn>
                <a:cxn ang="0">
                  <a:pos x="436" y="957"/>
                </a:cxn>
                <a:cxn ang="0">
                  <a:pos x="491" y="926"/>
                </a:cxn>
                <a:cxn ang="0">
                  <a:pos x="556" y="885"/>
                </a:cxn>
                <a:cxn ang="0">
                  <a:pos x="628" y="839"/>
                </a:cxn>
                <a:cxn ang="0">
                  <a:pos x="696" y="801"/>
                </a:cxn>
                <a:cxn ang="0">
                  <a:pos x="757" y="769"/>
                </a:cxn>
                <a:cxn ang="0">
                  <a:pos x="815" y="739"/>
                </a:cxn>
                <a:cxn ang="0">
                  <a:pos x="869" y="708"/>
                </a:cxn>
                <a:cxn ang="0">
                  <a:pos x="922" y="673"/>
                </a:cxn>
                <a:cxn ang="0">
                  <a:pos x="975" y="627"/>
                </a:cxn>
                <a:cxn ang="0">
                  <a:pos x="1029" y="568"/>
                </a:cxn>
                <a:cxn ang="0">
                  <a:pos x="1108" y="461"/>
                </a:cxn>
                <a:cxn ang="0">
                  <a:pos x="1177" y="337"/>
                </a:cxn>
                <a:cxn ang="0">
                  <a:pos x="1201" y="241"/>
                </a:cxn>
                <a:cxn ang="0">
                  <a:pos x="1180" y="171"/>
                </a:cxn>
              </a:cxnLst>
              <a:rect l="0" t="0" r="r" b="b"/>
              <a:pathLst>
                <a:path w="1201" h="975">
                  <a:moveTo>
                    <a:pt x="1153" y="147"/>
                  </a:moveTo>
                  <a:lnTo>
                    <a:pt x="1148" y="145"/>
                  </a:lnTo>
                  <a:lnTo>
                    <a:pt x="1136" y="139"/>
                  </a:lnTo>
                  <a:lnTo>
                    <a:pt x="1116" y="129"/>
                  </a:lnTo>
                  <a:lnTo>
                    <a:pt x="1089" y="117"/>
                  </a:lnTo>
                  <a:lnTo>
                    <a:pt x="1056" y="103"/>
                  </a:lnTo>
                  <a:lnTo>
                    <a:pt x="1017" y="87"/>
                  </a:lnTo>
                  <a:lnTo>
                    <a:pt x="973" y="71"/>
                  </a:lnTo>
                  <a:lnTo>
                    <a:pt x="923" y="55"/>
                  </a:lnTo>
                  <a:lnTo>
                    <a:pt x="869" y="40"/>
                  </a:lnTo>
                  <a:lnTo>
                    <a:pt x="813" y="26"/>
                  </a:lnTo>
                  <a:lnTo>
                    <a:pt x="753" y="15"/>
                  </a:lnTo>
                  <a:lnTo>
                    <a:pt x="689" y="7"/>
                  </a:lnTo>
                  <a:lnTo>
                    <a:pt x="625" y="1"/>
                  </a:lnTo>
                  <a:lnTo>
                    <a:pt x="558" y="0"/>
                  </a:lnTo>
                  <a:lnTo>
                    <a:pt x="491" y="3"/>
                  </a:lnTo>
                  <a:lnTo>
                    <a:pt x="423" y="12"/>
                  </a:lnTo>
                  <a:lnTo>
                    <a:pt x="357" y="27"/>
                  </a:lnTo>
                  <a:lnTo>
                    <a:pt x="296" y="49"/>
                  </a:lnTo>
                  <a:lnTo>
                    <a:pt x="239" y="77"/>
                  </a:lnTo>
                  <a:lnTo>
                    <a:pt x="188" y="109"/>
                  </a:lnTo>
                  <a:lnTo>
                    <a:pt x="141" y="147"/>
                  </a:lnTo>
                  <a:lnTo>
                    <a:pt x="101" y="189"/>
                  </a:lnTo>
                  <a:lnTo>
                    <a:pt x="67" y="235"/>
                  </a:lnTo>
                  <a:lnTo>
                    <a:pt x="39" y="284"/>
                  </a:lnTo>
                  <a:lnTo>
                    <a:pt x="19" y="337"/>
                  </a:lnTo>
                  <a:lnTo>
                    <a:pt x="6" y="391"/>
                  </a:lnTo>
                  <a:lnTo>
                    <a:pt x="0" y="449"/>
                  </a:lnTo>
                  <a:lnTo>
                    <a:pt x="3" y="508"/>
                  </a:lnTo>
                  <a:lnTo>
                    <a:pt x="14" y="568"/>
                  </a:lnTo>
                  <a:lnTo>
                    <a:pt x="34" y="629"/>
                  </a:lnTo>
                  <a:lnTo>
                    <a:pt x="62" y="689"/>
                  </a:lnTo>
                  <a:lnTo>
                    <a:pt x="102" y="750"/>
                  </a:lnTo>
                  <a:lnTo>
                    <a:pt x="143" y="805"/>
                  </a:lnTo>
                  <a:lnTo>
                    <a:pt x="181" y="852"/>
                  </a:lnTo>
                  <a:lnTo>
                    <a:pt x="216" y="890"/>
                  </a:lnTo>
                  <a:lnTo>
                    <a:pt x="248" y="920"/>
                  </a:lnTo>
                  <a:lnTo>
                    <a:pt x="278" y="943"/>
                  </a:lnTo>
                  <a:lnTo>
                    <a:pt x="306" y="960"/>
                  </a:lnTo>
                  <a:lnTo>
                    <a:pt x="333" y="970"/>
                  </a:lnTo>
                  <a:lnTo>
                    <a:pt x="359" y="975"/>
                  </a:lnTo>
                  <a:lnTo>
                    <a:pt x="384" y="973"/>
                  </a:lnTo>
                  <a:lnTo>
                    <a:pt x="409" y="968"/>
                  </a:lnTo>
                  <a:lnTo>
                    <a:pt x="436" y="957"/>
                  </a:lnTo>
                  <a:lnTo>
                    <a:pt x="463" y="943"/>
                  </a:lnTo>
                  <a:lnTo>
                    <a:pt x="491" y="926"/>
                  </a:lnTo>
                  <a:lnTo>
                    <a:pt x="522" y="907"/>
                  </a:lnTo>
                  <a:lnTo>
                    <a:pt x="556" y="885"/>
                  </a:lnTo>
                  <a:lnTo>
                    <a:pt x="591" y="862"/>
                  </a:lnTo>
                  <a:lnTo>
                    <a:pt x="628" y="839"/>
                  </a:lnTo>
                  <a:lnTo>
                    <a:pt x="663" y="819"/>
                  </a:lnTo>
                  <a:lnTo>
                    <a:pt x="696" y="801"/>
                  </a:lnTo>
                  <a:lnTo>
                    <a:pt x="727" y="784"/>
                  </a:lnTo>
                  <a:lnTo>
                    <a:pt x="757" y="769"/>
                  </a:lnTo>
                  <a:lnTo>
                    <a:pt x="786" y="754"/>
                  </a:lnTo>
                  <a:lnTo>
                    <a:pt x="815" y="739"/>
                  </a:lnTo>
                  <a:lnTo>
                    <a:pt x="843" y="725"/>
                  </a:lnTo>
                  <a:lnTo>
                    <a:pt x="869" y="708"/>
                  </a:lnTo>
                  <a:lnTo>
                    <a:pt x="896" y="691"/>
                  </a:lnTo>
                  <a:lnTo>
                    <a:pt x="922" y="673"/>
                  </a:lnTo>
                  <a:lnTo>
                    <a:pt x="949" y="651"/>
                  </a:lnTo>
                  <a:lnTo>
                    <a:pt x="975" y="627"/>
                  </a:lnTo>
                  <a:lnTo>
                    <a:pt x="1002" y="599"/>
                  </a:lnTo>
                  <a:lnTo>
                    <a:pt x="1029" y="568"/>
                  </a:lnTo>
                  <a:lnTo>
                    <a:pt x="1057" y="532"/>
                  </a:lnTo>
                  <a:lnTo>
                    <a:pt x="1108" y="461"/>
                  </a:lnTo>
                  <a:lnTo>
                    <a:pt x="1148" y="395"/>
                  </a:lnTo>
                  <a:lnTo>
                    <a:pt x="1177" y="337"/>
                  </a:lnTo>
                  <a:lnTo>
                    <a:pt x="1194" y="285"/>
                  </a:lnTo>
                  <a:lnTo>
                    <a:pt x="1201" y="241"/>
                  </a:lnTo>
                  <a:lnTo>
                    <a:pt x="1196" y="202"/>
                  </a:lnTo>
                  <a:lnTo>
                    <a:pt x="1180" y="171"/>
                  </a:lnTo>
                  <a:lnTo>
                    <a:pt x="1153" y="147"/>
                  </a:lnTo>
                  <a:close/>
                </a:path>
              </a:pathLst>
            </a:custGeom>
            <a:solidFill>
              <a:srgbClr val="FF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09" name="Freeform 17"/>
            <p:cNvSpPr>
              <a:spLocks/>
            </p:cNvSpPr>
            <p:nvPr/>
          </p:nvSpPr>
          <p:spPr bwMode="gray">
            <a:xfrm>
              <a:off x="1092" y="2579"/>
              <a:ext cx="576" cy="468"/>
            </a:xfrm>
            <a:custGeom>
              <a:avLst/>
              <a:gdLst/>
              <a:ahLst/>
              <a:cxnLst>
                <a:cxn ang="0">
                  <a:pos x="1101" y="140"/>
                </a:cxn>
                <a:cxn ang="0">
                  <a:pos x="1071" y="125"/>
                </a:cxn>
                <a:cxn ang="0">
                  <a:pos x="1013" y="99"/>
                </a:cxn>
                <a:cxn ang="0">
                  <a:pos x="933" y="69"/>
                </a:cxn>
                <a:cxn ang="0">
                  <a:pos x="835" y="39"/>
                </a:cxn>
                <a:cxn ang="0">
                  <a:pos x="722" y="15"/>
                </a:cxn>
                <a:cxn ang="0">
                  <a:pos x="600" y="1"/>
                </a:cxn>
                <a:cxn ang="0">
                  <a:pos x="471" y="4"/>
                </a:cxn>
                <a:cxn ang="0">
                  <a:pos x="343" y="27"/>
                </a:cxn>
                <a:cxn ang="0">
                  <a:pos x="230" y="74"/>
                </a:cxn>
                <a:cxn ang="0">
                  <a:pos x="136" y="142"/>
                </a:cxn>
                <a:cxn ang="0">
                  <a:pos x="65" y="226"/>
                </a:cxn>
                <a:cxn ang="0">
                  <a:pos x="19" y="324"/>
                </a:cxn>
                <a:cxn ang="0">
                  <a:pos x="0" y="431"/>
                </a:cxn>
                <a:cxn ang="0">
                  <a:pos x="13" y="545"/>
                </a:cxn>
                <a:cxn ang="0">
                  <a:pos x="60" y="662"/>
                </a:cxn>
                <a:cxn ang="0">
                  <a:pos x="138" y="772"/>
                </a:cxn>
                <a:cxn ang="0">
                  <a:pos x="207" y="854"/>
                </a:cxn>
                <a:cxn ang="0">
                  <a:pos x="267" y="906"/>
                </a:cxn>
                <a:cxn ang="0">
                  <a:pos x="320" y="931"/>
                </a:cxn>
                <a:cxn ang="0">
                  <a:pos x="368" y="935"/>
                </a:cxn>
                <a:cxn ang="0">
                  <a:pos x="418" y="920"/>
                </a:cxn>
                <a:cxn ang="0">
                  <a:pos x="472" y="890"/>
                </a:cxn>
                <a:cxn ang="0">
                  <a:pos x="533" y="851"/>
                </a:cxn>
                <a:cxn ang="0">
                  <a:pos x="602" y="806"/>
                </a:cxn>
                <a:cxn ang="0">
                  <a:pos x="668" y="769"/>
                </a:cxn>
                <a:cxn ang="0">
                  <a:pos x="726" y="739"/>
                </a:cxn>
                <a:cxn ang="0">
                  <a:pos x="782" y="710"/>
                </a:cxn>
                <a:cxn ang="0">
                  <a:pos x="834" y="680"/>
                </a:cxn>
                <a:cxn ang="0">
                  <a:pos x="884" y="646"/>
                </a:cxn>
                <a:cxn ang="0">
                  <a:pos x="935" y="602"/>
                </a:cxn>
                <a:cxn ang="0">
                  <a:pos x="988" y="545"/>
                </a:cxn>
                <a:cxn ang="0">
                  <a:pos x="1064" y="443"/>
                </a:cxn>
                <a:cxn ang="0">
                  <a:pos x="1130" y="324"/>
                </a:cxn>
                <a:cxn ang="0">
                  <a:pos x="1153" y="232"/>
                </a:cxn>
                <a:cxn ang="0">
                  <a:pos x="1132" y="165"/>
                </a:cxn>
              </a:cxnLst>
              <a:rect l="0" t="0" r="r" b="b"/>
              <a:pathLst>
                <a:path w="1153" h="936">
                  <a:moveTo>
                    <a:pt x="1105" y="142"/>
                  </a:moveTo>
                  <a:lnTo>
                    <a:pt x="1101" y="140"/>
                  </a:lnTo>
                  <a:lnTo>
                    <a:pt x="1089" y="134"/>
                  </a:lnTo>
                  <a:lnTo>
                    <a:pt x="1071" y="125"/>
                  </a:lnTo>
                  <a:lnTo>
                    <a:pt x="1044" y="113"/>
                  </a:lnTo>
                  <a:lnTo>
                    <a:pt x="1013" y="99"/>
                  </a:lnTo>
                  <a:lnTo>
                    <a:pt x="975" y="84"/>
                  </a:lnTo>
                  <a:lnTo>
                    <a:pt x="933" y="69"/>
                  </a:lnTo>
                  <a:lnTo>
                    <a:pt x="885" y="54"/>
                  </a:lnTo>
                  <a:lnTo>
                    <a:pt x="835" y="39"/>
                  </a:lnTo>
                  <a:lnTo>
                    <a:pt x="779" y="26"/>
                  </a:lnTo>
                  <a:lnTo>
                    <a:pt x="722" y="15"/>
                  </a:lnTo>
                  <a:lnTo>
                    <a:pt x="662" y="6"/>
                  </a:lnTo>
                  <a:lnTo>
                    <a:pt x="600" y="1"/>
                  </a:lnTo>
                  <a:lnTo>
                    <a:pt x="536" y="0"/>
                  </a:lnTo>
                  <a:lnTo>
                    <a:pt x="471" y="4"/>
                  </a:lnTo>
                  <a:lnTo>
                    <a:pt x="406" y="12"/>
                  </a:lnTo>
                  <a:lnTo>
                    <a:pt x="343" y="27"/>
                  </a:lnTo>
                  <a:lnTo>
                    <a:pt x="284" y="47"/>
                  </a:lnTo>
                  <a:lnTo>
                    <a:pt x="230" y="74"/>
                  </a:lnTo>
                  <a:lnTo>
                    <a:pt x="180" y="105"/>
                  </a:lnTo>
                  <a:lnTo>
                    <a:pt x="136" y="142"/>
                  </a:lnTo>
                  <a:lnTo>
                    <a:pt x="97" y="182"/>
                  </a:lnTo>
                  <a:lnTo>
                    <a:pt x="65" y="226"/>
                  </a:lnTo>
                  <a:lnTo>
                    <a:pt x="38" y="273"/>
                  </a:lnTo>
                  <a:lnTo>
                    <a:pt x="19" y="324"/>
                  </a:lnTo>
                  <a:lnTo>
                    <a:pt x="6" y="377"/>
                  </a:lnTo>
                  <a:lnTo>
                    <a:pt x="0" y="431"/>
                  </a:lnTo>
                  <a:lnTo>
                    <a:pt x="3" y="488"/>
                  </a:lnTo>
                  <a:lnTo>
                    <a:pt x="13" y="545"/>
                  </a:lnTo>
                  <a:lnTo>
                    <a:pt x="33" y="603"/>
                  </a:lnTo>
                  <a:lnTo>
                    <a:pt x="60" y="662"/>
                  </a:lnTo>
                  <a:lnTo>
                    <a:pt x="97" y="719"/>
                  </a:lnTo>
                  <a:lnTo>
                    <a:pt x="138" y="772"/>
                  </a:lnTo>
                  <a:lnTo>
                    <a:pt x="173" y="817"/>
                  </a:lnTo>
                  <a:lnTo>
                    <a:pt x="207" y="854"/>
                  </a:lnTo>
                  <a:lnTo>
                    <a:pt x="238" y="884"/>
                  </a:lnTo>
                  <a:lnTo>
                    <a:pt x="267" y="906"/>
                  </a:lnTo>
                  <a:lnTo>
                    <a:pt x="293" y="922"/>
                  </a:lnTo>
                  <a:lnTo>
                    <a:pt x="320" y="931"/>
                  </a:lnTo>
                  <a:lnTo>
                    <a:pt x="344" y="936"/>
                  </a:lnTo>
                  <a:lnTo>
                    <a:pt x="368" y="935"/>
                  </a:lnTo>
                  <a:lnTo>
                    <a:pt x="393" y="929"/>
                  </a:lnTo>
                  <a:lnTo>
                    <a:pt x="418" y="920"/>
                  </a:lnTo>
                  <a:lnTo>
                    <a:pt x="444" y="906"/>
                  </a:lnTo>
                  <a:lnTo>
                    <a:pt x="472" y="890"/>
                  </a:lnTo>
                  <a:lnTo>
                    <a:pt x="501" y="871"/>
                  </a:lnTo>
                  <a:lnTo>
                    <a:pt x="533" y="851"/>
                  </a:lnTo>
                  <a:lnTo>
                    <a:pt x="567" y="828"/>
                  </a:lnTo>
                  <a:lnTo>
                    <a:pt x="602" y="806"/>
                  </a:lnTo>
                  <a:lnTo>
                    <a:pt x="635" y="786"/>
                  </a:lnTo>
                  <a:lnTo>
                    <a:pt x="668" y="769"/>
                  </a:lnTo>
                  <a:lnTo>
                    <a:pt x="698" y="754"/>
                  </a:lnTo>
                  <a:lnTo>
                    <a:pt x="726" y="739"/>
                  </a:lnTo>
                  <a:lnTo>
                    <a:pt x="755" y="724"/>
                  </a:lnTo>
                  <a:lnTo>
                    <a:pt x="782" y="710"/>
                  </a:lnTo>
                  <a:lnTo>
                    <a:pt x="808" y="695"/>
                  </a:lnTo>
                  <a:lnTo>
                    <a:pt x="834" y="680"/>
                  </a:lnTo>
                  <a:lnTo>
                    <a:pt x="859" y="664"/>
                  </a:lnTo>
                  <a:lnTo>
                    <a:pt x="884" y="646"/>
                  </a:lnTo>
                  <a:lnTo>
                    <a:pt x="910" y="625"/>
                  </a:lnTo>
                  <a:lnTo>
                    <a:pt x="935" y="602"/>
                  </a:lnTo>
                  <a:lnTo>
                    <a:pt x="961" y="575"/>
                  </a:lnTo>
                  <a:lnTo>
                    <a:pt x="988" y="545"/>
                  </a:lnTo>
                  <a:lnTo>
                    <a:pt x="1014" y="512"/>
                  </a:lnTo>
                  <a:lnTo>
                    <a:pt x="1064" y="443"/>
                  </a:lnTo>
                  <a:lnTo>
                    <a:pt x="1102" y="381"/>
                  </a:lnTo>
                  <a:lnTo>
                    <a:pt x="1130" y="324"/>
                  </a:lnTo>
                  <a:lnTo>
                    <a:pt x="1147" y="275"/>
                  </a:lnTo>
                  <a:lnTo>
                    <a:pt x="1153" y="232"/>
                  </a:lnTo>
                  <a:lnTo>
                    <a:pt x="1148" y="195"/>
                  </a:lnTo>
                  <a:lnTo>
                    <a:pt x="1132" y="165"/>
                  </a:lnTo>
                  <a:lnTo>
                    <a:pt x="1105" y="142"/>
                  </a:lnTo>
                  <a:close/>
                </a:path>
              </a:pathLst>
            </a:custGeom>
            <a:solidFill>
              <a:srgbClr val="FCF4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0" name="Freeform 18"/>
            <p:cNvSpPr>
              <a:spLocks/>
            </p:cNvSpPr>
            <p:nvPr/>
          </p:nvSpPr>
          <p:spPr bwMode="gray">
            <a:xfrm>
              <a:off x="1104" y="2589"/>
              <a:ext cx="552" cy="448"/>
            </a:xfrm>
            <a:custGeom>
              <a:avLst/>
              <a:gdLst/>
              <a:ahLst/>
              <a:cxnLst>
                <a:cxn ang="0">
                  <a:pos x="1055" y="134"/>
                </a:cxn>
                <a:cxn ang="0">
                  <a:pos x="1025" y="120"/>
                </a:cxn>
                <a:cxn ang="0">
                  <a:pos x="970" y="95"/>
                </a:cxn>
                <a:cxn ang="0">
                  <a:pos x="893" y="67"/>
                </a:cxn>
                <a:cxn ang="0">
                  <a:pos x="798" y="38"/>
                </a:cxn>
                <a:cxn ang="0">
                  <a:pos x="691" y="14"/>
                </a:cxn>
                <a:cxn ang="0">
                  <a:pos x="573" y="1"/>
                </a:cxn>
                <a:cxn ang="0">
                  <a:pos x="450" y="3"/>
                </a:cxn>
                <a:cxn ang="0">
                  <a:pos x="328" y="25"/>
                </a:cxn>
                <a:cxn ang="0">
                  <a:pos x="219" y="70"/>
                </a:cxn>
                <a:cxn ang="0">
                  <a:pos x="130" y="135"/>
                </a:cxn>
                <a:cxn ang="0">
                  <a:pos x="61" y="216"/>
                </a:cxn>
                <a:cxn ang="0">
                  <a:pos x="17" y="310"/>
                </a:cxn>
                <a:cxn ang="0">
                  <a:pos x="0" y="412"/>
                </a:cxn>
                <a:cxn ang="0">
                  <a:pos x="12" y="522"/>
                </a:cxn>
                <a:cxn ang="0">
                  <a:pos x="57" y="634"/>
                </a:cxn>
                <a:cxn ang="0">
                  <a:pos x="131" y="740"/>
                </a:cxn>
                <a:cxn ang="0">
                  <a:pos x="198" y="818"/>
                </a:cxn>
                <a:cxn ang="0">
                  <a:pos x="255" y="868"/>
                </a:cxn>
                <a:cxn ang="0">
                  <a:pos x="305" y="892"/>
                </a:cxn>
                <a:cxn ang="0">
                  <a:pos x="352" y="894"/>
                </a:cxn>
                <a:cxn ang="0">
                  <a:pos x="399" y="880"/>
                </a:cxn>
                <a:cxn ang="0">
                  <a:pos x="451" y="853"/>
                </a:cxn>
                <a:cxn ang="0">
                  <a:pos x="510" y="815"/>
                </a:cxn>
                <a:cxn ang="0">
                  <a:pos x="577" y="772"/>
                </a:cxn>
                <a:cxn ang="0">
                  <a:pos x="639" y="736"/>
                </a:cxn>
                <a:cxn ang="0">
                  <a:pos x="696" y="707"/>
                </a:cxn>
                <a:cxn ang="0">
                  <a:pos x="749" y="680"/>
                </a:cxn>
                <a:cxn ang="0">
                  <a:pos x="798" y="651"/>
                </a:cxn>
                <a:cxn ang="0">
                  <a:pos x="847" y="618"/>
                </a:cxn>
                <a:cxn ang="0">
                  <a:pos x="895" y="576"/>
                </a:cxn>
                <a:cxn ang="0">
                  <a:pos x="945" y="522"/>
                </a:cxn>
                <a:cxn ang="0">
                  <a:pos x="1018" y="424"/>
                </a:cxn>
                <a:cxn ang="0">
                  <a:pos x="1082" y="310"/>
                </a:cxn>
                <a:cxn ang="0">
                  <a:pos x="1104" y="222"/>
                </a:cxn>
                <a:cxn ang="0">
                  <a:pos x="1084" y="159"/>
                </a:cxn>
              </a:cxnLst>
              <a:rect l="0" t="0" r="r" b="b"/>
              <a:pathLst>
                <a:path w="1104" h="895">
                  <a:moveTo>
                    <a:pt x="1059" y="136"/>
                  </a:moveTo>
                  <a:lnTo>
                    <a:pt x="1055" y="134"/>
                  </a:lnTo>
                  <a:lnTo>
                    <a:pt x="1044" y="128"/>
                  </a:lnTo>
                  <a:lnTo>
                    <a:pt x="1025" y="120"/>
                  </a:lnTo>
                  <a:lnTo>
                    <a:pt x="1001" y="108"/>
                  </a:lnTo>
                  <a:lnTo>
                    <a:pt x="970" y="95"/>
                  </a:lnTo>
                  <a:lnTo>
                    <a:pt x="934" y="81"/>
                  </a:lnTo>
                  <a:lnTo>
                    <a:pt x="893" y="67"/>
                  </a:lnTo>
                  <a:lnTo>
                    <a:pt x="848" y="52"/>
                  </a:lnTo>
                  <a:lnTo>
                    <a:pt x="798" y="38"/>
                  </a:lnTo>
                  <a:lnTo>
                    <a:pt x="746" y="25"/>
                  </a:lnTo>
                  <a:lnTo>
                    <a:pt x="691" y="14"/>
                  </a:lnTo>
                  <a:lnTo>
                    <a:pt x="632" y="6"/>
                  </a:lnTo>
                  <a:lnTo>
                    <a:pt x="573" y="1"/>
                  </a:lnTo>
                  <a:lnTo>
                    <a:pt x="512" y="0"/>
                  </a:lnTo>
                  <a:lnTo>
                    <a:pt x="450" y="3"/>
                  </a:lnTo>
                  <a:lnTo>
                    <a:pt x="388" y="11"/>
                  </a:lnTo>
                  <a:lnTo>
                    <a:pt x="328" y="25"/>
                  </a:lnTo>
                  <a:lnTo>
                    <a:pt x="272" y="45"/>
                  </a:lnTo>
                  <a:lnTo>
                    <a:pt x="219" y="70"/>
                  </a:lnTo>
                  <a:lnTo>
                    <a:pt x="171" y="100"/>
                  </a:lnTo>
                  <a:lnTo>
                    <a:pt x="130" y="135"/>
                  </a:lnTo>
                  <a:lnTo>
                    <a:pt x="92" y="174"/>
                  </a:lnTo>
                  <a:lnTo>
                    <a:pt x="61" y="216"/>
                  </a:lnTo>
                  <a:lnTo>
                    <a:pt x="35" y="261"/>
                  </a:lnTo>
                  <a:lnTo>
                    <a:pt x="17" y="310"/>
                  </a:lnTo>
                  <a:lnTo>
                    <a:pt x="4" y="361"/>
                  </a:lnTo>
                  <a:lnTo>
                    <a:pt x="0" y="412"/>
                  </a:lnTo>
                  <a:lnTo>
                    <a:pt x="2" y="467"/>
                  </a:lnTo>
                  <a:lnTo>
                    <a:pt x="12" y="522"/>
                  </a:lnTo>
                  <a:lnTo>
                    <a:pt x="31" y="577"/>
                  </a:lnTo>
                  <a:lnTo>
                    <a:pt x="57" y="634"/>
                  </a:lnTo>
                  <a:lnTo>
                    <a:pt x="93" y="689"/>
                  </a:lnTo>
                  <a:lnTo>
                    <a:pt x="131" y="740"/>
                  </a:lnTo>
                  <a:lnTo>
                    <a:pt x="167" y="783"/>
                  </a:lnTo>
                  <a:lnTo>
                    <a:pt x="198" y="818"/>
                  </a:lnTo>
                  <a:lnTo>
                    <a:pt x="228" y="846"/>
                  </a:lnTo>
                  <a:lnTo>
                    <a:pt x="255" y="868"/>
                  </a:lnTo>
                  <a:lnTo>
                    <a:pt x="281" y="883"/>
                  </a:lnTo>
                  <a:lnTo>
                    <a:pt x="305" y="892"/>
                  </a:lnTo>
                  <a:lnTo>
                    <a:pt x="329" y="895"/>
                  </a:lnTo>
                  <a:lnTo>
                    <a:pt x="352" y="894"/>
                  </a:lnTo>
                  <a:lnTo>
                    <a:pt x="376" y="889"/>
                  </a:lnTo>
                  <a:lnTo>
                    <a:pt x="399" y="880"/>
                  </a:lnTo>
                  <a:lnTo>
                    <a:pt x="425" y="868"/>
                  </a:lnTo>
                  <a:lnTo>
                    <a:pt x="451" y="853"/>
                  </a:lnTo>
                  <a:lnTo>
                    <a:pt x="480" y="834"/>
                  </a:lnTo>
                  <a:lnTo>
                    <a:pt x="510" y="815"/>
                  </a:lnTo>
                  <a:lnTo>
                    <a:pt x="544" y="793"/>
                  </a:lnTo>
                  <a:lnTo>
                    <a:pt x="577" y="772"/>
                  </a:lnTo>
                  <a:lnTo>
                    <a:pt x="609" y="754"/>
                  </a:lnTo>
                  <a:lnTo>
                    <a:pt x="639" y="736"/>
                  </a:lnTo>
                  <a:lnTo>
                    <a:pt x="668" y="721"/>
                  </a:lnTo>
                  <a:lnTo>
                    <a:pt x="696" y="707"/>
                  </a:lnTo>
                  <a:lnTo>
                    <a:pt x="723" y="694"/>
                  </a:lnTo>
                  <a:lnTo>
                    <a:pt x="749" y="680"/>
                  </a:lnTo>
                  <a:lnTo>
                    <a:pt x="774" y="666"/>
                  </a:lnTo>
                  <a:lnTo>
                    <a:pt x="798" y="651"/>
                  </a:lnTo>
                  <a:lnTo>
                    <a:pt x="822" y="635"/>
                  </a:lnTo>
                  <a:lnTo>
                    <a:pt x="847" y="618"/>
                  </a:lnTo>
                  <a:lnTo>
                    <a:pt x="871" y="598"/>
                  </a:lnTo>
                  <a:lnTo>
                    <a:pt x="895" y="576"/>
                  </a:lnTo>
                  <a:lnTo>
                    <a:pt x="920" y="551"/>
                  </a:lnTo>
                  <a:lnTo>
                    <a:pt x="945" y="522"/>
                  </a:lnTo>
                  <a:lnTo>
                    <a:pt x="971" y="490"/>
                  </a:lnTo>
                  <a:lnTo>
                    <a:pt x="1018" y="424"/>
                  </a:lnTo>
                  <a:lnTo>
                    <a:pt x="1055" y="364"/>
                  </a:lnTo>
                  <a:lnTo>
                    <a:pt x="1082" y="310"/>
                  </a:lnTo>
                  <a:lnTo>
                    <a:pt x="1098" y="263"/>
                  </a:lnTo>
                  <a:lnTo>
                    <a:pt x="1104" y="222"/>
                  </a:lnTo>
                  <a:lnTo>
                    <a:pt x="1099" y="187"/>
                  </a:lnTo>
                  <a:lnTo>
                    <a:pt x="1084" y="159"/>
                  </a:lnTo>
                  <a:lnTo>
                    <a:pt x="1059" y="136"/>
                  </a:lnTo>
                  <a:close/>
                </a:path>
              </a:pathLst>
            </a:custGeom>
            <a:solidFill>
              <a:srgbClr val="FC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1" name="Freeform 19"/>
            <p:cNvSpPr>
              <a:spLocks/>
            </p:cNvSpPr>
            <p:nvPr/>
          </p:nvSpPr>
          <p:spPr bwMode="gray">
            <a:xfrm>
              <a:off x="1116" y="2599"/>
              <a:ext cx="527" cy="428"/>
            </a:xfrm>
            <a:custGeom>
              <a:avLst/>
              <a:gdLst/>
              <a:ahLst/>
              <a:cxnLst>
                <a:cxn ang="0">
                  <a:pos x="1008" y="128"/>
                </a:cxn>
                <a:cxn ang="0">
                  <a:pos x="979" y="115"/>
                </a:cxn>
                <a:cxn ang="0">
                  <a:pos x="927" y="91"/>
                </a:cxn>
                <a:cxn ang="0">
                  <a:pos x="854" y="64"/>
                </a:cxn>
                <a:cxn ang="0">
                  <a:pos x="764" y="37"/>
                </a:cxn>
                <a:cxn ang="0">
                  <a:pos x="660" y="14"/>
                </a:cxn>
                <a:cxn ang="0">
                  <a:pos x="548" y="2"/>
                </a:cxn>
                <a:cxn ang="0">
                  <a:pos x="431" y="4"/>
                </a:cxn>
                <a:cxn ang="0">
                  <a:pos x="313" y="26"/>
                </a:cxn>
                <a:cxn ang="0">
                  <a:pos x="210" y="68"/>
                </a:cxn>
                <a:cxn ang="0">
                  <a:pos x="124" y="131"/>
                </a:cxn>
                <a:cxn ang="0">
                  <a:pos x="59" y="208"/>
                </a:cxn>
                <a:cxn ang="0">
                  <a:pos x="16" y="297"/>
                </a:cxn>
                <a:cxn ang="0">
                  <a:pos x="0" y="396"/>
                </a:cxn>
                <a:cxn ang="0">
                  <a:pos x="11" y="499"/>
                </a:cxn>
                <a:cxn ang="0">
                  <a:pos x="55" y="607"/>
                </a:cxn>
                <a:cxn ang="0">
                  <a:pos x="125" y="708"/>
                </a:cxn>
                <a:cxn ang="0">
                  <a:pos x="190" y="783"/>
                </a:cxn>
                <a:cxn ang="0">
                  <a:pos x="244" y="830"/>
                </a:cxn>
                <a:cxn ang="0">
                  <a:pos x="293" y="853"/>
                </a:cxn>
                <a:cxn ang="0">
                  <a:pos x="337" y="856"/>
                </a:cxn>
                <a:cxn ang="0">
                  <a:pos x="382" y="842"/>
                </a:cxn>
                <a:cxn ang="0">
                  <a:pos x="432" y="815"/>
                </a:cxn>
                <a:cxn ang="0">
                  <a:pos x="488" y="778"/>
                </a:cxn>
                <a:cxn ang="0">
                  <a:pos x="552" y="738"/>
                </a:cxn>
                <a:cxn ang="0">
                  <a:pos x="612" y="705"/>
                </a:cxn>
                <a:cxn ang="0">
                  <a:pos x="666" y="677"/>
                </a:cxn>
                <a:cxn ang="0">
                  <a:pos x="715" y="650"/>
                </a:cxn>
                <a:cxn ang="0">
                  <a:pos x="763" y="624"/>
                </a:cxn>
                <a:cxn ang="0">
                  <a:pos x="810" y="592"/>
                </a:cxn>
                <a:cxn ang="0">
                  <a:pos x="856" y="552"/>
                </a:cxn>
                <a:cxn ang="0">
                  <a:pos x="903" y="501"/>
                </a:cxn>
                <a:cxn ang="0">
                  <a:pos x="974" y="406"/>
                </a:cxn>
                <a:cxn ang="0">
                  <a:pos x="1033" y="298"/>
                </a:cxn>
                <a:cxn ang="0">
                  <a:pos x="1054" y="214"/>
                </a:cxn>
                <a:cxn ang="0">
                  <a:pos x="1036" y="153"/>
                </a:cxn>
              </a:cxnLst>
              <a:rect l="0" t="0" r="r" b="b"/>
              <a:pathLst>
                <a:path w="1054" h="857">
                  <a:moveTo>
                    <a:pt x="1012" y="131"/>
                  </a:moveTo>
                  <a:lnTo>
                    <a:pt x="1008" y="128"/>
                  </a:lnTo>
                  <a:lnTo>
                    <a:pt x="997" y="124"/>
                  </a:lnTo>
                  <a:lnTo>
                    <a:pt x="979" y="115"/>
                  </a:lnTo>
                  <a:lnTo>
                    <a:pt x="956" y="104"/>
                  </a:lnTo>
                  <a:lnTo>
                    <a:pt x="927" y="91"/>
                  </a:lnTo>
                  <a:lnTo>
                    <a:pt x="893" y="78"/>
                  </a:lnTo>
                  <a:lnTo>
                    <a:pt x="854" y="64"/>
                  </a:lnTo>
                  <a:lnTo>
                    <a:pt x="811" y="50"/>
                  </a:lnTo>
                  <a:lnTo>
                    <a:pt x="764" y="37"/>
                  </a:lnTo>
                  <a:lnTo>
                    <a:pt x="713" y="25"/>
                  </a:lnTo>
                  <a:lnTo>
                    <a:pt x="660" y="14"/>
                  </a:lnTo>
                  <a:lnTo>
                    <a:pt x="605" y="6"/>
                  </a:lnTo>
                  <a:lnTo>
                    <a:pt x="548" y="2"/>
                  </a:lnTo>
                  <a:lnTo>
                    <a:pt x="490" y="0"/>
                  </a:lnTo>
                  <a:lnTo>
                    <a:pt x="431" y="4"/>
                  </a:lnTo>
                  <a:lnTo>
                    <a:pt x="371" y="12"/>
                  </a:lnTo>
                  <a:lnTo>
                    <a:pt x="313" y="26"/>
                  </a:lnTo>
                  <a:lnTo>
                    <a:pt x="259" y="44"/>
                  </a:lnTo>
                  <a:lnTo>
                    <a:pt x="210" y="68"/>
                  </a:lnTo>
                  <a:lnTo>
                    <a:pt x="165" y="97"/>
                  </a:lnTo>
                  <a:lnTo>
                    <a:pt x="124" y="131"/>
                  </a:lnTo>
                  <a:lnTo>
                    <a:pt x="89" y="168"/>
                  </a:lnTo>
                  <a:lnTo>
                    <a:pt x="59" y="208"/>
                  </a:lnTo>
                  <a:lnTo>
                    <a:pt x="34" y="250"/>
                  </a:lnTo>
                  <a:lnTo>
                    <a:pt x="16" y="297"/>
                  </a:lnTo>
                  <a:lnTo>
                    <a:pt x="4" y="345"/>
                  </a:lnTo>
                  <a:lnTo>
                    <a:pt x="0" y="396"/>
                  </a:lnTo>
                  <a:lnTo>
                    <a:pt x="2" y="448"/>
                  </a:lnTo>
                  <a:lnTo>
                    <a:pt x="11" y="499"/>
                  </a:lnTo>
                  <a:lnTo>
                    <a:pt x="29" y="554"/>
                  </a:lnTo>
                  <a:lnTo>
                    <a:pt x="55" y="607"/>
                  </a:lnTo>
                  <a:lnTo>
                    <a:pt x="89" y="660"/>
                  </a:lnTo>
                  <a:lnTo>
                    <a:pt x="125" y="708"/>
                  </a:lnTo>
                  <a:lnTo>
                    <a:pt x="159" y="749"/>
                  </a:lnTo>
                  <a:lnTo>
                    <a:pt x="190" y="783"/>
                  </a:lnTo>
                  <a:lnTo>
                    <a:pt x="218" y="809"/>
                  </a:lnTo>
                  <a:lnTo>
                    <a:pt x="244" y="830"/>
                  </a:lnTo>
                  <a:lnTo>
                    <a:pt x="268" y="844"/>
                  </a:lnTo>
                  <a:lnTo>
                    <a:pt x="293" y="853"/>
                  </a:lnTo>
                  <a:lnTo>
                    <a:pt x="314" y="857"/>
                  </a:lnTo>
                  <a:lnTo>
                    <a:pt x="337" y="856"/>
                  </a:lnTo>
                  <a:lnTo>
                    <a:pt x="359" y="851"/>
                  </a:lnTo>
                  <a:lnTo>
                    <a:pt x="382" y="842"/>
                  </a:lnTo>
                  <a:lnTo>
                    <a:pt x="407" y="830"/>
                  </a:lnTo>
                  <a:lnTo>
                    <a:pt x="432" y="815"/>
                  </a:lnTo>
                  <a:lnTo>
                    <a:pt x="458" y="798"/>
                  </a:lnTo>
                  <a:lnTo>
                    <a:pt x="488" y="778"/>
                  </a:lnTo>
                  <a:lnTo>
                    <a:pt x="520" y="758"/>
                  </a:lnTo>
                  <a:lnTo>
                    <a:pt x="552" y="738"/>
                  </a:lnTo>
                  <a:lnTo>
                    <a:pt x="582" y="721"/>
                  </a:lnTo>
                  <a:lnTo>
                    <a:pt x="612" y="705"/>
                  </a:lnTo>
                  <a:lnTo>
                    <a:pt x="639" y="691"/>
                  </a:lnTo>
                  <a:lnTo>
                    <a:pt x="666" y="677"/>
                  </a:lnTo>
                  <a:lnTo>
                    <a:pt x="691" y="664"/>
                  </a:lnTo>
                  <a:lnTo>
                    <a:pt x="715" y="650"/>
                  </a:lnTo>
                  <a:lnTo>
                    <a:pt x="740" y="638"/>
                  </a:lnTo>
                  <a:lnTo>
                    <a:pt x="763" y="624"/>
                  </a:lnTo>
                  <a:lnTo>
                    <a:pt x="787" y="609"/>
                  </a:lnTo>
                  <a:lnTo>
                    <a:pt x="810" y="592"/>
                  </a:lnTo>
                  <a:lnTo>
                    <a:pt x="833" y="573"/>
                  </a:lnTo>
                  <a:lnTo>
                    <a:pt x="856" y="552"/>
                  </a:lnTo>
                  <a:lnTo>
                    <a:pt x="879" y="528"/>
                  </a:lnTo>
                  <a:lnTo>
                    <a:pt x="903" y="501"/>
                  </a:lnTo>
                  <a:lnTo>
                    <a:pt x="929" y="469"/>
                  </a:lnTo>
                  <a:lnTo>
                    <a:pt x="974" y="406"/>
                  </a:lnTo>
                  <a:lnTo>
                    <a:pt x="1008" y="350"/>
                  </a:lnTo>
                  <a:lnTo>
                    <a:pt x="1033" y="298"/>
                  </a:lnTo>
                  <a:lnTo>
                    <a:pt x="1050" y="253"/>
                  </a:lnTo>
                  <a:lnTo>
                    <a:pt x="1054" y="214"/>
                  </a:lnTo>
                  <a:lnTo>
                    <a:pt x="1051" y="180"/>
                  </a:lnTo>
                  <a:lnTo>
                    <a:pt x="1036" y="153"/>
                  </a:lnTo>
                  <a:lnTo>
                    <a:pt x="1012" y="131"/>
                  </a:lnTo>
                  <a:close/>
                </a:path>
              </a:pathLst>
            </a:custGeom>
            <a:solidFill>
              <a:srgbClr val="FCF2E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2" name="Freeform 20"/>
            <p:cNvSpPr>
              <a:spLocks/>
            </p:cNvSpPr>
            <p:nvPr/>
          </p:nvSpPr>
          <p:spPr bwMode="gray">
            <a:xfrm>
              <a:off x="1128" y="2609"/>
              <a:ext cx="504" cy="408"/>
            </a:xfrm>
            <a:custGeom>
              <a:avLst/>
              <a:gdLst/>
              <a:ahLst/>
              <a:cxnLst>
                <a:cxn ang="0">
                  <a:pos x="963" y="122"/>
                </a:cxn>
                <a:cxn ang="0">
                  <a:pos x="936" y="109"/>
                </a:cxn>
                <a:cxn ang="0">
                  <a:pos x="886" y="88"/>
                </a:cxn>
                <a:cxn ang="0">
                  <a:pos x="816" y="61"/>
                </a:cxn>
                <a:cxn ang="0">
                  <a:pos x="729" y="35"/>
                </a:cxn>
                <a:cxn ang="0">
                  <a:pos x="630" y="14"/>
                </a:cxn>
                <a:cxn ang="0">
                  <a:pos x="523" y="1"/>
                </a:cxn>
                <a:cxn ang="0">
                  <a:pos x="411" y="3"/>
                </a:cxn>
                <a:cxn ang="0">
                  <a:pos x="300" y="23"/>
                </a:cxn>
                <a:cxn ang="0">
                  <a:pos x="201" y="65"/>
                </a:cxn>
                <a:cxn ang="0">
                  <a:pos x="119" y="123"/>
                </a:cxn>
                <a:cxn ang="0">
                  <a:pos x="57" y="197"/>
                </a:cxn>
                <a:cxn ang="0">
                  <a:pos x="16" y="282"/>
                </a:cxn>
                <a:cxn ang="0">
                  <a:pos x="0" y="377"/>
                </a:cxn>
                <a:cxn ang="0">
                  <a:pos x="12" y="476"/>
                </a:cxn>
                <a:cxn ang="0">
                  <a:pos x="53" y="579"/>
                </a:cxn>
                <a:cxn ang="0">
                  <a:pos x="120" y="675"/>
                </a:cxn>
                <a:cxn ang="0">
                  <a:pos x="181" y="747"/>
                </a:cxn>
                <a:cxn ang="0">
                  <a:pos x="233" y="792"/>
                </a:cxn>
                <a:cxn ang="0">
                  <a:pos x="279" y="814"/>
                </a:cxn>
                <a:cxn ang="0">
                  <a:pos x="322" y="816"/>
                </a:cxn>
                <a:cxn ang="0">
                  <a:pos x="365" y="803"/>
                </a:cxn>
                <a:cxn ang="0">
                  <a:pos x="411" y="777"/>
                </a:cxn>
                <a:cxn ang="0">
                  <a:pos x="466" y="742"/>
                </a:cxn>
                <a:cxn ang="0">
                  <a:pos x="527" y="704"/>
                </a:cxn>
                <a:cxn ang="0">
                  <a:pos x="583" y="672"/>
                </a:cxn>
                <a:cxn ang="0">
                  <a:pos x="635" y="645"/>
                </a:cxn>
                <a:cxn ang="0">
                  <a:pos x="683" y="620"/>
                </a:cxn>
                <a:cxn ang="0">
                  <a:pos x="728" y="595"/>
                </a:cxn>
                <a:cxn ang="0">
                  <a:pos x="773" y="564"/>
                </a:cxn>
                <a:cxn ang="0">
                  <a:pos x="817" y="526"/>
                </a:cxn>
                <a:cxn ang="0">
                  <a:pos x="863" y="477"/>
                </a:cxn>
                <a:cxn ang="0">
                  <a:pos x="929" y="387"/>
                </a:cxn>
                <a:cxn ang="0">
                  <a:pos x="986" y="284"/>
                </a:cxn>
                <a:cxn ang="0">
                  <a:pos x="1007" y="203"/>
                </a:cxn>
                <a:cxn ang="0">
                  <a:pos x="990" y="145"/>
                </a:cxn>
              </a:cxnLst>
              <a:rect l="0" t="0" r="r" b="b"/>
              <a:pathLst>
                <a:path w="1007" h="817">
                  <a:moveTo>
                    <a:pt x="967" y="124"/>
                  </a:moveTo>
                  <a:lnTo>
                    <a:pt x="963" y="122"/>
                  </a:lnTo>
                  <a:lnTo>
                    <a:pt x="953" y="118"/>
                  </a:lnTo>
                  <a:lnTo>
                    <a:pt x="936" y="109"/>
                  </a:lnTo>
                  <a:lnTo>
                    <a:pt x="914" y="99"/>
                  </a:lnTo>
                  <a:lnTo>
                    <a:pt x="886" y="88"/>
                  </a:lnTo>
                  <a:lnTo>
                    <a:pt x="853" y="75"/>
                  </a:lnTo>
                  <a:lnTo>
                    <a:pt x="816" y="61"/>
                  </a:lnTo>
                  <a:lnTo>
                    <a:pt x="774" y="47"/>
                  </a:lnTo>
                  <a:lnTo>
                    <a:pt x="729" y="35"/>
                  </a:lnTo>
                  <a:lnTo>
                    <a:pt x="681" y="23"/>
                  </a:lnTo>
                  <a:lnTo>
                    <a:pt x="630" y="14"/>
                  </a:lnTo>
                  <a:lnTo>
                    <a:pt x="578" y="6"/>
                  </a:lnTo>
                  <a:lnTo>
                    <a:pt x="523" y="1"/>
                  </a:lnTo>
                  <a:lnTo>
                    <a:pt x="468" y="0"/>
                  </a:lnTo>
                  <a:lnTo>
                    <a:pt x="411" y="3"/>
                  </a:lnTo>
                  <a:lnTo>
                    <a:pt x="355" y="10"/>
                  </a:lnTo>
                  <a:lnTo>
                    <a:pt x="300" y="23"/>
                  </a:lnTo>
                  <a:lnTo>
                    <a:pt x="249" y="42"/>
                  </a:lnTo>
                  <a:lnTo>
                    <a:pt x="201" y="65"/>
                  </a:lnTo>
                  <a:lnTo>
                    <a:pt x="158" y="91"/>
                  </a:lnTo>
                  <a:lnTo>
                    <a:pt x="119" y="123"/>
                  </a:lnTo>
                  <a:lnTo>
                    <a:pt x="85" y="158"/>
                  </a:lnTo>
                  <a:lnTo>
                    <a:pt x="57" y="197"/>
                  </a:lnTo>
                  <a:lnTo>
                    <a:pt x="33" y="239"/>
                  </a:lnTo>
                  <a:lnTo>
                    <a:pt x="16" y="282"/>
                  </a:lnTo>
                  <a:lnTo>
                    <a:pt x="5" y="328"/>
                  </a:lnTo>
                  <a:lnTo>
                    <a:pt x="0" y="377"/>
                  </a:lnTo>
                  <a:lnTo>
                    <a:pt x="2" y="426"/>
                  </a:lnTo>
                  <a:lnTo>
                    <a:pt x="12" y="476"/>
                  </a:lnTo>
                  <a:lnTo>
                    <a:pt x="29" y="528"/>
                  </a:lnTo>
                  <a:lnTo>
                    <a:pt x="53" y="579"/>
                  </a:lnTo>
                  <a:lnTo>
                    <a:pt x="85" y="629"/>
                  </a:lnTo>
                  <a:lnTo>
                    <a:pt x="120" y="675"/>
                  </a:lnTo>
                  <a:lnTo>
                    <a:pt x="152" y="715"/>
                  </a:lnTo>
                  <a:lnTo>
                    <a:pt x="181" y="747"/>
                  </a:lnTo>
                  <a:lnTo>
                    <a:pt x="207" y="772"/>
                  </a:lnTo>
                  <a:lnTo>
                    <a:pt x="233" y="792"/>
                  </a:lnTo>
                  <a:lnTo>
                    <a:pt x="256" y="806"/>
                  </a:lnTo>
                  <a:lnTo>
                    <a:pt x="279" y="814"/>
                  </a:lnTo>
                  <a:lnTo>
                    <a:pt x="301" y="817"/>
                  </a:lnTo>
                  <a:lnTo>
                    <a:pt x="322" y="816"/>
                  </a:lnTo>
                  <a:lnTo>
                    <a:pt x="343" y="811"/>
                  </a:lnTo>
                  <a:lnTo>
                    <a:pt x="365" y="803"/>
                  </a:lnTo>
                  <a:lnTo>
                    <a:pt x="388" y="792"/>
                  </a:lnTo>
                  <a:lnTo>
                    <a:pt x="411" y="777"/>
                  </a:lnTo>
                  <a:lnTo>
                    <a:pt x="438" y="761"/>
                  </a:lnTo>
                  <a:lnTo>
                    <a:pt x="466" y="742"/>
                  </a:lnTo>
                  <a:lnTo>
                    <a:pt x="496" y="723"/>
                  </a:lnTo>
                  <a:lnTo>
                    <a:pt x="527" y="704"/>
                  </a:lnTo>
                  <a:lnTo>
                    <a:pt x="555" y="687"/>
                  </a:lnTo>
                  <a:lnTo>
                    <a:pt x="583" y="672"/>
                  </a:lnTo>
                  <a:lnTo>
                    <a:pt x="610" y="658"/>
                  </a:lnTo>
                  <a:lnTo>
                    <a:pt x="635" y="645"/>
                  </a:lnTo>
                  <a:lnTo>
                    <a:pt x="659" y="633"/>
                  </a:lnTo>
                  <a:lnTo>
                    <a:pt x="683" y="620"/>
                  </a:lnTo>
                  <a:lnTo>
                    <a:pt x="706" y="607"/>
                  </a:lnTo>
                  <a:lnTo>
                    <a:pt x="728" y="595"/>
                  </a:lnTo>
                  <a:lnTo>
                    <a:pt x="750" y="580"/>
                  </a:lnTo>
                  <a:lnTo>
                    <a:pt x="773" y="564"/>
                  </a:lnTo>
                  <a:lnTo>
                    <a:pt x="795" y="546"/>
                  </a:lnTo>
                  <a:lnTo>
                    <a:pt x="817" y="526"/>
                  </a:lnTo>
                  <a:lnTo>
                    <a:pt x="840" y="502"/>
                  </a:lnTo>
                  <a:lnTo>
                    <a:pt x="863" y="477"/>
                  </a:lnTo>
                  <a:lnTo>
                    <a:pt x="886" y="447"/>
                  </a:lnTo>
                  <a:lnTo>
                    <a:pt x="929" y="387"/>
                  </a:lnTo>
                  <a:lnTo>
                    <a:pt x="962" y="332"/>
                  </a:lnTo>
                  <a:lnTo>
                    <a:pt x="986" y="284"/>
                  </a:lnTo>
                  <a:lnTo>
                    <a:pt x="1001" y="241"/>
                  </a:lnTo>
                  <a:lnTo>
                    <a:pt x="1007" y="203"/>
                  </a:lnTo>
                  <a:lnTo>
                    <a:pt x="1003" y="172"/>
                  </a:lnTo>
                  <a:lnTo>
                    <a:pt x="990" y="145"/>
                  </a:lnTo>
                  <a:lnTo>
                    <a:pt x="967" y="124"/>
                  </a:lnTo>
                  <a:close/>
                </a:path>
              </a:pathLst>
            </a:custGeom>
            <a:solidFill>
              <a:srgbClr val="F9ED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3" name="Freeform 21"/>
            <p:cNvSpPr>
              <a:spLocks/>
            </p:cNvSpPr>
            <p:nvPr/>
          </p:nvSpPr>
          <p:spPr bwMode="gray">
            <a:xfrm>
              <a:off x="1140" y="2618"/>
              <a:ext cx="479" cy="389"/>
            </a:xfrm>
            <a:custGeom>
              <a:avLst/>
              <a:gdLst/>
              <a:ahLst/>
              <a:cxnLst>
                <a:cxn ang="0">
                  <a:pos x="916" y="116"/>
                </a:cxn>
                <a:cxn ang="0">
                  <a:pos x="891" y="104"/>
                </a:cxn>
                <a:cxn ang="0">
                  <a:pos x="843" y="83"/>
                </a:cxn>
                <a:cxn ang="0">
                  <a:pos x="776" y="58"/>
                </a:cxn>
                <a:cxn ang="0">
                  <a:pos x="694" y="33"/>
                </a:cxn>
                <a:cxn ang="0">
                  <a:pos x="601" y="12"/>
                </a:cxn>
                <a:cxn ang="0">
                  <a:pos x="498" y="1"/>
                </a:cxn>
                <a:cxn ang="0">
                  <a:pos x="392" y="3"/>
                </a:cxn>
                <a:cxn ang="0">
                  <a:pos x="286" y="23"/>
                </a:cxn>
                <a:cxn ang="0">
                  <a:pos x="192" y="61"/>
                </a:cxn>
                <a:cxn ang="0">
                  <a:pos x="113" y="117"/>
                </a:cxn>
                <a:cxn ang="0">
                  <a:pos x="54" y="187"/>
                </a:cxn>
                <a:cxn ang="0">
                  <a:pos x="15" y="269"/>
                </a:cxn>
                <a:cxn ang="0">
                  <a:pos x="0" y="358"/>
                </a:cxn>
                <a:cxn ang="0">
                  <a:pos x="12" y="453"/>
                </a:cxn>
                <a:cxn ang="0">
                  <a:pos x="51" y="549"/>
                </a:cxn>
                <a:cxn ang="0">
                  <a:pos x="115" y="641"/>
                </a:cxn>
                <a:cxn ang="0">
                  <a:pos x="173" y="709"/>
                </a:cxn>
                <a:cxn ang="0">
                  <a:pos x="223" y="752"/>
                </a:cxn>
                <a:cxn ang="0">
                  <a:pos x="266" y="774"/>
                </a:cxn>
                <a:cxn ang="0">
                  <a:pos x="307" y="776"/>
                </a:cxn>
                <a:cxn ang="0">
                  <a:pos x="348" y="764"/>
                </a:cxn>
                <a:cxn ang="0">
                  <a:pos x="392" y="739"/>
                </a:cxn>
                <a:cxn ang="0">
                  <a:pos x="443" y="706"/>
                </a:cxn>
                <a:cxn ang="0">
                  <a:pos x="500" y="669"/>
                </a:cxn>
                <a:cxn ang="0">
                  <a:pos x="554" y="639"/>
                </a:cxn>
                <a:cxn ang="0">
                  <a:pos x="604" y="614"/>
                </a:cxn>
                <a:cxn ang="0">
                  <a:pos x="650" y="590"/>
                </a:cxn>
                <a:cxn ang="0">
                  <a:pos x="694" y="565"/>
                </a:cxn>
                <a:cxn ang="0">
                  <a:pos x="735" y="537"/>
                </a:cxn>
                <a:cxn ang="0">
                  <a:pos x="778" y="500"/>
                </a:cxn>
                <a:cxn ang="0">
                  <a:pos x="821" y="453"/>
                </a:cxn>
                <a:cxn ang="0">
                  <a:pos x="884" y="367"/>
                </a:cxn>
                <a:cxn ang="0">
                  <a:pos x="938" y="269"/>
                </a:cxn>
                <a:cxn ang="0">
                  <a:pos x="958" y="193"/>
                </a:cxn>
                <a:cxn ang="0">
                  <a:pos x="942" y="138"/>
                </a:cxn>
              </a:cxnLst>
              <a:rect l="0" t="0" r="r" b="b"/>
              <a:pathLst>
                <a:path w="958" h="777">
                  <a:moveTo>
                    <a:pt x="920" y="118"/>
                  </a:moveTo>
                  <a:lnTo>
                    <a:pt x="916" y="116"/>
                  </a:lnTo>
                  <a:lnTo>
                    <a:pt x="907" y="111"/>
                  </a:lnTo>
                  <a:lnTo>
                    <a:pt x="891" y="104"/>
                  </a:lnTo>
                  <a:lnTo>
                    <a:pt x="869" y="94"/>
                  </a:lnTo>
                  <a:lnTo>
                    <a:pt x="843" y="83"/>
                  </a:lnTo>
                  <a:lnTo>
                    <a:pt x="811" y="71"/>
                  </a:lnTo>
                  <a:lnTo>
                    <a:pt x="776" y="58"/>
                  </a:lnTo>
                  <a:lnTo>
                    <a:pt x="737" y="45"/>
                  </a:lnTo>
                  <a:lnTo>
                    <a:pt x="694" y="33"/>
                  </a:lnTo>
                  <a:lnTo>
                    <a:pt x="649" y="22"/>
                  </a:lnTo>
                  <a:lnTo>
                    <a:pt x="601" y="12"/>
                  </a:lnTo>
                  <a:lnTo>
                    <a:pt x="550" y="5"/>
                  </a:lnTo>
                  <a:lnTo>
                    <a:pt x="498" y="1"/>
                  </a:lnTo>
                  <a:lnTo>
                    <a:pt x="445" y="0"/>
                  </a:lnTo>
                  <a:lnTo>
                    <a:pt x="392" y="3"/>
                  </a:lnTo>
                  <a:lnTo>
                    <a:pt x="338" y="10"/>
                  </a:lnTo>
                  <a:lnTo>
                    <a:pt x="286" y="23"/>
                  </a:lnTo>
                  <a:lnTo>
                    <a:pt x="236" y="39"/>
                  </a:lnTo>
                  <a:lnTo>
                    <a:pt x="192" y="61"/>
                  </a:lnTo>
                  <a:lnTo>
                    <a:pt x="150" y="87"/>
                  </a:lnTo>
                  <a:lnTo>
                    <a:pt x="113" y="117"/>
                  </a:lnTo>
                  <a:lnTo>
                    <a:pt x="81" y="151"/>
                  </a:lnTo>
                  <a:lnTo>
                    <a:pt x="54" y="187"/>
                  </a:lnTo>
                  <a:lnTo>
                    <a:pt x="33" y="227"/>
                  </a:lnTo>
                  <a:lnTo>
                    <a:pt x="15" y="269"/>
                  </a:lnTo>
                  <a:lnTo>
                    <a:pt x="5" y="313"/>
                  </a:lnTo>
                  <a:lnTo>
                    <a:pt x="0" y="358"/>
                  </a:lnTo>
                  <a:lnTo>
                    <a:pt x="3" y="405"/>
                  </a:lnTo>
                  <a:lnTo>
                    <a:pt x="12" y="453"/>
                  </a:lnTo>
                  <a:lnTo>
                    <a:pt x="28" y="501"/>
                  </a:lnTo>
                  <a:lnTo>
                    <a:pt x="51" y="549"/>
                  </a:lnTo>
                  <a:lnTo>
                    <a:pt x="82" y="598"/>
                  </a:lnTo>
                  <a:lnTo>
                    <a:pt x="115" y="641"/>
                  </a:lnTo>
                  <a:lnTo>
                    <a:pt x="145" y="680"/>
                  </a:lnTo>
                  <a:lnTo>
                    <a:pt x="173" y="709"/>
                  </a:lnTo>
                  <a:lnTo>
                    <a:pt x="198" y="734"/>
                  </a:lnTo>
                  <a:lnTo>
                    <a:pt x="223" y="752"/>
                  </a:lnTo>
                  <a:lnTo>
                    <a:pt x="245" y="766"/>
                  </a:lnTo>
                  <a:lnTo>
                    <a:pt x="266" y="774"/>
                  </a:lnTo>
                  <a:lnTo>
                    <a:pt x="287" y="777"/>
                  </a:lnTo>
                  <a:lnTo>
                    <a:pt x="307" y="776"/>
                  </a:lnTo>
                  <a:lnTo>
                    <a:pt x="327" y="772"/>
                  </a:lnTo>
                  <a:lnTo>
                    <a:pt x="348" y="764"/>
                  </a:lnTo>
                  <a:lnTo>
                    <a:pt x="370" y="753"/>
                  </a:lnTo>
                  <a:lnTo>
                    <a:pt x="392" y="739"/>
                  </a:lnTo>
                  <a:lnTo>
                    <a:pt x="416" y="723"/>
                  </a:lnTo>
                  <a:lnTo>
                    <a:pt x="443" y="706"/>
                  </a:lnTo>
                  <a:lnTo>
                    <a:pt x="472" y="688"/>
                  </a:lnTo>
                  <a:lnTo>
                    <a:pt x="500" y="669"/>
                  </a:lnTo>
                  <a:lnTo>
                    <a:pt x="528" y="653"/>
                  </a:lnTo>
                  <a:lnTo>
                    <a:pt x="554" y="639"/>
                  </a:lnTo>
                  <a:lnTo>
                    <a:pt x="580" y="625"/>
                  </a:lnTo>
                  <a:lnTo>
                    <a:pt x="604" y="614"/>
                  </a:lnTo>
                  <a:lnTo>
                    <a:pt x="627" y="601"/>
                  </a:lnTo>
                  <a:lnTo>
                    <a:pt x="650" y="590"/>
                  </a:lnTo>
                  <a:lnTo>
                    <a:pt x="672" y="578"/>
                  </a:lnTo>
                  <a:lnTo>
                    <a:pt x="694" y="565"/>
                  </a:lnTo>
                  <a:lnTo>
                    <a:pt x="715" y="552"/>
                  </a:lnTo>
                  <a:lnTo>
                    <a:pt x="735" y="537"/>
                  </a:lnTo>
                  <a:lnTo>
                    <a:pt x="756" y="519"/>
                  </a:lnTo>
                  <a:lnTo>
                    <a:pt x="778" y="500"/>
                  </a:lnTo>
                  <a:lnTo>
                    <a:pt x="799" y="478"/>
                  </a:lnTo>
                  <a:lnTo>
                    <a:pt x="821" y="453"/>
                  </a:lnTo>
                  <a:lnTo>
                    <a:pt x="844" y="425"/>
                  </a:lnTo>
                  <a:lnTo>
                    <a:pt x="884" y="367"/>
                  </a:lnTo>
                  <a:lnTo>
                    <a:pt x="916" y="315"/>
                  </a:lnTo>
                  <a:lnTo>
                    <a:pt x="938" y="269"/>
                  </a:lnTo>
                  <a:lnTo>
                    <a:pt x="953" y="228"/>
                  </a:lnTo>
                  <a:lnTo>
                    <a:pt x="958" y="193"/>
                  </a:lnTo>
                  <a:lnTo>
                    <a:pt x="954" y="162"/>
                  </a:lnTo>
                  <a:lnTo>
                    <a:pt x="942" y="138"/>
                  </a:lnTo>
                  <a:lnTo>
                    <a:pt x="920" y="118"/>
                  </a:lnTo>
                  <a:close/>
                </a:path>
              </a:pathLst>
            </a:custGeom>
            <a:solidFill>
              <a:srgbClr val="F9EA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4" name="Freeform 22"/>
            <p:cNvSpPr>
              <a:spLocks/>
            </p:cNvSpPr>
            <p:nvPr/>
          </p:nvSpPr>
          <p:spPr bwMode="gray">
            <a:xfrm>
              <a:off x="1152" y="2629"/>
              <a:ext cx="455" cy="368"/>
            </a:xfrm>
            <a:custGeom>
              <a:avLst/>
              <a:gdLst/>
              <a:ahLst/>
              <a:cxnLst>
                <a:cxn ang="0">
                  <a:pos x="870" y="111"/>
                </a:cxn>
                <a:cxn ang="0">
                  <a:pos x="846" y="98"/>
                </a:cxn>
                <a:cxn ang="0">
                  <a:pos x="800" y="79"/>
                </a:cxn>
                <a:cxn ang="0">
                  <a:pos x="737" y="55"/>
                </a:cxn>
                <a:cxn ang="0">
                  <a:pos x="660" y="31"/>
                </a:cxn>
                <a:cxn ang="0">
                  <a:pos x="570" y="12"/>
                </a:cxn>
                <a:cxn ang="0">
                  <a:pos x="473" y="2"/>
                </a:cxn>
                <a:cxn ang="0">
                  <a:pos x="371" y="3"/>
                </a:cxn>
                <a:cxn ang="0">
                  <a:pos x="271" y="21"/>
                </a:cxn>
                <a:cxn ang="0">
                  <a:pos x="181" y="58"/>
                </a:cxn>
                <a:cxn ang="0">
                  <a:pos x="108" y="111"/>
                </a:cxn>
                <a:cxn ang="0">
                  <a:pos x="51" y="178"/>
                </a:cxn>
                <a:cxn ang="0">
                  <a:pos x="15" y="255"/>
                </a:cxn>
                <a:cxn ang="0">
                  <a:pos x="0" y="340"/>
                </a:cxn>
                <a:cxn ang="0">
                  <a:pos x="11" y="429"/>
                </a:cxn>
                <a:cxn ang="0">
                  <a:pos x="49" y="521"/>
                </a:cxn>
                <a:cxn ang="0">
                  <a:pos x="109" y="610"/>
                </a:cxn>
                <a:cxn ang="0">
                  <a:pos x="164" y="673"/>
                </a:cxn>
                <a:cxn ang="0">
                  <a:pos x="211" y="715"/>
                </a:cxn>
                <a:cxn ang="0">
                  <a:pos x="253" y="734"/>
                </a:cxn>
                <a:cxn ang="0">
                  <a:pos x="292" y="737"/>
                </a:cxn>
                <a:cxn ang="0">
                  <a:pos x="331" y="725"/>
                </a:cxn>
                <a:cxn ang="0">
                  <a:pos x="373" y="701"/>
                </a:cxn>
                <a:cxn ang="0">
                  <a:pos x="421" y="670"/>
                </a:cxn>
                <a:cxn ang="0">
                  <a:pos x="476" y="635"/>
                </a:cxn>
                <a:cxn ang="0">
                  <a:pos x="528" y="607"/>
                </a:cxn>
                <a:cxn ang="0">
                  <a:pos x="574" y="582"/>
                </a:cxn>
                <a:cxn ang="0">
                  <a:pos x="618" y="559"/>
                </a:cxn>
                <a:cxn ang="0">
                  <a:pos x="658" y="536"/>
                </a:cxn>
                <a:cxn ang="0">
                  <a:pos x="699" y="509"/>
                </a:cxn>
                <a:cxn ang="0">
                  <a:pos x="739" y="474"/>
                </a:cxn>
                <a:cxn ang="0">
                  <a:pos x="779" y="430"/>
                </a:cxn>
                <a:cxn ang="0">
                  <a:pos x="840" y="350"/>
                </a:cxn>
                <a:cxn ang="0">
                  <a:pos x="892" y="255"/>
                </a:cxn>
                <a:cxn ang="0">
                  <a:pos x="910" y="182"/>
                </a:cxn>
                <a:cxn ang="0">
                  <a:pos x="895" y="131"/>
                </a:cxn>
              </a:cxnLst>
              <a:rect l="0" t="0" r="r" b="b"/>
              <a:pathLst>
                <a:path w="910" h="738">
                  <a:moveTo>
                    <a:pt x="874" y="112"/>
                  </a:moveTo>
                  <a:lnTo>
                    <a:pt x="870" y="111"/>
                  </a:lnTo>
                  <a:lnTo>
                    <a:pt x="861" y="105"/>
                  </a:lnTo>
                  <a:lnTo>
                    <a:pt x="846" y="98"/>
                  </a:lnTo>
                  <a:lnTo>
                    <a:pt x="825" y="89"/>
                  </a:lnTo>
                  <a:lnTo>
                    <a:pt x="800" y="79"/>
                  </a:lnTo>
                  <a:lnTo>
                    <a:pt x="771" y="67"/>
                  </a:lnTo>
                  <a:lnTo>
                    <a:pt x="737" y="55"/>
                  </a:lnTo>
                  <a:lnTo>
                    <a:pt x="700" y="43"/>
                  </a:lnTo>
                  <a:lnTo>
                    <a:pt x="660" y="31"/>
                  </a:lnTo>
                  <a:lnTo>
                    <a:pt x="616" y="21"/>
                  </a:lnTo>
                  <a:lnTo>
                    <a:pt x="570" y="12"/>
                  </a:lnTo>
                  <a:lnTo>
                    <a:pt x="522" y="5"/>
                  </a:lnTo>
                  <a:lnTo>
                    <a:pt x="473" y="2"/>
                  </a:lnTo>
                  <a:lnTo>
                    <a:pt x="423" y="0"/>
                  </a:lnTo>
                  <a:lnTo>
                    <a:pt x="371" y="3"/>
                  </a:lnTo>
                  <a:lnTo>
                    <a:pt x="321" y="10"/>
                  </a:lnTo>
                  <a:lnTo>
                    <a:pt x="271" y="21"/>
                  </a:lnTo>
                  <a:lnTo>
                    <a:pt x="225" y="37"/>
                  </a:lnTo>
                  <a:lnTo>
                    <a:pt x="181" y="58"/>
                  </a:lnTo>
                  <a:lnTo>
                    <a:pt x="143" y="82"/>
                  </a:lnTo>
                  <a:lnTo>
                    <a:pt x="108" y="111"/>
                  </a:lnTo>
                  <a:lnTo>
                    <a:pt x="78" y="143"/>
                  </a:lnTo>
                  <a:lnTo>
                    <a:pt x="51" y="178"/>
                  </a:lnTo>
                  <a:lnTo>
                    <a:pt x="30" y="215"/>
                  </a:lnTo>
                  <a:lnTo>
                    <a:pt x="15" y="255"/>
                  </a:lnTo>
                  <a:lnTo>
                    <a:pt x="5" y="297"/>
                  </a:lnTo>
                  <a:lnTo>
                    <a:pt x="0" y="340"/>
                  </a:lnTo>
                  <a:lnTo>
                    <a:pt x="3" y="384"/>
                  </a:lnTo>
                  <a:lnTo>
                    <a:pt x="11" y="429"/>
                  </a:lnTo>
                  <a:lnTo>
                    <a:pt x="26" y="475"/>
                  </a:lnTo>
                  <a:lnTo>
                    <a:pt x="49" y="521"/>
                  </a:lnTo>
                  <a:lnTo>
                    <a:pt x="78" y="567"/>
                  </a:lnTo>
                  <a:lnTo>
                    <a:pt x="109" y="610"/>
                  </a:lnTo>
                  <a:lnTo>
                    <a:pt x="138" y="645"/>
                  </a:lnTo>
                  <a:lnTo>
                    <a:pt x="164" y="673"/>
                  </a:lnTo>
                  <a:lnTo>
                    <a:pt x="188" y="696"/>
                  </a:lnTo>
                  <a:lnTo>
                    <a:pt x="211" y="715"/>
                  </a:lnTo>
                  <a:lnTo>
                    <a:pt x="232" y="726"/>
                  </a:lnTo>
                  <a:lnTo>
                    <a:pt x="253" y="734"/>
                  </a:lnTo>
                  <a:lnTo>
                    <a:pt x="272" y="738"/>
                  </a:lnTo>
                  <a:lnTo>
                    <a:pt x="292" y="737"/>
                  </a:lnTo>
                  <a:lnTo>
                    <a:pt x="310" y="732"/>
                  </a:lnTo>
                  <a:lnTo>
                    <a:pt x="331" y="725"/>
                  </a:lnTo>
                  <a:lnTo>
                    <a:pt x="352" y="715"/>
                  </a:lnTo>
                  <a:lnTo>
                    <a:pt x="373" y="701"/>
                  </a:lnTo>
                  <a:lnTo>
                    <a:pt x="397" y="687"/>
                  </a:lnTo>
                  <a:lnTo>
                    <a:pt x="421" y="670"/>
                  </a:lnTo>
                  <a:lnTo>
                    <a:pt x="449" y="653"/>
                  </a:lnTo>
                  <a:lnTo>
                    <a:pt x="476" y="635"/>
                  </a:lnTo>
                  <a:lnTo>
                    <a:pt x="503" y="620"/>
                  </a:lnTo>
                  <a:lnTo>
                    <a:pt x="528" y="607"/>
                  </a:lnTo>
                  <a:lnTo>
                    <a:pt x="551" y="594"/>
                  </a:lnTo>
                  <a:lnTo>
                    <a:pt x="574" y="582"/>
                  </a:lnTo>
                  <a:lnTo>
                    <a:pt x="596" y="571"/>
                  </a:lnTo>
                  <a:lnTo>
                    <a:pt x="618" y="559"/>
                  </a:lnTo>
                  <a:lnTo>
                    <a:pt x="639" y="548"/>
                  </a:lnTo>
                  <a:lnTo>
                    <a:pt x="658" y="536"/>
                  </a:lnTo>
                  <a:lnTo>
                    <a:pt x="679" y="522"/>
                  </a:lnTo>
                  <a:lnTo>
                    <a:pt x="699" y="509"/>
                  </a:lnTo>
                  <a:lnTo>
                    <a:pt x="718" y="492"/>
                  </a:lnTo>
                  <a:lnTo>
                    <a:pt x="739" y="474"/>
                  </a:lnTo>
                  <a:lnTo>
                    <a:pt x="759" y="453"/>
                  </a:lnTo>
                  <a:lnTo>
                    <a:pt x="779" y="430"/>
                  </a:lnTo>
                  <a:lnTo>
                    <a:pt x="801" y="404"/>
                  </a:lnTo>
                  <a:lnTo>
                    <a:pt x="840" y="350"/>
                  </a:lnTo>
                  <a:lnTo>
                    <a:pt x="870" y="300"/>
                  </a:lnTo>
                  <a:lnTo>
                    <a:pt x="892" y="255"/>
                  </a:lnTo>
                  <a:lnTo>
                    <a:pt x="905" y="216"/>
                  </a:lnTo>
                  <a:lnTo>
                    <a:pt x="910" y="182"/>
                  </a:lnTo>
                  <a:lnTo>
                    <a:pt x="906" y="154"/>
                  </a:lnTo>
                  <a:lnTo>
                    <a:pt x="895" y="131"/>
                  </a:lnTo>
                  <a:lnTo>
                    <a:pt x="874" y="112"/>
                  </a:lnTo>
                  <a:close/>
                </a:path>
              </a:pathLst>
            </a:custGeom>
            <a:solidFill>
              <a:srgbClr val="F9E8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5" name="Freeform 23"/>
            <p:cNvSpPr>
              <a:spLocks/>
            </p:cNvSpPr>
            <p:nvPr/>
          </p:nvSpPr>
          <p:spPr bwMode="gray">
            <a:xfrm>
              <a:off x="1271" y="2315"/>
              <a:ext cx="112" cy="14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37" y="2"/>
                </a:cxn>
                <a:cxn ang="0">
                  <a:pos x="130" y="4"/>
                </a:cxn>
                <a:cxn ang="0">
                  <a:pos x="120" y="7"/>
                </a:cxn>
                <a:cxn ang="0">
                  <a:pos x="107" y="13"/>
                </a:cxn>
                <a:cxn ang="0">
                  <a:pos x="92" y="20"/>
                </a:cxn>
                <a:cxn ang="0">
                  <a:pos x="77" y="29"/>
                </a:cxn>
                <a:cxn ang="0">
                  <a:pos x="60" y="38"/>
                </a:cxn>
                <a:cxn ang="0">
                  <a:pos x="45" y="51"/>
                </a:cxn>
                <a:cxn ang="0">
                  <a:pos x="30" y="65"/>
                </a:cxn>
                <a:cxn ang="0">
                  <a:pos x="17" y="80"/>
                </a:cxn>
                <a:cxn ang="0">
                  <a:pos x="8" y="97"/>
                </a:cxn>
                <a:cxn ang="0">
                  <a:pos x="1" y="116"/>
                </a:cxn>
                <a:cxn ang="0">
                  <a:pos x="0" y="136"/>
                </a:cxn>
                <a:cxn ang="0">
                  <a:pos x="2" y="158"/>
                </a:cxn>
                <a:cxn ang="0">
                  <a:pos x="11" y="183"/>
                </a:cxn>
                <a:cxn ang="0">
                  <a:pos x="28" y="208"/>
                </a:cxn>
                <a:cxn ang="0">
                  <a:pos x="47" y="232"/>
                </a:cxn>
                <a:cxn ang="0">
                  <a:pos x="66" y="251"/>
                </a:cxn>
                <a:cxn ang="0">
                  <a:pos x="83" y="264"/>
                </a:cxn>
                <a:cxn ang="0">
                  <a:pos x="100" y="274"/>
                </a:cxn>
                <a:cxn ang="0">
                  <a:pos x="115" y="278"/>
                </a:cxn>
                <a:cxn ang="0">
                  <a:pos x="130" y="280"/>
                </a:cxn>
                <a:cxn ang="0">
                  <a:pos x="145" y="279"/>
                </a:cxn>
                <a:cxn ang="0">
                  <a:pos x="158" y="275"/>
                </a:cxn>
                <a:cxn ang="0">
                  <a:pos x="169" y="268"/>
                </a:cxn>
                <a:cxn ang="0">
                  <a:pos x="181" y="259"/>
                </a:cxn>
                <a:cxn ang="0">
                  <a:pos x="190" y="247"/>
                </a:cxn>
                <a:cxn ang="0">
                  <a:pos x="199" y="236"/>
                </a:cxn>
                <a:cxn ang="0">
                  <a:pos x="206" y="223"/>
                </a:cxn>
                <a:cxn ang="0">
                  <a:pos x="212" y="209"/>
                </a:cxn>
                <a:cxn ang="0">
                  <a:pos x="215" y="195"/>
                </a:cxn>
                <a:cxn ang="0">
                  <a:pos x="219" y="183"/>
                </a:cxn>
                <a:cxn ang="0">
                  <a:pos x="222" y="155"/>
                </a:cxn>
                <a:cxn ang="0">
                  <a:pos x="224" y="123"/>
                </a:cxn>
                <a:cxn ang="0">
                  <a:pos x="221" y="91"/>
                </a:cxn>
                <a:cxn ang="0">
                  <a:pos x="215" y="60"/>
                </a:cxn>
                <a:cxn ang="0">
                  <a:pos x="205" y="34"/>
                </a:cxn>
                <a:cxn ang="0">
                  <a:pos x="189" y="14"/>
                </a:cxn>
                <a:cxn ang="0">
                  <a:pos x="167" y="2"/>
                </a:cxn>
                <a:cxn ang="0">
                  <a:pos x="139" y="0"/>
                </a:cxn>
              </a:cxnLst>
              <a:rect l="0" t="0" r="r" b="b"/>
              <a:pathLst>
                <a:path w="224" h="280">
                  <a:moveTo>
                    <a:pt x="139" y="0"/>
                  </a:moveTo>
                  <a:lnTo>
                    <a:pt x="137" y="2"/>
                  </a:lnTo>
                  <a:lnTo>
                    <a:pt x="130" y="4"/>
                  </a:lnTo>
                  <a:lnTo>
                    <a:pt x="120" y="7"/>
                  </a:lnTo>
                  <a:lnTo>
                    <a:pt x="107" y="13"/>
                  </a:lnTo>
                  <a:lnTo>
                    <a:pt x="92" y="20"/>
                  </a:lnTo>
                  <a:lnTo>
                    <a:pt x="77" y="29"/>
                  </a:lnTo>
                  <a:lnTo>
                    <a:pt x="60" y="38"/>
                  </a:lnTo>
                  <a:lnTo>
                    <a:pt x="45" y="51"/>
                  </a:lnTo>
                  <a:lnTo>
                    <a:pt x="30" y="65"/>
                  </a:lnTo>
                  <a:lnTo>
                    <a:pt x="17" y="80"/>
                  </a:lnTo>
                  <a:lnTo>
                    <a:pt x="8" y="97"/>
                  </a:lnTo>
                  <a:lnTo>
                    <a:pt x="1" y="116"/>
                  </a:lnTo>
                  <a:lnTo>
                    <a:pt x="0" y="136"/>
                  </a:lnTo>
                  <a:lnTo>
                    <a:pt x="2" y="158"/>
                  </a:lnTo>
                  <a:lnTo>
                    <a:pt x="11" y="183"/>
                  </a:lnTo>
                  <a:lnTo>
                    <a:pt x="28" y="208"/>
                  </a:lnTo>
                  <a:lnTo>
                    <a:pt x="47" y="232"/>
                  </a:lnTo>
                  <a:lnTo>
                    <a:pt x="66" y="251"/>
                  </a:lnTo>
                  <a:lnTo>
                    <a:pt x="83" y="264"/>
                  </a:lnTo>
                  <a:lnTo>
                    <a:pt x="100" y="274"/>
                  </a:lnTo>
                  <a:lnTo>
                    <a:pt x="115" y="278"/>
                  </a:lnTo>
                  <a:lnTo>
                    <a:pt x="130" y="280"/>
                  </a:lnTo>
                  <a:lnTo>
                    <a:pt x="145" y="279"/>
                  </a:lnTo>
                  <a:lnTo>
                    <a:pt x="158" y="275"/>
                  </a:lnTo>
                  <a:lnTo>
                    <a:pt x="169" y="268"/>
                  </a:lnTo>
                  <a:lnTo>
                    <a:pt x="181" y="259"/>
                  </a:lnTo>
                  <a:lnTo>
                    <a:pt x="190" y="247"/>
                  </a:lnTo>
                  <a:lnTo>
                    <a:pt x="199" y="236"/>
                  </a:lnTo>
                  <a:lnTo>
                    <a:pt x="206" y="223"/>
                  </a:lnTo>
                  <a:lnTo>
                    <a:pt x="212" y="209"/>
                  </a:lnTo>
                  <a:lnTo>
                    <a:pt x="215" y="195"/>
                  </a:lnTo>
                  <a:lnTo>
                    <a:pt x="219" y="183"/>
                  </a:lnTo>
                  <a:lnTo>
                    <a:pt x="222" y="155"/>
                  </a:lnTo>
                  <a:lnTo>
                    <a:pt x="224" y="123"/>
                  </a:lnTo>
                  <a:lnTo>
                    <a:pt x="221" y="91"/>
                  </a:lnTo>
                  <a:lnTo>
                    <a:pt x="215" y="60"/>
                  </a:lnTo>
                  <a:lnTo>
                    <a:pt x="205" y="34"/>
                  </a:lnTo>
                  <a:lnTo>
                    <a:pt x="189" y="14"/>
                  </a:lnTo>
                  <a:lnTo>
                    <a:pt x="167" y="2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6" name="Freeform 24"/>
            <p:cNvSpPr>
              <a:spLocks/>
            </p:cNvSpPr>
            <p:nvPr/>
          </p:nvSpPr>
          <p:spPr bwMode="gray">
            <a:xfrm>
              <a:off x="1274" y="2319"/>
              <a:ext cx="106" cy="132"/>
            </a:xfrm>
            <a:custGeom>
              <a:avLst/>
              <a:gdLst/>
              <a:ahLst/>
              <a:cxnLst>
                <a:cxn ang="0">
                  <a:pos x="131" y="0"/>
                </a:cxn>
                <a:cxn ang="0">
                  <a:pos x="129" y="2"/>
                </a:cxn>
                <a:cxn ang="0">
                  <a:pos x="123" y="4"/>
                </a:cxn>
                <a:cxn ang="0">
                  <a:pos x="113" y="7"/>
                </a:cxn>
                <a:cxn ang="0">
                  <a:pos x="101" y="12"/>
                </a:cxn>
                <a:cxn ang="0">
                  <a:pos x="87" y="19"/>
                </a:cxn>
                <a:cxn ang="0">
                  <a:pos x="72" y="27"/>
                </a:cxn>
                <a:cxn ang="0">
                  <a:pos x="57" y="37"/>
                </a:cxn>
                <a:cxn ang="0">
                  <a:pos x="42" y="48"/>
                </a:cxn>
                <a:cxn ang="0">
                  <a:pos x="29" y="61"/>
                </a:cxn>
                <a:cxn ang="0">
                  <a:pos x="17" y="75"/>
                </a:cxn>
                <a:cxn ang="0">
                  <a:pos x="8" y="91"/>
                </a:cxn>
                <a:cxn ang="0">
                  <a:pos x="2" y="109"/>
                </a:cxn>
                <a:cxn ang="0">
                  <a:pos x="0" y="128"/>
                </a:cxn>
                <a:cxn ang="0">
                  <a:pos x="3" y="149"/>
                </a:cxn>
                <a:cxn ang="0">
                  <a:pos x="11" y="172"/>
                </a:cxn>
                <a:cxn ang="0">
                  <a:pos x="26" y="196"/>
                </a:cxn>
                <a:cxn ang="0">
                  <a:pos x="62" y="237"/>
                </a:cxn>
                <a:cxn ang="0">
                  <a:pos x="94" y="258"/>
                </a:cxn>
                <a:cxn ang="0">
                  <a:pos x="123" y="265"/>
                </a:cxn>
                <a:cxn ang="0">
                  <a:pos x="150" y="260"/>
                </a:cxn>
                <a:cxn ang="0">
                  <a:pos x="170" y="245"/>
                </a:cxn>
                <a:cxn ang="0">
                  <a:pos x="188" y="224"/>
                </a:cxn>
                <a:cxn ang="0">
                  <a:pos x="199" y="199"/>
                </a:cxn>
                <a:cxn ang="0">
                  <a:pos x="206" y="173"/>
                </a:cxn>
                <a:cxn ang="0">
                  <a:pos x="209" y="147"/>
                </a:cxn>
                <a:cxn ang="0">
                  <a:pos x="211" y="117"/>
                </a:cxn>
                <a:cxn ang="0">
                  <a:pos x="208" y="87"/>
                </a:cxn>
                <a:cxn ang="0">
                  <a:pos x="203" y="57"/>
                </a:cxn>
                <a:cxn ang="0">
                  <a:pos x="193" y="33"/>
                </a:cxn>
                <a:cxn ang="0">
                  <a:pos x="178" y="13"/>
                </a:cxn>
                <a:cxn ang="0">
                  <a:pos x="158" y="2"/>
                </a:cxn>
                <a:cxn ang="0">
                  <a:pos x="131" y="0"/>
                </a:cxn>
              </a:cxnLst>
              <a:rect l="0" t="0" r="r" b="b"/>
              <a:pathLst>
                <a:path w="211" h="265">
                  <a:moveTo>
                    <a:pt x="131" y="0"/>
                  </a:moveTo>
                  <a:lnTo>
                    <a:pt x="129" y="2"/>
                  </a:lnTo>
                  <a:lnTo>
                    <a:pt x="123" y="4"/>
                  </a:lnTo>
                  <a:lnTo>
                    <a:pt x="113" y="7"/>
                  </a:lnTo>
                  <a:lnTo>
                    <a:pt x="101" y="12"/>
                  </a:lnTo>
                  <a:lnTo>
                    <a:pt x="87" y="19"/>
                  </a:lnTo>
                  <a:lnTo>
                    <a:pt x="72" y="27"/>
                  </a:lnTo>
                  <a:lnTo>
                    <a:pt x="57" y="37"/>
                  </a:lnTo>
                  <a:lnTo>
                    <a:pt x="42" y="48"/>
                  </a:lnTo>
                  <a:lnTo>
                    <a:pt x="29" y="61"/>
                  </a:lnTo>
                  <a:lnTo>
                    <a:pt x="17" y="75"/>
                  </a:lnTo>
                  <a:lnTo>
                    <a:pt x="8" y="91"/>
                  </a:lnTo>
                  <a:lnTo>
                    <a:pt x="2" y="109"/>
                  </a:lnTo>
                  <a:lnTo>
                    <a:pt x="0" y="128"/>
                  </a:lnTo>
                  <a:lnTo>
                    <a:pt x="3" y="149"/>
                  </a:lnTo>
                  <a:lnTo>
                    <a:pt x="11" y="172"/>
                  </a:lnTo>
                  <a:lnTo>
                    <a:pt x="26" y="196"/>
                  </a:lnTo>
                  <a:lnTo>
                    <a:pt x="62" y="237"/>
                  </a:lnTo>
                  <a:lnTo>
                    <a:pt x="94" y="258"/>
                  </a:lnTo>
                  <a:lnTo>
                    <a:pt x="123" y="265"/>
                  </a:lnTo>
                  <a:lnTo>
                    <a:pt x="150" y="260"/>
                  </a:lnTo>
                  <a:lnTo>
                    <a:pt x="170" y="245"/>
                  </a:lnTo>
                  <a:lnTo>
                    <a:pt x="188" y="224"/>
                  </a:lnTo>
                  <a:lnTo>
                    <a:pt x="199" y="199"/>
                  </a:lnTo>
                  <a:lnTo>
                    <a:pt x="206" y="173"/>
                  </a:lnTo>
                  <a:lnTo>
                    <a:pt x="209" y="147"/>
                  </a:lnTo>
                  <a:lnTo>
                    <a:pt x="211" y="117"/>
                  </a:lnTo>
                  <a:lnTo>
                    <a:pt x="208" y="87"/>
                  </a:lnTo>
                  <a:lnTo>
                    <a:pt x="203" y="57"/>
                  </a:lnTo>
                  <a:lnTo>
                    <a:pt x="193" y="33"/>
                  </a:lnTo>
                  <a:lnTo>
                    <a:pt x="178" y="13"/>
                  </a:lnTo>
                  <a:lnTo>
                    <a:pt x="158" y="2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F2E5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7" name="Freeform 25"/>
            <p:cNvSpPr>
              <a:spLocks/>
            </p:cNvSpPr>
            <p:nvPr/>
          </p:nvSpPr>
          <p:spPr bwMode="gray">
            <a:xfrm>
              <a:off x="1278" y="2322"/>
              <a:ext cx="98" cy="125"/>
            </a:xfrm>
            <a:custGeom>
              <a:avLst/>
              <a:gdLst/>
              <a:ahLst/>
              <a:cxnLst>
                <a:cxn ang="0">
                  <a:pos x="123" y="0"/>
                </a:cxn>
                <a:cxn ang="0">
                  <a:pos x="121" y="1"/>
                </a:cxn>
                <a:cxn ang="0">
                  <a:pos x="115" y="3"/>
                </a:cxn>
                <a:cxn ang="0">
                  <a:pos x="106" y="6"/>
                </a:cxn>
                <a:cxn ang="0">
                  <a:pos x="94" y="12"/>
                </a:cxn>
                <a:cxn ang="0">
                  <a:pos x="81" y="18"/>
                </a:cxn>
                <a:cxn ang="0">
                  <a:pos x="68" y="26"/>
                </a:cxn>
                <a:cxn ang="0">
                  <a:pos x="54" y="35"/>
                </a:cxn>
                <a:cxn ang="0">
                  <a:pos x="40" y="45"/>
                </a:cxn>
                <a:cxn ang="0">
                  <a:pos x="26" y="58"/>
                </a:cxn>
                <a:cxn ang="0">
                  <a:pos x="16" y="72"/>
                </a:cxn>
                <a:cxn ang="0">
                  <a:pos x="7" y="87"/>
                </a:cxn>
                <a:cxn ang="0">
                  <a:pos x="2" y="103"/>
                </a:cxn>
                <a:cxn ang="0">
                  <a:pos x="0" y="121"/>
                </a:cxn>
                <a:cxn ang="0">
                  <a:pos x="3" y="141"/>
                </a:cxn>
                <a:cxn ang="0">
                  <a:pos x="11" y="163"/>
                </a:cxn>
                <a:cxn ang="0">
                  <a:pos x="25" y="186"/>
                </a:cxn>
                <a:cxn ang="0">
                  <a:pos x="58" y="224"/>
                </a:cxn>
                <a:cxn ang="0">
                  <a:pos x="88" y="245"/>
                </a:cxn>
                <a:cxn ang="0">
                  <a:pos x="116" y="250"/>
                </a:cxn>
                <a:cxn ang="0">
                  <a:pos x="139" y="246"/>
                </a:cxn>
                <a:cxn ang="0">
                  <a:pos x="160" y="231"/>
                </a:cxn>
                <a:cxn ang="0">
                  <a:pos x="176" y="211"/>
                </a:cxn>
                <a:cxn ang="0">
                  <a:pos x="186" y="188"/>
                </a:cxn>
                <a:cxn ang="0">
                  <a:pos x="193" y="164"/>
                </a:cxn>
                <a:cxn ang="0">
                  <a:pos x="197" y="139"/>
                </a:cxn>
                <a:cxn ang="0">
                  <a:pos x="197" y="111"/>
                </a:cxn>
                <a:cxn ang="0">
                  <a:pos x="196" y="82"/>
                </a:cxn>
                <a:cxn ang="0">
                  <a:pos x="190" y="54"/>
                </a:cxn>
                <a:cxn ang="0">
                  <a:pos x="181" y="30"/>
                </a:cxn>
                <a:cxn ang="0">
                  <a:pos x="167" y="12"/>
                </a:cxn>
                <a:cxn ang="0">
                  <a:pos x="147" y="1"/>
                </a:cxn>
                <a:cxn ang="0">
                  <a:pos x="123" y="0"/>
                </a:cxn>
              </a:cxnLst>
              <a:rect l="0" t="0" r="r" b="b"/>
              <a:pathLst>
                <a:path w="197" h="250">
                  <a:moveTo>
                    <a:pt x="123" y="0"/>
                  </a:moveTo>
                  <a:lnTo>
                    <a:pt x="121" y="1"/>
                  </a:lnTo>
                  <a:lnTo>
                    <a:pt x="115" y="3"/>
                  </a:lnTo>
                  <a:lnTo>
                    <a:pt x="106" y="6"/>
                  </a:lnTo>
                  <a:lnTo>
                    <a:pt x="94" y="12"/>
                  </a:lnTo>
                  <a:lnTo>
                    <a:pt x="81" y="18"/>
                  </a:lnTo>
                  <a:lnTo>
                    <a:pt x="68" y="26"/>
                  </a:lnTo>
                  <a:lnTo>
                    <a:pt x="54" y="35"/>
                  </a:lnTo>
                  <a:lnTo>
                    <a:pt x="40" y="45"/>
                  </a:lnTo>
                  <a:lnTo>
                    <a:pt x="26" y="58"/>
                  </a:lnTo>
                  <a:lnTo>
                    <a:pt x="16" y="72"/>
                  </a:lnTo>
                  <a:lnTo>
                    <a:pt x="7" y="87"/>
                  </a:lnTo>
                  <a:lnTo>
                    <a:pt x="2" y="103"/>
                  </a:lnTo>
                  <a:lnTo>
                    <a:pt x="0" y="121"/>
                  </a:lnTo>
                  <a:lnTo>
                    <a:pt x="3" y="141"/>
                  </a:lnTo>
                  <a:lnTo>
                    <a:pt x="11" y="163"/>
                  </a:lnTo>
                  <a:lnTo>
                    <a:pt x="25" y="186"/>
                  </a:lnTo>
                  <a:lnTo>
                    <a:pt x="58" y="224"/>
                  </a:lnTo>
                  <a:lnTo>
                    <a:pt x="88" y="245"/>
                  </a:lnTo>
                  <a:lnTo>
                    <a:pt x="116" y="250"/>
                  </a:lnTo>
                  <a:lnTo>
                    <a:pt x="139" y="246"/>
                  </a:lnTo>
                  <a:lnTo>
                    <a:pt x="160" y="231"/>
                  </a:lnTo>
                  <a:lnTo>
                    <a:pt x="176" y="211"/>
                  </a:lnTo>
                  <a:lnTo>
                    <a:pt x="186" y="188"/>
                  </a:lnTo>
                  <a:lnTo>
                    <a:pt x="193" y="164"/>
                  </a:lnTo>
                  <a:lnTo>
                    <a:pt x="197" y="139"/>
                  </a:lnTo>
                  <a:lnTo>
                    <a:pt x="197" y="111"/>
                  </a:lnTo>
                  <a:lnTo>
                    <a:pt x="196" y="82"/>
                  </a:lnTo>
                  <a:lnTo>
                    <a:pt x="190" y="54"/>
                  </a:lnTo>
                  <a:lnTo>
                    <a:pt x="181" y="30"/>
                  </a:lnTo>
                  <a:lnTo>
                    <a:pt x="167" y="12"/>
                  </a:lnTo>
                  <a:lnTo>
                    <a:pt x="147" y="1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E2CCA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8" name="Freeform 26"/>
            <p:cNvSpPr>
              <a:spLocks/>
            </p:cNvSpPr>
            <p:nvPr/>
          </p:nvSpPr>
          <p:spPr bwMode="gray">
            <a:xfrm>
              <a:off x="1282" y="2327"/>
              <a:ext cx="91" cy="118"/>
            </a:xfrm>
            <a:custGeom>
              <a:avLst/>
              <a:gdLst/>
              <a:ahLst/>
              <a:cxnLst>
                <a:cxn ang="0">
                  <a:pos x="113" y="0"/>
                </a:cxn>
                <a:cxn ang="0">
                  <a:pos x="106" y="2"/>
                </a:cxn>
                <a:cxn ang="0">
                  <a:pos x="86" y="10"/>
                </a:cxn>
                <a:cxn ang="0">
                  <a:pos x="61" y="24"/>
                </a:cxn>
                <a:cxn ang="0">
                  <a:pos x="35" y="42"/>
                </a:cxn>
                <a:cxn ang="0">
                  <a:pos x="12" y="66"/>
                </a:cxn>
                <a:cxn ang="0">
                  <a:pos x="0" y="96"/>
                </a:cxn>
                <a:cxn ang="0">
                  <a:pos x="1" y="132"/>
                </a:cxn>
                <a:cxn ang="0">
                  <a:pos x="22" y="174"/>
                </a:cxn>
                <a:cxn ang="0">
                  <a:pos x="53" y="209"/>
                </a:cxn>
                <a:cxn ang="0">
                  <a:pos x="80" y="229"/>
                </a:cxn>
                <a:cxn ang="0">
                  <a:pos x="106" y="235"/>
                </a:cxn>
                <a:cxn ang="0">
                  <a:pos x="129" y="229"/>
                </a:cxn>
                <a:cxn ang="0">
                  <a:pos x="147" y="216"/>
                </a:cxn>
                <a:cxn ang="0">
                  <a:pos x="162" y="197"/>
                </a:cxn>
                <a:cxn ang="0">
                  <a:pos x="173" y="175"/>
                </a:cxn>
                <a:cxn ang="0">
                  <a:pos x="178" y="153"/>
                </a:cxn>
                <a:cxn ang="0">
                  <a:pos x="182" y="129"/>
                </a:cxn>
                <a:cxn ang="0">
                  <a:pos x="182" y="102"/>
                </a:cxn>
                <a:cxn ang="0">
                  <a:pos x="181" y="76"/>
                </a:cxn>
                <a:cxn ang="0">
                  <a:pos x="175" y="50"/>
                </a:cxn>
                <a:cxn ang="0">
                  <a:pos x="167" y="27"/>
                </a:cxn>
                <a:cxn ang="0">
                  <a:pos x="153" y="10"/>
                </a:cxn>
                <a:cxn ang="0">
                  <a:pos x="136" y="1"/>
                </a:cxn>
                <a:cxn ang="0">
                  <a:pos x="113" y="0"/>
                </a:cxn>
              </a:cxnLst>
              <a:rect l="0" t="0" r="r" b="b"/>
              <a:pathLst>
                <a:path w="182" h="235">
                  <a:moveTo>
                    <a:pt x="113" y="0"/>
                  </a:moveTo>
                  <a:lnTo>
                    <a:pt x="106" y="2"/>
                  </a:lnTo>
                  <a:lnTo>
                    <a:pt x="86" y="10"/>
                  </a:lnTo>
                  <a:lnTo>
                    <a:pt x="61" y="24"/>
                  </a:lnTo>
                  <a:lnTo>
                    <a:pt x="35" y="42"/>
                  </a:lnTo>
                  <a:lnTo>
                    <a:pt x="12" y="66"/>
                  </a:lnTo>
                  <a:lnTo>
                    <a:pt x="0" y="96"/>
                  </a:lnTo>
                  <a:lnTo>
                    <a:pt x="1" y="132"/>
                  </a:lnTo>
                  <a:lnTo>
                    <a:pt x="22" y="174"/>
                  </a:lnTo>
                  <a:lnTo>
                    <a:pt x="53" y="209"/>
                  </a:lnTo>
                  <a:lnTo>
                    <a:pt x="80" y="229"/>
                  </a:lnTo>
                  <a:lnTo>
                    <a:pt x="106" y="235"/>
                  </a:lnTo>
                  <a:lnTo>
                    <a:pt x="129" y="229"/>
                  </a:lnTo>
                  <a:lnTo>
                    <a:pt x="147" y="216"/>
                  </a:lnTo>
                  <a:lnTo>
                    <a:pt x="162" y="197"/>
                  </a:lnTo>
                  <a:lnTo>
                    <a:pt x="173" y="175"/>
                  </a:lnTo>
                  <a:lnTo>
                    <a:pt x="178" y="153"/>
                  </a:lnTo>
                  <a:lnTo>
                    <a:pt x="182" y="129"/>
                  </a:lnTo>
                  <a:lnTo>
                    <a:pt x="182" y="102"/>
                  </a:lnTo>
                  <a:lnTo>
                    <a:pt x="181" y="76"/>
                  </a:lnTo>
                  <a:lnTo>
                    <a:pt x="175" y="50"/>
                  </a:lnTo>
                  <a:lnTo>
                    <a:pt x="167" y="27"/>
                  </a:lnTo>
                  <a:lnTo>
                    <a:pt x="153" y="10"/>
                  </a:lnTo>
                  <a:lnTo>
                    <a:pt x="136" y="1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D6B58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19" name="Freeform 27"/>
            <p:cNvSpPr>
              <a:spLocks/>
            </p:cNvSpPr>
            <p:nvPr/>
          </p:nvSpPr>
          <p:spPr bwMode="gray">
            <a:xfrm>
              <a:off x="1285" y="2330"/>
              <a:ext cx="84" cy="110"/>
            </a:xfrm>
            <a:custGeom>
              <a:avLst/>
              <a:gdLst/>
              <a:ahLst/>
              <a:cxnLst>
                <a:cxn ang="0">
                  <a:pos x="104" y="0"/>
                </a:cxn>
                <a:cxn ang="0">
                  <a:pos x="98" y="3"/>
                </a:cxn>
                <a:cxn ang="0">
                  <a:pos x="80" y="11"/>
                </a:cxn>
                <a:cxn ang="0">
                  <a:pos x="57" y="22"/>
                </a:cxn>
                <a:cxn ang="0">
                  <a:pos x="33" y="41"/>
                </a:cxn>
                <a:cxn ang="0">
                  <a:pos x="12" y="62"/>
                </a:cxn>
                <a:cxn ang="0">
                  <a:pos x="0" y="91"/>
                </a:cxn>
                <a:cxn ang="0">
                  <a:pos x="1" y="125"/>
                </a:cxn>
                <a:cxn ang="0">
                  <a:pos x="19" y="164"/>
                </a:cxn>
                <a:cxn ang="0">
                  <a:pos x="48" y="197"/>
                </a:cxn>
                <a:cxn ang="0">
                  <a:pos x="75" y="215"/>
                </a:cxn>
                <a:cxn ang="0">
                  <a:pos x="98" y="220"/>
                </a:cxn>
                <a:cxn ang="0">
                  <a:pos x="118" y="216"/>
                </a:cxn>
                <a:cxn ang="0">
                  <a:pos x="136" y="203"/>
                </a:cxn>
                <a:cxn ang="0">
                  <a:pos x="149" y="186"/>
                </a:cxn>
                <a:cxn ang="0">
                  <a:pos x="159" y="164"/>
                </a:cxn>
                <a:cxn ang="0">
                  <a:pos x="164" y="143"/>
                </a:cxn>
                <a:cxn ang="0">
                  <a:pos x="167" y="121"/>
                </a:cxn>
                <a:cxn ang="0">
                  <a:pos x="168" y="97"/>
                </a:cxn>
                <a:cxn ang="0">
                  <a:pos x="167" y="72"/>
                </a:cxn>
                <a:cxn ang="0">
                  <a:pos x="162" y="47"/>
                </a:cxn>
                <a:cxn ang="0">
                  <a:pos x="154" y="27"/>
                </a:cxn>
                <a:cxn ang="0">
                  <a:pos x="141" y="11"/>
                </a:cxn>
                <a:cxn ang="0">
                  <a:pos x="125" y="1"/>
                </a:cxn>
                <a:cxn ang="0">
                  <a:pos x="104" y="0"/>
                </a:cxn>
              </a:cxnLst>
              <a:rect l="0" t="0" r="r" b="b"/>
              <a:pathLst>
                <a:path w="168" h="220">
                  <a:moveTo>
                    <a:pt x="104" y="0"/>
                  </a:moveTo>
                  <a:lnTo>
                    <a:pt x="98" y="3"/>
                  </a:lnTo>
                  <a:lnTo>
                    <a:pt x="80" y="11"/>
                  </a:lnTo>
                  <a:lnTo>
                    <a:pt x="57" y="22"/>
                  </a:lnTo>
                  <a:lnTo>
                    <a:pt x="33" y="41"/>
                  </a:lnTo>
                  <a:lnTo>
                    <a:pt x="12" y="62"/>
                  </a:lnTo>
                  <a:lnTo>
                    <a:pt x="0" y="91"/>
                  </a:lnTo>
                  <a:lnTo>
                    <a:pt x="1" y="125"/>
                  </a:lnTo>
                  <a:lnTo>
                    <a:pt x="19" y="164"/>
                  </a:lnTo>
                  <a:lnTo>
                    <a:pt x="48" y="197"/>
                  </a:lnTo>
                  <a:lnTo>
                    <a:pt x="75" y="215"/>
                  </a:lnTo>
                  <a:lnTo>
                    <a:pt x="98" y="220"/>
                  </a:lnTo>
                  <a:lnTo>
                    <a:pt x="118" y="216"/>
                  </a:lnTo>
                  <a:lnTo>
                    <a:pt x="136" y="203"/>
                  </a:lnTo>
                  <a:lnTo>
                    <a:pt x="149" y="186"/>
                  </a:lnTo>
                  <a:lnTo>
                    <a:pt x="159" y="164"/>
                  </a:lnTo>
                  <a:lnTo>
                    <a:pt x="164" y="143"/>
                  </a:lnTo>
                  <a:lnTo>
                    <a:pt x="167" y="121"/>
                  </a:lnTo>
                  <a:lnTo>
                    <a:pt x="168" y="97"/>
                  </a:lnTo>
                  <a:lnTo>
                    <a:pt x="167" y="72"/>
                  </a:lnTo>
                  <a:lnTo>
                    <a:pt x="162" y="47"/>
                  </a:lnTo>
                  <a:lnTo>
                    <a:pt x="154" y="27"/>
                  </a:lnTo>
                  <a:lnTo>
                    <a:pt x="141" y="11"/>
                  </a:lnTo>
                  <a:lnTo>
                    <a:pt x="125" y="1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C99B6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0" name="Freeform 28"/>
            <p:cNvSpPr>
              <a:spLocks/>
            </p:cNvSpPr>
            <p:nvPr/>
          </p:nvSpPr>
          <p:spPr bwMode="gray">
            <a:xfrm>
              <a:off x="1288" y="2334"/>
              <a:ext cx="78" cy="103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90" y="3"/>
                </a:cxn>
                <a:cxn ang="0">
                  <a:pos x="75" y="10"/>
                </a:cxn>
                <a:cxn ang="0">
                  <a:pos x="53" y="21"/>
                </a:cxn>
                <a:cxn ang="0">
                  <a:pos x="30" y="37"/>
                </a:cxn>
                <a:cxn ang="0">
                  <a:pos x="12" y="59"/>
                </a:cxn>
                <a:cxn ang="0">
                  <a:pos x="0" y="85"/>
                </a:cxn>
                <a:cxn ang="0">
                  <a:pos x="2" y="116"/>
                </a:cxn>
                <a:cxn ang="0">
                  <a:pos x="19" y="153"/>
                </a:cxn>
                <a:cxn ang="0">
                  <a:pos x="45" y="184"/>
                </a:cxn>
                <a:cxn ang="0">
                  <a:pos x="70" y="201"/>
                </a:cxn>
                <a:cxn ang="0">
                  <a:pos x="91" y="206"/>
                </a:cxn>
                <a:cxn ang="0">
                  <a:pos x="111" y="201"/>
                </a:cxn>
                <a:cxn ang="0">
                  <a:pos x="127" y="189"/>
                </a:cxn>
                <a:cxn ang="0">
                  <a:pos x="140" y="173"/>
                </a:cxn>
                <a:cxn ang="0">
                  <a:pos x="149" y="154"/>
                </a:cxn>
                <a:cxn ang="0">
                  <a:pos x="154" y="134"/>
                </a:cxn>
                <a:cxn ang="0">
                  <a:pos x="156" y="113"/>
                </a:cxn>
                <a:cxn ang="0">
                  <a:pos x="156" y="90"/>
                </a:cxn>
                <a:cxn ang="0">
                  <a:pos x="155" y="67"/>
                </a:cxn>
                <a:cxn ang="0">
                  <a:pos x="150" y="44"/>
                </a:cxn>
                <a:cxn ang="0">
                  <a:pos x="143" y="26"/>
                </a:cxn>
                <a:cxn ang="0">
                  <a:pos x="132" y="11"/>
                </a:cxn>
                <a:cxn ang="0">
                  <a:pos x="117" y="2"/>
                </a:cxn>
                <a:cxn ang="0">
                  <a:pos x="97" y="0"/>
                </a:cxn>
              </a:cxnLst>
              <a:rect l="0" t="0" r="r" b="b"/>
              <a:pathLst>
                <a:path w="156" h="206">
                  <a:moveTo>
                    <a:pt x="97" y="0"/>
                  </a:moveTo>
                  <a:lnTo>
                    <a:pt x="90" y="3"/>
                  </a:lnTo>
                  <a:lnTo>
                    <a:pt x="75" y="10"/>
                  </a:lnTo>
                  <a:lnTo>
                    <a:pt x="53" y="21"/>
                  </a:lnTo>
                  <a:lnTo>
                    <a:pt x="30" y="37"/>
                  </a:lnTo>
                  <a:lnTo>
                    <a:pt x="12" y="59"/>
                  </a:lnTo>
                  <a:lnTo>
                    <a:pt x="0" y="85"/>
                  </a:lnTo>
                  <a:lnTo>
                    <a:pt x="2" y="116"/>
                  </a:lnTo>
                  <a:lnTo>
                    <a:pt x="19" y="153"/>
                  </a:lnTo>
                  <a:lnTo>
                    <a:pt x="45" y="184"/>
                  </a:lnTo>
                  <a:lnTo>
                    <a:pt x="70" y="201"/>
                  </a:lnTo>
                  <a:lnTo>
                    <a:pt x="91" y="206"/>
                  </a:lnTo>
                  <a:lnTo>
                    <a:pt x="111" y="201"/>
                  </a:lnTo>
                  <a:lnTo>
                    <a:pt x="127" y="189"/>
                  </a:lnTo>
                  <a:lnTo>
                    <a:pt x="140" y="173"/>
                  </a:lnTo>
                  <a:lnTo>
                    <a:pt x="149" y="154"/>
                  </a:lnTo>
                  <a:lnTo>
                    <a:pt x="154" y="134"/>
                  </a:lnTo>
                  <a:lnTo>
                    <a:pt x="156" y="113"/>
                  </a:lnTo>
                  <a:lnTo>
                    <a:pt x="156" y="90"/>
                  </a:lnTo>
                  <a:lnTo>
                    <a:pt x="155" y="67"/>
                  </a:lnTo>
                  <a:lnTo>
                    <a:pt x="150" y="44"/>
                  </a:lnTo>
                  <a:lnTo>
                    <a:pt x="143" y="26"/>
                  </a:lnTo>
                  <a:lnTo>
                    <a:pt x="132" y="11"/>
                  </a:lnTo>
                  <a:lnTo>
                    <a:pt x="117" y="2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BA823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1" name="Freeform 29"/>
            <p:cNvSpPr>
              <a:spLocks/>
            </p:cNvSpPr>
            <p:nvPr/>
          </p:nvSpPr>
          <p:spPr bwMode="gray">
            <a:xfrm>
              <a:off x="1292" y="2338"/>
              <a:ext cx="71" cy="95"/>
            </a:xfrm>
            <a:custGeom>
              <a:avLst/>
              <a:gdLst/>
              <a:ahLst/>
              <a:cxnLst>
                <a:cxn ang="0">
                  <a:pos x="89" y="0"/>
                </a:cxn>
                <a:cxn ang="0">
                  <a:pos x="83" y="3"/>
                </a:cxn>
                <a:cxn ang="0">
                  <a:pos x="68" y="8"/>
                </a:cxn>
                <a:cxn ang="0">
                  <a:pos x="49" y="20"/>
                </a:cxn>
                <a:cxn ang="0">
                  <a:pos x="28" y="35"/>
                </a:cxn>
                <a:cxn ang="0">
                  <a:pos x="11" y="55"/>
                </a:cxn>
                <a:cxn ang="0">
                  <a:pos x="0" y="79"/>
                </a:cxn>
                <a:cxn ang="0">
                  <a:pos x="1" y="109"/>
                </a:cxn>
                <a:cxn ang="0">
                  <a:pos x="18" y="142"/>
                </a:cxn>
                <a:cxn ang="0">
                  <a:pos x="42" y="171"/>
                </a:cxn>
                <a:cxn ang="0">
                  <a:pos x="64" y="186"/>
                </a:cxn>
                <a:cxn ang="0">
                  <a:pos x="83" y="192"/>
                </a:cxn>
                <a:cxn ang="0">
                  <a:pos x="101" y="187"/>
                </a:cxn>
                <a:cxn ang="0">
                  <a:pos x="116" y="177"/>
                </a:cxn>
                <a:cxn ang="0">
                  <a:pos x="127" y="161"/>
                </a:cxn>
                <a:cxn ang="0">
                  <a:pos x="135" y="143"/>
                </a:cxn>
                <a:cxn ang="0">
                  <a:pos x="140" y="125"/>
                </a:cxn>
                <a:cxn ang="0">
                  <a:pos x="142" y="105"/>
                </a:cxn>
                <a:cxn ang="0">
                  <a:pos x="143" y="85"/>
                </a:cxn>
                <a:cxn ang="0">
                  <a:pos x="141" y="63"/>
                </a:cxn>
                <a:cxn ang="0">
                  <a:pos x="137" y="42"/>
                </a:cxn>
                <a:cxn ang="0">
                  <a:pos x="131" y="23"/>
                </a:cxn>
                <a:cxn ang="0">
                  <a:pos x="120" y="10"/>
                </a:cxn>
                <a:cxn ang="0">
                  <a:pos x="106" y="2"/>
                </a:cxn>
                <a:cxn ang="0">
                  <a:pos x="89" y="0"/>
                </a:cxn>
              </a:cxnLst>
              <a:rect l="0" t="0" r="r" b="b"/>
              <a:pathLst>
                <a:path w="143" h="192">
                  <a:moveTo>
                    <a:pt x="89" y="0"/>
                  </a:moveTo>
                  <a:lnTo>
                    <a:pt x="83" y="3"/>
                  </a:lnTo>
                  <a:lnTo>
                    <a:pt x="68" y="8"/>
                  </a:lnTo>
                  <a:lnTo>
                    <a:pt x="49" y="20"/>
                  </a:lnTo>
                  <a:lnTo>
                    <a:pt x="28" y="35"/>
                  </a:lnTo>
                  <a:lnTo>
                    <a:pt x="11" y="55"/>
                  </a:lnTo>
                  <a:lnTo>
                    <a:pt x="0" y="79"/>
                  </a:lnTo>
                  <a:lnTo>
                    <a:pt x="1" y="109"/>
                  </a:lnTo>
                  <a:lnTo>
                    <a:pt x="18" y="142"/>
                  </a:lnTo>
                  <a:lnTo>
                    <a:pt x="42" y="171"/>
                  </a:lnTo>
                  <a:lnTo>
                    <a:pt x="64" y="186"/>
                  </a:lnTo>
                  <a:lnTo>
                    <a:pt x="83" y="192"/>
                  </a:lnTo>
                  <a:lnTo>
                    <a:pt x="101" y="187"/>
                  </a:lnTo>
                  <a:lnTo>
                    <a:pt x="116" y="177"/>
                  </a:lnTo>
                  <a:lnTo>
                    <a:pt x="127" y="161"/>
                  </a:lnTo>
                  <a:lnTo>
                    <a:pt x="135" y="143"/>
                  </a:lnTo>
                  <a:lnTo>
                    <a:pt x="140" y="125"/>
                  </a:lnTo>
                  <a:lnTo>
                    <a:pt x="142" y="105"/>
                  </a:lnTo>
                  <a:lnTo>
                    <a:pt x="143" y="85"/>
                  </a:lnTo>
                  <a:lnTo>
                    <a:pt x="141" y="63"/>
                  </a:lnTo>
                  <a:lnTo>
                    <a:pt x="137" y="42"/>
                  </a:lnTo>
                  <a:lnTo>
                    <a:pt x="131" y="23"/>
                  </a:lnTo>
                  <a:lnTo>
                    <a:pt x="120" y="10"/>
                  </a:lnTo>
                  <a:lnTo>
                    <a:pt x="106" y="2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AD681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2" name="Freeform 30"/>
            <p:cNvSpPr>
              <a:spLocks/>
            </p:cNvSpPr>
            <p:nvPr/>
          </p:nvSpPr>
          <p:spPr bwMode="gray">
            <a:xfrm>
              <a:off x="1295" y="2341"/>
              <a:ext cx="65" cy="88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74" y="3"/>
                </a:cxn>
                <a:cxn ang="0">
                  <a:pos x="61" y="8"/>
                </a:cxn>
                <a:cxn ang="0">
                  <a:pos x="44" y="18"/>
                </a:cxn>
                <a:cxn ang="0">
                  <a:pos x="26" y="33"/>
                </a:cxn>
                <a:cxn ang="0">
                  <a:pos x="9" y="50"/>
                </a:cxn>
                <a:cxn ang="0">
                  <a:pos x="0" y="73"/>
                </a:cxn>
                <a:cxn ang="0">
                  <a:pos x="0" y="99"/>
                </a:cxn>
                <a:cxn ang="0">
                  <a:pos x="15" y="131"/>
                </a:cxn>
                <a:cxn ang="0">
                  <a:pos x="37" y="157"/>
                </a:cxn>
                <a:cxn ang="0">
                  <a:pos x="57" y="172"/>
                </a:cxn>
                <a:cxn ang="0">
                  <a:pos x="75" y="175"/>
                </a:cxn>
                <a:cxn ang="0">
                  <a:pos x="91" y="172"/>
                </a:cxn>
                <a:cxn ang="0">
                  <a:pos x="104" y="163"/>
                </a:cxn>
                <a:cxn ang="0">
                  <a:pos x="115" y="148"/>
                </a:cxn>
                <a:cxn ang="0">
                  <a:pos x="122" y="132"/>
                </a:cxn>
                <a:cxn ang="0">
                  <a:pos x="127" y="116"/>
                </a:cxn>
                <a:cxn ang="0">
                  <a:pos x="129" y="98"/>
                </a:cxn>
                <a:cxn ang="0">
                  <a:pos x="129" y="78"/>
                </a:cxn>
                <a:cxn ang="0">
                  <a:pos x="128" y="58"/>
                </a:cxn>
                <a:cxn ang="0">
                  <a:pos x="125" y="38"/>
                </a:cxn>
                <a:cxn ang="0">
                  <a:pos x="118" y="22"/>
                </a:cxn>
                <a:cxn ang="0">
                  <a:pos x="109" y="8"/>
                </a:cxn>
                <a:cxn ang="0">
                  <a:pos x="96" y="1"/>
                </a:cxn>
                <a:cxn ang="0">
                  <a:pos x="80" y="0"/>
                </a:cxn>
              </a:cxnLst>
              <a:rect l="0" t="0" r="r" b="b"/>
              <a:pathLst>
                <a:path w="129" h="175">
                  <a:moveTo>
                    <a:pt x="80" y="0"/>
                  </a:moveTo>
                  <a:lnTo>
                    <a:pt x="74" y="3"/>
                  </a:lnTo>
                  <a:lnTo>
                    <a:pt x="61" y="8"/>
                  </a:lnTo>
                  <a:lnTo>
                    <a:pt x="44" y="18"/>
                  </a:lnTo>
                  <a:lnTo>
                    <a:pt x="26" y="33"/>
                  </a:lnTo>
                  <a:lnTo>
                    <a:pt x="9" y="50"/>
                  </a:lnTo>
                  <a:lnTo>
                    <a:pt x="0" y="73"/>
                  </a:lnTo>
                  <a:lnTo>
                    <a:pt x="0" y="99"/>
                  </a:lnTo>
                  <a:lnTo>
                    <a:pt x="15" y="131"/>
                  </a:lnTo>
                  <a:lnTo>
                    <a:pt x="37" y="157"/>
                  </a:lnTo>
                  <a:lnTo>
                    <a:pt x="57" y="172"/>
                  </a:lnTo>
                  <a:lnTo>
                    <a:pt x="75" y="175"/>
                  </a:lnTo>
                  <a:lnTo>
                    <a:pt x="91" y="172"/>
                  </a:lnTo>
                  <a:lnTo>
                    <a:pt x="104" y="163"/>
                  </a:lnTo>
                  <a:lnTo>
                    <a:pt x="115" y="148"/>
                  </a:lnTo>
                  <a:lnTo>
                    <a:pt x="122" y="132"/>
                  </a:lnTo>
                  <a:lnTo>
                    <a:pt x="127" y="116"/>
                  </a:lnTo>
                  <a:lnTo>
                    <a:pt x="129" y="98"/>
                  </a:lnTo>
                  <a:lnTo>
                    <a:pt x="129" y="78"/>
                  </a:lnTo>
                  <a:lnTo>
                    <a:pt x="128" y="58"/>
                  </a:lnTo>
                  <a:lnTo>
                    <a:pt x="125" y="38"/>
                  </a:lnTo>
                  <a:lnTo>
                    <a:pt x="118" y="22"/>
                  </a:lnTo>
                  <a:lnTo>
                    <a:pt x="109" y="8"/>
                  </a:lnTo>
                  <a:lnTo>
                    <a:pt x="96" y="1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9E51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3" name="Freeform 31"/>
            <p:cNvSpPr>
              <a:spLocks/>
            </p:cNvSpPr>
            <p:nvPr/>
          </p:nvSpPr>
          <p:spPr bwMode="gray">
            <a:xfrm>
              <a:off x="1298" y="2345"/>
              <a:ext cx="58" cy="80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68" y="3"/>
                </a:cxn>
                <a:cxn ang="0">
                  <a:pos x="55" y="7"/>
                </a:cxn>
                <a:cxn ang="0">
                  <a:pos x="39" y="16"/>
                </a:cxn>
                <a:cxn ang="0">
                  <a:pos x="23" y="29"/>
                </a:cxn>
                <a:cxn ang="0">
                  <a:pos x="8" y="46"/>
                </a:cxn>
                <a:cxn ang="0">
                  <a:pos x="0" y="67"/>
                </a:cxn>
                <a:cxn ang="0">
                  <a:pos x="1" y="91"/>
                </a:cxn>
                <a:cxn ang="0">
                  <a:pos x="14" y="120"/>
                </a:cxn>
                <a:cxn ang="0">
                  <a:pos x="33" y="144"/>
                </a:cxn>
                <a:cxn ang="0">
                  <a:pos x="52" y="158"/>
                </a:cxn>
                <a:cxn ang="0">
                  <a:pos x="68" y="162"/>
                </a:cxn>
                <a:cxn ang="0">
                  <a:pos x="82" y="158"/>
                </a:cxn>
                <a:cxn ang="0">
                  <a:pos x="93" y="149"/>
                </a:cxn>
                <a:cxn ang="0">
                  <a:pos x="103" y="136"/>
                </a:cxn>
                <a:cxn ang="0">
                  <a:pos x="109" y="121"/>
                </a:cxn>
                <a:cxn ang="0">
                  <a:pos x="114" y="105"/>
                </a:cxn>
                <a:cxn ang="0">
                  <a:pos x="115" y="89"/>
                </a:cxn>
                <a:cxn ang="0">
                  <a:pos x="116" y="72"/>
                </a:cxn>
                <a:cxn ang="0">
                  <a:pos x="115" y="53"/>
                </a:cxn>
                <a:cxn ang="0">
                  <a:pos x="112" y="35"/>
                </a:cxn>
                <a:cxn ang="0">
                  <a:pos x="106" y="20"/>
                </a:cxn>
                <a:cxn ang="0">
                  <a:pos x="98" y="8"/>
                </a:cxn>
                <a:cxn ang="0">
                  <a:pos x="88" y="1"/>
                </a:cxn>
                <a:cxn ang="0">
                  <a:pos x="73" y="0"/>
                </a:cxn>
              </a:cxnLst>
              <a:rect l="0" t="0" r="r" b="b"/>
              <a:pathLst>
                <a:path w="116" h="162">
                  <a:moveTo>
                    <a:pt x="73" y="0"/>
                  </a:moveTo>
                  <a:lnTo>
                    <a:pt x="68" y="3"/>
                  </a:lnTo>
                  <a:lnTo>
                    <a:pt x="55" y="7"/>
                  </a:lnTo>
                  <a:lnTo>
                    <a:pt x="39" y="16"/>
                  </a:lnTo>
                  <a:lnTo>
                    <a:pt x="23" y="29"/>
                  </a:lnTo>
                  <a:lnTo>
                    <a:pt x="8" y="46"/>
                  </a:lnTo>
                  <a:lnTo>
                    <a:pt x="0" y="67"/>
                  </a:lnTo>
                  <a:lnTo>
                    <a:pt x="1" y="91"/>
                  </a:lnTo>
                  <a:lnTo>
                    <a:pt x="14" y="120"/>
                  </a:lnTo>
                  <a:lnTo>
                    <a:pt x="33" y="144"/>
                  </a:lnTo>
                  <a:lnTo>
                    <a:pt x="52" y="158"/>
                  </a:lnTo>
                  <a:lnTo>
                    <a:pt x="68" y="162"/>
                  </a:lnTo>
                  <a:lnTo>
                    <a:pt x="82" y="158"/>
                  </a:lnTo>
                  <a:lnTo>
                    <a:pt x="93" y="149"/>
                  </a:lnTo>
                  <a:lnTo>
                    <a:pt x="103" y="136"/>
                  </a:lnTo>
                  <a:lnTo>
                    <a:pt x="109" y="121"/>
                  </a:lnTo>
                  <a:lnTo>
                    <a:pt x="114" y="105"/>
                  </a:lnTo>
                  <a:lnTo>
                    <a:pt x="115" y="89"/>
                  </a:lnTo>
                  <a:lnTo>
                    <a:pt x="116" y="72"/>
                  </a:lnTo>
                  <a:lnTo>
                    <a:pt x="115" y="53"/>
                  </a:lnTo>
                  <a:lnTo>
                    <a:pt x="112" y="35"/>
                  </a:lnTo>
                  <a:lnTo>
                    <a:pt x="106" y="20"/>
                  </a:lnTo>
                  <a:lnTo>
                    <a:pt x="98" y="8"/>
                  </a:lnTo>
                  <a:lnTo>
                    <a:pt x="88" y="1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9138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4" name="Freeform 32"/>
            <p:cNvSpPr>
              <a:spLocks/>
            </p:cNvSpPr>
            <p:nvPr/>
          </p:nvSpPr>
          <p:spPr bwMode="gray">
            <a:xfrm>
              <a:off x="1309" y="2061"/>
              <a:ext cx="264" cy="191"/>
            </a:xfrm>
            <a:custGeom>
              <a:avLst/>
              <a:gdLst/>
              <a:ahLst/>
              <a:cxnLst>
                <a:cxn ang="0">
                  <a:pos x="97" y="348"/>
                </a:cxn>
                <a:cxn ang="0">
                  <a:pos x="94" y="347"/>
                </a:cxn>
                <a:cxn ang="0">
                  <a:pos x="87" y="344"/>
                </a:cxn>
                <a:cxn ang="0">
                  <a:pos x="77" y="337"/>
                </a:cxn>
                <a:cxn ang="0">
                  <a:pos x="64" y="329"/>
                </a:cxn>
                <a:cxn ang="0">
                  <a:pos x="51" y="317"/>
                </a:cxn>
                <a:cxn ang="0">
                  <a:pos x="37" y="304"/>
                </a:cxn>
                <a:cxn ang="0">
                  <a:pos x="23" y="288"/>
                </a:cxn>
                <a:cxn ang="0">
                  <a:pos x="13" y="270"/>
                </a:cxn>
                <a:cxn ang="0">
                  <a:pos x="4" y="249"/>
                </a:cxn>
                <a:cxn ang="0">
                  <a:pos x="0" y="226"/>
                </a:cxn>
                <a:cxn ang="0">
                  <a:pos x="2" y="200"/>
                </a:cxn>
                <a:cxn ang="0">
                  <a:pos x="9" y="172"/>
                </a:cxn>
                <a:cxn ang="0">
                  <a:pos x="24" y="141"/>
                </a:cxn>
                <a:cxn ang="0">
                  <a:pos x="47" y="109"/>
                </a:cxn>
                <a:cxn ang="0">
                  <a:pos x="79" y="73"/>
                </a:cxn>
                <a:cxn ang="0">
                  <a:pos x="123" y="35"/>
                </a:cxn>
                <a:cxn ang="0">
                  <a:pos x="163" y="11"/>
                </a:cxn>
                <a:cxn ang="0">
                  <a:pos x="206" y="0"/>
                </a:cxn>
                <a:cxn ang="0">
                  <a:pos x="250" y="1"/>
                </a:cxn>
                <a:cxn ang="0">
                  <a:pos x="295" y="12"/>
                </a:cxn>
                <a:cxn ang="0">
                  <a:pos x="337" y="31"/>
                </a:cxn>
                <a:cxn ang="0">
                  <a:pos x="379" y="58"/>
                </a:cxn>
                <a:cxn ang="0">
                  <a:pos x="418" y="89"/>
                </a:cxn>
                <a:cxn ang="0">
                  <a:pos x="453" y="125"/>
                </a:cxn>
                <a:cxn ang="0">
                  <a:pos x="482" y="162"/>
                </a:cxn>
                <a:cxn ang="0">
                  <a:pos x="505" y="200"/>
                </a:cxn>
                <a:cxn ang="0">
                  <a:pos x="521" y="238"/>
                </a:cxn>
                <a:cxn ang="0">
                  <a:pos x="529" y="272"/>
                </a:cxn>
                <a:cxn ang="0">
                  <a:pos x="526" y="303"/>
                </a:cxn>
                <a:cxn ang="0">
                  <a:pos x="514" y="329"/>
                </a:cxn>
                <a:cxn ang="0">
                  <a:pos x="490" y="347"/>
                </a:cxn>
                <a:cxn ang="0">
                  <a:pos x="453" y="356"/>
                </a:cxn>
                <a:cxn ang="0">
                  <a:pos x="411" y="361"/>
                </a:cxn>
                <a:cxn ang="0">
                  <a:pos x="376" y="366"/>
                </a:cxn>
                <a:cxn ang="0">
                  <a:pos x="344" y="370"/>
                </a:cxn>
                <a:cxn ang="0">
                  <a:pos x="317" y="374"/>
                </a:cxn>
                <a:cxn ang="0">
                  <a:pos x="293" y="377"/>
                </a:cxn>
                <a:cxn ang="0">
                  <a:pos x="272" y="379"/>
                </a:cxn>
                <a:cxn ang="0">
                  <a:pos x="253" y="381"/>
                </a:cxn>
                <a:cxn ang="0">
                  <a:pos x="236" y="382"/>
                </a:cxn>
                <a:cxn ang="0">
                  <a:pos x="220" y="382"/>
                </a:cxn>
                <a:cxn ang="0">
                  <a:pos x="205" y="381"/>
                </a:cxn>
                <a:cxn ang="0">
                  <a:pos x="190" y="378"/>
                </a:cxn>
                <a:cxn ang="0">
                  <a:pos x="174" y="375"/>
                </a:cxn>
                <a:cxn ang="0">
                  <a:pos x="158" y="370"/>
                </a:cxn>
                <a:cxn ang="0">
                  <a:pos x="139" y="364"/>
                </a:cxn>
                <a:cxn ang="0">
                  <a:pos x="120" y="357"/>
                </a:cxn>
                <a:cxn ang="0">
                  <a:pos x="97" y="348"/>
                </a:cxn>
              </a:cxnLst>
              <a:rect l="0" t="0" r="r" b="b"/>
              <a:pathLst>
                <a:path w="529" h="382">
                  <a:moveTo>
                    <a:pt x="97" y="348"/>
                  </a:moveTo>
                  <a:lnTo>
                    <a:pt x="94" y="347"/>
                  </a:lnTo>
                  <a:lnTo>
                    <a:pt x="87" y="344"/>
                  </a:lnTo>
                  <a:lnTo>
                    <a:pt x="77" y="337"/>
                  </a:lnTo>
                  <a:lnTo>
                    <a:pt x="64" y="329"/>
                  </a:lnTo>
                  <a:lnTo>
                    <a:pt x="51" y="317"/>
                  </a:lnTo>
                  <a:lnTo>
                    <a:pt x="37" y="304"/>
                  </a:lnTo>
                  <a:lnTo>
                    <a:pt x="23" y="288"/>
                  </a:lnTo>
                  <a:lnTo>
                    <a:pt x="13" y="270"/>
                  </a:lnTo>
                  <a:lnTo>
                    <a:pt x="4" y="249"/>
                  </a:lnTo>
                  <a:lnTo>
                    <a:pt x="0" y="226"/>
                  </a:lnTo>
                  <a:lnTo>
                    <a:pt x="2" y="200"/>
                  </a:lnTo>
                  <a:lnTo>
                    <a:pt x="9" y="172"/>
                  </a:lnTo>
                  <a:lnTo>
                    <a:pt x="24" y="141"/>
                  </a:lnTo>
                  <a:lnTo>
                    <a:pt x="47" y="109"/>
                  </a:lnTo>
                  <a:lnTo>
                    <a:pt x="79" y="73"/>
                  </a:lnTo>
                  <a:lnTo>
                    <a:pt x="123" y="35"/>
                  </a:lnTo>
                  <a:lnTo>
                    <a:pt x="163" y="11"/>
                  </a:lnTo>
                  <a:lnTo>
                    <a:pt x="206" y="0"/>
                  </a:lnTo>
                  <a:lnTo>
                    <a:pt x="250" y="1"/>
                  </a:lnTo>
                  <a:lnTo>
                    <a:pt x="295" y="12"/>
                  </a:lnTo>
                  <a:lnTo>
                    <a:pt x="337" y="31"/>
                  </a:lnTo>
                  <a:lnTo>
                    <a:pt x="379" y="58"/>
                  </a:lnTo>
                  <a:lnTo>
                    <a:pt x="418" y="89"/>
                  </a:lnTo>
                  <a:lnTo>
                    <a:pt x="453" y="125"/>
                  </a:lnTo>
                  <a:lnTo>
                    <a:pt x="482" y="162"/>
                  </a:lnTo>
                  <a:lnTo>
                    <a:pt x="505" y="200"/>
                  </a:lnTo>
                  <a:lnTo>
                    <a:pt x="521" y="238"/>
                  </a:lnTo>
                  <a:lnTo>
                    <a:pt x="529" y="272"/>
                  </a:lnTo>
                  <a:lnTo>
                    <a:pt x="526" y="303"/>
                  </a:lnTo>
                  <a:lnTo>
                    <a:pt x="514" y="329"/>
                  </a:lnTo>
                  <a:lnTo>
                    <a:pt x="490" y="347"/>
                  </a:lnTo>
                  <a:lnTo>
                    <a:pt x="453" y="356"/>
                  </a:lnTo>
                  <a:lnTo>
                    <a:pt x="411" y="361"/>
                  </a:lnTo>
                  <a:lnTo>
                    <a:pt x="376" y="366"/>
                  </a:lnTo>
                  <a:lnTo>
                    <a:pt x="344" y="370"/>
                  </a:lnTo>
                  <a:lnTo>
                    <a:pt x="317" y="374"/>
                  </a:lnTo>
                  <a:lnTo>
                    <a:pt x="293" y="377"/>
                  </a:lnTo>
                  <a:lnTo>
                    <a:pt x="272" y="379"/>
                  </a:lnTo>
                  <a:lnTo>
                    <a:pt x="253" y="381"/>
                  </a:lnTo>
                  <a:lnTo>
                    <a:pt x="236" y="382"/>
                  </a:lnTo>
                  <a:lnTo>
                    <a:pt x="220" y="382"/>
                  </a:lnTo>
                  <a:lnTo>
                    <a:pt x="205" y="381"/>
                  </a:lnTo>
                  <a:lnTo>
                    <a:pt x="190" y="378"/>
                  </a:lnTo>
                  <a:lnTo>
                    <a:pt x="174" y="375"/>
                  </a:lnTo>
                  <a:lnTo>
                    <a:pt x="158" y="370"/>
                  </a:lnTo>
                  <a:lnTo>
                    <a:pt x="139" y="364"/>
                  </a:lnTo>
                  <a:lnTo>
                    <a:pt x="120" y="357"/>
                  </a:lnTo>
                  <a:lnTo>
                    <a:pt x="97" y="34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5" name="Freeform 33"/>
            <p:cNvSpPr>
              <a:spLocks/>
            </p:cNvSpPr>
            <p:nvPr/>
          </p:nvSpPr>
          <p:spPr bwMode="gray">
            <a:xfrm>
              <a:off x="1316" y="2066"/>
              <a:ext cx="250" cy="181"/>
            </a:xfrm>
            <a:custGeom>
              <a:avLst/>
              <a:gdLst/>
              <a:ahLst/>
              <a:cxnLst>
                <a:cxn ang="0">
                  <a:pos x="91" y="328"/>
                </a:cxn>
                <a:cxn ang="0">
                  <a:pos x="88" y="327"/>
                </a:cxn>
                <a:cxn ang="0">
                  <a:pos x="82" y="323"/>
                </a:cxn>
                <a:cxn ang="0">
                  <a:pos x="72" y="318"/>
                </a:cxn>
                <a:cxn ang="0">
                  <a:pos x="60" y="310"/>
                </a:cxn>
                <a:cxn ang="0">
                  <a:pos x="47" y="299"/>
                </a:cxn>
                <a:cxn ang="0">
                  <a:pos x="33" y="287"/>
                </a:cxn>
                <a:cxn ang="0">
                  <a:pos x="22" y="272"/>
                </a:cxn>
                <a:cxn ang="0">
                  <a:pos x="10" y="254"/>
                </a:cxn>
                <a:cxn ang="0">
                  <a:pos x="3" y="235"/>
                </a:cxn>
                <a:cxn ang="0">
                  <a:pos x="0" y="213"/>
                </a:cxn>
                <a:cxn ang="0">
                  <a:pos x="1" y="189"/>
                </a:cxn>
                <a:cxn ang="0">
                  <a:pos x="8" y="162"/>
                </a:cxn>
                <a:cxn ang="0">
                  <a:pos x="22" y="133"/>
                </a:cxn>
                <a:cxn ang="0">
                  <a:pos x="43" y="102"/>
                </a:cxn>
                <a:cxn ang="0">
                  <a:pos x="75" y="69"/>
                </a:cxn>
                <a:cxn ang="0">
                  <a:pos x="116" y="33"/>
                </a:cxn>
                <a:cxn ang="0">
                  <a:pos x="154" y="10"/>
                </a:cxn>
                <a:cxn ang="0">
                  <a:pos x="194" y="0"/>
                </a:cxn>
                <a:cxn ang="0">
                  <a:pos x="237" y="1"/>
                </a:cxn>
                <a:cxn ang="0">
                  <a:pos x="279" y="11"/>
                </a:cxn>
                <a:cxn ang="0">
                  <a:pos x="320" y="30"/>
                </a:cxn>
                <a:cxn ang="0">
                  <a:pos x="359" y="54"/>
                </a:cxn>
                <a:cxn ang="0">
                  <a:pos x="396" y="84"/>
                </a:cxn>
                <a:cxn ang="0">
                  <a:pos x="429" y="117"/>
                </a:cxn>
                <a:cxn ang="0">
                  <a:pos x="457" y="152"/>
                </a:cxn>
                <a:cxn ang="0">
                  <a:pos x="479" y="189"/>
                </a:cxn>
                <a:cxn ang="0">
                  <a:pos x="494" y="223"/>
                </a:cxn>
                <a:cxn ang="0">
                  <a:pos x="501" y="257"/>
                </a:cxn>
                <a:cxn ang="0">
                  <a:pos x="500" y="285"/>
                </a:cxn>
                <a:cxn ang="0">
                  <a:pos x="487" y="310"/>
                </a:cxn>
                <a:cxn ang="0">
                  <a:pos x="464" y="327"/>
                </a:cxn>
                <a:cxn ang="0">
                  <a:pos x="429" y="336"/>
                </a:cxn>
                <a:cxn ang="0">
                  <a:pos x="390" y="341"/>
                </a:cxn>
                <a:cxn ang="0">
                  <a:pos x="356" y="345"/>
                </a:cxn>
                <a:cxn ang="0">
                  <a:pos x="326" y="349"/>
                </a:cxn>
                <a:cxn ang="0">
                  <a:pos x="300" y="352"/>
                </a:cxn>
                <a:cxn ang="0">
                  <a:pos x="277" y="356"/>
                </a:cxn>
                <a:cxn ang="0">
                  <a:pos x="258" y="358"/>
                </a:cxn>
                <a:cxn ang="0">
                  <a:pos x="239" y="359"/>
                </a:cxn>
                <a:cxn ang="0">
                  <a:pos x="223" y="360"/>
                </a:cxn>
                <a:cxn ang="0">
                  <a:pos x="208" y="360"/>
                </a:cxn>
                <a:cxn ang="0">
                  <a:pos x="194" y="359"/>
                </a:cxn>
                <a:cxn ang="0">
                  <a:pos x="179" y="357"/>
                </a:cxn>
                <a:cxn ang="0">
                  <a:pos x="164" y="353"/>
                </a:cxn>
                <a:cxn ang="0">
                  <a:pos x="149" y="349"/>
                </a:cxn>
                <a:cxn ang="0">
                  <a:pos x="132" y="344"/>
                </a:cxn>
                <a:cxn ang="0">
                  <a:pos x="113" y="336"/>
                </a:cxn>
                <a:cxn ang="0">
                  <a:pos x="91" y="328"/>
                </a:cxn>
              </a:cxnLst>
              <a:rect l="0" t="0" r="r" b="b"/>
              <a:pathLst>
                <a:path w="501" h="360">
                  <a:moveTo>
                    <a:pt x="91" y="328"/>
                  </a:moveTo>
                  <a:lnTo>
                    <a:pt x="88" y="327"/>
                  </a:lnTo>
                  <a:lnTo>
                    <a:pt x="82" y="323"/>
                  </a:lnTo>
                  <a:lnTo>
                    <a:pt x="72" y="318"/>
                  </a:lnTo>
                  <a:lnTo>
                    <a:pt x="60" y="310"/>
                  </a:lnTo>
                  <a:lnTo>
                    <a:pt x="47" y="299"/>
                  </a:lnTo>
                  <a:lnTo>
                    <a:pt x="33" y="287"/>
                  </a:lnTo>
                  <a:lnTo>
                    <a:pt x="22" y="272"/>
                  </a:lnTo>
                  <a:lnTo>
                    <a:pt x="10" y="254"/>
                  </a:lnTo>
                  <a:lnTo>
                    <a:pt x="3" y="235"/>
                  </a:lnTo>
                  <a:lnTo>
                    <a:pt x="0" y="213"/>
                  </a:lnTo>
                  <a:lnTo>
                    <a:pt x="1" y="189"/>
                  </a:lnTo>
                  <a:lnTo>
                    <a:pt x="8" y="162"/>
                  </a:lnTo>
                  <a:lnTo>
                    <a:pt x="22" y="133"/>
                  </a:lnTo>
                  <a:lnTo>
                    <a:pt x="43" y="102"/>
                  </a:lnTo>
                  <a:lnTo>
                    <a:pt x="75" y="69"/>
                  </a:lnTo>
                  <a:lnTo>
                    <a:pt x="116" y="33"/>
                  </a:lnTo>
                  <a:lnTo>
                    <a:pt x="154" y="10"/>
                  </a:lnTo>
                  <a:lnTo>
                    <a:pt x="194" y="0"/>
                  </a:lnTo>
                  <a:lnTo>
                    <a:pt x="237" y="1"/>
                  </a:lnTo>
                  <a:lnTo>
                    <a:pt x="279" y="11"/>
                  </a:lnTo>
                  <a:lnTo>
                    <a:pt x="320" y="30"/>
                  </a:lnTo>
                  <a:lnTo>
                    <a:pt x="359" y="54"/>
                  </a:lnTo>
                  <a:lnTo>
                    <a:pt x="396" y="84"/>
                  </a:lnTo>
                  <a:lnTo>
                    <a:pt x="429" y="117"/>
                  </a:lnTo>
                  <a:lnTo>
                    <a:pt x="457" y="152"/>
                  </a:lnTo>
                  <a:lnTo>
                    <a:pt x="479" y="189"/>
                  </a:lnTo>
                  <a:lnTo>
                    <a:pt x="494" y="223"/>
                  </a:lnTo>
                  <a:lnTo>
                    <a:pt x="501" y="257"/>
                  </a:lnTo>
                  <a:lnTo>
                    <a:pt x="500" y="285"/>
                  </a:lnTo>
                  <a:lnTo>
                    <a:pt x="487" y="310"/>
                  </a:lnTo>
                  <a:lnTo>
                    <a:pt x="464" y="327"/>
                  </a:lnTo>
                  <a:lnTo>
                    <a:pt x="429" y="336"/>
                  </a:lnTo>
                  <a:lnTo>
                    <a:pt x="390" y="341"/>
                  </a:lnTo>
                  <a:lnTo>
                    <a:pt x="356" y="345"/>
                  </a:lnTo>
                  <a:lnTo>
                    <a:pt x="326" y="349"/>
                  </a:lnTo>
                  <a:lnTo>
                    <a:pt x="300" y="352"/>
                  </a:lnTo>
                  <a:lnTo>
                    <a:pt x="277" y="356"/>
                  </a:lnTo>
                  <a:lnTo>
                    <a:pt x="258" y="358"/>
                  </a:lnTo>
                  <a:lnTo>
                    <a:pt x="239" y="359"/>
                  </a:lnTo>
                  <a:lnTo>
                    <a:pt x="223" y="360"/>
                  </a:lnTo>
                  <a:lnTo>
                    <a:pt x="208" y="360"/>
                  </a:lnTo>
                  <a:lnTo>
                    <a:pt x="194" y="359"/>
                  </a:lnTo>
                  <a:lnTo>
                    <a:pt x="179" y="357"/>
                  </a:lnTo>
                  <a:lnTo>
                    <a:pt x="164" y="353"/>
                  </a:lnTo>
                  <a:lnTo>
                    <a:pt x="149" y="349"/>
                  </a:lnTo>
                  <a:lnTo>
                    <a:pt x="132" y="344"/>
                  </a:lnTo>
                  <a:lnTo>
                    <a:pt x="113" y="336"/>
                  </a:lnTo>
                  <a:lnTo>
                    <a:pt x="91" y="328"/>
                  </a:lnTo>
                  <a:close/>
                </a:path>
              </a:pathLst>
            </a:custGeom>
            <a:solidFill>
              <a:srgbClr val="FFF9E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6" name="Freeform 34"/>
            <p:cNvSpPr>
              <a:spLocks/>
            </p:cNvSpPr>
            <p:nvPr/>
          </p:nvSpPr>
          <p:spPr bwMode="gray">
            <a:xfrm>
              <a:off x="1322" y="2071"/>
              <a:ext cx="238" cy="170"/>
            </a:xfrm>
            <a:custGeom>
              <a:avLst/>
              <a:gdLst/>
              <a:ahLst/>
              <a:cxnLst>
                <a:cxn ang="0">
                  <a:pos x="88" y="310"/>
                </a:cxn>
                <a:cxn ang="0">
                  <a:pos x="86" y="309"/>
                </a:cxn>
                <a:cxn ang="0">
                  <a:pos x="79" y="305"/>
                </a:cxn>
                <a:cxn ang="0">
                  <a:pos x="70" y="300"/>
                </a:cxn>
                <a:cxn ang="0">
                  <a:pos x="58" y="293"/>
                </a:cxn>
                <a:cxn ang="0">
                  <a:pos x="46" y="282"/>
                </a:cxn>
                <a:cxn ang="0">
                  <a:pos x="34" y="271"/>
                </a:cxn>
                <a:cxn ang="0">
                  <a:pos x="21" y="257"/>
                </a:cxn>
                <a:cxn ang="0">
                  <a:pos x="12" y="240"/>
                </a:cxn>
                <a:cxn ang="0">
                  <a:pos x="4" y="221"/>
                </a:cxn>
                <a:cxn ang="0">
                  <a:pos x="0" y="200"/>
                </a:cxn>
                <a:cxn ang="0">
                  <a:pos x="2" y="177"/>
                </a:cxn>
                <a:cxn ang="0">
                  <a:pos x="8" y="153"/>
                </a:cxn>
                <a:cxn ang="0">
                  <a:pos x="21" y="126"/>
                </a:cxn>
                <a:cxn ang="0">
                  <a:pos x="43" y="97"/>
                </a:cxn>
                <a:cxn ang="0">
                  <a:pos x="72" y="65"/>
                </a:cxn>
                <a:cxn ang="0">
                  <a:pos x="111" y="31"/>
                </a:cxn>
                <a:cxn ang="0">
                  <a:pos x="147" y="9"/>
                </a:cxn>
                <a:cxn ang="0">
                  <a:pos x="186" y="0"/>
                </a:cxn>
                <a:cxn ang="0">
                  <a:pos x="225" y="1"/>
                </a:cxn>
                <a:cxn ang="0">
                  <a:pos x="265" y="10"/>
                </a:cxn>
                <a:cxn ang="0">
                  <a:pos x="305" y="28"/>
                </a:cxn>
                <a:cxn ang="0">
                  <a:pos x="341" y="51"/>
                </a:cxn>
                <a:cxn ang="0">
                  <a:pos x="377" y="79"/>
                </a:cxn>
                <a:cxn ang="0">
                  <a:pos x="408" y="111"/>
                </a:cxn>
                <a:cxn ang="0">
                  <a:pos x="435" y="144"/>
                </a:cxn>
                <a:cxn ang="0">
                  <a:pos x="456" y="179"/>
                </a:cxn>
                <a:cxn ang="0">
                  <a:pos x="469" y="212"/>
                </a:cxn>
                <a:cxn ang="0">
                  <a:pos x="476" y="243"/>
                </a:cxn>
                <a:cxn ang="0">
                  <a:pos x="475" y="271"/>
                </a:cxn>
                <a:cxn ang="0">
                  <a:pos x="464" y="293"/>
                </a:cxn>
                <a:cxn ang="0">
                  <a:pos x="442" y="310"/>
                </a:cxn>
                <a:cxn ang="0">
                  <a:pos x="408" y="318"/>
                </a:cxn>
                <a:cxn ang="0">
                  <a:pos x="371" y="323"/>
                </a:cxn>
                <a:cxn ang="0">
                  <a:pos x="339" y="326"/>
                </a:cxn>
                <a:cxn ang="0">
                  <a:pos x="310" y="330"/>
                </a:cxn>
                <a:cxn ang="0">
                  <a:pos x="286" y="333"/>
                </a:cxn>
                <a:cxn ang="0">
                  <a:pos x="264" y="335"/>
                </a:cxn>
                <a:cxn ang="0">
                  <a:pos x="245" y="338"/>
                </a:cxn>
                <a:cxn ang="0">
                  <a:pos x="229" y="339"/>
                </a:cxn>
                <a:cxn ang="0">
                  <a:pos x="212" y="340"/>
                </a:cxn>
                <a:cxn ang="0">
                  <a:pos x="199" y="340"/>
                </a:cxn>
                <a:cxn ang="0">
                  <a:pos x="185" y="339"/>
                </a:cxn>
                <a:cxn ang="0">
                  <a:pos x="171" y="336"/>
                </a:cxn>
                <a:cxn ang="0">
                  <a:pos x="157" y="334"/>
                </a:cxn>
                <a:cxn ang="0">
                  <a:pos x="142" y="330"/>
                </a:cxn>
                <a:cxn ang="0">
                  <a:pos x="126" y="325"/>
                </a:cxn>
                <a:cxn ang="0">
                  <a:pos x="109" y="318"/>
                </a:cxn>
                <a:cxn ang="0">
                  <a:pos x="88" y="310"/>
                </a:cxn>
              </a:cxnLst>
              <a:rect l="0" t="0" r="r" b="b"/>
              <a:pathLst>
                <a:path w="476" h="340">
                  <a:moveTo>
                    <a:pt x="88" y="310"/>
                  </a:moveTo>
                  <a:lnTo>
                    <a:pt x="86" y="309"/>
                  </a:lnTo>
                  <a:lnTo>
                    <a:pt x="79" y="305"/>
                  </a:lnTo>
                  <a:lnTo>
                    <a:pt x="70" y="300"/>
                  </a:lnTo>
                  <a:lnTo>
                    <a:pt x="58" y="293"/>
                  </a:lnTo>
                  <a:lnTo>
                    <a:pt x="46" y="282"/>
                  </a:lnTo>
                  <a:lnTo>
                    <a:pt x="34" y="271"/>
                  </a:lnTo>
                  <a:lnTo>
                    <a:pt x="21" y="257"/>
                  </a:lnTo>
                  <a:lnTo>
                    <a:pt x="12" y="240"/>
                  </a:lnTo>
                  <a:lnTo>
                    <a:pt x="4" y="221"/>
                  </a:lnTo>
                  <a:lnTo>
                    <a:pt x="0" y="200"/>
                  </a:lnTo>
                  <a:lnTo>
                    <a:pt x="2" y="177"/>
                  </a:lnTo>
                  <a:lnTo>
                    <a:pt x="8" y="153"/>
                  </a:lnTo>
                  <a:lnTo>
                    <a:pt x="21" y="126"/>
                  </a:lnTo>
                  <a:lnTo>
                    <a:pt x="43" y="97"/>
                  </a:lnTo>
                  <a:lnTo>
                    <a:pt x="72" y="65"/>
                  </a:lnTo>
                  <a:lnTo>
                    <a:pt x="111" y="31"/>
                  </a:lnTo>
                  <a:lnTo>
                    <a:pt x="147" y="9"/>
                  </a:lnTo>
                  <a:lnTo>
                    <a:pt x="186" y="0"/>
                  </a:lnTo>
                  <a:lnTo>
                    <a:pt x="225" y="1"/>
                  </a:lnTo>
                  <a:lnTo>
                    <a:pt x="265" y="10"/>
                  </a:lnTo>
                  <a:lnTo>
                    <a:pt x="305" y="28"/>
                  </a:lnTo>
                  <a:lnTo>
                    <a:pt x="341" y="51"/>
                  </a:lnTo>
                  <a:lnTo>
                    <a:pt x="377" y="79"/>
                  </a:lnTo>
                  <a:lnTo>
                    <a:pt x="408" y="111"/>
                  </a:lnTo>
                  <a:lnTo>
                    <a:pt x="435" y="144"/>
                  </a:lnTo>
                  <a:lnTo>
                    <a:pt x="456" y="179"/>
                  </a:lnTo>
                  <a:lnTo>
                    <a:pt x="469" y="212"/>
                  </a:lnTo>
                  <a:lnTo>
                    <a:pt x="476" y="243"/>
                  </a:lnTo>
                  <a:lnTo>
                    <a:pt x="475" y="271"/>
                  </a:lnTo>
                  <a:lnTo>
                    <a:pt x="464" y="293"/>
                  </a:lnTo>
                  <a:lnTo>
                    <a:pt x="442" y="310"/>
                  </a:lnTo>
                  <a:lnTo>
                    <a:pt x="408" y="318"/>
                  </a:lnTo>
                  <a:lnTo>
                    <a:pt x="371" y="323"/>
                  </a:lnTo>
                  <a:lnTo>
                    <a:pt x="339" y="326"/>
                  </a:lnTo>
                  <a:lnTo>
                    <a:pt x="310" y="330"/>
                  </a:lnTo>
                  <a:lnTo>
                    <a:pt x="286" y="333"/>
                  </a:lnTo>
                  <a:lnTo>
                    <a:pt x="264" y="335"/>
                  </a:lnTo>
                  <a:lnTo>
                    <a:pt x="245" y="338"/>
                  </a:lnTo>
                  <a:lnTo>
                    <a:pt x="229" y="339"/>
                  </a:lnTo>
                  <a:lnTo>
                    <a:pt x="212" y="340"/>
                  </a:lnTo>
                  <a:lnTo>
                    <a:pt x="199" y="340"/>
                  </a:lnTo>
                  <a:lnTo>
                    <a:pt x="185" y="339"/>
                  </a:lnTo>
                  <a:lnTo>
                    <a:pt x="171" y="336"/>
                  </a:lnTo>
                  <a:lnTo>
                    <a:pt x="157" y="334"/>
                  </a:lnTo>
                  <a:lnTo>
                    <a:pt x="142" y="330"/>
                  </a:lnTo>
                  <a:lnTo>
                    <a:pt x="126" y="325"/>
                  </a:lnTo>
                  <a:lnTo>
                    <a:pt x="109" y="318"/>
                  </a:lnTo>
                  <a:lnTo>
                    <a:pt x="88" y="310"/>
                  </a:lnTo>
                  <a:close/>
                </a:path>
              </a:pathLst>
            </a:custGeom>
            <a:solidFill>
              <a:srgbClr val="FCF2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7" name="Freeform 35"/>
            <p:cNvSpPr>
              <a:spLocks/>
            </p:cNvSpPr>
            <p:nvPr/>
          </p:nvSpPr>
          <p:spPr bwMode="gray">
            <a:xfrm>
              <a:off x="1329" y="2077"/>
              <a:ext cx="225" cy="159"/>
            </a:xfrm>
            <a:custGeom>
              <a:avLst/>
              <a:gdLst/>
              <a:ahLst/>
              <a:cxnLst>
                <a:cxn ang="0">
                  <a:pos x="82" y="292"/>
                </a:cxn>
                <a:cxn ang="0">
                  <a:pos x="80" y="291"/>
                </a:cxn>
                <a:cxn ang="0">
                  <a:pos x="74" y="287"/>
                </a:cxn>
                <a:cxn ang="0">
                  <a:pos x="65" y="283"/>
                </a:cxn>
                <a:cxn ang="0">
                  <a:pos x="54" y="276"/>
                </a:cxn>
                <a:cxn ang="0">
                  <a:pos x="43" y="267"/>
                </a:cxn>
                <a:cxn ang="0">
                  <a:pos x="30" y="255"/>
                </a:cxn>
                <a:cxn ang="0">
                  <a:pos x="20" y="241"/>
                </a:cxn>
                <a:cxn ang="0">
                  <a:pos x="11" y="226"/>
                </a:cxn>
                <a:cxn ang="0">
                  <a:pos x="4" y="209"/>
                </a:cxn>
                <a:cxn ang="0">
                  <a:pos x="0" y="189"/>
                </a:cxn>
                <a:cxn ang="0">
                  <a:pos x="1" y="167"/>
                </a:cxn>
                <a:cxn ang="0">
                  <a:pos x="7" y="144"/>
                </a:cxn>
                <a:cxn ang="0">
                  <a:pos x="20" y="118"/>
                </a:cxn>
                <a:cxn ang="0">
                  <a:pos x="39" y="90"/>
                </a:cxn>
                <a:cxn ang="0">
                  <a:pos x="67" y="61"/>
                </a:cxn>
                <a:cxn ang="0">
                  <a:pos x="104" y="29"/>
                </a:cxn>
                <a:cxn ang="0">
                  <a:pos x="138" y="10"/>
                </a:cxn>
                <a:cxn ang="0">
                  <a:pos x="174" y="0"/>
                </a:cxn>
                <a:cxn ang="0">
                  <a:pos x="212" y="0"/>
                </a:cxn>
                <a:cxn ang="0">
                  <a:pos x="250" y="10"/>
                </a:cxn>
                <a:cxn ang="0">
                  <a:pos x="287" y="26"/>
                </a:cxn>
                <a:cxn ang="0">
                  <a:pos x="323" y="48"/>
                </a:cxn>
                <a:cxn ang="0">
                  <a:pos x="355" y="74"/>
                </a:cxn>
                <a:cxn ang="0">
                  <a:pos x="385" y="104"/>
                </a:cxn>
                <a:cxn ang="0">
                  <a:pos x="410" y="135"/>
                </a:cxn>
                <a:cxn ang="0">
                  <a:pos x="430" y="167"/>
                </a:cxn>
                <a:cxn ang="0">
                  <a:pos x="443" y="199"/>
                </a:cxn>
                <a:cxn ang="0">
                  <a:pos x="450" y="229"/>
                </a:cxn>
                <a:cxn ang="0">
                  <a:pos x="447" y="254"/>
                </a:cxn>
                <a:cxn ang="0">
                  <a:pos x="437" y="276"/>
                </a:cxn>
                <a:cxn ang="0">
                  <a:pos x="416" y="291"/>
                </a:cxn>
                <a:cxn ang="0">
                  <a:pos x="385" y="299"/>
                </a:cxn>
                <a:cxn ang="0">
                  <a:pos x="350" y="302"/>
                </a:cxn>
                <a:cxn ang="0">
                  <a:pos x="319" y="307"/>
                </a:cxn>
                <a:cxn ang="0">
                  <a:pos x="293" y="310"/>
                </a:cxn>
                <a:cxn ang="0">
                  <a:pos x="269" y="313"/>
                </a:cxn>
                <a:cxn ang="0">
                  <a:pos x="249" y="316"/>
                </a:cxn>
                <a:cxn ang="0">
                  <a:pos x="231" y="317"/>
                </a:cxn>
                <a:cxn ang="0">
                  <a:pos x="215" y="320"/>
                </a:cxn>
                <a:cxn ang="0">
                  <a:pos x="201" y="320"/>
                </a:cxn>
                <a:cxn ang="0">
                  <a:pos x="187" y="320"/>
                </a:cxn>
                <a:cxn ang="0">
                  <a:pos x="174" y="320"/>
                </a:cxn>
                <a:cxn ang="0">
                  <a:pos x="162" y="317"/>
                </a:cxn>
                <a:cxn ang="0">
                  <a:pos x="148" y="315"/>
                </a:cxn>
                <a:cxn ang="0">
                  <a:pos x="134" y="310"/>
                </a:cxn>
                <a:cxn ang="0">
                  <a:pos x="119" y="306"/>
                </a:cxn>
                <a:cxn ang="0">
                  <a:pos x="102" y="300"/>
                </a:cxn>
                <a:cxn ang="0">
                  <a:pos x="82" y="292"/>
                </a:cxn>
              </a:cxnLst>
              <a:rect l="0" t="0" r="r" b="b"/>
              <a:pathLst>
                <a:path w="450" h="320">
                  <a:moveTo>
                    <a:pt x="82" y="292"/>
                  </a:moveTo>
                  <a:lnTo>
                    <a:pt x="80" y="291"/>
                  </a:lnTo>
                  <a:lnTo>
                    <a:pt x="74" y="287"/>
                  </a:lnTo>
                  <a:lnTo>
                    <a:pt x="65" y="283"/>
                  </a:lnTo>
                  <a:lnTo>
                    <a:pt x="54" y="276"/>
                  </a:lnTo>
                  <a:lnTo>
                    <a:pt x="43" y="267"/>
                  </a:lnTo>
                  <a:lnTo>
                    <a:pt x="30" y="255"/>
                  </a:lnTo>
                  <a:lnTo>
                    <a:pt x="20" y="241"/>
                  </a:lnTo>
                  <a:lnTo>
                    <a:pt x="11" y="226"/>
                  </a:lnTo>
                  <a:lnTo>
                    <a:pt x="4" y="209"/>
                  </a:lnTo>
                  <a:lnTo>
                    <a:pt x="0" y="189"/>
                  </a:lnTo>
                  <a:lnTo>
                    <a:pt x="1" y="167"/>
                  </a:lnTo>
                  <a:lnTo>
                    <a:pt x="7" y="144"/>
                  </a:lnTo>
                  <a:lnTo>
                    <a:pt x="20" y="118"/>
                  </a:lnTo>
                  <a:lnTo>
                    <a:pt x="39" y="90"/>
                  </a:lnTo>
                  <a:lnTo>
                    <a:pt x="67" y="61"/>
                  </a:lnTo>
                  <a:lnTo>
                    <a:pt x="104" y="29"/>
                  </a:lnTo>
                  <a:lnTo>
                    <a:pt x="138" y="10"/>
                  </a:lnTo>
                  <a:lnTo>
                    <a:pt x="174" y="0"/>
                  </a:lnTo>
                  <a:lnTo>
                    <a:pt x="212" y="0"/>
                  </a:lnTo>
                  <a:lnTo>
                    <a:pt x="250" y="10"/>
                  </a:lnTo>
                  <a:lnTo>
                    <a:pt x="287" y="26"/>
                  </a:lnTo>
                  <a:lnTo>
                    <a:pt x="323" y="48"/>
                  </a:lnTo>
                  <a:lnTo>
                    <a:pt x="355" y="74"/>
                  </a:lnTo>
                  <a:lnTo>
                    <a:pt x="385" y="104"/>
                  </a:lnTo>
                  <a:lnTo>
                    <a:pt x="410" y="135"/>
                  </a:lnTo>
                  <a:lnTo>
                    <a:pt x="430" y="167"/>
                  </a:lnTo>
                  <a:lnTo>
                    <a:pt x="443" y="199"/>
                  </a:lnTo>
                  <a:lnTo>
                    <a:pt x="450" y="229"/>
                  </a:lnTo>
                  <a:lnTo>
                    <a:pt x="447" y="254"/>
                  </a:lnTo>
                  <a:lnTo>
                    <a:pt x="437" y="276"/>
                  </a:lnTo>
                  <a:lnTo>
                    <a:pt x="416" y="291"/>
                  </a:lnTo>
                  <a:lnTo>
                    <a:pt x="385" y="299"/>
                  </a:lnTo>
                  <a:lnTo>
                    <a:pt x="350" y="302"/>
                  </a:lnTo>
                  <a:lnTo>
                    <a:pt x="319" y="307"/>
                  </a:lnTo>
                  <a:lnTo>
                    <a:pt x="293" y="310"/>
                  </a:lnTo>
                  <a:lnTo>
                    <a:pt x="269" y="313"/>
                  </a:lnTo>
                  <a:lnTo>
                    <a:pt x="249" y="316"/>
                  </a:lnTo>
                  <a:lnTo>
                    <a:pt x="231" y="317"/>
                  </a:lnTo>
                  <a:lnTo>
                    <a:pt x="215" y="320"/>
                  </a:lnTo>
                  <a:lnTo>
                    <a:pt x="201" y="320"/>
                  </a:lnTo>
                  <a:lnTo>
                    <a:pt x="187" y="320"/>
                  </a:lnTo>
                  <a:lnTo>
                    <a:pt x="174" y="320"/>
                  </a:lnTo>
                  <a:lnTo>
                    <a:pt x="162" y="317"/>
                  </a:lnTo>
                  <a:lnTo>
                    <a:pt x="148" y="315"/>
                  </a:lnTo>
                  <a:lnTo>
                    <a:pt x="134" y="310"/>
                  </a:lnTo>
                  <a:lnTo>
                    <a:pt x="119" y="306"/>
                  </a:lnTo>
                  <a:lnTo>
                    <a:pt x="102" y="300"/>
                  </a:lnTo>
                  <a:lnTo>
                    <a:pt x="82" y="292"/>
                  </a:lnTo>
                  <a:close/>
                </a:path>
              </a:pathLst>
            </a:custGeom>
            <a:solidFill>
              <a:srgbClr val="FCED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8" name="Freeform 36"/>
            <p:cNvSpPr>
              <a:spLocks/>
            </p:cNvSpPr>
            <p:nvPr/>
          </p:nvSpPr>
          <p:spPr bwMode="gray">
            <a:xfrm>
              <a:off x="1335" y="2082"/>
              <a:ext cx="212" cy="149"/>
            </a:xfrm>
            <a:custGeom>
              <a:avLst/>
              <a:gdLst/>
              <a:ahLst/>
              <a:cxnLst>
                <a:cxn ang="0">
                  <a:pos x="77" y="272"/>
                </a:cxn>
                <a:cxn ang="0">
                  <a:pos x="75" y="271"/>
                </a:cxn>
                <a:cxn ang="0">
                  <a:pos x="69" y="268"/>
                </a:cxn>
                <a:cxn ang="0">
                  <a:pos x="61" y="264"/>
                </a:cxn>
                <a:cxn ang="0">
                  <a:pos x="51" y="257"/>
                </a:cxn>
                <a:cxn ang="0">
                  <a:pos x="40" y="247"/>
                </a:cxn>
                <a:cxn ang="0">
                  <a:pos x="29" y="237"/>
                </a:cxn>
                <a:cxn ang="0">
                  <a:pos x="18" y="224"/>
                </a:cxn>
                <a:cxn ang="0">
                  <a:pos x="9" y="211"/>
                </a:cxn>
                <a:cxn ang="0">
                  <a:pos x="3" y="194"/>
                </a:cxn>
                <a:cxn ang="0">
                  <a:pos x="0" y="176"/>
                </a:cxn>
                <a:cxn ang="0">
                  <a:pos x="1" y="156"/>
                </a:cxn>
                <a:cxn ang="0">
                  <a:pos x="7" y="135"/>
                </a:cxn>
                <a:cxn ang="0">
                  <a:pos x="18" y="110"/>
                </a:cxn>
                <a:cxn ang="0">
                  <a:pos x="37" y="85"/>
                </a:cxn>
                <a:cxn ang="0">
                  <a:pos x="63" y="57"/>
                </a:cxn>
                <a:cxn ang="0">
                  <a:pos x="98" y="27"/>
                </a:cxn>
                <a:cxn ang="0">
                  <a:pos x="130" y="9"/>
                </a:cxn>
                <a:cxn ang="0">
                  <a:pos x="165" y="0"/>
                </a:cxn>
                <a:cxn ang="0">
                  <a:pos x="200" y="1"/>
                </a:cxn>
                <a:cxn ang="0">
                  <a:pos x="236" y="9"/>
                </a:cxn>
                <a:cxn ang="0">
                  <a:pos x="271" y="24"/>
                </a:cxn>
                <a:cxn ang="0">
                  <a:pos x="304" y="45"/>
                </a:cxn>
                <a:cxn ang="0">
                  <a:pos x="335" y="69"/>
                </a:cxn>
                <a:cxn ang="0">
                  <a:pos x="363" y="97"/>
                </a:cxn>
                <a:cxn ang="0">
                  <a:pos x="387" y="126"/>
                </a:cxn>
                <a:cxn ang="0">
                  <a:pos x="405" y="156"/>
                </a:cxn>
                <a:cxn ang="0">
                  <a:pos x="418" y="185"/>
                </a:cxn>
                <a:cxn ang="0">
                  <a:pos x="424" y="213"/>
                </a:cxn>
                <a:cxn ang="0">
                  <a:pos x="423" y="237"/>
                </a:cxn>
                <a:cxn ang="0">
                  <a:pos x="412" y="257"/>
                </a:cxn>
                <a:cxn ang="0">
                  <a:pos x="393" y="272"/>
                </a:cxn>
                <a:cxn ang="0">
                  <a:pos x="363" y="279"/>
                </a:cxn>
                <a:cxn ang="0">
                  <a:pos x="329" y="282"/>
                </a:cxn>
                <a:cxn ang="0">
                  <a:pos x="301" y="286"/>
                </a:cxn>
                <a:cxn ang="0">
                  <a:pos x="275" y="289"/>
                </a:cxn>
                <a:cxn ang="0">
                  <a:pos x="253" y="292"/>
                </a:cxn>
                <a:cxn ang="0">
                  <a:pos x="235" y="295"/>
                </a:cxn>
                <a:cxn ang="0">
                  <a:pos x="218" y="297"/>
                </a:cxn>
                <a:cxn ang="0">
                  <a:pos x="203" y="298"/>
                </a:cxn>
                <a:cxn ang="0">
                  <a:pos x="189" y="298"/>
                </a:cxn>
                <a:cxn ang="0">
                  <a:pos x="176" y="298"/>
                </a:cxn>
                <a:cxn ang="0">
                  <a:pos x="163" y="297"/>
                </a:cxn>
                <a:cxn ang="0">
                  <a:pos x="152" y="296"/>
                </a:cxn>
                <a:cxn ang="0">
                  <a:pos x="139" y="294"/>
                </a:cxn>
                <a:cxn ang="0">
                  <a:pos x="127" y="289"/>
                </a:cxn>
                <a:cxn ang="0">
                  <a:pos x="112" y="284"/>
                </a:cxn>
                <a:cxn ang="0">
                  <a:pos x="96" y="279"/>
                </a:cxn>
                <a:cxn ang="0">
                  <a:pos x="77" y="272"/>
                </a:cxn>
              </a:cxnLst>
              <a:rect l="0" t="0" r="r" b="b"/>
              <a:pathLst>
                <a:path w="424" h="298">
                  <a:moveTo>
                    <a:pt x="77" y="272"/>
                  </a:moveTo>
                  <a:lnTo>
                    <a:pt x="75" y="271"/>
                  </a:lnTo>
                  <a:lnTo>
                    <a:pt x="69" y="268"/>
                  </a:lnTo>
                  <a:lnTo>
                    <a:pt x="61" y="264"/>
                  </a:lnTo>
                  <a:lnTo>
                    <a:pt x="51" y="257"/>
                  </a:lnTo>
                  <a:lnTo>
                    <a:pt x="40" y="247"/>
                  </a:lnTo>
                  <a:lnTo>
                    <a:pt x="29" y="237"/>
                  </a:lnTo>
                  <a:lnTo>
                    <a:pt x="18" y="224"/>
                  </a:lnTo>
                  <a:lnTo>
                    <a:pt x="9" y="211"/>
                  </a:lnTo>
                  <a:lnTo>
                    <a:pt x="3" y="194"/>
                  </a:lnTo>
                  <a:lnTo>
                    <a:pt x="0" y="176"/>
                  </a:lnTo>
                  <a:lnTo>
                    <a:pt x="1" y="156"/>
                  </a:lnTo>
                  <a:lnTo>
                    <a:pt x="7" y="135"/>
                  </a:lnTo>
                  <a:lnTo>
                    <a:pt x="18" y="110"/>
                  </a:lnTo>
                  <a:lnTo>
                    <a:pt x="37" y="85"/>
                  </a:lnTo>
                  <a:lnTo>
                    <a:pt x="63" y="57"/>
                  </a:lnTo>
                  <a:lnTo>
                    <a:pt x="98" y="27"/>
                  </a:lnTo>
                  <a:lnTo>
                    <a:pt x="130" y="9"/>
                  </a:lnTo>
                  <a:lnTo>
                    <a:pt x="165" y="0"/>
                  </a:lnTo>
                  <a:lnTo>
                    <a:pt x="200" y="1"/>
                  </a:lnTo>
                  <a:lnTo>
                    <a:pt x="236" y="9"/>
                  </a:lnTo>
                  <a:lnTo>
                    <a:pt x="271" y="24"/>
                  </a:lnTo>
                  <a:lnTo>
                    <a:pt x="304" y="45"/>
                  </a:lnTo>
                  <a:lnTo>
                    <a:pt x="335" y="69"/>
                  </a:lnTo>
                  <a:lnTo>
                    <a:pt x="363" y="97"/>
                  </a:lnTo>
                  <a:lnTo>
                    <a:pt x="387" y="126"/>
                  </a:lnTo>
                  <a:lnTo>
                    <a:pt x="405" y="156"/>
                  </a:lnTo>
                  <a:lnTo>
                    <a:pt x="418" y="185"/>
                  </a:lnTo>
                  <a:lnTo>
                    <a:pt x="424" y="213"/>
                  </a:lnTo>
                  <a:lnTo>
                    <a:pt x="423" y="237"/>
                  </a:lnTo>
                  <a:lnTo>
                    <a:pt x="412" y="257"/>
                  </a:lnTo>
                  <a:lnTo>
                    <a:pt x="393" y="272"/>
                  </a:lnTo>
                  <a:lnTo>
                    <a:pt x="363" y="279"/>
                  </a:lnTo>
                  <a:lnTo>
                    <a:pt x="329" y="282"/>
                  </a:lnTo>
                  <a:lnTo>
                    <a:pt x="301" y="286"/>
                  </a:lnTo>
                  <a:lnTo>
                    <a:pt x="275" y="289"/>
                  </a:lnTo>
                  <a:lnTo>
                    <a:pt x="253" y="292"/>
                  </a:lnTo>
                  <a:lnTo>
                    <a:pt x="235" y="295"/>
                  </a:lnTo>
                  <a:lnTo>
                    <a:pt x="218" y="297"/>
                  </a:lnTo>
                  <a:lnTo>
                    <a:pt x="203" y="298"/>
                  </a:lnTo>
                  <a:lnTo>
                    <a:pt x="189" y="298"/>
                  </a:lnTo>
                  <a:lnTo>
                    <a:pt x="176" y="298"/>
                  </a:lnTo>
                  <a:lnTo>
                    <a:pt x="163" y="297"/>
                  </a:lnTo>
                  <a:lnTo>
                    <a:pt x="152" y="296"/>
                  </a:lnTo>
                  <a:lnTo>
                    <a:pt x="139" y="294"/>
                  </a:lnTo>
                  <a:lnTo>
                    <a:pt x="127" y="289"/>
                  </a:lnTo>
                  <a:lnTo>
                    <a:pt x="112" y="284"/>
                  </a:lnTo>
                  <a:lnTo>
                    <a:pt x="96" y="279"/>
                  </a:lnTo>
                  <a:lnTo>
                    <a:pt x="77" y="272"/>
                  </a:lnTo>
                  <a:close/>
                </a:path>
              </a:pathLst>
            </a:custGeom>
            <a:solidFill>
              <a:srgbClr val="FCE5B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29" name="Freeform 37"/>
            <p:cNvSpPr>
              <a:spLocks/>
            </p:cNvSpPr>
            <p:nvPr/>
          </p:nvSpPr>
          <p:spPr bwMode="gray">
            <a:xfrm>
              <a:off x="1342" y="2087"/>
              <a:ext cx="199" cy="139"/>
            </a:xfrm>
            <a:custGeom>
              <a:avLst/>
              <a:gdLst/>
              <a:ahLst/>
              <a:cxnLst>
                <a:cxn ang="0">
                  <a:pos x="72" y="254"/>
                </a:cxn>
                <a:cxn ang="0">
                  <a:pos x="70" y="252"/>
                </a:cxn>
                <a:cxn ang="0">
                  <a:pos x="65" y="250"/>
                </a:cxn>
                <a:cxn ang="0">
                  <a:pos x="57" y="246"/>
                </a:cxn>
                <a:cxn ang="0">
                  <a:pos x="48" y="240"/>
                </a:cxn>
                <a:cxn ang="0">
                  <a:pos x="38" y="232"/>
                </a:cxn>
                <a:cxn ang="0">
                  <a:pos x="27" y="221"/>
                </a:cxn>
                <a:cxn ang="0">
                  <a:pos x="17" y="210"/>
                </a:cxn>
                <a:cxn ang="0">
                  <a:pos x="9" y="196"/>
                </a:cxn>
                <a:cxn ang="0">
                  <a:pos x="2" y="181"/>
                </a:cxn>
                <a:cxn ang="0">
                  <a:pos x="0" y="165"/>
                </a:cxn>
                <a:cxn ang="0">
                  <a:pos x="1" y="145"/>
                </a:cxn>
                <a:cxn ang="0">
                  <a:pos x="6" y="126"/>
                </a:cxn>
                <a:cxn ang="0">
                  <a:pos x="17" y="103"/>
                </a:cxn>
                <a:cxn ang="0">
                  <a:pos x="34" y="78"/>
                </a:cxn>
                <a:cxn ang="0">
                  <a:pos x="59" y="53"/>
                </a:cxn>
                <a:cxn ang="0">
                  <a:pos x="92" y="25"/>
                </a:cxn>
                <a:cxn ang="0">
                  <a:pos x="122" y="8"/>
                </a:cxn>
                <a:cxn ang="0">
                  <a:pos x="154" y="0"/>
                </a:cxn>
                <a:cxn ang="0">
                  <a:pos x="187" y="0"/>
                </a:cxn>
                <a:cxn ang="0">
                  <a:pos x="221" y="8"/>
                </a:cxn>
                <a:cxn ang="0">
                  <a:pos x="254" y="22"/>
                </a:cxn>
                <a:cxn ang="0">
                  <a:pos x="285" y="42"/>
                </a:cxn>
                <a:cxn ang="0">
                  <a:pos x="314" y="65"/>
                </a:cxn>
                <a:cxn ang="0">
                  <a:pos x="341" y="90"/>
                </a:cxn>
                <a:cxn ang="0">
                  <a:pos x="363" y="118"/>
                </a:cxn>
                <a:cxn ang="0">
                  <a:pos x="380" y="145"/>
                </a:cxn>
                <a:cxn ang="0">
                  <a:pos x="391" y="173"/>
                </a:cxn>
                <a:cxn ang="0">
                  <a:pos x="397" y="198"/>
                </a:cxn>
                <a:cxn ang="0">
                  <a:pos x="396" y="221"/>
                </a:cxn>
                <a:cxn ang="0">
                  <a:pos x="387" y="240"/>
                </a:cxn>
                <a:cxn ang="0">
                  <a:pos x="368" y="254"/>
                </a:cxn>
                <a:cxn ang="0">
                  <a:pos x="341" y="261"/>
                </a:cxn>
                <a:cxn ang="0">
                  <a:pos x="310" y="264"/>
                </a:cxn>
                <a:cxn ang="0">
                  <a:pos x="283" y="267"/>
                </a:cxn>
                <a:cxn ang="0">
                  <a:pos x="259" y="270"/>
                </a:cxn>
                <a:cxn ang="0">
                  <a:pos x="238" y="272"/>
                </a:cxn>
                <a:cxn ang="0">
                  <a:pos x="220" y="274"/>
                </a:cxn>
                <a:cxn ang="0">
                  <a:pos x="203" y="277"/>
                </a:cxn>
                <a:cxn ang="0">
                  <a:pos x="190" y="278"/>
                </a:cxn>
                <a:cxn ang="0">
                  <a:pos x="177" y="278"/>
                </a:cxn>
                <a:cxn ang="0">
                  <a:pos x="165" y="278"/>
                </a:cxn>
                <a:cxn ang="0">
                  <a:pos x="154" y="278"/>
                </a:cxn>
                <a:cxn ang="0">
                  <a:pos x="142" y="276"/>
                </a:cxn>
                <a:cxn ang="0">
                  <a:pos x="131" y="273"/>
                </a:cxn>
                <a:cxn ang="0">
                  <a:pos x="118" y="270"/>
                </a:cxn>
                <a:cxn ang="0">
                  <a:pos x="104" y="265"/>
                </a:cxn>
                <a:cxn ang="0">
                  <a:pos x="89" y="261"/>
                </a:cxn>
                <a:cxn ang="0">
                  <a:pos x="72" y="254"/>
                </a:cxn>
              </a:cxnLst>
              <a:rect l="0" t="0" r="r" b="b"/>
              <a:pathLst>
                <a:path w="397" h="278">
                  <a:moveTo>
                    <a:pt x="72" y="254"/>
                  </a:moveTo>
                  <a:lnTo>
                    <a:pt x="70" y="252"/>
                  </a:lnTo>
                  <a:lnTo>
                    <a:pt x="65" y="250"/>
                  </a:lnTo>
                  <a:lnTo>
                    <a:pt x="57" y="246"/>
                  </a:lnTo>
                  <a:lnTo>
                    <a:pt x="48" y="240"/>
                  </a:lnTo>
                  <a:lnTo>
                    <a:pt x="38" y="232"/>
                  </a:lnTo>
                  <a:lnTo>
                    <a:pt x="27" y="221"/>
                  </a:lnTo>
                  <a:lnTo>
                    <a:pt x="17" y="210"/>
                  </a:lnTo>
                  <a:lnTo>
                    <a:pt x="9" y="196"/>
                  </a:lnTo>
                  <a:lnTo>
                    <a:pt x="2" y="181"/>
                  </a:lnTo>
                  <a:lnTo>
                    <a:pt x="0" y="165"/>
                  </a:lnTo>
                  <a:lnTo>
                    <a:pt x="1" y="145"/>
                  </a:lnTo>
                  <a:lnTo>
                    <a:pt x="6" y="126"/>
                  </a:lnTo>
                  <a:lnTo>
                    <a:pt x="17" y="103"/>
                  </a:lnTo>
                  <a:lnTo>
                    <a:pt x="34" y="78"/>
                  </a:lnTo>
                  <a:lnTo>
                    <a:pt x="59" y="53"/>
                  </a:lnTo>
                  <a:lnTo>
                    <a:pt x="92" y="25"/>
                  </a:lnTo>
                  <a:lnTo>
                    <a:pt x="122" y="8"/>
                  </a:lnTo>
                  <a:lnTo>
                    <a:pt x="154" y="0"/>
                  </a:lnTo>
                  <a:lnTo>
                    <a:pt x="187" y="0"/>
                  </a:lnTo>
                  <a:lnTo>
                    <a:pt x="221" y="8"/>
                  </a:lnTo>
                  <a:lnTo>
                    <a:pt x="254" y="22"/>
                  </a:lnTo>
                  <a:lnTo>
                    <a:pt x="285" y="42"/>
                  </a:lnTo>
                  <a:lnTo>
                    <a:pt x="314" y="65"/>
                  </a:lnTo>
                  <a:lnTo>
                    <a:pt x="341" y="90"/>
                  </a:lnTo>
                  <a:lnTo>
                    <a:pt x="363" y="118"/>
                  </a:lnTo>
                  <a:lnTo>
                    <a:pt x="380" y="145"/>
                  </a:lnTo>
                  <a:lnTo>
                    <a:pt x="391" y="173"/>
                  </a:lnTo>
                  <a:lnTo>
                    <a:pt x="397" y="198"/>
                  </a:lnTo>
                  <a:lnTo>
                    <a:pt x="396" y="221"/>
                  </a:lnTo>
                  <a:lnTo>
                    <a:pt x="387" y="240"/>
                  </a:lnTo>
                  <a:lnTo>
                    <a:pt x="368" y="254"/>
                  </a:lnTo>
                  <a:lnTo>
                    <a:pt x="341" y="261"/>
                  </a:lnTo>
                  <a:lnTo>
                    <a:pt x="310" y="264"/>
                  </a:lnTo>
                  <a:lnTo>
                    <a:pt x="283" y="267"/>
                  </a:lnTo>
                  <a:lnTo>
                    <a:pt x="259" y="270"/>
                  </a:lnTo>
                  <a:lnTo>
                    <a:pt x="238" y="272"/>
                  </a:lnTo>
                  <a:lnTo>
                    <a:pt x="220" y="274"/>
                  </a:lnTo>
                  <a:lnTo>
                    <a:pt x="203" y="277"/>
                  </a:lnTo>
                  <a:lnTo>
                    <a:pt x="190" y="278"/>
                  </a:lnTo>
                  <a:lnTo>
                    <a:pt x="177" y="278"/>
                  </a:lnTo>
                  <a:lnTo>
                    <a:pt x="165" y="278"/>
                  </a:lnTo>
                  <a:lnTo>
                    <a:pt x="154" y="278"/>
                  </a:lnTo>
                  <a:lnTo>
                    <a:pt x="142" y="276"/>
                  </a:lnTo>
                  <a:lnTo>
                    <a:pt x="131" y="273"/>
                  </a:lnTo>
                  <a:lnTo>
                    <a:pt x="118" y="270"/>
                  </a:lnTo>
                  <a:lnTo>
                    <a:pt x="104" y="265"/>
                  </a:lnTo>
                  <a:lnTo>
                    <a:pt x="89" y="261"/>
                  </a:lnTo>
                  <a:lnTo>
                    <a:pt x="72" y="254"/>
                  </a:lnTo>
                  <a:close/>
                </a:path>
              </a:pathLst>
            </a:custGeom>
            <a:solidFill>
              <a:srgbClr val="F9DD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0" name="Freeform 38"/>
            <p:cNvSpPr>
              <a:spLocks/>
            </p:cNvSpPr>
            <p:nvPr/>
          </p:nvSpPr>
          <p:spPr bwMode="gray">
            <a:xfrm>
              <a:off x="1349" y="2092"/>
              <a:ext cx="185" cy="129"/>
            </a:xfrm>
            <a:custGeom>
              <a:avLst/>
              <a:gdLst/>
              <a:ahLst/>
              <a:cxnLst>
                <a:cxn ang="0">
                  <a:pos x="68" y="236"/>
                </a:cxn>
                <a:cxn ang="0">
                  <a:pos x="61" y="232"/>
                </a:cxn>
                <a:cxn ang="0">
                  <a:pos x="45" y="223"/>
                </a:cxn>
                <a:cxn ang="0">
                  <a:pos x="26" y="206"/>
                </a:cxn>
                <a:cxn ang="0">
                  <a:pos x="8" y="183"/>
                </a:cxn>
                <a:cxn ang="0">
                  <a:pos x="0" y="153"/>
                </a:cxn>
                <a:cxn ang="0">
                  <a:pos x="6" y="117"/>
                </a:cxn>
                <a:cxn ang="0">
                  <a:pos x="33" y="73"/>
                </a:cxn>
                <a:cxn ang="0">
                  <a:pos x="86" y="24"/>
                </a:cxn>
                <a:cxn ang="0">
                  <a:pos x="114" y="7"/>
                </a:cxn>
                <a:cxn ang="0">
                  <a:pos x="144" y="0"/>
                </a:cxn>
                <a:cxn ang="0">
                  <a:pos x="176" y="0"/>
                </a:cxn>
                <a:cxn ang="0">
                  <a:pos x="207" y="7"/>
                </a:cxn>
                <a:cxn ang="0">
                  <a:pos x="237" y="21"/>
                </a:cxn>
                <a:cxn ang="0">
                  <a:pos x="267" y="38"/>
                </a:cxn>
                <a:cxn ang="0">
                  <a:pos x="293" y="60"/>
                </a:cxn>
                <a:cxn ang="0">
                  <a:pos x="317" y="83"/>
                </a:cxn>
                <a:cxn ang="0">
                  <a:pos x="338" y="110"/>
                </a:cxn>
                <a:cxn ang="0">
                  <a:pos x="354" y="135"/>
                </a:cxn>
                <a:cxn ang="0">
                  <a:pos x="366" y="161"/>
                </a:cxn>
                <a:cxn ang="0">
                  <a:pos x="371" y="184"/>
                </a:cxn>
                <a:cxn ang="0">
                  <a:pos x="369" y="206"/>
                </a:cxn>
                <a:cxn ang="0">
                  <a:pos x="361" y="223"/>
                </a:cxn>
                <a:cxn ang="0">
                  <a:pos x="344" y="234"/>
                </a:cxn>
                <a:cxn ang="0">
                  <a:pos x="317" y="241"/>
                </a:cxn>
                <a:cxn ang="0">
                  <a:pos x="288" y="245"/>
                </a:cxn>
                <a:cxn ang="0">
                  <a:pos x="263" y="247"/>
                </a:cxn>
                <a:cxn ang="0">
                  <a:pos x="241" y="251"/>
                </a:cxn>
                <a:cxn ang="0">
                  <a:pos x="222" y="253"/>
                </a:cxn>
                <a:cxn ang="0">
                  <a:pos x="205" y="255"/>
                </a:cxn>
                <a:cxn ang="0">
                  <a:pos x="190" y="256"/>
                </a:cxn>
                <a:cxn ang="0">
                  <a:pos x="178" y="257"/>
                </a:cxn>
                <a:cxn ang="0">
                  <a:pos x="165" y="257"/>
                </a:cxn>
                <a:cxn ang="0">
                  <a:pos x="155" y="257"/>
                </a:cxn>
                <a:cxn ang="0">
                  <a:pos x="144" y="257"/>
                </a:cxn>
                <a:cxn ang="0">
                  <a:pos x="134" y="255"/>
                </a:cxn>
                <a:cxn ang="0">
                  <a:pos x="123" y="254"/>
                </a:cxn>
                <a:cxn ang="0">
                  <a:pos x="111" y="251"/>
                </a:cxn>
                <a:cxn ang="0">
                  <a:pos x="98" y="246"/>
                </a:cxn>
                <a:cxn ang="0">
                  <a:pos x="84" y="241"/>
                </a:cxn>
                <a:cxn ang="0">
                  <a:pos x="68" y="236"/>
                </a:cxn>
              </a:cxnLst>
              <a:rect l="0" t="0" r="r" b="b"/>
              <a:pathLst>
                <a:path w="371" h="257">
                  <a:moveTo>
                    <a:pt x="68" y="236"/>
                  </a:moveTo>
                  <a:lnTo>
                    <a:pt x="61" y="232"/>
                  </a:lnTo>
                  <a:lnTo>
                    <a:pt x="45" y="223"/>
                  </a:lnTo>
                  <a:lnTo>
                    <a:pt x="26" y="206"/>
                  </a:lnTo>
                  <a:lnTo>
                    <a:pt x="8" y="183"/>
                  </a:lnTo>
                  <a:lnTo>
                    <a:pt x="0" y="153"/>
                  </a:lnTo>
                  <a:lnTo>
                    <a:pt x="6" y="117"/>
                  </a:lnTo>
                  <a:lnTo>
                    <a:pt x="33" y="73"/>
                  </a:lnTo>
                  <a:lnTo>
                    <a:pt x="86" y="24"/>
                  </a:lnTo>
                  <a:lnTo>
                    <a:pt x="114" y="7"/>
                  </a:lnTo>
                  <a:lnTo>
                    <a:pt x="144" y="0"/>
                  </a:lnTo>
                  <a:lnTo>
                    <a:pt x="176" y="0"/>
                  </a:lnTo>
                  <a:lnTo>
                    <a:pt x="207" y="7"/>
                  </a:lnTo>
                  <a:lnTo>
                    <a:pt x="237" y="21"/>
                  </a:lnTo>
                  <a:lnTo>
                    <a:pt x="267" y="38"/>
                  </a:lnTo>
                  <a:lnTo>
                    <a:pt x="293" y="60"/>
                  </a:lnTo>
                  <a:lnTo>
                    <a:pt x="317" y="83"/>
                  </a:lnTo>
                  <a:lnTo>
                    <a:pt x="338" y="110"/>
                  </a:lnTo>
                  <a:lnTo>
                    <a:pt x="354" y="135"/>
                  </a:lnTo>
                  <a:lnTo>
                    <a:pt x="366" y="161"/>
                  </a:lnTo>
                  <a:lnTo>
                    <a:pt x="371" y="184"/>
                  </a:lnTo>
                  <a:lnTo>
                    <a:pt x="369" y="206"/>
                  </a:lnTo>
                  <a:lnTo>
                    <a:pt x="361" y="223"/>
                  </a:lnTo>
                  <a:lnTo>
                    <a:pt x="344" y="234"/>
                  </a:lnTo>
                  <a:lnTo>
                    <a:pt x="317" y="241"/>
                  </a:lnTo>
                  <a:lnTo>
                    <a:pt x="288" y="245"/>
                  </a:lnTo>
                  <a:lnTo>
                    <a:pt x="263" y="247"/>
                  </a:lnTo>
                  <a:lnTo>
                    <a:pt x="241" y="251"/>
                  </a:lnTo>
                  <a:lnTo>
                    <a:pt x="222" y="253"/>
                  </a:lnTo>
                  <a:lnTo>
                    <a:pt x="205" y="255"/>
                  </a:lnTo>
                  <a:lnTo>
                    <a:pt x="190" y="256"/>
                  </a:lnTo>
                  <a:lnTo>
                    <a:pt x="178" y="257"/>
                  </a:lnTo>
                  <a:lnTo>
                    <a:pt x="165" y="257"/>
                  </a:lnTo>
                  <a:lnTo>
                    <a:pt x="155" y="257"/>
                  </a:lnTo>
                  <a:lnTo>
                    <a:pt x="144" y="257"/>
                  </a:lnTo>
                  <a:lnTo>
                    <a:pt x="134" y="255"/>
                  </a:lnTo>
                  <a:lnTo>
                    <a:pt x="123" y="254"/>
                  </a:lnTo>
                  <a:lnTo>
                    <a:pt x="111" y="251"/>
                  </a:lnTo>
                  <a:lnTo>
                    <a:pt x="98" y="246"/>
                  </a:lnTo>
                  <a:lnTo>
                    <a:pt x="84" y="241"/>
                  </a:lnTo>
                  <a:lnTo>
                    <a:pt x="68" y="236"/>
                  </a:lnTo>
                  <a:close/>
                </a:path>
              </a:pathLst>
            </a:custGeom>
            <a:solidFill>
              <a:srgbClr val="F9D88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1" name="Freeform 39"/>
            <p:cNvSpPr>
              <a:spLocks/>
            </p:cNvSpPr>
            <p:nvPr/>
          </p:nvSpPr>
          <p:spPr bwMode="gray">
            <a:xfrm>
              <a:off x="1355" y="2097"/>
              <a:ext cx="172" cy="119"/>
            </a:xfrm>
            <a:custGeom>
              <a:avLst/>
              <a:gdLst/>
              <a:ahLst/>
              <a:cxnLst>
                <a:cxn ang="0">
                  <a:pos x="63" y="216"/>
                </a:cxn>
                <a:cxn ang="0">
                  <a:pos x="58" y="213"/>
                </a:cxn>
                <a:cxn ang="0">
                  <a:pos x="43" y="204"/>
                </a:cxn>
                <a:cxn ang="0">
                  <a:pos x="24" y="189"/>
                </a:cxn>
                <a:cxn ang="0">
                  <a:pos x="8" y="168"/>
                </a:cxn>
                <a:cxn ang="0">
                  <a:pos x="0" y="140"/>
                </a:cxn>
                <a:cxn ang="0">
                  <a:pos x="6" y="107"/>
                </a:cxn>
                <a:cxn ang="0">
                  <a:pos x="31" y="68"/>
                </a:cxn>
                <a:cxn ang="0">
                  <a:pos x="81" y="22"/>
                </a:cxn>
                <a:cxn ang="0">
                  <a:pos x="107" y="7"/>
                </a:cxn>
                <a:cxn ang="0">
                  <a:pos x="135" y="0"/>
                </a:cxn>
                <a:cxn ang="0">
                  <a:pos x="164" y="1"/>
                </a:cxn>
                <a:cxn ang="0">
                  <a:pos x="192" y="8"/>
                </a:cxn>
                <a:cxn ang="0">
                  <a:pos x="220" y="19"/>
                </a:cxn>
                <a:cxn ang="0">
                  <a:pos x="248" y="35"/>
                </a:cxn>
                <a:cxn ang="0">
                  <a:pos x="273" y="55"/>
                </a:cxn>
                <a:cxn ang="0">
                  <a:pos x="295" y="77"/>
                </a:cxn>
                <a:cxn ang="0">
                  <a:pos x="315" y="101"/>
                </a:cxn>
                <a:cxn ang="0">
                  <a:pos x="330" y="124"/>
                </a:cxn>
                <a:cxn ang="0">
                  <a:pos x="340" y="148"/>
                </a:cxn>
                <a:cxn ang="0">
                  <a:pos x="345" y="169"/>
                </a:cxn>
                <a:cxn ang="0">
                  <a:pos x="343" y="189"/>
                </a:cxn>
                <a:cxn ang="0">
                  <a:pos x="335" y="205"/>
                </a:cxn>
                <a:cxn ang="0">
                  <a:pos x="319" y="216"/>
                </a:cxn>
                <a:cxn ang="0">
                  <a:pos x="295" y="222"/>
                </a:cxn>
                <a:cxn ang="0">
                  <a:pos x="269" y="226"/>
                </a:cxn>
                <a:cxn ang="0">
                  <a:pos x="245" y="228"/>
                </a:cxn>
                <a:cxn ang="0">
                  <a:pos x="225" y="230"/>
                </a:cxn>
                <a:cxn ang="0">
                  <a:pos x="206" y="232"/>
                </a:cxn>
                <a:cxn ang="0">
                  <a:pos x="191" y="235"/>
                </a:cxn>
                <a:cxn ang="0">
                  <a:pos x="177" y="236"/>
                </a:cxn>
                <a:cxn ang="0">
                  <a:pos x="165" y="237"/>
                </a:cxn>
                <a:cxn ang="0">
                  <a:pos x="154" y="238"/>
                </a:cxn>
                <a:cxn ang="0">
                  <a:pos x="144" y="238"/>
                </a:cxn>
                <a:cxn ang="0">
                  <a:pos x="134" y="237"/>
                </a:cxn>
                <a:cxn ang="0">
                  <a:pos x="124" y="236"/>
                </a:cxn>
                <a:cxn ang="0">
                  <a:pos x="114" y="234"/>
                </a:cxn>
                <a:cxn ang="0">
                  <a:pos x="104" y="230"/>
                </a:cxn>
                <a:cxn ang="0">
                  <a:pos x="91" y="227"/>
                </a:cxn>
                <a:cxn ang="0">
                  <a:pos x="78" y="222"/>
                </a:cxn>
                <a:cxn ang="0">
                  <a:pos x="63" y="216"/>
                </a:cxn>
              </a:cxnLst>
              <a:rect l="0" t="0" r="r" b="b"/>
              <a:pathLst>
                <a:path w="345" h="238">
                  <a:moveTo>
                    <a:pt x="63" y="216"/>
                  </a:moveTo>
                  <a:lnTo>
                    <a:pt x="58" y="213"/>
                  </a:lnTo>
                  <a:lnTo>
                    <a:pt x="43" y="204"/>
                  </a:lnTo>
                  <a:lnTo>
                    <a:pt x="24" y="189"/>
                  </a:lnTo>
                  <a:lnTo>
                    <a:pt x="8" y="168"/>
                  </a:lnTo>
                  <a:lnTo>
                    <a:pt x="0" y="140"/>
                  </a:lnTo>
                  <a:lnTo>
                    <a:pt x="6" y="107"/>
                  </a:lnTo>
                  <a:lnTo>
                    <a:pt x="31" y="68"/>
                  </a:lnTo>
                  <a:lnTo>
                    <a:pt x="81" y="22"/>
                  </a:lnTo>
                  <a:lnTo>
                    <a:pt x="107" y="7"/>
                  </a:lnTo>
                  <a:lnTo>
                    <a:pt x="135" y="0"/>
                  </a:lnTo>
                  <a:lnTo>
                    <a:pt x="164" y="1"/>
                  </a:lnTo>
                  <a:lnTo>
                    <a:pt x="192" y="8"/>
                  </a:lnTo>
                  <a:lnTo>
                    <a:pt x="220" y="19"/>
                  </a:lnTo>
                  <a:lnTo>
                    <a:pt x="248" y="35"/>
                  </a:lnTo>
                  <a:lnTo>
                    <a:pt x="273" y="55"/>
                  </a:lnTo>
                  <a:lnTo>
                    <a:pt x="295" y="77"/>
                  </a:lnTo>
                  <a:lnTo>
                    <a:pt x="315" y="101"/>
                  </a:lnTo>
                  <a:lnTo>
                    <a:pt x="330" y="124"/>
                  </a:lnTo>
                  <a:lnTo>
                    <a:pt x="340" y="148"/>
                  </a:lnTo>
                  <a:lnTo>
                    <a:pt x="345" y="169"/>
                  </a:lnTo>
                  <a:lnTo>
                    <a:pt x="343" y="189"/>
                  </a:lnTo>
                  <a:lnTo>
                    <a:pt x="335" y="205"/>
                  </a:lnTo>
                  <a:lnTo>
                    <a:pt x="319" y="216"/>
                  </a:lnTo>
                  <a:lnTo>
                    <a:pt x="295" y="222"/>
                  </a:lnTo>
                  <a:lnTo>
                    <a:pt x="269" y="226"/>
                  </a:lnTo>
                  <a:lnTo>
                    <a:pt x="245" y="228"/>
                  </a:lnTo>
                  <a:lnTo>
                    <a:pt x="225" y="230"/>
                  </a:lnTo>
                  <a:lnTo>
                    <a:pt x="206" y="232"/>
                  </a:lnTo>
                  <a:lnTo>
                    <a:pt x="191" y="235"/>
                  </a:lnTo>
                  <a:lnTo>
                    <a:pt x="177" y="236"/>
                  </a:lnTo>
                  <a:lnTo>
                    <a:pt x="165" y="237"/>
                  </a:lnTo>
                  <a:lnTo>
                    <a:pt x="154" y="238"/>
                  </a:lnTo>
                  <a:lnTo>
                    <a:pt x="144" y="238"/>
                  </a:lnTo>
                  <a:lnTo>
                    <a:pt x="134" y="237"/>
                  </a:lnTo>
                  <a:lnTo>
                    <a:pt x="124" y="236"/>
                  </a:lnTo>
                  <a:lnTo>
                    <a:pt x="114" y="234"/>
                  </a:lnTo>
                  <a:lnTo>
                    <a:pt x="104" y="230"/>
                  </a:lnTo>
                  <a:lnTo>
                    <a:pt x="91" y="227"/>
                  </a:lnTo>
                  <a:lnTo>
                    <a:pt x="78" y="222"/>
                  </a:lnTo>
                  <a:lnTo>
                    <a:pt x="63" y="216"/>
                  </a:lnTo>
                  <a:close/>
                </a:path>
              </a:pathLst>
            </a:custGeom>
            <a:solidFill>
              <a:srgbClr val="F9D17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2" name="Freeform 40"/>
            <p:cNvSpPr>
              <a:spLocks/>
            </p:cNvSpPr>
            <p:nvPr/>
          </p:nvSpPr>
          <p:spPr bwMode="gray">
            <a:xfrm>
              <a:off x="1361" y="2103"/>
              <a:ext cx="160" cy="108"/>
            </a:xfrm>
            <a:custGeom>
              <a:avLst/>
              <a:gdLst/>
              <a:ahLst/>
              <a:cxnLst>
                <a:cxn ang="0">
                  <a:pos x="58" y="197"/>
                </a:cxn>
                <a:cxn ang="0">
                  <a:pos x="53" y="195"/>
                </a:cxn>
                <a:cxn ang="0">
                  <a:pos x="39" y="186"/>
                </a:cxn>
                <a:cxn ang="0">
                  <a:pos x="22" y="172"/>
                </a:cxn>
                <a:cxn ang="0">
                  <a:pos x="8" y="153"/>
                </a:cxn>
                <a:cxn ang="0">
                  <a:pos x="0" y="128"/>
                </a:cxn>
                <a:cxn ang="0">
                  <a:pos x="5" y="98"/>
                </a:cxn>
                <a:cxn ang="0">
                  <a:pos x="29" y="61"/>
                </a:cxn>
                <a:cxn ang="0">
                  <a:pos x="75" y="20"/>
                </a:cxn>
                <a:cxn ang="0">
                  <a:pos x="99" y="6"/>
                </a:cxn>
                <a:cxn ang="0">
                  <a:pos x="124" y="0"/>
                </a:cxn>
                <a:cxn ang="0">
                  <a:pos x="152" y="0"/>
                </a:cxn>
                <a:cxn ang="0">
                  <a:pos x="178" y="6"/>
                </a:cxn>
                <a:cxn ang="0">
                  <a:pos x="205" y="17"/>
                </a:cxn>
                <a:cxn ang="0">
                  <a:pos x="229" y="32"/>
                </a:cxn>
                <a:cxn ang="0">
                  <a:pos x="253" y="50"/>
                </a:cxn>
                <a:cxn ang="0">
                  <a:pos x="274" y="70"/>
                </a:cxn>
                <a:cxn ang="0">
                  <a:pos x="291" y="91"/>
                </a:cxn>
                <a:cxn ang="0">
                  <a:pos x="305" y="113"/>
                </a:cxn>
                <a:cxn ang="0">
                  <a:pos x="314" y="135"/>
                </a:cxn>
                <a:cxn ang="0">
                  <a:pos x="319" y="155"/>
                </a:cxn>
                <a:cxn ang="0">
                  <a:pos x="318" y="172"/>
                </a:cxn>
                <a:cxn ang="0">
                  <a:pos x="310" y="186"/>
                </a:cxn>
                <a:cxn ang="0">
                  <a:pos x="296" y="196"/>
                </a:cxn>
                <a:cxn ang="0">
                  <a:pos x="273" y="202"/>
                </a:cxn>
                <a:cxn ang="0">
                  <a:pos x="249" y="204"/>
                </a:cxn>
                <a:cxn ang="0">
                  <a:pos x="227" y="208"/>
                </a:cxn>
                <a:cxn ang="0">
                  <a:pos x="207" y="210"/>
                </a:cxn>
                <a:cxn ang="0">
                  <a:pos x="191" y="212"/>
                </a:cxn>
                <a:cxn ang="0">
                  <a:pos x="176" y="213"/>
                </a:cxn>
                <a:cxn ang="0">
                  <a:pos x="163" y="215"/>
                </a:cxn>
                <a:cxn ang="0">
                  <a:pos x="153" y="216"/>
                </a:cxn>
                <a:cxn ang="0">
                  <a:pos x="143" y="217"/>
                </a:cxn>
                <a:cxn ang="0">
                  <a:pos x="132" y="217"/>
                </a:cxn>
                <a:cxn ang="0">
                  <a:pos x="124" y="216"/>
                </a:cxn>
                <a:cxn ang="0">
                  <a:pos x="115" y="215"/>
                </a:cxn>
                <a:cxn ang="0">
                  <a:pos x="106" y="212"/>
                </a:cxn>
                <a:cxn ang="0">
                  <a:pos x="95" y="210"/>
                </a:cxn>
                <a:cxn ang="0">
                  <a:pos x="85" y="206"/>
                </a:cxn>
                <a:cxn ang="0">
                  <a:pos x="72" y="202"/>
                </a:cxn>
                <a:cxn ang="0">
                  <a:pos x="58" y="197"/>
                </a:cxn>
              </a:cxnLst>
              <a:rect l="0" t="0" r="r" b="b"/>
              <a:pathLst>
                <a:path w="319" h="217">
                  <a:moveTo>
                    <a:pt x="58" y="197"/>
                  </a:moveTo>
                  <a:lnTo>
                    <a:pt x="53" y="195"/>
                  </a:lnTo>
                  <a:lnTo>
                    <a:pt x="39" y="186"/>
                  </a:lnTo>
                  <a:lnTo>
                    <a:pt x="22" y="172"/>
                  </a:lnTo>
                  <a:lnTo>
                    <a:pt x="8" y="153"/>
                  </a:lnTo>
                  <a:lnTo>
                    <a:pt x="0" y="128"/>
                  </a:lnTo>
                  <a:lnTo>
                    <a:pt x="5" y="98"/>
                  </a:lnTo>
                  <a:lnTo>
                    <a:pt x="29" y="61"/>
                  </a:lnTo>
                  <a:lnTo>
                    <a:pt x="75" y="20"/>
                  </a:lnTo>
                  <a:lnTo>
                    <a:pt x="99" y="6"/>
                  </a:lnTo>
                  <a:lnTo>
                    <a:pt x="124" y="0"/>
                  </a:lnTo>
                  <a:lnTo>
                    <a:pt x="152" y="0"/>
                  </a:lnTo>
                  <a:lnTo>
                    <a:pt x="178" y="6"/>
                  </a:lnTo>
                  <a:lnTo>
                    <a:pt x="205" y="17"/>
                  </a:lnTo>
                  <a:lnTo>
                    <a:pt x="229" y="32"/>
                  </a:lnTo>
                  <a:lnTo>
                    <a:pt x="253" y="50"/>
                  </a:lnTo>
                  <a:lnTo>
                    <a:pt x="274" y="70"/>
                  </a:lnTo>
                  <a:lnTo>
                    <a:pt x="291" y="91"/>
                  </a:lnTo>
                  <a:lnTo>
                    <a:pt x="305" y="113"/>
                  </a:lnTo>
                  <a:lnTo>
                    <a:pt x="314" y="135"/>
                  </a:lnTo>
                  <a:lnTo>
                    <a:pt x="319" y="155"/>
                  </a:lnTo>
                  <a:lnTo>
                    <a:pt x="318" y="172"/>
                  </a:lnTo>
                  <a:lnTo>
                    <a:pt x="310" y="186"/>
                  </a:lnTo>
                  <a:lnTo>
                    <a:pt x="296" y="196"/>
                  </a:lnTo>
                  <a:lnTo>
                    <a:pt x="273" y="202"/>
                  </a:lnTo>
                  <a:lnTo>
                    <a:pt x="249" y="204"/>
                  </a:lnTo>
                  <a:lnTo>
                    <a:pt x="227" y="208"/>
                  </a:lnTo>
                  <a:lnTo>
                    <a:pt x="207" y="210"/>
                  </a:lnTo>
                  <a:lnTo>
                    <a:pt x="191" y="212"/>
                  </a:lnTo>
                  <a:lnTo>
                    <a:pt x="176" y="213"/>
                  </a:lnTo>
                  <a:lnTo>
                    <a:pt x="163" y="215"/>
                  </a:lnTo>
                  <a:lnTo>
                    <a:pt x="153" y="216"/>
                  </a:lnTo>
                  <a:lnTo>
                    <a:pt x="143" y="217"/>
                  </a:lnTo>
                  <a:lnTo>
                    <a:pt x="132" y="217"/>
                  </a:lnTo>
                  <a:lnTo>
                    <a:pt x="124" y="216"/>
                  </a:lnTo>
                  <a:lnTo>
                    <a:pt x="115" y="215"/>
                  </a:lnTo>
                  <a:lnTo>
                    <a:pt x="106" y="212"/>
                  </a:lnTo>
                  <a:lnTo>
                    <a:pt x="95" y="210"/>
                  </a:lnTo>
                  <a:lnTo>
                    <a:pt x="85" y="206"/>
                  </a:lnTo>
                  <a:lnTo>
                    <a:pt x="72" y="202"/>
                  </a:lnTo>
                  <a:lnTo>
                    <a:pt x="58" y="197"/>
                  </a:lnTo>
                  <a:close/>
                </a:path>
              </a:pathLst>
            </a:custGeom>
            <a:solidFill>
              <a:srgbClr val="F9CC6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3" name="Freeform 41"/>
            <p:cNvSpPr>
              <a:spLocks/>
            </p:cNvSpPr>
            <p:nvPr/>
          </p:nvSpPr>
          <p:spPr bwMode="gray">
            <a:xfrm>
              <a:off x="1343" y="2251"/>
              <a:ext cx="256" cy="301"/>
            </a:xfrm>
            <a:custGeom>
              <a:avLst/>
              <a:gdLst/>
              <a:ahLst/>
              <a:cxnLst>
                <a:cxn ang="0">
                  <a:pos x="14" y="443"/>
                </a:cxn>
                <a:cxn ang="0">
                  <a:pos x="45" y="401"/>
                </a:cxn>
                <a:cxn ang="0">
                  <a:pos x="84" y="324"/>
                </a:cxn>
                <a:cxn ang="0">
                  <a:pos x="106" y="222"/>
                </a:cxn>
                <a:cxn ang="0">
                  <a:pos x="100" y="134"/>
                </a:cxn>
                <a:cxn ang="0">
                  <a:pos x="97" y="87"/>
                </a:cxn>
                <a:cxn ang="0">
                  <a:pos x="101" y="53"/>
                </a:cxn>
                <a:cxn ang="0">
                  <a:pos x="114" y="27"/>
                </a:cxn>
                <a:cxn ang="0">
                  <a:pos x="136" y="11"/>
                </a:cxn>
                <a:cxn ang="0">
                  <a:pos x="168" y="3"/>
                </a:cxn>
                <a:cxn ang="0">
                  <a:pos x="213" y="0"/>
                </a:cxn>
                <a:cxn ang="0">
                  <a:pos x="271" y="1"/>
                </a:cxn>
                <a:cxn ang="0">
                  <a:pos x="340" y="4"/>
                </a:cxn>
                <a:cxn ang="0">
                  <a:pos x="401" y="12"/>
                </a:cxn>
                <a:cxn ang="0">
                  <a:pos x="449" y="28"/>
                </a:cxn>
                <a:cxn ang="0">
                  <a:pos x="484" y="51"/>
                </a:cxn>
                <a:cxn ang="0">
                  <a:pos x="505" y="86"/>
                </a:cxn>
                <a:cxn ang="0">
                  <a:pos x="511" y="133"/>
                </a:cxn>
                <a:cxn ang="0">
                  <a:pos x="502" y="193"/>
                </a:cxn>
                <a:cxn ang="0">
                  <a:pos x="477" y="269"/>
                </a:cxn>
                <a:cxn ang="0">
                  <a:pos x="438" y="359"/>
                </a:cxn>
                <a:cxn ang="0">
                  <a:pos x="402" y="434"/>
                </a:cxn>
                <a:cxn ang="0">
                  <a:pos x="370" y="492"/>
                </a:cxn>
                <a:cxn ang="0">
                  <a:pos x="340" y="535"/>
                </a:cxn>
                <a:cxn ang="0">
                  <a:pos x="310" y="565"/>
                </a:cxn>
                <a:cxn ang="0">
                  <a:pos x="279" y="585"/>
                </a:cxn>
                <a:cxn ang="0">
                  <a:pos x="244" y="596"/>
                </a:cxn>
                <a:cxn ang="0">
                  <a:pos x="205" y="601"/>
                </a:cxn>
                <a:cxn ang="0">
                  <a:pos x="160" y="600"/>
                </a:cxn>
                <a:cxn ang="0">
                  <a:pos x="117" y="591"/>
                </a:cxn>
                <a:cxn ang="0">
                  <a:pos x="81" y="575"/>
                </a:cxn>
                <a:cxn ang="0">
                  <a:pos x="48" y="554"/>
                </a:cxn>
                <a:cxn ang="0">
                  <a:pos x="23" y="528"/>
                </a:cxn>
                <a:cxn ang="0">
                  <a:pos x="7" y="503"/>
                </a:cxn>
                <a:cxn ang="0">
                  <a:pos x="0" y="479"/>
                </a:cxn>
                <a:cxn ang="0">
                  <a:pos x="3" y="458"/>
                </a:cxn>
              </a:cxnLst>
              <a:rect l="0" t="0" r="r" b="b"/>
              <a:pathLst>
                <a:path w="511" h="601">
                  <a:moveTo>
                    <a:pt x="9" y="449"/>
                  </a:moveTo>
                  <a:lnTo>
                    <a:pt x="14" y="443"/>
                  </a:lnTo>
                  <a:lnTo>
                    <a:pt x="28" y="427"/>
                  </a:lnTo>
                  <a:lnTo>
                    <a:pt x="45" y="401"/>
                  </a:lnTo>
                  <a:lnTo>
                    <a:pt x="66" y="366"/>
                  </a:lnTo>
                  <a:lnTo>
                    <a:pt x="84" y="324"/>
                  </a:lnTo>
                  <a:lnTo>
                    <a:pt x="99" y="276"/>
                  </a:lnTo>
                  <a:lnTo>
                    <a:pt x="106" y="222"/>
                  </a:lnTo>
                  <a:lnTo>
                    <a:pt x="104" y="163"/>
                  </a:lnTo>
                  <a:lnTo>
                    <a:pt x="100" y="134"/>
                  </a:lnTo>
                  <a:lnTo>
                    <a:pt x="98" y="109"/>
                  </a:lnTo>
                  <a:lnTo>
                    <a:pt x="97" y="87"/>
                  </a:lnTo>
                  <a:lnTo>
                    <a:pt x="98" y="69"/>
                  </a:lnTo>
                  <a:lnTo>
                    <a:pt x="101" y="53"/>
                  </a:lnTo>
                  <a:lnTo>
                    <a:pt x="106" y="39"/>
                  </a:lnTo>
                  <a:lnTo>
                    <a:pt x="114" y="27"/>
                  </a:lnTo>
                  <a:lnTo>
                    <a:pt x="123" y="18"/>
                  </a:lnTo>
                  <a:lnTo>
                    <a:pt x="136" y="11"/>
                  </a:lnTo>
                  <a:lnTo>
                    <a:pt x="151" y="6"/>
                  </a:lnTo>
                  <a:lnTo>
                    <a:pt x="168" y="3"/>
                  </a:lnTo>
                  <a:lnTo>
                    <a:pt x="189" y="1"/>
                  </a:lnTo>
                  <a:lnTo>
                    <a:pt x="213" y="0"/>
                  </a:lnTo>
                  <a:lnTo>
                    <a:pt x="240" y="0"/>
                  </a:lnTo>
                  <a:lnTo>
                    <a:pt x="271" y="1"/>
                  </a:lnTo>
                  <a:lnTo>
                    <a:pt x="305" y="2"/>
                  </a:lnTo>
                  <a:lnTo>
                    <a:pt x="340" y="4"/>
                  </a:lnTo>
                  <a:lnTo>
                    <a:pt x="372" y="8"/>
                  </a:lnTo>
                  <a:lnTo>
                    <a:pt x="401" y="12"/>
                  </a:lnTo>
                  <a:lnTo>
                    <a:pt x="426" y="19"/>
                  </a:lnTo>
                  <a:lnTo>
                    <a:pt x="449" y="28"/>
                  </a:lnTo>
                  <a:lnTo>
                    <a:pt x="468" y="39"/>
                  </a:lnTo>
                  <a:lnTo>
                    <a:pt x="484" y="51"/>
                  </a:lnTo>
                  <a:lnTo>
                    <a:pt x="496" y="68"/>
                  </a:lnTo>
                  <a:lnTo>
                    <a:pt x="505" y="86"/>
                  </a:lnTo>
                  <a:lnTo>
                    <a:pt x="510" y="108"/>
                  </a:lnTo>
                  <a:lnTo>
                    <a:pt x="511" y="133"/>
                  </a:lnTo>
                  <a:lnTo>
                    <a:pt x="509" y="161"/>
                  </a:lnTo>
                  <a:lnTo>
                    <a:pt x="502" y="193"/>
                  </a:lnTo>
                  <a:lnTo>
                    <a:pt x="492" y="229"/>
                  </a:lnTo>
                  <a:lnTo>
                    <a:pt x="477" y="269"/>
                  </a:lnTo>
                  <a:lnTo>
                    <a:pt x="458" y="314"/>
                  </a:lnTo>
                  <a:lnTo>
                    <a:pt x="438" y="359"/>
                  </a:lnTo>
                  <a:lnTo>
                    <a:pt x="419" y="398"/>
                  </a:lnTo>
                  <a:lnTo>
                    <a:pt x="402" y="434"/>
                  </a:lnTo>
                  <a:lnTo>
                    <a:pt x="386" y="465"/>
                  </a:lnTo>
                  <a:lnTo>
                    <a:pt x="370" y="492"/>
                  </a:lnTo>
                  <a:lnTo>
                    <a:pt x="355" y="516"/>
                  </a:lnTo>
                  <a:lnTo>
                    <a:pt x="340" y="535"/>
                  </a:lnTo>
                  <a:lnTo>
                    <a:pt x="325" y="552"/>
                  </a:lnTo>
                  <a:lnTo>
                    <a:pt x="310" y="565"/>
                  </a:lnTo>
                  <a:lnTo>
                    <a:pt x="295" y="577"/>
                  </a:lnTo>
                  <a:lnTo>
                    <a:pt x="279" y="585"/>
                  </a:lnTo>
                  <a:lnTo>
                    <a:pt x="261" y="592"/>
                  </a:lnTo>
                  <a:lnTo>
                    <a:pt x="244" y="596"/>
                  </a:lnTo>
                  <a:lnTo>
                    <a:pt x="226" y="599"/>
                  </a:lnTo>
                  <a:lnTo>
                    <a:pt x="205" y="601"/>
                  </a:lnTo>
                  <a:lnTo>
                    <a:pt x="183" y="601"/>
                  </a:lnTo>
                  <a:lnTo>
                    <a:pt x="160" y="600"/>
                  </a:lnTo>
                  <a:lnTo>
                    <a:pt x="138" y="596"/>
                  </a:lnTo>
                  <a:lnTo>
                    <a:pt x="117" y="591"/>
                  </a:lnTo>
                  <a:lnTo>
                    <a:pt x="98" y="584"/>
                  </a:lnTo>
                  <a:lnTo>
                    <a:pt x="81" y="575"/>
                  </a:lnTo>
                  <a:lnTo>
                    <a:pt x="63" y="564"/>
                  </a:lnTo>
                  <a:lnTo>
                    <a:pt x="48" y="554"/>
                  </a:lnTo>
                  <a:lnTo>
                    <a:pt x="34" y="541"/>
                  </a:lnTo>
                  <a:lnTo>
                    <a:pt x="23" y="528"/>
                  </a:lnTo>
                  <a:lnTo>
                    <a:pt x="14" y="516"/>
                  </a:lnTo>
                  <a:lnTo>
                    <a:pt x="7" y="503"/>
                  </a:lnTo>
                  <a:lnTo>
                    <a:pt x="2" y="492"/>
                  </a:lnTo>
                  <a:lnTo>
                    <a:pt x="0" y="479"/>
                  </a:lnTo>
                  <a:lnTo>
                    <a:pt x="0" y="469"/>
                  </a:lnTo>
                  <a:lnTo>
                    <a:pt x="3" y="458"/>
                  </a:lnTo>
                  <a:lnTo>
                    <a:pt x="9" y="44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4" name="Freeform 42"/>
            <p:cNvSpPr>
              <a:spLocks/>
            </p:cNvSpPr>
            <p:nvPr/>
          </p:nvSpPr>
          <p:spPr bwMode="gray">
            <a:xfrm>
              <a:off x="1349" y="2256"/>
              <a:ext cx="243" cy="291"/>
            </a:xfrm>
            <a:custGeom>
              <a:avLst/>
              <a:gdLst/>
              <a:ahLst/>
              <a:cxnLst>
                <a:cxn ang="0">
                  <a:pos x="13" y="430"/>
                </a:cxn>
                <a:cxn ang="0">
                  <a:pos x="43" y="389"/>
                </a:cxn>
                <a:cxn ang="0">
                  <a:pos x="80" y="314"/>
                </a:cxn>
                <a:cxn ang="0">
                  <a:pos x="101" y="214"/>
                </a:cxn>
                <a:cxn ang="0">
                  <a:pos x="95" y="130"/>
                </a:cxn>
                <a:cxn ang="0">
                  <a:pos x="93" y="85"/>
                </a:cxn>
                <a:cxn ang="0">
                  <a:pos x="96" y="50"/>
                </a:cxn>
                <a:cxn ang="0">
                  <a:pos x="108" y="26"/>
                </a:cxn>
                <a:cxn ang="0">
                  <a:pos x="129" y="11"/>
                </a:cxn>
                <a:cxn ang="0">
                  <a:pos x="160" y="3"/>
                </a:cxn>
                <a:cxn ang="0">
                  <a:pos x="202" y="0"/>
                </a:cxn>
                <a:cxn ang="0">
                  <a:pos x="258" y="1"/>
                </a:cxn>
                <a:cxn ang="0">
                  <a:pos x="323" y="4"/>
                </a:cxn>
                <a:cxn ang="0">
                  <a:pos x="380" y="12"/>
                </a:cxn>
                <a:cxn ang="0">
                  <a:pos x="426" y="27"/>
                </a:cxn>
                <a:cxn ang="0">
                  <a:pos x="459" y="50"/>
                </a:cxn>
                <a:cxn ang="0">
                  <a:pos x="479" y="84"/>
                </a:cxn>
                <a:cxn ang="0">
                  <a:pos x="485" y="129"/>
                </a:cxn>
                <a:cxn ang="0">
                  <a:pos x="477" y="188"/>
                </a:cxn>
                <a:cxn ang="0">
                  <a:pos x="452" y="261"/>
                </a:cxn>
                <a:cxn ang="0">
                  <a:pos x="415" y="348"/>
                </a:cxn>
                <a:cxn ang="0">
                  <a:pos x="381" y="422"/>
                </a:cxn>
                <a:cxn ang="0">
                  <a:pos x="350" y="477"/>
                </a:cxn>
                <a:cxn ang="0">
                  <a:pos x="322" y="519"/>
                </a:cxn>
                <a:cxn ang="0">
                  <a:pos x="293" y="548"/>
                </a:cxn>
                <a:cxn ang="0">
                  <a:pos x="265" y="568"/>
                </a:cxn>
                <a:cxn ang="0">
                  <a:pos x="231" y="578"/>
                </a:cxn>
                <a:cxn ang="0">
                  <a:pos x="194" y="583"/>
                </a:cxn>
                <a:cxn ang="0">
                  <a:pos x="152" y="582"/>
                </a:cxn>
                <a:cxn ang="0">
                  <a:pos x="111" y="572"/>
                </a:cxn>
                <a:cxn ang="0">
                  <a:pos x="76" y="558"/>
                </a:cxn>
                <a:cxn ang="0">
                  <a:pos x="46" y="537"/>
                </a:cxn>
                <a:cxn ang="0">
                  <a:pos x="23" y="513"/>
                </a:cxn>
                <a:cxn ang="0">
                  <a:pos x="6" y="488"/>
                </a:cxn>
                <a:cxn ang="0">
                  <a:pos x="0" y="465"/>
                </a:cxn>
                <a:cxn ang="0">
                  <a:pos x="3" y="445"/>
                </a:cxn>
              </a:cxnLst>
              <a:rect l="0" t="0" r="r" b="b"/>
              <a:pathLst>
                <a:path w="485" h="583">
                  <a:moveTo>
                    <a:pt x="9" y="435"/>
                  </a:moveTo>
                  <a:lnTo>
                    <a:pt x="13" y="430"/>
                  </a:lnTo>
                  <a:lnTo>
                    <a:pt x="26" y="413"/>
                  </a:lnTo>
                  <a:lnTo>
                    <a:pt x="43" y="389"/>
                  </a:lnTo>
                  <a:lnTo>
                    <a:pt x="62" y="355"/>
                  </a:lnTo>
                  <a:lnTo>
                    <a:pt x="80" y="314"/>
                  </a:lnTo>
                  <a:lnTo>
                    <a:pt x="94" y="267"/>
                  </a:lnTo>
                  <a:lnTo>
                    <a:pt x="101" y="214"/>
                  </a:lnTo>
                  <a:lnTo>
                    <a:pt x="99" y="158"/>
                  </a:lnTo>
                  <a:lnTo>
                    <a:pt x="95" y="130"/>
                  </a:lnTo>
                  <a:lnTo>
                    <a:pt x="93" y="106"/>
                  </a:lnTo>
                  <a:lnTo>
                    <a:pt x="93" y="85"/>
                  </a:lnTo>
                  <a:lnTo>
                    <a:pt x="93" y="67"/>
                  </a:lnTo>
                  <a:lnTo>
                    <a:pt x="96" y="50"/>
                  </a:lnTo>
                  <a:lnTo>
                    <a:pt x="101" y="38"/>
                  </a:lnTo>
                  <a:lnTo>
                    <a:pt x="108" y="26"/>
                  </a:lnTo>
                  <a:lnTo>
                    <a:pt x="117" y="18"/>
                  </a:lnTo>
                  <a:lnTo>
                    <a:pt x="129" y="11"/>
                  </a:lnTo>
                  <a:lnTo>
                    <a:pt x="142" y="7"/>
                  </a:lnTo>
                  <a:lnTo>
                    <a:pt x="160" y="3"/>
                  </a:lnTo>
                  <a:lnTo>
                    <a:pt x="179" y="1"/>
                  </a:lnTo>
                  <a:lnTo>
                    <a:pt x="202" y="0"/>
                  </a:lnTo>
                  <a:lnTo>
                    <a:pt x="228" y="0"/>
                  </a:lnTo>
                  <a:lnTo>
                    <a:pt x="258" y="1"/>
                  </a:lnTo>
                  <a:lnTo>
                    <a:pt x="290" y="2"/>
                  </a:lnTo>
                  <a:lnTo>
                    <a:pt x="323" y="4"/>
                  </a:lnTo>
                  <a:lnTo>
                    <a:pt x="353" y="8"/>
                  </a:lnTo>
                  <a:lnTo>
                    <a:pt x="380" y="12"/>
                  </a:lnTo>
                  <a:lnTo>
                    <a:pt x="405" y="18"/>
                  </a:lnTo>
                  <a:lnTo>
                    <a:pt x="426" y="27"/>
                  </a:lnTo>
                  <a:lnTo>
                    <a:pt x="444" y="38"/>
                  </a:lnTo>
                  <a:lnTo>
                    <a:pt x="459" y="50"/>
                  </a:lnTo>
                  <a:lnTo>
                    <a:pt x="471" y="65"/>
                  </a:lnTo>
                  <a:lnTo>
                    <a:pt x="479" y="84"/>
                  </a:lnTo>
                  <a:lnTo>
                    <a:pt x="483" y="105"/>
                  </a:lnTo>
                  <a:lnTo>
                    <a:pt x="485" y="129"/>
                  </a:lnTo>
                  <a:lnTo>
                    <a:pt x="482" y="156"/>
                  </a:lnTo>
                  <a:lnTo>
                    <a:pt x="477" y="188"/>
                  </a:lnTo>
                  <a:lnTo>
                    <a:pt x="466" y="222"/>
                  </a:lnTo>
                  <a:lnTo>
                    <a:pt x="452" y="261"/>
                  </a:lnTo>
                  <a:lnTo>
                    <a:pt x="435" y="305"/>
                  </a:lnTo>
                  <a:lnTo>
                    <a:pt x="415" y="348"/>
                  </a:lnTo>
                  <a:lnTo>
                    <a:pt x="398" y="387"/>
                  </a:lnTo>
                  <a:lnTo>
                    <a:pt x="381" y="422"/>
                  </a:lnTo>
                  <a:lnTo>
                    <a:pt x="366" y="451"/>
                  </a:lnTo>
                  <a:lnTo>
                    <a:pt x="350" y="477"/>
                  </a:lnTo>
                  <a:lnTo>
                    <a:pt x="336" y="500"/>
                  </a:lnTo>
                  <a:lnTo>
                    <a:pt x="322" y="519"/>
                  </a:lnTo>
                  <a:lnTo>
                    <a:pt x="308" y="536"/>
                  </a:lnTo>
                  <a:lnTo>
                    <a:pt x="293" y="548"/>
                  </a:lnTo>
                  <a:lnTo>
                    <a:pt x="280" y="559"/>
                  </a:lnTo>
                  <a:lnTo>
                    <a:pt x="265" y="568"/>
                  </a:lnTo>
                  <a:lnTo>
                    <a:pt x="248" y="574"/>
                  </a:lnTo>
                  <a:lnTo>
                    <a:pt x="231" y="578"/>
                  </a:lnTo>
                  <a:lnTo>
                    <a:pt x="214" y="581"/>
                  </a:lnTo>
                  <a:lnTo>
                    <a:pt x="194" y="583"/>
                  </a:lnTo>
                  <a:lnTo>
                    <a:pt x="174" y="583"/>
                  </a:lnTo>
                  <a:lnTo>
                    <a:pt x="152" y="582"/>
                  </a:lnTo>
                  <a:lnTo>
                    <a:pt x="132" y="578"/>
                  </a:lnTo>
                  <a:lnTo>
                    <a:pt x="111" y="572"/>
                  </a:lnTo>
                  <a:lnTo>
                    <a:pt x="93" y="566"/>
                  </a:lnTo>
                  <a:lnTo>
                    <a:pt x="76" y="558"/>
                  </a:lnTo>
                  <a:lnTo>
                    <a:pt x="61" y="547"/>
                  </a:lnTo>
                  <a:lnTo>
                    <a:pt x="46" y="537"/>
                  </a:lnTo>
                  <a:lnTo>
                    <a:pt x="33" y="525"/>
                  </a:lnTo>
                  <a:lnTo>
                    <a:pt x="23" y="513"/>
                  </a:lnTo>
                  <a:lnTo>
                    <a:pt x="13" y="501"/>
                  </a:lnTo>
                  <a:lnTo>
                    <a:pt x="6" y="488"/>
                  </a:lnTo>
                  <a:lnTo>
                    <a:pt x="2" y="477"/>
                  </a:lnTo>
                  <a:lnTo>
                    <a:pt x="0" y="465"/>
                  </a:lnTo>
                  <a:lnTo>
                    <a:pt x="1" y="454"/>
                  </a:lnTo>
                  <a:lnTo>
                    <a:pt x="3" y="445"/>
                  </a:lnTo>
                  <a:lnTo>
                    <a:pt x="9" y="435"/>
                  </a:lnTo>
                  <a:close/>
                </a:path>
              </a:pathLst>
            </a:custGeom>
            <a:solidFill>
              <a:srgbClr val="FFF7F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5" name="Freeform 43"/>
            <p:cNvSpPr>
              <a:spLocks/>
            </p:cNvSpPr>
            <p:nvPr/>
          </p:nvSpPr>
          <p:spPr bwMode="gray">
            <a:xfrm>
              <a:off x="1357" y="2260"/>
              <a:ext cx="228" cy="283"/>
            </a:xfrm>
            <a:custGeom>
              <a:avLst/>
              <a:gdLst/>
              <a:ahLst/>
              <a:cxnLst>
                <a:cxn ang="0">
                  <a:pos x="12" y="416"/>
                </a:cxn>
                <a:cxn ang="0">
                  <a:pos x="40" y="377"/>
                </a:cxn>
                <a:cxn ang="0">
                  <a:pos x="74" y="304"/>
                </a:cxn>
                <a:cxn ang="0">
                  <a:pos x="95" y="209"/>
                </a:cxn>
                <a:cxn ang="0">
                  <a:pos x="89" y="127"/>
                </a:cxn>
                <a:cxn ang="0">
                  <a:pos x="87" y="83"/>
                </a:cxn>
                <a:cxn ang="0">
                  <a:pos x="91" y="50"/>
                </a:cxn>
                <a:cxn ang="0">
                  <a:pos x="102" y="26"/>
                </a:cxn>
                <a:cxn ang="0">
                  <a:pos x="120" y="11"/>
                </a:cxn>
                <a:cxn ang="0">
                  <a:pos x="150" y="2"/>
                </a:cxn>
                <a:cxn ang="0">
                  <a:pos x="190" y="0"/>
                </a:cxn>
                <a:cxn ang="0">
                  <a:pos x="241" y="1"/>
                </a:cxn>
                <a:cxn ang="0">
                  <a:pos x="304" y="5"/>
                </a:cxn>
                <a:cxn ang="0">
                  <a:pos x="358" y="13"/>
                </a:cxn>
                <a:cxn ang="0">
                  <a:pos x="402" y="26"/>
                </a:cxn>
                <a:cxn ang="0">
                  <a:pos x="433" y="50"/>
                </a:cxn>
                <a:cxn ang="0">
                  <a:pos x="451" y="82"/>
                </a:cxn>
                <a:cxn ang="0">
                  <a:pos x="457" y="126"/>
                </a:cxn>
                <a:cxn ang="0">
                  <a:pos x="449" y="182"/>
                </a:cxn>
                <a:cxn ang="0">
                  <a:pos x="427" y="255"/>
                </a:cxn>
                <a:cxn ang="0">
                  <a:pos x="391" y="338"/>
                </a:cxn>
                <a:cxn ang="0">
                  <a:pos x="359" y="408"/>
                </a:cxn>
                <a:cxn ang="0">
                  <a:pos x="330" y="462"/>
                </a:cxn>
                <a:cxn ang="0">
                  <a:pos x="304" y="502"/>
                </a:cxn>
                <a:cxn ang="0">
                  <a:pos x="276" y="531"/>
                </a:cxn>
                <a:cxn ang="0">
                  <a:pos x="248" y="550"/>
                </a:cxn>
                <a:cxn ang="0">
                  <a:pos x="218" y="560"/>
                </a:cxn>
                <a:cxn ang="0">
                  <a:pos x="183" y="565"/>
                </a:cxn>
                <a:cxn ang="0">
                  <a:pos x="142" y="563"/>
                </a:cxn>
                <a:cxn ang="0">
                  <a:pos x="106" y="555"/>
                </a:cxn>
                <a:cxn ang="0">
                  <a:pos x="71" y="539"/>
                </a:cxn>
                <a:cxn ang="0">
                  <a:pos x="43" y="520"/>
                </a:cxn>
                <a:cxn ang="0">
                  <a:pos x="20" y="497"/>
                </a:cxn>
                <a:cxn ang="0">
                  <a:pos x="5" y="474"/>
                </a:cxn>
                <a:cxn ang="0">
                  <a:pos x="0" y="451"/>
                </a:cxn>
                <a:cxn ang="0">
                  <a:pos x="2" y="430"/>
                </a:cxn>
              </a:cxnLst>
              <a:rect l="0" t="0" r="r" b="b"/>
              <a:pathLst>
                <a:path w="457" h="565">
                  <a:moveTo>
                    <a:pt x="8" y="422"/>
                  </a:moveTo>
                  <a:lnTo>
                    <a:pt x="12" y="416"/>
                  </a:lnTo>
                  <a:lnTo>
                    <a:pt x="24" y="401"/>
                  </a:lnTo>
                  <a:lnTo>
                    <a:pt x="40" y="377"/>
                  </a:lnTo>
                  <a:lnTo>
                    <a:pt x="58" y="345"/>
                  </a:lnTo>
                  <a:lnTo>
                    <a:pt x="74" y="304"/>
                  </a:lnTo>
                  <a:lnTo>
                    <a:pt x="88" y="259"/>
                  </a:lnTo>
                  <a:lnTo>
                    <a:pt x="95" y="209"/>
                  </a:lnTo>
                  <a:lnTo>
                    <a:pt x="93" y="153"/>
                  </a:lnTo>
                  <a:lnTo>
                    <a:pt x="89" y="127"/>
                  </a:lnTo>
                  <a:lnTo>
                    <a:pt x="87" y="103"/>
                  </a:lnTo>
                  <a:lnTo>
                    <a:pt x="87" y="83"/>
                  </a:lnTo>
                  <a:lnTo>
                    <a:pt x="88" y="64"/>
                  </a:lnTo>
                  <a:lnTo>
                    <a:pt x="91" y="50"/>
                  </a:lnTo>
                  <a:lnTo>
                    <a:pt x="95" y="37"/>
                  </a:lnTo>
                  <a:lnTo>
                    <a:pt x="102" y="26"/>
                  </a:lnTo>
                  <a:lnTo>
                    <a:pt x="110" y="17"/>
                  </a:lnTo>
                  <a:lnTo>
                    <a:pt x="120" y="11"/>
                  </a:lnTo>
                  <a:lnTo>
                    <a:pt x="134" y="6"/>
                  </a:lnTo>
                  <a:lnTo>
                    <a:pt x="150" y="2"/>
                  </a:lnTo>
                  <a:lnTo>
                    <a:pt x="169" y="1"/>
                  </a:lnTo>
                  <a:lnTo>
                    <a:pt x="190" y="0"/>
                  </a:lnTo>
                  <a:lnTo>
                    <a:pt x="214" y="0"/>
                  </a:lnTo>
                  <a:lnTo>
                    <a:pt x="241" y="1"/>
                  </a:lnTo>
                  <a:lnTo>
                    <a:pt x="273" y="2"/>
                  </a:lnTo>
                  <a:lnTo>
                    <a:pt x="304" y="5"/>
                  </a:lnTo>
                  <a:lnTo>
                    <a:pt x="333" y="8"/>
                  </a:lnTo>
                  <a:lnTo>
                    <a:pt x="358" y="13"/>
                  </a:lnTo>
                  <a:lnTo>
                    <a:pt x="381" y="18"/>
                  </a:lnTo>
                  <a:lnTo>
                    <a:pt x="402" y="26"/>
                  </a:lnTo>
                  <a:lnTo>
                    <a:pt x="419" y="37"/>
                  </a:lnTo>
                  <a:lnTo>
                    <a:pt x="433" y="50"/>
                  </a:lnTo>
                  <a:lnTo>
                    <a:pt x="443" y="64"/>
                  </a:lnTo>
                  <a:lnTo>
                    <a:pt x="451" y="82"/>
                  </a:lnTo>
                  <a:lnTo>
                    <a:pt x="456" y="103"/>
                  </a:lnTo>
                  <a:lnTo>
                    <a:pt x="457" y="126"/>
                  </a:lnTo>
                  <a:lnTo>
                    <a:pt x="455" y="152"/>
                  </a:lnTo>
                  <a:lnTo>
                    <a:pt x="449" y="182"/>
                  </a:lnTo>
                  <a:lnTo>
                    <a:pt x="440" y="217"/>
                  </a:lnTo>
                  <a:lnTo>
                    <a:pt x="427" y="255"/>
                  </a:lnTo>
                  <a:lnTo>
                    <a:pt x="410" y="296"/>
                  </a:lnTo>
                  <a:lnTo>
                    <a:pt x="391" y="338"/>
                  </a:lnTo>
                  <a:lnTo>
                    <a:pt x="375" y="376"/>
                  </a:lnTo>
                  <a:lnTo>
                    <a:pt x="359" y="408"/>
                  </a:lnTo>
                  <a:lnTo>
                    <a:pt x="344" y="437"/>
                  </a:lnTo>
                  <a:lnTo>
                    <a:pt x="330" y="462"/>
                  </a:lnTo>
                  <a:lnTo>
                    <a:pt x="316" y="484"/>
                  </a:lnTo>
                  <a:lnTo>
                    <a:pt x="304" y="502"/>
                  </a:lnTo>
                  <a:lnTo>
                    <a:pt x="290" y="519"/>
                  </a:lnTo>
                  <a:lnTo>
                    <a:pt x="276" y="531"/>
                  </a:lnTo>
                  <a:lnTo>
                    <a:pt x="263" y="542"/>
                  </a:lnTo>
                  <a:lnTo>
                    <a:pt x="248" y="550"/>
                  </a:lnTo>
                  <a:lnTo>
                    <a:pt x="233" y="555"/>
                  </a:lnTo>
                  <a:lnTo>
                    <a:pt x="218" y="560"/>
                  </a:lnTo>
                  <a:lnTo>
                    <a:pt x="201" y="562"/>
                  </a:lnTo>
                  <a:lnTo>
                    <a:pt x="183" y="565"/>
                  </a:lnTo>
                  <a:lnTo>
                    <a:pt x="163" y="565"/>
                  </a:lnTo>
                  <a:lnTo>
                    <a:pt x="142" y="563"/>
                  </a:lnTo>
                  <a:lnTo>
                    <a:pt x="124" y="560"/>
                  </a:lnTo>
                  <a:lnTo>
                    <a:pt x="106" y="555"/>
                  </a:lnTo>
                  <a:lnTo>
                    <a:pt x="87" y="549"/>
                  </a:lnTo>
                  <a:lnTo>
                    <a:pt x="71" y="539"/>
                  </a:lnTo>
                  <a:lnTo>
                    <a:pt x="56" y="530"/>
                  </a:lnTo>
                  <a:lnTo>
                    <a:pt x="43" y="520"/>
                  </a:lnTo>
                  <a:lnTo>
                    <a:pt x="31" y="508"/>
                  </a:lnTo>
                  <a:lnTo>
                    <a:pt x="20" y="497"/>
                  </a:lnTo>
                  <a:lnTo>
                    <a:pt x="12" y="485"/>
                  </a:lnTo>
                  <a:lnTo>
                    <a:pt x="5" y="474"/>
                  </a:lnTo>
                  <a:lnTo>
                    <a:pt x="2" y="462"/>
                  </a:lnTo>
                  <a:lnTo>
                    <a:pt x="0" y="451"/>
                  </a:lnTo>
                  <a:lnTo>
                    <a:pt x="0" y="440"/>
                  </a:lnTo>
                  <a:lnTo>
                    <a:pt x="2" y="430"/>
                  </a:lnTo>
                  <a:lnTo>
                    <a:pt x="8" y="422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6" name="Freeform 44"/>
            <p:cNvSpPr>
              <a:spLocks/>
            </p:cNvSpPr>
            <p:nvPr/>
          </p:nvSpPr>
          <p:spPr bwMode="gray">
            <a:xfrm>
              <a:off x="1364" y="2265"/>
              <a:ext cx="215" cy="273"/>
            </a:xfrm>
            <a:custGeom>
              <a:avLst/>
              <a:gdLst/>
              <a:ahLst/>
              <a:cxnLst>
                <a:cxn ang="0">
                  <a:pos x="13" y="405"/>
                </a:cxn>
                <a:cxn ang="0">
                  <a:pos x="38" y="365"/>
                </a:cxn>
                <a:cxn ang="0">
                  <a:pos x="72" y="296"/>
                </a:cxn>
                <a:cxn ang="0">
                  <a:pos x="90" y="203"/>
                </a:cxn>
                <a:cxn ang="0">
                  <a:pos x="84" y="123"/>
                </a:cxn>
                <a:cxn ang="0">
                  <a:pos x="82" y="81"/>
                </a:cxn>
                <a:cxn ang="0">
                  <a:pos x="86" y="48"/>
                </a:cxn>
                <a:cxn ang="0">
                  <a:pos x="96" y="27"/>
                </a:cxn>
                <a:cxn ang="0">
                  <a:pos x="114" y="12"/>
                </a:cxn>
                <a:cxn ang="0">
                  <a:pos x="142" y="3"/>
                </a:cxn>
                <a:cxn ang="0">
                  <a:pos x="179" y="0"/>
                </a:cxn>
                <a:cxn ang="0">
                  <a:pos x="228" y="1"/>
                </a:cxn>
                <a:cxn ang="0">
                  <a:pos x="286" y="5"/>
                </a:cxn>
                <a:cxn ang="0">
                  <a:pos x="338" y="13"/>
                </a:cxn>
                <a:cxn ang="0">
                  <a:pos x="378" y="27"/>
                </a:cxn>
                <a:cxn ang="0">
                  <a:pos x="407" y="48"/>
                </a:cxn>
                <a:cxn ang="0">
                  <a:pos x="424" y="80"/>
                </a:cxn>
                <a:cxn ang="0">
                  <a:pos x="430" y="122"/>
                </a:cxn>
                <a:cxn ang="0">
                  <a:pos x="422" y="177"/>
                </a:cxn>
                <a:cxn ang="0">
                  <a:pos x="401" y="247"/>
                </a:cxn>
                <a:cxn ang="0">
                  <a:pos x="368" y="327"/>
                </a:cxn>
                <a:cxn ang="0">
                  <a:pos x="338" y="395"/>
                </a:cxn>
                <a:cxn ang="0">
                  <a:pos x="310" y="448"/>
                </a:cxn>
                <a:cxn ang="0">
                  <a:pos x="285" y="487"/>
                </a:cxn>
                <a:cxn ang="0">
                  <a:pos x="261" y="515"/>
                </a:cxn>
                <a:cxn ang="0">
                  <a:pos x="234" y="532"/>
                </a:cxn>
                <a:cxn ang="0">
                  <a:pos x="205" y="543"/>
                </a:cxn>
                <a:cxn ang="0">
                  <a:pos x="172" y="547"/>
                </a:cxn>
                <a:cxn ang="0">
                  <a:pos x="117" y="543"/>
                </a:cxn>
                <a:cxn ang="0">
                  <a:pos x="53" y="514"/>
                </a:cxn>
                <a:cxn ang="0">
                  <a:pos x="12" y="470"/>
                </a:cxn>
                <a:cxn ang="0">
                  <a:pos x="0" y="426"/>
                </a:cxn>
              </a:cxnLst>
              <a:rect l="0" t="0" r="r" b="b"/>
              <a:pathLst>
                <a:path w="430" h="547">
                  <a:moveTo>
                    <a:pt x="8" y="409"/>
                  </a:moveTo>
                  <a:lnTo>
                    <a:pt x="13" y="405"/>
                  </a:lnTo>
                  <a:lnTo>
                    <a:pt x="23" y="390"/>
                  </a:lnTo>
                  <a:lnTo>
                    <a:pt x="38" y="365"/>
                  </a:lnTo>
                  <a:lnTo>
                    <a:pt x="56" y="334"/>
                  </a:lnTo>
                  <a:lnTo>
                    <a:pt x="72" y="296"/>
                  </a:lnTo>
                  <a:lnTo>
                    <a:pt x="83" y="252"/>
                  </a:lnTo>
                  <a:lnTo>
                    <a:pt x="90" y="203"/>
                  </a:lnTo>
                  <a:lnTo>
                    <a:pt x="88" y="150"/>
                  </a:lnTo>
                  <a:lnTo>
                    <a:pt x="84" y="123"/>
                  </a:lnTo>
                  <a:lnTo>
                    <a:pt x="83" y="100"/>
                  </a:lnTo>
                  <a:lnTo>
                    <a:pt x="82" y="81"/>
                  </a:lnTo>
                  <a:lnTo>
                    <a:pt x="83" y="63"/>
                  </a:lnTo>
                  <a:lnTo>
                    <a:pt x="86" y="48"/>
                  </a:lnTo>
                  <a:lnTo>
                    <a:pt x="90" y="36"/>
                  </a:lnTo>
                  <a:lnTo>
                    <a:pt x="96" y="27"/>
                  </a:lnTo>
                  <a:lnTo>
                    <a:pt x="104" y="17"/>
                  </a:lnTo>
                  <a:lnTo>
                    <a:pt x="114" y="12"/>
                  </a:lnTo>
                  <a:lnTo>
                    <a:pt x="127" y="7"/>
                  </a:lnTo>
                  <a:lnTo>
                    <a:pt x="142" y="3"/>
                  </a:lnTo>
                  <a:lnTo>
                    <a:pt x="159" y="1"/>
                  </a:lnTo>
                  <a:lnTo>
                    <a:pt x="179" y="0"/>
                  </a:lnTo>
                  <a:lnTo>
                    <a:pt x="202" y="0"/>
                  </a:lnTo>
                  <a:lnTo>
                    <a:pt x="228" y="1"/>
                  </a:lnTo>
                  <a:lnTo>
                    <a:pt x="257" y="2"/>
                  </a:lnTo>
                  <a:lnTo>
                    <a:pt x="286" y="5"/>
                  </a:lnTo>
                  <a:lnTo>
                    <a:pt x="314" y="8"/>
                  </a:lnTo>
                  <a:lnTo>
                    <a:pt x="338" y="13"/>
                  </a:lnTo>
                  <a:lnTo>
                    <a:pt x="359" y="18"/>
                  </a:lnTo>
                  <a:lnTo>
                    <a:pt x="378" y="27"/>
                  </a:lnTo>
                  <a:lnTo>
                    <a:pt x="394" y="36"/>
                  </a:lnTo>
                  <a:lnTo>
                    <a:pt x="407" y="48"/>
                  </a:lnTo>
                  <a:lnTo>
                    <a:pt x="417" y="62"/>
                  </a:lnTo>
                  <a:lnTo>
                    <a:pt x="424" y="80"/>
                  </a:lnTo>
                  <a:lnTo>
                    <a:pt x="429" y="99"/>
                  </a:lnTo>
                  <a:lnTo>
                    <a:pt x="430" y="122"/>
                  </a:lnTo>
                  <a:lnTo>
                    <a:pt x="428" y="148"/>
                  </a:lnTo>
                  <a:lnTo>
                    <a:pt x="422" y="177"/>
                  </a:lnTo>
                  <a:lnTo>
                    <a:pt x="414" y="210"/>
                  </a:lnTo>
                  <a:lnTo>
                    <a:pt x="401" y="247"/>
                  </a:lnTo>
                  <a:lnTo>
                    <a:pt x="385" y="287"/>
                  </a:lnTo>
                  <a:lnTo>
                    <a:pt x="368" y="327"/>
                  </a:lnTo>
                  <a:lnTo>
                    <a:pt x="353" y="364"/>
                  </a:lnTo>
                  <a:lnTo>
                    <a:pt x="338" y="395"/>
                  </a:lnTo>
                  <a:lnTo>
                    <a:pt x="324" y="424"/>
                  </a:lnTo>
                  <a:lnTo>
                    <a:pt x="310" y="448"/>
                  </a:lnTo>
                  <a:lnTo>
                    <a:pt x="298" y="470"/>
                  </a:lnTo>
                  <a:lnTo>
                    <a:pt x="285" y="487"/>
                  </a:lnTo>
                  <a:lnTo>
                    <a:pt x="273" y="502"/>
                  </a:lnTo>
                  <a:lnTo>
                    <a:pt x="261" y="515"/>
                  </a:lnTo>
                  <a:lnTo>
                    <a:pt x="248" y="526"/>
                  </a:lnTo>
                  <a:lnTo>
                    <a:pt x="234" y="532"/>
                  </a:lnTo>
                  <a:lnTo>
                    <a:pt x="220" y="539"/>
                  </a:lnTo>
                  <a:lnTo>
                    <a:pt x="205" y="543"/>
                  </a:lnTo>
                  <a:lnTo>
                    <a:pt x="189" y="545"/>
                  </a:lnTo>
                  <a:lnTo>
                    <a:pt x="172" y="547"/>
                  </a:lnTo>
                  <a:lnTo>
                    <a:pt x="154" y="547"/>
                  </a:lnTo>
                  <a:lnTo>
                    <a:pt x="117" y="543"/>
                  </a:lnTo>
                  <a:lnTo>
                    <a:pt x="83" y="531"/>
                  </a:lnTo>
                  <a:lnTo>
                    <a:pt x="53" y="514"/>
                  </a:lnTo>
                  <a:lnTo>
                    <a:pt x="29" y="493"/>
                  </a:lnTo>
                  <a:lnTo>
                    <a:pt x="12" y="470"/>
                  </a:lnTo>
                  <a:lnTo>
                    <a:pt x="3" y="448"/>
                  </a:lnTo>
                  <a:lnTo>
                    <a:pt x="0" y="426"/>
                  </a:lnTo>
                  <a:lnTo>
                    <a:pt x="8" y="409"/>
                  </a:lnTo>
                  <a:close/>
                </a:path>
              </a:pathLst>
            </a:custGeom>
            <a:solidFill>
              <a:srgbClr val="FCEA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7" name="Freeform 45"/>
            <p:cNvSpPr>
              <a:spLocks/>
            </p:cNvSpPr>
            <p:nvPr/>
          </p:nvSpPr>
          <p:spPr bwMode="gray">
            <a:xfrm>
              <a:off x="1371" y="2269"/>
              <a:ext cx="201" cy="265"/>
            </a:xfrm>
            <a:custGeom>
              <a:avLst/>
              <a:gdLst/>
              <a:ahLst/>
              <a:cxnLst>
                <a:cxn ang="0">
                  <a:pos x="7" y="396"/>
                </a:cxn>
                <a:cxn ang="0">
                  <a:pos x="11" y="391"/>
                </a:cxn>
                <a:cxn ang="0">
                  <a:pos x="21" y="376"/>
                </a:cxn>
                <a:cxn ang="0">
                  <a:pos x="36" y="353"/>
                </a:cxn>
                <a:cxn ang="0">
                  <a:pos x="52" y="323"/>
                </a:cxn>
                <a:cxn ang="0">
                  <a:pos x="66" y="286"/>
                </a:cxn>
                <a:cxn ang="0">
                  <a:pos x="79" y="243"/>
                </a:cxn>
                <a:cxn ang="0">
                  <a:pos x="84" y="196"/>
                </a:cxn>
                <a:cxn ang="0">
                  <a:pos x="82" y="144"/>
                </a:cxn>
                <a:cxn ang="0">
                  <a:pos x="77" y="97"/>
                </a:cxn>
                <a:cxn ang="0">
                  <a:pos x="77" y="61"/>
                </a:cxn>
                <a:cxn ang="0">
                  <a:pos x="84" y="35"/>
                </a:cxn>
                <a:cxn ang="0">
                  <a:pos x="97" y="18"/>
                </a:cxn>
                <a:cxn ang="0">
                  <a:pos x="118" y="6"/>
                </a:cxn>
                <a:cxn ang="0">
                  <a:pos x="149" y="1"/>
                </a:cxn>
                <a:cxn ang="0">
                  <a:pos x="189" y="0"/>
                </a:cxn>
                <a:cxn ang="0">
                  <a:pos x="240" y="3"/>
                </a:cxn>
                <a:cxn ang="0">
                  <a:pos x="267" y="5"/>
                </a:cxn>
                <a:cxn ang="0">
                  <a:pos x="293" y="7"/>
                </a:cxn>
                <a:cxn ang="0">
                  <a:pos x="316" y="12"/>
                </a:cxn>
                <a:cxn ang="0">
                  <a:pos x="335" y="18"/>
                </a:cxn>
                <a:cxn ang="0">
                  <a:pos x="354" y="26"/>
                </a:cxn>
                <a:cxn ang="0">
                  <a:pos x="369" y="35"/>
                </a:cxn>
                <a:cxn ang="0">
                  <a:pos x="380" y="46"/>
                </a:cxn>
                <a:cxn ang="0">
                  <a:pos x="391" y="60"/>
                </a:cxn>
                <a:cxn ang="0">
                  <a:pos x="398" y="77"/>
                </a:cxn>
                <a:cxn ang="0">
                  <a:pos x="401" y="96"/>
                </a:cxn>
                <a:cxn ang="0">
                  <a:pos x="402" y="118"/>
                </a:cxn>
                <a:cxn ang="0">
                  <a:pos x="400" y="143"/>
                </a:cxn>
                <a:cxn ang="0">
                  <a:pos x="395" y="172"/>
                </a:cxn>
                <a:cxn ang="0">
                  <a:pos x="387" y="203"/>
                </a:cxn>
                <a:cxn ang="0">
                  <a:pos x="376" y="239"/>
                </a:cxn>
                <a:cxn ang="0">
                  <a:pos x="361" y="278"/>
                </a:cxn>
                <a:cxn ang="0">
                  <a:pos x="345" y="317"/>
                </a:cxn>
                <a:cxn ang="0">
                  <a:pos x="330" y="352"/>
                </a:cxn>
                <a:cxn ang="0">
                  <a:pos x="316" y="383"/>
                </a:cxn>
                <a:cxn ang="0">
                  <a:pos x="303" y="411"/>
                </a:cxn>
                <a:cxn ang="0">
                  <a:pos x="291" y="434"/>
                </a:cxn>
                <a:cxn ang="0">
                  <a:pos x="279" y="454"/>
                </a:cxn>
                <a:cxn ang="0">
                  <a:pos x="266" y="472"/>
                </a:cxn>
                <a:cxn ang="0">
                  <a:pos x="255" y="487"/>
                </a:cxn>
                <a:cxn ang="0">
                  <a:pos x="243" y="498"/>
                </a:cxn>
                <a:cxn ang="0">
                  <a:pos x="232" y="507"/>
                </a:cxn>
                <a:cxn ang="0">
                  <a:pos x="219" y="515"/>
                </a:cxn>
                <a:cxn ang="0">
                  <a:pos x="206" y="521"/>
                </a:cxn>
                <a:cxn ang="0">
                  <a:pos x="193" y="525"/>
                </a:cxn>
                <a:cxn ang="0">
                  <a:pos x="178" y="527"/>
                </a:cxn>
                <a:cxn ang="0">
                  <a:pos x="161" y="529"/>
                </a:cxn>
                <a:cxn ang="0">
                  <a:pos x="144" y="529"/>
                </a:cxn>
                <a:cxn ang="0">
                  <a:pos x="110" y="525"/>
                </a:cxn>
                <a:cxn ang="0">
                  <a:pos x="77" y="514"/>
                </a:cxn>
                <a:cxn ang="0">
                  <a:pos x="50" y="497"/>
                </a:cxn>
                <a:cxn ang="0">
                  <a:pos x="28" y="477"/>
                </a:cxn>
                <a:cxn ang="0">
                  <a:pos x="11" y="455"/>
                </a:cxn>
                <a:cxn ang="0">
                  <a:pos x="1" y="432"/>
                </a:cxn>
                <a:cxn ang="0">
                  <a:pos x="0" y="413"/>
                </a:cxn>
                <a:cxn ang="0">
                  <a:pos x="7" y="396"/>
                </a:cxn>
              </a:cxnLst>
              <a:rect l="0" t="0" r="r" b="b"/>
              <a:pathLst>
                <a:path w="402" h="529">
                  <a:moveTo>
                    <a:pt x="7" y="396"/>
                  </a:moveTo>
                  <a:lnTo>
                    <a:pt x="11" y="391"/>
                  </a:lnTo>
                  <a:lnTo>
                    <a:pt x="21" y="376"/>
                  </a:lnTo>
                  <a:lnTo>
                    <a:pt x="36" y="353"/>
                  </a:lnTo>
                  <a:lnTo>
                    <a:pt x="52" y="323"/>
                  </a:lnTo>
                  <a:lnTo>
                    <a:pt x="66" y="286"/>
                  </a:lnTo>
                  <a:lnTo>
                    <a:pt x="79" y="243"/>
                  </a:lnTo>
                  <a:lnTo>
                    <a:pt x="84" y="196"/>
                  </a:lnTo>
                  <a:lnTo>
                    <a:pt x="82" y="144"/>
                  </a:lnTo>
                  <a:lnTo>
                    <a:pt x="77" y="97"/>
                  </a:lnTo>
                  <a:lnTo>
                    <a:pt x="77" y="61"/>
                  </a:lnTo>
                  <a:lnTo>
                    <a:pt x="84" y="35"/>
                  </a:lnTo>
                  <a:lnTo>
                    <a:pt x="97" y="18"/>
                  </a:lnTo>
                  <a:lnTo>
                    <a:pt x="118" y="6"/>
                  </a:lnTo>
                  <a:lnTo>
                    <a:pt x="149" y="1"/>
                  </a:lnTo>
                  <a:lnTo>
                    <a:pt x="189" y="0"/>
                  </a:lnTo>
                  <a:lnTo>
                    <a:pt x="240" y="3"/>
                  </a:lnTo>
                  <a:lnTo>
                    <a:pt x="267" y="5"/>
                  </a:lnTo>
                  <a:lnTo>
                    <a:pt x="293" y="7"/>
                  </a:lnTo>
                  <a:lnTo>
                    <a:pt x="316" y="12"/>
                  </a:lnTo>
                  <a:lnTo>
                    <a:pt x="335" y="18"/>
                  </a:lnTo>
                  <a:lnTo>
                    <a:pt x="354" y="26"/>
                  </a:lnTo>
                  <a:lnTo>
                    <a:pt x="369" y="35"/>
                  </a:lnTo>
                  <a:lnTo>
                    <a:pt x="380" y="46"/>
                  </a:lnTo>
                  <a:lnTo>
                    <a:pt x="391" y="60"/>
                  </a:lnTo>
                  <a:lnTo>
                    <a:pt x="398" y="77"/>
                  </a:lnTo>
                  <a:lnTo>
                    <a:pt x="401" y="96"/>
                  </a:lnTo>
                  <a:lnTo>
                    <a:pt x="402" y="118"/>
                  </a:lnTo>
                  <a:lnTo>
                    <a:pt x="400" y="143"/>
                  </a:lnTo>
                  <a:lnTo>
                    <a:pt x="395" y="172"/>
                  </a:lnTo>
                  <a:lnTo>
                    <a:pt x="387" y="203"/>
                  </a:lnTo>
                  <a:lnTo>
                    <a:pt x="376" y="239"/>
                  </a:lnTo>
                  <a:lnTo>
                    <a:pt x="361" y="278"/>
                  </a:lnTo>
                  <a:lnTo>
                    <a:pt x="345" y="317"/>
                  </a:lnTo>
                  <a:lnTo>
                    <a:pt x="330" y="352"/>
                  </a:lnTo>
                  <a:lnTo>
                    <a:pt x="316" y="383"/>
                  </a:lnTo>
                  <a:lnTo>
                    <a:pt x="303" y="411"/>
                  </a:lnTo>
                  <a:lnTo>
                    <a:pt x="291" y="434"/>
                  </a:lnTo>
                  <a:lnTo>
                    <a:pt x="279" y="454"/>
                  </a:lnTo>
                  <a:lnTo>
                    <a:pt x="266" y="472"/>
                  </a:lnTo>
                  <a:lnTo>
                    <a:pt x="255" y="487"/>
                  </a:lnTo>
                  <a:lnTo>
                    <a:pt x="243" y="498"/>
                  </a:lnTo>
                  <a:lnTo>
                    <a:pt x="232" y="507"/>
                  </a:lnTo>
                  <a:lnTo>
                    <a:pt x="219" y="515"/>
                  </a:lnTo>
                  <a:lnTo>
                    <a:pt x="206" y="521"/>
                  </a:lnTo>
                  <a:lnTo>
                    <a:pt x="193" y="525"/>
                  </a:lnTo>
                  <a:lnTo>
                    <a:pt x="178" y="527"/>
                  </a:lnTo>
                  <a:lnTo>
                    <a:pt x="161" y="529"/>
                  </a:lnTo>
                  <a:lnTo>
                    <a:pt x="144" y="529"/>
                  </a:lnTo>
                  <a:lnTo>
                    <a:pt x="110" y="525"/>
                  </a:lnTo>
                  <a:lnTo>
                    <a:pt x="77" y="514"/>
                  </a:lnTo>
                  <a:lnTo>
                    <a:pt x="50" y="497"/>
                  </a:lnTo>
                  <a:lnTo>
                    <a:pt x="28" y="477"/>
                  </a:lnTo>
                  <a:lnTo>
                    <a:pt x="11" y="455"/>
                  </a:lnTo>
                  <a:lnTo>
                    <a:pt x="1" y="432"/>
                  </a:lnTo>
                  <a:lnTo>
                    <a:pt x="0" y="413"/>
                  </a:lnTo>
                  <a:lnTo>
                    <a:pt x="7" y="396"/>
                  </a:lnTo>
                  <a:close/>
                </a:path>
              </a:pathLst>
            </a:custGeom>
            <a:solidFill>
              <a:srgbClr val="FCE2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8" name="Freeform 46"/>
            <p:cNvSpPr>
              <a:spLocks/>
            </p:cNvSpPr>
            <p:nvPr/>
          </p:nvSpPr>
          <p:spPr bwMode="gray">
            <a:xfrm>
              <a:off x="1377" y="2274"/>
              <a:ext cx="188" cy="255"/>
            </a:xfrm>
            <a:custGeom>
              <a:avLst/>
              <a:gdLst/>
              <a:ahLst/>
              <a:cxnLst>
                <a:cxn ang="0">
                  <a:pos x="7" y="380"/>
                </a:cxn>
                <a:cxn ang="0">
                  <a:pos x="10" y="375"/>
                </a:cxn>
                <a:cxn ang="0">
                  <a:pos x="20" y="361"/>
                </a:cxn>
                <a:cxn ang="0">
                  <a:pos x="33" y="340"/>
                </a:cxn>
                <a:cxn ang="0">
                  <a:pos x="48" y="310"/>
                </a:cxn>
                <a:cxn ang="0">
                  <a:pos x="62" y="274"/>
                </a:cxn>
                <a:cxn ang="0">
                  <a:pos x="73" y="234"/>
                </a:cxn>
                <a:cxn ang="0">
                  <a:pos x="78" y="187"/>
                </a:cxn>
                <a:cxn ang="0">
                  <a:pos x="76" y="138"/>
                </a:cxn>
                <a:cxn ang="0">
                  <a:pos x="71" y="92"/>
                </a:cxn>
                <a:cxn ang="0">
                  <a:pos x="71" y="57"/>
                </a:cxn>
                <a:cxn ang="0">
                  <a:pos x="77" y="32"/>
                </a:cxn>
                <a:cxn ang="0">
                  <a:pos x="90" y="16"/>
                </a:cxn>
                <a:cxn ang="0">
                  <a:pos x="109" y="5"/>
                </a:cxn>
                <a:cxn ang="0">
                  <a:pos x="138" y="0"/>
                </a:cxn>
                <a:cxn ang="0">
                  <a:pos x="176" y="0"/>
                </a:cxn>
                <a:cxn ang="0">
                  <a:pos x="224" y="1"/>
                </a:cxn>
                <a:cxn ang="0">
                  <a:pos x="249" y="3"/>
                </a:cxn>
                <a:cxn ang="0">
                  <a:pos x="272" y="5"/>
                </a:cxn>
                <a:cxn ang="0">
                  <a:pos x="294" y="10"/>
                </a:cxn>
                <a:cxn ang="0">
                  <a:pos x="312" y="16"/>
                </a:cxn>
                <a:cxn ang="0">
                  <a:pos x="330" y="23"/>
                </a:cxn>
                <a:cxn ang="0">
                  <a:pos x="343" y="32"/>
                </a:cxn>
                <a:cxn ang="0">
                  <a:pos x="355" y="43"/>
                </a:cxn>
                <a:cxn ang="0">
                  <a:pos x="364" y="57"/>
                </a:cxn>
                <a:cxn ang="0">
                  <a:pos x="370" y="72"/>
                </a:cxn>
                <a:cxn ang="0">
                  <a:pos x="373" y="91"/>
                </a:cxn>
                <a:cxn ang="0">
                  <a:pos x="374" y="113"/>
                </a:cxn>
                <a:cxn ang="0">
                  <a:pos x="373" y="136"/>
                </a:cxn>
                <a:cxn ang="0">
                  <a:pos x="368" y="163"/>
                </a:cxn>
                <a:cxn ang="0">
                  <a:pos x="361" y="194"/>
                </a:cxn>
                <a:cxn ang="0">
                  <a:pos x="349" y="228"/>
                </a:cxn>
                <a:cxn ang="0">
                  <a:pos x="335" y="266"/>
                </a:cxn>
                <a:cxn ang="0">
                  <a:pos x="320" y="304"/>
                </a:cxn>
                <a:cxn ang="0">
                  <a:pos x="306" y="337"/>
                </a:cxn>
                <a:cxn ang="0">
                  <a:pos x="294" y="367"/>
                </a:cxn>
                <a:cxn ang="0">
                  <a:pos x="282" y="394"/>
                </a:cxn>
                <a:cxn ang="0">
                  <a:pos x="271" y="417"/>
                </a:cxn>
                <a:cxn ang="0">
                  <a:pos x="259" y="436"/>
                </a:cxn>
                <a:cxn ang="0">
                  <a:pos x="249" y="454"/>
                </a:cxn>
                <a:cxn ang="0">
                  <a:pos x="237" y="467"/>
                </a:cxn>
                <a:cxn ang="0">
                  <a:pos x="227" y="479"/>
                </a:cxn>
                <a:cxn ang="0">
                  <a:pos x="215" y="488"/>
                </a:cxn>
                <a:cxn ang="0">
                  <a:pos x="204" y="495"/>
                </a:cxn>
                <a:cxn ang="0">
                  <a:pos x="191" y="501"/>
                </a:cxn>
                <a:cxn ang="0">
                  <a:pos x="179" y="504"/>
                </a:cxn>
                <a:cxn ang="0">
                  <a:pos x="165" y="508"/>
                </a:cxn>
                <a:cxn ang="0">
                  <a:pos x="150" y="509"/>
                </a:cxn>
                <a:cxn ang="0">
                  <a:pos x="134" y="509"/>
                </a:cxn>
                <a:cxn ang="0">
                  <a:pos x="101" y="506"/>
                </a:cxn>
                <a:cxn ang="0">
                  <a:pos x="71" y="494"/>
                </a:cxn>
                <a:cxn ang="0">
                  <a:pos x="46" y="478"/>
                </a:cxn>
                <a:cxn ang="0">
                  <a:pos x="25" y="458"/>
                </a:cxn>
                <a:cxn ang="0">
                  <a:pos x="10" y="438"/>
                </a:cxn>
                <a:cxn ang="0">
                  <a:pos x="1" y="416"/>
                </a:cxn>
                <a:cxn ang="0">
                  <a:pos x="0" y="396"/>
                </a:cxn>
                <a:cxn ang="0">
                  <a:pos x="7" y="380"/>
                </a:cxn>
              </a:cxnLst>
              <a:rect l="0" t="0" r="r" b="b"/>
              <a:pathLst>
                <a:path w="374" h="509">
                  <a:moveTo>
                    <a:pt x="7" y="380"/>
                  </a:moveTo>
                  <a:lnTo>
                    <a:pt x="10" y="375"/>
                  </a:lnTo>
                  <a:lnTo>
                    <a:pt x="20" y="361"/>
                  </a:lnTo>
                  <a:lnTo>
                    <a:pt x="33" y="340"/>
                  </a:lnTo>
                  <a:lnTo>
                    <a:pt x="48" y="310"/>
                  </a:lnTo>
                  <a:lnTo>
                    <a:pt x="62" y="274"/>
                  </a:lnTo>
                  <a:lnTo>
                    <a:pt x="73" y="234"/>
                  </a:lnTo>
                  <a:lnTo>
                    <a:pt x="78" y="187"/>
                  </a:lnTo>
                  <a:lnTo>
                    <a:pt x="76" y="138"/>
                  </a:lnTo>
                  <a:lnTo>
                    <a:pt x="71" y="92"/>
                  </a:lnTo>
                  <a:lnTo>
                    <a:pt x="71" y="57"/>
                  </a:lnTo>
                  <a:lnTo>
                    <a:pt x="77" y="32"/>
                  </a:lnTo>
                  <a:lnTo>
                    <a:pt x="90" y="16"/>
                  </a:lnTo>
                  <a:lnTo>
                    <a:pt x="109" y="5"/>
                  </a:lnTo>
                  <a:lnTo>
                    <a:pt x="138" y="0"/>
                  </a:lnTo>
                  <a:lnTo>
                    <a:pt x="176" y="0"/>
                  </a:lnTo>
                  <a:lnTo>
                    <a:pt x="224" y="1"/>
                  </a:lnTo>
                  <a:lnTo>
                    <a:pt x="249" y="3"/>
                  </a:lnTo>
                  <a:lnTo>
                    <a:pt x="272" y="5"/>
                  </a:lnTo>
                  <a:lnTo>
                    <a:pt x="294" y="10"/>
                  </a:lnTo>
                  <a:lnTo>
                    <a:pt x="312" y="16"/>
                  </a:lnTo>
                  <a:lnTo>
                    <a:pt x="330" y="23"/>
                  </a:lnTo>
                  <a:lnTo>
                    <a:pt x="343" y="32"/>
                  </a:lnTo>
                  <a:lnTo>
                    <a:pt x="355" y="43"/>
                  </a:lnTo>
                  <a:lnTo>
                    <a:pt x="364" y="57"/>
                  </a:lnTo>
                  <a:lnTo>
                    <a:pt x="370" y="72"/>
                  </a:lnTo>
                  <a:lnTo>
                    <a:pt x="373" y="91"/>
                  </a:lnTo>
                  <a:lnTo>
                    <a:pt x="374" y="113"/>
                  </a:lnTo>
                  <a:lnTo>
                    <a:pt x="373" y="136"/>
                  </a:lnTo>
                  <a:lnTo>
                    <a:pt x="368" y="163"/>
                  </a:lnTo>
                  <a:lnTo>
                    <a:pt x="361" y="194"/>
                  </a:lnTo>
                  <a:lnTo>
                    <a:pt x="349" y="228"/>
                  </a:lnTo>
                  <a:lnTo>
                    <a:pt x="335" y="266"/>
                  </a:lnTo>
                  <a:lnTo>
                    <a:pt x="320" y="304"/>
                  </a:lnTo>
                  <a:lnTo>
                    <a:pt x="306" y="337"/>
                  </a:lnTo>
                  <a:lnTo>
                    <a:pt x="294" y="367"/>
                  </a:lnTo>
                  <a:lnTo>
                    <a:pt x="282" y="394"/>
                  </a:lnTo>
                  <a:lnTo>
                    <a:pt x="271" y="417"/>
                  </a:lnTo>
                  <a:lnTo>
                    <a:pt x="259" y="436"/>
                  </a:lnTo>
                  <a:lnTo>
                    <a:pt x="249" y="454"/>
                  </a:lnTo>
                  <a:lnTo>
                    <a:pt x="237" y="467"/>
                  </a:lnTo>
                  <a:lnTo>
                    <a:pt x="227" y="479"/>
                  </a:lnTo>
                  <a:lnTo>
                    <a:pt x="215" y="488"/>
                  </a:lnTo>
                  <a:lnTo>
                    <a:pt x="204" y="495"/>
                  </a:lnTo>
                  <a:lnTo>
                    <a:pt x="191" y="501"/>
                  </a:lnTo>
                  <a:lnTo>
                    <a:pt x="179" y="504"/>
                  </a:lnTo>
                  <a:lnTo>
                    <a:pt x="165" y="508"/>
                  </a:lnTo>
                  <a:lnTo>
                    <a:pt x="150" y="509"/>
                  </a:lnTo>
                  <a:lnTo>
                    <a:pt x="134" y="509"/>
                  </a:lnTo>
                  <a:lnTo>
                    <a:pt x="101" y="506"/>
                  </a:lnTo>
                  <a:lnTo>
                    <a:pt x="71" y="494"/>
                  </a:lnTo>
                  <a:lnTo>
                    <a:pt x="46" y="478"/>
                  </a:lnTo>
                  <a:lnTo>
                    <a:pt x="25" y="458"/>
                  </a:lnTo>
                  <a:lnTo>
                    <a:pt x="10" y="438"/>
                  </a:lnTo>
                  <a:lnTo>
                    <a:pt x="1" y="416"/>
                  </a:lnTo>
                  <a:lnTo>
                    <a:pt x="0" y="396"/>
                  </a:lnTo>
                  <a:lnTo>
                    <a:pt x="7" y="380"/>
                  </a:lnTo>
                  <a:close/>
                </a:path>
              </a:pathLst>
            </a:custGeom>
            <a:solidFill>
              <a:srgbClr val="FCDB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39" name="Freeform 47"/>
            <p:cNvSpPr>
              <a:spLocks/>
            </p:cNvSpPr>
            <p:nvPr/>
          </p:nvSpPr>
          <p:spPr bwMode="gray">
            <a:xfrm>
              <a:off x="1384" y="2278"/>
              <a:ext cx="174" cy="246"/>
            </a:xfrm>
            <a:custGeom>
              <a:avLst/>
              <a:gdLst/>
              <a:ahLst/>
              <a:cxnLst>
                <a:cxn ang="0">
                  <a:pos x="6" y="367"/>
                </a:cxn>
                <a:cxn ang="0">
                  <a:pos x="9" y="363"/>
                </a:cxn>
                <a:cxn ang="0">
                  <a:pos x="18" y="349"/>
                </a:cxn>
                <a:cxn ang="0">
                  <a:pos x="30" y="328"/>
                </a:cxn>
                <a:cxn ang="0">
                  <a:pos x="44" y="300"/>
                </a:cxn>
                <a:cxn ang="0">
                  <a:pos x="56" y="266"/>
                </a:cxn>
                <a:cxn ang="0">
                  <a:pos x="67" y="226"/>
                </a:cxn>
                <a:cxn ang="0">
                  <a:pos x="72" y="182"/>
                </a:cxn>
                <a:cxn ang="0">
                  <a:pos x="70" y="133"/>
                </a:cxn>
                <a:cxn ang="0">
                  <a:pos x="65" y="90"/>
                </a:cxn>
                <a:cxn ang="0">
                  <a:pos x="67" y="56"/>
                </a:cxn>
                <a:cxn ang="0">
                  <a:pos x="71" y="32"/>
                </a:cxn>
                <a:cxn ang="0">
                  <a:pos x="83" y="16"/>
                </a:cxn>
                <a:cxn ang="0">
                  <a:pos x="101" y="5"/>
                </a:cxn>
                <a:cxn ang="0">
                  <a:pos x="128" y="1"/>
                </a:cxn>
                <a:cxn ang="0">
                  <a:pos x="162" y="0"/>
                </a:cxn>
                <a:cxn ang="0">
                  <a:pos x="207" y="2"/>
                </a:cxn>
                <a:cxn ang="0">
                  <a:pos x="252" y="7"/>
                </a:cxn>
                <a:cxn ang="0">
                  <a:pos x="289" y="16"/>
                </a:cxn>
                <a:cxn ang="0">
                  <a:pos x="318" y="32"/>
                </a:cxn>
                <a:cxn ang="0">
                  <a:pos x="337" y="55"/>
                </a:cxn>
                <a:cxn ang="0">
                  <a:pos x="347" y="88"/>
                </a:cxn>
                <a:cxn ang="0">
                  <a:pos x="345" y="132"/>
                </a:cxn>
                <a:cxn ang="0">
                  <a:pos x="334" y="189"/>
                </a:cxn>
                <a:cxn ang="0">
                  <a:pos x="311" y="258"/>
                </a:cxn>
                <a:cxn ang="0">
                  <a:pos x="297" y="295"/>
                </a:cxn>
                <a:cxn ang="0">
                  <a:pos x="284" y="327"/>
                </a:cxn>
                <a:cxn ang="0">
                  <a:pos x="273" y="356"/>
                </a:cxn>
                <a:cxn ang="0">
                  <a:pos x="261" y="381"/>
                </a:cxn>
                <a:cxn ang="0">
                  <a:pos x="251" y="403"/>
                </a:cxn>
                <a:cxn ang="0">
                  <a:pos x="241" y="421"/>
                </a:cxn>
                <a:cxn ang="0">
                  <a:pos x="230" y="438"/>
                </a:cxn>
                <a:cxn ang="0">
                  <a:pos x="220" y="451"/>
                </a:cxn>
                <a:cxn ang="0">
                  <a:pos x="210" y="463"/>
                </a:cxn>
                <a:cxn ang="0">
                  <a:pos x="199" y="472"/>
                </a:cxn>
                <a:cxn ang="0">
                  <a:pos x="189" y="479"/>
                </a:cxn>
                <a:cxn ang="0">
                  <a:pos x="177" y="484"/>
                </a:cxn>
                <a:cxn ang="0">
                  <a:pos x="165" y="488"/>
                </a:cxn>
                <a:cxn ang="0">
                  <a:pos x="152" y="491"/>
                </a:cxn>
                <a:cxn ang="0">
                  <a:pos x="138" y="492"/>
                </a:cxn>
                <a:cxn ang="0">
                  <a:pos x="123" y="492"/>
                </a:cxn>
                <a:cxn ang="0">
                  <a:pos x="93" y="488"/>
                </a:cxn>
                <a:cxn ang="0">
                  <a:pos x="65" y="478"/>
                </a:cxn>
                <a:cxn ang="0">
                  <a:pos x="42" y="462"/>
                </a:cxn>
                <a:cxn ang="0">
                  <a:pos x="23" y="443"/>
                </a:cxn>
                <a:cxn ang="0">
                  <a:pos x="9" y="423"/>
                </a:cxn>
                <a:cxn ang="0">
                  <a:pos x="1" y="402"/>
                </a:cxn>
                <a:cxn ang="0">
                  <a:pos x="0" y="383"/>
                </a:cxn>
                <a:cxn ang="0">
                  <a:pos x="6" y="367"/>
                </a:cxn>
              </a:cxnLst>
              <a:rect l="0" t="0" r="r" b="b"/>
              <a:pathLst>
                <a:path w="347" h="492">
                  <a:moveTo>
                    <a:pt x="6" y="367"/>
                  </a:moveTo>
                  <a:lnTo>
                    <a:pt x="9" y="363"/>
                  </a:lnTo>
                  <a:lnTo>
                    <a:pt x="18" y="349"/>
                  </a:lnTo>
                  <a:lnTo>
                    <a:pt x="30" y="328"/>
                  </a:lnTo>
                  <a:lnTo>
                    <a:pt x="44" y="300"/>
                  </a:lnTo>
                  <a:lnTo>
                    <a:pt x="56" y="266"/>
                  </a:lnTo>
                  <a:lnTo>
                    <a:pt x="67" y="226"/>
                  </a:lnTo>
                  <a:lnTo>
                    <a:pt x="72" y="182"/>
                  </a:lnTo>
                  <a:lnTo>
                    <a:pt x="70" y="133"/>
                  </a:lnTo>
                  <a:lnTo>
                    <a:pt x="65" y="90"/>
                  </a:lnTo>
                  <a:lnTo>
                    <a:pt x="67" y="56"/>
                  </a:lnTo>
                  <a:lnTo>
                    <a:pt x="71" y="32"/>
                  </a:lnTo>
                  <a:lnTo>
                    <a:pt x="83" y="16"/>
                  </a:lnTo>
                  <a:lnTo>
                    <a:pt x="101" y="5"/>
                  </a:lnTo>
                  <a:lnTo>
                    <a:pt x="128" y="1"/>
                  </a:lnTo>
                  <a:lnTo>
                    <a:pt x="162" y="0"/>
                  </a:lnTo>
                  <a:lnTo>
                    <a:pt x="207" y="2"/>
                  </a:lnTo>
                  <a:lnTo>
                    <a:pt x="252" y="7"/>
                  </a:lnTo>
                  <a:lnTo>
                    <a:pt x="289" y="16"/>
                  </a:lnTo>
                  <a:lnTo>
                    <a:pt x="318" y="32"/>
                  </a:lnTo>
                  <a:lnTo>
                    <a:pt x="337" y="55"/>
                  </a:lnTo>
                  <a:lnTo>
                    <a:pt x="347" y="88"/>
                  </a:lnTo>
                  <a:lnTo>
                    <a:pt x="345" y="132"/>
                  </a:lnTo>
                  <a:lnTo>
                    <a:pt x="334" y="189"/>
                  </a:lnTo>
                  <a:lnTo>
                    <a:pt x="311" y="258"/>
                  </a:lnTo>
                  <a:lnTo>
                    <a:pt x="297" y="295"/>
                  </a:lnTo>
                  <a:lnTo>
                    <a:pt x="284" y="327"/>
                  </a:lnTo>
                  <a:lnTo>
                    <a:pt x="273" y="356"/>
                  </a:lnTo>
                  <a:lnTo>
                    <a:pt x="261" y="381"/>
                  </a:lnTo>
                  <a:lnTo>
                    <a:pt x="251" y="403"/>
                  </a:lnTo>
                  <a:lnTo>
                    <a:pt x="241" y="421"/>
                  </a:lnTo>
                  <a:lnTo>
                    <a:pt x="230" y="438"/>
                  </a:lnTo>
                  <a:lnTo>
                    <a:pt x="220" y="451"/>
                  </a:lnTo>
                  <a:lnTo>
                    <a:pt x="210" y="463"/>
                  </a:lnTo>
                  <a:lnTo>
                    <a:pt x="199" y="472"/>
                  </a:lnTo>
                  <a:lnTo>
                    <a:pt x="189" y="479"/>
                  </a:lnTo>
                  <a:lnTo>
                    <a:pt x="177" y="484"/>
                  </a:lnTo>
                  <a:lnTo>
                    <a:pt x="165" y="488"/>
                  </a:lnTo>
                  <a:lnTo>
                    <a:pt x="152" y="491"/>
                  </a:lnTo>
                  <a:lnTo>
                    <a:pt x="138" y="492"/>
                  </a:lnTo>
                  <a:lnTo>
                    <a:pt x="123" y="492"/>
                  </a:lnTo>
                  <a:lnTo>
                    <a:pt x="93" y="488"/>
                  </a:lnTo>
                  <a:lnTo>
                    <a:pt x="65" y="478"/>
                  </a:lnTo>
                  <a:lnTo>
                    <a:pt x="42" y="462"/>
                  </a:lnTo>
                  <a:lnTo>
                    <a:pt x="23" y="443"/>
                  </a:lnTo>
                  <a:lnTo>
                    <a:pt x="9" y="423"/>
                  </a:lnTo>
                  <a:lnTo>
                    <a:pt x="1" y="402"/>
                  </a:lnTo>
                  <a:lnTo>
                    <a:pt x="0" y="383"/>
                  </a:lnTo>
                  <a:lnTo>
                    <a:pt x="6" y="367"/>
                  </a:lnTo>
                  <a:close/>
                </a:path>
              </a:pathLst>
            </a:custGeom>
            <a:solidFill>
              <a:srgbClr val="F9D3C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0" name="Freeform 48"/>
            <p:cNvSpPr>
              <a:spLocks/>
            </p:cNvSpPr>
            <p:nvPr/>
          </p:nvSpPr>
          <p:spPr bwMode="gray">
            <a:xfrm>
              <a:off x="1391" y="2283"/>
              <a:ext cx="159" cy="237"/>
            </a:xfrm>
            <a:custGeom>
              <a:avLst/>
              <a:gdLst/>
              <a:ahLst/>
              <a:cxnLst>
                <a:cxn ang="0">
                  <a:pos x="6" y="354"/>
                </a:cxn>
                <a:cxn ang="0">
                  <a:pos x="10" y="349"/>
                </a:cxn>
                <a:cxn ang="0">
                  <a:pos x="18" y="336"/>
                </a:cxn>
                <a:cxn ang="0">
                  <a:pos x="29" y="316"/>
                </a:cxn>
                <a:cxn ang="0">
                  <a:pos x="42" y="289"/>
                </a:cxn>
                <a:cxn ang="0">
                  <a:pos x="53" y="256"/>
                </a:cxn>
                <a:cxn ang="0">
                  <a:pos x="63" y="218"/>
                </a:cxn>
                <a:cxn ang="0">
                  <a:pos x="67" y="175"/>
                </a:cxn>
                <a:cxn ang="0">
                  <a:pos x="66" y="129"/>
                </a:cxn>
                <a:cxn ang="0">
                  <a:pos x="63" y="86"/>
                </a:cxn>
                <a:cxn ang="0">
                  <a:pos x="63" y="55"/>
                </a:cxn>
                <a:cxn ang="0">
                  <a:pos x="67" y="31"/>
                </a:cxn>
                <a:cxn ang="0">
                  <a:pos x="78" y="15"/>
                </a:cxn>
                <a:cxn ang="0">
                  <a:pos x="95" y="6"/>
                </a:cxn>
                <a:cxn ang="0">
                  <a:pos x="119" y="1"/>
                </a:cxn>
                <a:cxn ang="0">
                  <a:pos x="151" y="0"/>
                </a:cxn>
                <a:cxn ang="0">
                  <a:pos x="192" y="2"/>
                </a:cxn>
                <a:cxn ang="0">
                  <a:pos x="234" y="7"/>
                </a:cxn>
                <a:cxn ang="0">
                  <a:pos x="268" y="16"/>
                </a:cxn>
                <a:cxn ang="0">
                  <a:pos x="294" y="31"/>
                </a:cxn>
                <a:cxn ang="0">
                  <a:pos x="312" y="54"/>
                </a:cxn>
                <a:cxn ang="0">
                  <a:pos x="320" y="86"/>
                </a:cxn>
                <a:cxn ang="0">
                  <a:pos x="320" y="128"/>
                </a:cxn>
                <a:cxn ang="0">
                  <a:pos x="308" y="182"/>
                </a:cxn>
                <a:cxn ang="0">
                  <a:pos x="287" y="249"/>
                </a:cxn>
                <a:cxn ang="0">
                  <a:pos x="263" y="315"/>
                </a:cxn>
                <a:cxn ang="0">
                  <a:pos x="241" y="368"/>
                </a:cxn>
                <a:cxn ang="0">
                  <a:pos x="222" y="407"/>
                </a:cxn>
                <a:cxn ang="0">
                  <a:pos x="203" y="436"/>
                </a:cxn>
                <a:cxn ang="0">
                  <a:pos x="185" y="454"/>
                </a:cxn>
                <a:cxn ang="0">
                  <a:pos x="165" y="467"/>
                </a:cxn>
                <a:cxn ang="0">
                  <a:pos x="142" y="472"/>
                </a:cxn>
                <a:cxn ang="0">
                  <a:pos x="116" y="474"/>
                </a:cxn>
                <a:cxn ang="0">
                  <a:pos x="88" y="470"/>
                </a:cxn>
                <a:cxn ang="0">
                  <a:pos x="63" y="460"/>
                </a:cxn>
                <a:cxn ang="0">
                  <a:pos x="41" y="445"/>
                </a:cxn>
                <a:cxn ang="0">
                  <a:pos x="22" y="427"/>
                </a:cxn>
                <a:cxn ang="0">
                  <a:pos x="10" y="408"/>
                </a:cxn>
                <a:cxn ang="0">
                  <a:pos x="2" y="387"/>
                </a:cxn>
                <a:cxn ang="0">
                  <a:pos x="0" y="369"/>
                </a:cxn>
                <a:cxn ang="0">
                  <a:pos x="6" y="354"/>
                </a:cxn>
              </a:cxnLst>
              <a:rect l="0" t="0" r="r" b="b"/>
              <a:pathLst>
                <a:path w="320" h="474">
                  <a:moveTo>
                    <a:pt x="6" y="354"/>
                  </a:moveTo>
                  <a:lnTo>
                    <a:pt x="10" y="349"/>
                  </a:lnTo>
                  <a:lnTo>
                    <a:pt x="18" y="336"/>
                  </a:lnTo>
                  <a:lnTo>
                    <a:pt x="29" y="316"/>
                  </a:lnTo>
                  <a:lnTo>
                    <a:pt x="42" y="289"/>
                  </a:lnTo>
                  <a:lnTo>
                    <a:pt x="53" y="256"/>
                  </a:lnTo>
                  <a:lnTo>
                    <a:pt x="63" y="218"/>
                  </a:lnTo>
                  <a:lnTo>
                    <a:pt x="67" y="175"/>
                  </a:lnTo>
                  <a:lnTo>
                    <a:pt x="66" y="129"/>
                  </a:lnTo>
                  <a:lnTo>
                    <a:pt x="63" y="86"/>
                  </a:lnTo>
                  <a:lnTo>
                    <a:pt x="63" y="55"/>
                  </a:lnTo>
                  <a:lnTo>
                    <a:pt x="67" y="31"/>
                  </a:lnTo>
                  <a:lnTo>
                    <a:pt x="78" y="15"/>
                  </a:lnTo>
                  <a:lnTo>
                    <a:pt x="95" y="6"/>
                  </a:lnTo>
                  <a:lnTo>
                    <a:pt x="119" y="1"/>
                  </a:lnTo>
                  <a:lnTo>
                    <a:pt x="151" y="0"/>
                  </a:lnTo>
                  <a:lnTo>
                    <a:pt x="192" y="2"/>
                  </a:lnTo>
                  <a:lnTo>
                    <a:pt x="234" y="7"/>
                  </a:lnTo>
                  <a:lnTo>
                    <a:pt x="268" y="16"/>
                  </a:lnTo>
                  <a:lnTo>
                    <a:pt x="294" y="31"/>
                  </a:lnTo>
                  <a:lnTo>
                    <a:pt x="312" y="54"/>
                  </a:lnTo>
                  <a:lnTo>
                    <a:pt x="320" y="86"/>
                  </a:lnTo>
                  <a:lnTo>
                    <a:pt x="320" y="128"/>
                  </a:lnTo>
                  <a:lnTo>
                    <a:pt x="308" y="182"/>
                  </a:lnTo>
                  <a:lnTo>
                    <a:pt x="287" y="249"/>
                  </a:lnTo>
                  <a:lnTo>
                    <a:pt x="263" y="315"/>
                  </a:lnTo>
                  <a:lnTo>
                    <a:pt x="241" y="368"/>
                  </a:lnTo>
                  <a:lnTo>
                    <a:pt x="222" y="407"/>
                  </a:lnTo>
                  <a:lnTo>
                    <a:pt x="203" y="436"/>
                  </a:lnTo>
                  <a:lnTo>
                    <a:pt x="185" y="454"/>
                  </a:lnTo>
                  <a:lnTo>
                    <a:pt x="165" y="467"/>
                  </a:lnTo>
                  <a:lnTo>
                    <a:pt x="142" y="472"/>
                  </a:lnTo>
                  <a:lnTo>
                    <a:pt x="116" y="474"/>
                  </a:lnTo>
                  <a:lnTo>
                    <a:pt x="88" y="470"/>
                  </a:lnTo>
                  <a:lnTo>
                    <a:pt x="63" y="460"/>
                  </a:lnTo>
                  <a:lnTo>
                    <a:pt x="41" y="445"/>
                  </a:lnTo>
                  <a:lnTo>
                    <a:pt x="22" y="427"/>
                  </a:lnTo>
                  <a:lnTo>
                    <a:pt x="10" y="408"/>
                  </a:lnTo>
                  <a:lnTo>
                    <a:pt x="2" y="387"/>
                  </a:lnTo>
                  <a:lnTo>
                    <a:pt x="0" y="369"/>
                  </a:lnTo>
                  <a:lnTo>
                    <a:pt x="6" y="354"/>
                  </a:lnTo>
                  <a:close/>
                </a:path>
              </a:pathLst>
            </a:custGeom>
            <a:solidFill>
              <a:srgbClr val="F9CC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1" name="Freeform 49"/>
            <p:cNvSpPr>
              <a:spLocks/>
            </p:cNvSpPr>
            <p:nvPr/>
          </p:nvSpPr>
          <p:spPr bwMode="gray">
            <a:xfrm>
              <a:off x="1398" y="2288"/>
              <a:ext cx="146" cy="227"/>
            </a:xfrm>
            <a:custGeom>
              <a:avLst/>
              <a:gdLst/>
              <a:ahLst/>
              <a:cxnLst>
                <a:cxn ang="0">
                  <a:pos x="6" y="341"/>
                </a:cxn>
                <a:cxn ang="0">
                  <a:pos x="8" y="337"/>
                </a:cxn>
                <a:cxn ang="0">
                  <a:pos x="16" y="325"/>
                </a:cxn>
                <a:cxn ang="0">
                  <a:pos x="27" y="304"/>
                </a:cxn>
                <a:cxn ang="0">
                  <a:pos x="38" y="279"/>
                </a:cxn>
                <a:cxn ang="0">
                  <a:pos x="49" y="247"/>
                </a:cxn>
                <a:cxn ang="0">
                  <a:pos x="57" y="210"/>
                </a:cxn>
                <a:cxn ang="0">
                  <a:pos x="61" y="170"/>
                </a:cxn>
                <a:cxn ang="0">
                  <a:pos x="60" y="125"/>
                </a:cxn>
                <a:cxn ang="0">
                  <a:pos x="57" y="84"/>
                </a:cxn>
                <a:cxn ang="0">
                  <a:pos x="57" y="53"/>
                </a:cxn>
                <a:cxn ang="0">
                  <a:pos x="61" y="30"/>
                </a:cxn>
                <a:cxn ang="0">
                  <a:pos x="71" y="15"/>
                </a:cxn>
                <a:cxn ang="0">
                  <a:pos x="87" y="6"/>
                </a:cxn>
                <a:cxn ang="0">
                  <a:pos x="109" y="1"/>
                </a:cxn>
                <a:cxn ang="0">
                  <a:pos x="137" y="0"/>
                </a:cxn>
                <a:cxn ang="0">
                  <a:pos x="175" y="2"/>
                </a:cxn>
                <a:cxn ang="0">
                  <a:pos x="213" y="7"/>
                </a:cxn>
                <a:cxn ang="0">
                  <a:pos x="245" y="15"/>
                </a:cxn>
                <a:cxn ang="0">
                  <a:pos x="269" y="30"/>
                </a:cxn>
                <a:cxn ang="0">
                  <a:pos x="285" y="52"/>
                </a:cxn>
                <a:cxn ang="0">
                  <a:pos x="293" y="83"/>
                </a:cxn>
                <a:cxn ang="0">
                  <a:pos x="292" y="123"/>
                </a:cxn>
                <a:cxn ang="0">
                  <a:pos x="283" y="174"/>
                </a:cxn>
                <a:cxn ang="0">
                  <a:pos x="263" y="239"/>
                </a:cxn>
                <a:cxn ang="0">
                  <a:pos x="241" y="302"/>
                </a:cxn>
                <a:cxn ang="0">
                  <a:pos x="222" y="353"/>
                </a:cxn>
                <a:cxn ang="0">
                  <a:pos x="203" y="391"/>
                </a:cxn>
                <a:cxn ang="0">
                  <a:pos x="186" y="418"/>
                </a:cxn>
                <a:cxn ang="0">
                  <a:pos x="169" y="437"/>
                </a:cxn>
                <a:cxn ang="0">
                  <a:pos x="150" y="448"/>
                </a:cxn>
                <a:cxn ang="0">
                  <a:pos x="129" y="454"/>
                </a:cxn>
                <a:cxn ang="0">
                  <a:pos x="105" y="455"/>
                </a:cxn>
                <a:cxn ang="0">
                  <a:pos x="80" y="452"/>
                </a:cxn>
                <a:cxn ang="0">
                  <a:pos x="57" y="443"/>
                </a:cxn>
                <a:cxn ang="0">
                  <a:pos x="36" y="428"/>
                </a:cxn>
                <a:cxn ang="0">
                  <a:pos x="20" y="410"/>
                </a:cxn>
                <a:cxn ang="0">
                  <a:pos x="8" y="392"/>
                </a:cxn>
                <a:cxn ang="0">
                  <a:pos x="1" y="374"/>
                </a:cxn>
                <a:cxn ang="0">
                  <a:pos x="0" y="356"/>
                </a:cxn>
                <a:cxn ang="0">
                  <a:pos x="6" y="341"/>
                </a:cxn>
              </a:cxnLst>
              <a:rect l="0" t="0" r="r" b="b"/>
              <a:pathLst>
                <a:path w="293" h="455">
                  <a:moveTo>
                    <a:pt x="6" y="341"/>
                  </a:moveTo>
                  <a:lnTo>
                    <a:pt x="8" y="337"/>
                  </a:lnTo>
                  <a:lnTo>
                    <a:pt x="16" y="325"/>
                  </a:lnTo>
                  <a:lnTo>
                    <a:pt x="27" y="304"/>
                  </a:lnTo>
                  <a:lnTo>
                    <a:pt x="38" y="279"/>
                  </a:lnTo>
                  <a:lnTo>
                    <a:pt x="49" y="247"/>
                  </a:lnTo>
                  <a:lnTo>
                    <a:pt x="57" y="210"/>
                  </a:lnTo>
                  <a:lnTo>
                    <a:pt x="61" y="170"/>
                  </a:lnTo>
                  <a:lnTo>
                    <a:pt x="60" y="125"/>
                  </a:lnTo>
                  <a:lnTo>
                    <a:pt x="57" y="84"/>
                  </a:lnTo>
                  <a:lnTo>
                    <a:pt x="57" y="53"/>
                  </a:lnTo>
                  <a:lnTo>
                    <a:pt x="61" y="30"/>
                  </a:lnTo>
                  <a:lnTo>
                    <a:pt x="71" y="15"/>
                  </a:lnTo>
                  <a:lnTo>
                    <a:pt x="87" y="6"/>
                  </a:lnTo>
                  <a:lnTo>
                    <a:pt x="109" y="1"/>
                  </a:lnTo>
                  <a:lnTo>
                    <a:pt x="137" y="0"/>
                  </a:lnTo>
                  <a:lnTo>
                    <a:pt x="175" y="2"/>
                  </a:lnTo>
                  <a:lnTo>
                    <a:pt x="213" y="7"/>
                  </a:lnTo>
                  <a:lnTo>
                    <a:pt x="245" y="15"/>
                  </a:lnTo>
                  <a:lnTo>
                    <a:pt x="269" y="30"/>
                  </a:lnTo>
                  <a:lnTo>
                    <a:pt x="285" y="52"/>
                  </a:lnTo>
                  <a:lnTo>
                    <a:pt x="293" y="83"/>
                  </a:lnTo>
                  <a:lnTo>
                    <a:pt x="292" y="123"/>
                  </a:lnTo>
                  <a:lnTo>
                    <a:pt x="283" y="174"/>
                  </a:lnTo>
                  <a:lnTo>
                    <a:pt x="263" y="239"/>
                  </a:lnTo>
                  <a:lnTo>
                    <a:pt x="241" y="302"/>
                  </a:lnTo>
                  <a:lnTo>
                    <a:pt x="222" y="353"/>
                  </a:lnTo>
                  <a:lnTo>
                    <a:pt x="203" y="391"/>
                  </a:lnTo>
                  <a:lnTo>
                    <a:pt x="186" y="418"/>
                  </a:lnTo>
                  <a:lnTo>
                    <a:pt x="169" y="437"/>
                  </a:lnTo>
                  <a:lnTo>
                    <a:pt x="150" y="448"/>
                  </a:lnTo>
                  <a:lnTo>
                    <a:pt x="129" y="454"/>
                  </a:lnTo>
                  <a:lnTo>
                    <a:pt x="105" y="455"/>
                  </a:lnTo>
                  <a:lnTo>
                    <a:pt x="80" y="452"/>
                  </a:lnTo>
                  <a:lnTo>
                    <a:pt x="57" y="443"/>
                  </a:lnTo>
                  <a:lnTo>
                    <a:pt x="36" y="428"/>
                  </a:lnTo>
                  <a:lnTo>
                    <a:pt x="20" y="410"/>
                  </a:lnTo>
                  <a:lnTo>
                    <a:pt x="8" y="392"/>
                  </a:lnTo>
                  <a:lnTo>
                    <a:pt x="1" y="374"/>
                  </a:lnTo>
                  <a:lnTo>
                    <a:pt x="0" y="356"/>
                  </a:lnTo>
                  <a:lnTo>
                    <a:pt x="6" y="341"/>
                  </a:lnTo>
                  <a:close/>
                </a:path>
              </a:pathLst>
            </a:custGeom>
            <a:solidFill>
              <a:srgbClr val="F9C6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2" name="Freeform 50"/>
            <p:cNvSpPr>
              <a:spLocks/>
            </p:cNvSpPr>
            <p:nvPr/>
          </p:nvSpPr>
          <p:spPr bwMode="gray">
            <a:xfrm>
              <a:off x="1351" y="2940"/>
              <a:ext cx="587" cy="206"/>
            </a:xfrm>
            <a:custGeom>
              <a:avLst/>
              <a:gdLst/>
              <a:ahLst/>
              <a:cxnLst>
                <a:cxn ang="0">
                  <a:pos x="103" y="176"/>
                </a:cxn>
                <a:cxn ang="0">
                  <a:pos x="86" y="189"/>
                </a:cxn>
                <a:cxn ang="0">
                  <a:pos x="60" y="211"/>
                </a:cxn>
                <a:cxn ang="0">
                  <a:pos x="32" y="240"/>
                </a:cxn>
                <a:cxn ang="0">
                  <a:pos x="9" y="272"/>
                </a:cxn>
                <a:cxn ang="0">
                  <a:pos x="0" y="306"/>
                </a:cxn>
                <a:cxn ang="0">
                  <a:pos x="9" y="340"/>
                </a:cxn>
                <a:cxn ang="0">
                  <a:pos x="45" y="370"/>
                </a:cxn>
                <a:cxn ang="0">
                  <a:pos x="94" y="388"/>
                </a:cxn>
                <a:cxn ang="0">
                  <a:pos x="132" y="397"/>
                </a:cxn>
                <a:cxn ang="0">
                  <a:pos x="175" y="404"/>
                </a:cxn>
                <a:cxn ang="0">
                  <a:pos x="220" y="408"/>
                </a:cxn>
                <a:cxn ang="0">
                  <a:pos x="268" y="410"/>
                </a:cxn>
                <a:cxn ang="0">
                  <a:pos x="318" y="410"/>
                </a:cxn>
                <a:cxn ang="0">
                  <a:pos x="370" y="408"/>
                </a:cxn>
                <a:cxn ang="0">
                  <a:pos x="423" y="403"/>
                </a:cxn>
                <a:cxn ang="0">
                  <a:pos x="476" y="396"/>
                </a:cxn>
                <a:cxn ang="0">
                  <a:pos x="531" y="388"/>
                </a:cxn>
                <a:cxn ang="0">
                  <a:pos x="585" y="377"/>
                </a:cxn>
                <a:cxn ang="0">
                  <a:pos x="639" y="365"/>
                </a:cxn>
                <a:cxn ang="0">
                  <a:pos x="694" y="350"/>
                </a:cxn>
                <a:cxn ang="0">
                  <a:pos x="747" y="334"/>
                </a:cxn>
                <a:cxn ang="0">
                  <a:pos x="797" y="316"/>
                </a:cxn>
                <a:cxn ang="0">
                  <a:pos x="847" y="296"/>
                </a:cxn>
                <a:cxn ang="0">
                  <a:pos x="956" y="244"/>
                </a:cxn>
                <a:cxn ang="0">
                  <a:pos x="1080" y="172"/>
                </a:cxn>
                <a:cxn ang="0">
                  <a:pos x="1149" y="109"/>
                </a:cxn>
                <a:cxn ang="0">
                  <a:pos x="1174" y="61"/>
                </a:cxn>
                <a:cxn ang="0">
                  <a:pos x="1165" y="25"/>
                </a:cxn>
                <a:cxn ang="0">
                  <a:pos x="1131" y="4"/>
                </a:cxn>
                <a:cxn ang="0">
                  <a:pos x="1085" y="0"/>
                </a:cxn>
                <a:cxn ang="0">
                  <a:pos x="1035" y="10"/>
                </a:cxn>
                <a:cxn ang="0">
                  <a:pos x="987" y="36"/>
                </a:cxn>
                <a:cxn ang="0">
                  <a:pos x="939" y="65"/>
                </a:cxn>
                <a:cxn ang="0">
                  <a:pos x="887" y="94"/>
                </a:cxn>
                <a:cxn ang="0">
                  <a:pos x="833" y="122"/>
                </a:cxn>
                <a:cxn ang="0">
                  <a:pos x="775" y="145"/>
                </a:cxn>
                <a:cxn ang="0">
                  <a:pos x="714" y="162"/>
                </a:cxn>
                <a:cxn ang="0">
                  <a:pos x="650" y="170"/>
                </a:cxn>
                <a:cxn ang="0">
                  <a:pos x="582" y="169"/>
                </a:cxn>
                <a:cxn ang="0">
                  <a:pos x="513" y="157"/>
                </a:cxn>
                <a:cxn ang="0">
                  <a:pos x="445" y="146"/>
                </a:cxn>
                <a:cxn ang="0">
                  <a:pos x="381" y="139"/>
                </a:cxn>
                <a:cxn ang="0">
                  <a:pos x="321" y="136"/>
                </a:cxn>
                <a:cxn ang="0">
                  <a:pos x="265" y="136"/>
                </a:cxn>
                <a:cxn ang="0">
                  <a:pos x="213" y="140"/>
                </a:cxn>
                <a:cxn ang="0">
                  <a:pos x="166" y="151"/>
                </a:cxn>
                <a:cxn ang="0">
                  <a:pos x="124" y="166"/>
                </a:cxn>
              </a:cxnLst>
              <a:rect l="0" t="0" r="r" b="b"/>
              <a:pathLst>
                <a:path w="1174" h="410">
                  <a:moveTo>
                    <a:pt x="105" y="175"/>
                  </a:moveTo>
                  <a:lnTo>
                    <a:pt x="103" y="176"/>
                  </a:lnTo>
                  <a:lnTo>
                    <a:pt x="96" y="182"/>
                  </a:lnTo>
                  <a:lnTo>
                    <a:pt x="86" y="189"/>
                  </a:lnTo>
                  <a:lnTo>
                    <a:pt x="74" y="199"/>
                  </a:lnTo>
                  <a:lnTo>
                    <a:pt x="60" y="211"/>
                  </a:lnTo>
                  <a:lnTo>
                    <a:pt x="46" y="225"/>
                  </a:lnTo>
                  <a:lnTo>
                    <a:pt x="32" y="240"/>
                  </a:lnTo>
                  <a:lnTo>
                    <a:pt x="20" y="256"/>
                  </a:lnTo>
                  <a:lnTo>
                    <a:pt x="9" y="272"/>
                  </a:lnTo>
                  <a:lnTo>
                    <a:pt x="2" y="289"/>
                  </a:lnTo>
                  <a:lnTo>
                    <a:pt x="0" y="306"/>
                  </a:lnTo>
                  <a:lnTo>
                    <a:pt x="1" y="324"/>
                  </a:lnTo>
                  <a:lnTo>
                    <a:pt x="9" y="340"/>
                  </a:lnTo>
                  <a:lnTo>
                    <a:pt x="23" y="356"/>
                  </a:lnTo>
                  <a:lnTo>
                    <a:pt x="45" y="370"/>
                  </a:lnTo>
                  <a:lnTo>
                    <a:pt x="76" y="382"/>
                  </a:lnTo>
                  <a:lnTo>
                    <a:pt x="94" y="388"/>
                  </a:lnTo>
                  <a:lnTo>
                    <a:pt x="113" y="393"/>
                  </a:lnTo>
                  <a:lnTo>
                    <a:pt x="132" y="397"/>
                  </a:lnTo>
                  <a:lnTo>
                    <a:pt x="153" y="401"/>
                  </a:lnTo>
                  <a:lnTo>
                    <a:pt x="175" y="404"/>
                  </a:lnTo>
                  <a:lnTo>
                    <a:pt x="197" y="407"/>
                  </a:lnTo>
                  <a:lnTo>
                    <a:pt x="220" y="408"/>
                  </a:lnTo>
                  <a:lnTo>
                    <a:pt x="244" y="410"/>
                  </a:lnTo>
                  <a:lnTo>
                    <a:pt x="268" y="410"/>
                  </a:lnTo>
                  <a:lnTo>
                    <a:pt x="293" y="410"/>
                  </a:lnTo>
                  <a:lnTo>
                    <a:pt x="318" y="410"/>
                  </a:lnTo>
                  <a:lnTo>
                    <a:pt x="343" y="409"/>
                  </a:lnTo>
                  <a:lnTo>
                    <a:pt x="370" y="408"/>
                  </a:lnTo>
                  <a:lnTo>
                    <a:pt x="396" y="405"/>
                  </a:lnTo>
                  <a:lnTo>
                    <a:pt x="423" y="403"/>
                  </a:lnTo>
                  <a:lnTo>
                    <a:pt x="449" y="400"/>
                  </a:lnTo>
                  <a:lnTo>
                    <a:pt x="476" y="396"/>
                  </a:lnTo>
                  <a:lnTo>
                    <a:pt x="504" y="393"/>
                  </a:lnTo>
                  <a:lnTo>
                    <a:pt x="531" y="388"/>
                  </a:lnTo>
                  <a:lnTo>
                    <a:pt x="558" y="382"/>
                  </a:lnTo>
                  <a:lnTo>
                    <a:pt x="585" y="377"/>
                  </a:lnTo>
                  <a:lnTo>
                    <a:pt x="613" y="371"/>
                  </a:lnTo>
                  <a:lnTo>
                    <a:pt x="639" y="365"/>
                  </a:lnTo>
                  <a:lnTo>
                    <a:pt x="667" y="357"/>
                  </a:lnTo>
                  <a:lnTo>
                    <a:pt x="694" y="350"/>
                  </a:lnTo>
                  <a:lnTo>
                    <a:pt x="720" y="342"/>
                  </a:lnTo>
                  <a:lnTo>
                    <a:pt x="747" y="334"/>
                  </a:lnTo>
                  <a:lnTo>
                    <a:pt x="772" y="325"/>
                  </a:lnTo>
                  <a:lnTo>
                    <a:pt x="797" y="316"/>
                  </a:lnTo>
                  <a:lnTo>
                    <a:pt x="823" y="306"/>
                  </a:lnTo>
                  <a:lnTo>
                    <a:pt x="847" y="296"/>
                  </a:lnTo>
                  <a:lnTo>
                    <a:pt x="871" y="286"/>
                  </a:lnTo>
                  <a:lnTo>
                    <a:pt x="956" y="244"/>
                  </a:lnTo>
                  <a:lnTo>
                    <a:pt x="1025" y="206"/>
                  </a:lnTo>
                  <a:lnTo>
                    <a:pt x="1080" y="172"/>
                  </a:lnTo>
                  <a:lnTo>
                    <a:pt x="1120" y="139"/>
                  </a:lnTo>
                  <a:lnTo>
                    <a:pt x="1149" y="109"/>
                  </a:lnTo>
                  <a:lnTo>
                    <a:pt x="1166" y="84"/>
                  </a:lnTo>
                  <a:lnTo>
                    <a:pt x="1174" y="61"/>
                  </a:lnTo>
                  <a:lnTo>
                    <a:pt x="1173" y="41"/>
                  </a:lnTo>
                  <a:lnTo>
                    <a:pt x="1165" y="25"/>
                  </a:lnTo>
                  <a:lnTo>
                    <a:pt x="1151" y="14"/>
                  </a:lnTo>
                  <a:lnTo>
                    <a:pt x="1131" y="4"/>
                  </a:lnTo>
                  <a:lnTo>
                    <a:pt x="1110" y="0"/>
                  </a:lnTo>
                  <a:lnTo>
                    <a:pt x="1085" y="0"/>
                  </a:lnTo>
                  <a:lnTo>
                    <a:pt x="1059" y="2"/>
                  </a:lnTo>
                  <a:lnTo>
                    <a:pt x="1035" y="10"/>
                  </a:lnTo>
                  <a:lnTo>
                    <a:pt x="1011" y="22"/>
                  </a:lnTo>
                  <a:lnTo>
                    <a:pt x="987" y="36"/>
                  </a:lnTo>
                  <a:lnTo>
                    <a:pt x="963" y="51"/>
                  </a:lnTo>
                  <a:lnTo>
                    <a:pt x="939" y="65"/>
                  </a:lnTo>
                  <a:lnTo>
                    <a:pt x="914" y="80"/>
                  </a:lnTo>
                  <a:lnTo>
                    <a:pt x="887" y="94"/>
                  </a:lnTo>
                  <a:lnTo>
                    <a:pt x="861" y="108"/>
                  </a:lnTo>
                  <a:lnTo>
                    <a:pt x="833" y="122"/>
                  </a:lnTo>
                  <a:lnTo>
                    <a:pt x="804" y="133"/>
                  </a:lnTo>
                  <a:lnTo>
                    <a:pt x="775" y="145"/>
                  </a:lnTo>
                  <a:lnTo>
                    <a:pt x="745" y="154"/>
                  </a:lnTo>
                  <a:lnTo>
                    <a:pt x="714" y="162"/>
                  </a:lnTo>
                  <a:lnTo>
                    <a:pt x="682" y="167"/>
                  </a:lnTo>
                  <a:lnTo>
                    <a:pt x="650" y="170"/>
                  </a:lnTo>
                  <a:lnTo>
                    <a:pt x="616" y="172"/>
                  </a:lnTo>
                  <a:lnTo>
                    <a:pt x="582" y="169"/>
                  </a:lnTo>
                  <a:lnTo>
                    <a:pt x="547" y="163"/>
                  </a:lnTo>
                  <a:lnTo>
                    <a:pt x="513" y="157"/>
                  </a:lnTo>
                  <a:lnTo>
                    <a:pt x="478" y="152"/>
                  </a:lnTo>
                  <a:lnTo>
                    <a:pt x="445" y="146"/>
                  </a:lnTo>
                  <a:lnTo>
                    <a:pt x="412" y="143"/>
                  </a:lnTo>
                  <a:lnTo>
                    <a:pt x="381" y="139"/>
                  </a:lnTo>
                  <a:lnTo>
                    <a:pt x="350" y="137"/>
                  </a:lnTo>
                  <a:lnTo>
                    <a:pt x="321" y="136"/>
                  </a:lnTo>
                  <a:lnTo>
                    <a:pt x="293" y="135"/>
                  </a:lnTo>
                  <a:lnTo>
                    <a:pt x="265" y="136"/>
                  </a:lnTo>
                  <a:lnTo>
                    <a:pt x="238" y="138"/>
                  </a:lnTo>
                  <a:lnTo>
                    <a:pt x="213" y="140"/>
                  </a:lnTo>
                  <a:lnTo>
                    <a:pt x="189" y="145"/>
                  </a:lnTo>
                  <a:lnTo>
                    <a:pt x="166" y="151"/>
                  </a:lnTo>
                  <a:lnTo>
                    <a:pt x="144" y="158"/>
                  </a:lnTo>
                  <a:lnTo>
                    <a:pt x="124" y="166"/>
                  </a:lnTo>
                  <a:lnTo>
                    <a:pt x="105" y="17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3" name="Freeform 51"/>
            <p:cNvSpPr>
              <a:spLocks/>
            </p:cNvSpPr>
            <p:nvPr/>
          </p:nvSpPr>
          <p:spPr bwMode="gray">
            <a:xfrm>
              <a:off x="1357" y="2949"/>
              <a:ext cx="567" cy="191"/>
            </a:xfrm>
            <a:custGeom>
              <a:avLst/>
              <a:gdLst/>
              <a:ahLst/>
              <a:cxnLst>
                <a:cxn ang="0">
                  <a:pos x="99" y="164"/>
                </a:cxn>
                <a:cxn ang="0">
                  <a:pos x="82" y="175"/>
                </a:cxn>
                <a:cxn ang="0">
                  <a:pos x="58" y="196"/>
                </a:cxn>
                <a:cxn ang="0">
                  <a:pos x="32" y="223"/>
                </a:cxn>
                <a:cxn ang="0">
                  <a:pos x="10" y="252"/>
                </a:cxn>
                <a:cxn ang="0">
                  <a:pos x="0" y="285"/>
                </a:cxn>
                <a:cxn ang="0">
                  <a:pos x="9" y="317"/>
                </a:cxn>
                <a:cxn ang="0">
                  <a:pos x="43" y="345"/>
                </a:cxn>
                <a:cxn ang="0">
                  <a:pos x="91" y="361"/>
                </a:cxn>
                <a:cxn ang="0">
                  <a:pos x="129" y="370"/>
                </a:cxn>
                <a:cxn ang="0">
                  <a:pos x="169" y="376"/>
                </a:cxn>
                <a:cxn ang="0">
                  <a:pos x="213" y="380"/>
                </a:cxn>
                <a:cxn ang="0">
                  <a:pos x="259" y="383"/>
                </a:cxn>
                <a:cxn ang="0">
                  <a:pos x="307" y="383"/>
                </a:cxn>
                <a:cxn ang="0">
                  <a:pos x="358" y="380"/>
                </a:cxn>
                <a:cxn ang="0">
                  <a:pos x="409" y="376"/>
                </a:cxn>
                <a:cxn ang="0">
                  <a:pos x="460" y="370"/>
                </a:cxn>
                <a:cxn ang="0">
                  <a:pos x="513" y="362"/>
                </a:cxn>
                <a:cxn ang="0">
                  <a:pos x="566" y="353"/>
                </a:cxn>
                <a:cxn ang="0">
                  <a:pos x="618" y="340"/>
                </a:cxn>
                <a:cxn ang="0">
                  <a:pos x="670" y="327"/>
                </a:cxn>
                <a:cxn ang="0">
                  <a:pos x="722" y="312"/>
                </a:cxn>
                <a:cxn ang="0">
                  <a:pos x="772" y="295"/>
                </a:cxn>
                <a:cxn ang="0">
                  <a:pos x="819" y="277"/>
                </a:cxn>
                <a:cxn ang="0">
                  <a:pos x="924" y="229"/>
                </a:cxn>
                <a:cxn ang="0">
                  <a:pos x="1043" y="161"/>
                </a:cxn>
                <a:cxn ang="0">
                  <a:pos x="1109" y="104"/>
                </a:cxn>
                <a:cxn ang="0">
                  <a:pos x="1133" y="58"/>
                </a:cxn>
                <a:cxn ang="0">
                  <a:pos x="1125" y="25"/>
                </a:cxn>
                <a:cxn ang="0">
                  <a:pos x="1093" y="6"/>
                </a:cxn>
                <a:cxn ang="0">
                  <a:pos x="1048" y="0"/>
                </a:cxn>
                <a:cxn ang="0">
                  <a:pos x="999" y="10"/>
                </a:cxn>
                <a:cxn ang="0">
                  <a:pos x="954" y="34"/>
                </a:cxn>
                <a:cxn ang="0">
                  <a:pos x="906" y="61"/>
                </a:cxn>
                <a:cxn ang="0">
                  <a:pos x="857" y="89"/>
                </a:cxn>
                <a:cxn ang="0">
                  <a:pos x="805" y="114"/>
                </a:cxn>
                <a:cxn ang="0">
                  <a:pos x="748" y="136"/>
                </a:cxn>
                <a:cxn ang="0">
                  <a:pos x="690" y="151"/>
                </a:cxn>
                <a:cxn ang="0">
                  <a:pos x="627" y="159"/>
                </a:cxn>
                <a:cxn ang="0">
                  <a:pos x="562" y="158"/>
                </a:cxn>
                <a:cxn ang="0">
                  <a:pos x="495" y="148"/>
                </a:cxn>
                <a:cxn ang="0">
                  <a:pos x="429" y="137"/>
                </a:cxn>
                <a:cxn ang="0">
                  <a:pos x="368" y="129"/>
                </a:cxn>
                <a:cxn ang="0">
                  <a:pos x="309" y="126"/>
                </a:cxn>
                <a:cxn ang="0">
                  <a:pos x="255" y="126"/>
                </a:cxn>
                <a:cxn ang="0">
                  <a:pos x="206" y="130"/>
                </a:cxn>
                <a:cxn ang="0">
                  <a:pos x="161" y="140"/>
                </a:cxn>
                <a:cxn ang="0">
                  <a:pos x="119" y="153"/>
                </a:cxn>
              </a:cxnLst>
              <a:rect l="0" t="0" r="r" b="b"/>
              <a:pathLst>
                <a:path w="1133" h="383">
                  <a:moveTo>
                    <a:pt x="101" y="163"/>
                  </a:moveTo>
                  <a:lnTo>
                    <a:pt x="99" y="164"/>
                  </a:lnTo>
                  <a:lnTo>
                    <a:pt x="93" y="168"/>
                  </a:lnTo>
                  <a:lnTo>
                    <a:pt x="82" y="175"/>
                  </a:lnTo>
                  <a:lnTo>
                    <a:pt x="71" y="184"/>
                  </a:lnTo>
                  <a:lnTo>
                    <a:pt x="58" y="196"/>
                  </a:lnTo>
                  <a:lnTo>
                    <a:pt x="44" y="209"/>
                  </a:lnTo>
                  <a:lnTo>
                    <a:pt x="32" y="223"/>
                  </a:lnTo>
                  <a:lnTo>
                    <a:pt x="19" y="237"/>
                  </a:lnTo>
                  <a:lnTo>
                    <a:pt x="10" y="252"/>
                  </a:lnTo>
                  <a:lnTo>
                    <a:pt x="3" y="269"/>
                  </a:lnTo>
                  <a:lnTo>
                    <a:pt x="0" y="285"/>
                  </a:lnTo>
                  <a:lnTo>
                    <a:pt x="2" y="301"/>
                  </a:lnTo>
                  <a:lnTo>
                    <a:pt x="9" y="317"/>
                  </a:lnTo>
                  <a:lnTo>
                    <a:pt x="23" y="331"/>
                  </a:lnTo>
                  <a:lnTo>
                    <a:pt x="43" y="345"/>
                  </a:lnTo>
                  <a:lnTo>
                    <a:pt x="73" y="356"/>
                  </a:lnTo>
                  <a:lnTo>
                    <a:pt x="91" y="361"/>
                  </a:lnTo>
                  <a:lnTo>
                    <a:pt x="109" y="365"/>
                  </a:lnTo>
                  <a:lnTo>
                    <a:pt x="129" y="370"/>
                  </a:lnTo>
                  <a:lnTo>
                    <a:pt x="148" y="373"/>
                  </a:lnTo>
                  <a:lnTo>
                    <a:pt x="169" y="376"/>
                  </a:lnTo>
                  <a:lnTo>
                    <a:pt x="191" y="378"/>
                  </a:lnTo>
                  <a:lnTo>
                    <a:pt x="213" y="380"/>
                  </a:lnTo>
                  <a:lnTo>
                    <a:pt x="236" y="382"/>
                  </a:lnTo>
                  <a:lnTo>
                    <a:pt x="259" y="383"/>
                  </a:lnTo>
                  <a:lnTo>
                    <a:pt x="283" y="383"/>
                  </a:lnTo>
                  <a:lnTo>
                    <a:pt x="307" y="383"/>
                  </a:lnTo>
                  <a:lnTo>
                    <a:pt x="333" y="382"/>
                  </a:lnTo>
                  <a:lnTo>
                    <a:pt x="358" y="380"/>
                  </a:lnTo>
                  <a:lnTo>
                    <a:pt x="383" y="378"/>
                  </a:lnTo>
                  <a:lnTo>
                    <a:pt x="409" y="376"/>
                  </a:lnTo>
                  <a:lnTo>
                    <a:pt x="435" y="373"/>
                  </a:lnTo>
                  <a:lnTo>
                    <a:pt x="460" y="370"/>
                  </a:lnTo>
                  <a:lnTo>
                    <a:pt x="487" y="367"/>
                  </a:lnTo>
                  <a:lnTo>
                    <a:pt x="513" y="362"/>
                  </a:lnTo>
                  <a:lnTo>
                    <a:pt x="540" y="357"/>
                  </a:lnTo>
                  <a:lnTo>
                    <a:pt x="566" y="353"/>
                  </a:lnTo>
                  <a:lnTo>
                    <a:pt x="593" y="347"/>
                  </a:lnTo>
                  <a:lnTo>
                    <a:pt x="618" y="340"/>
                  </a:lnTo>
                  <a:lnTo>
                    <a:pt x="645" y="334"/>
                  </a:lnTo>
                  <a:lnTo>
                    <a:pt x="670" y="327"/>
                  </a:lnTo>
                  <a:lnTo>
                    <a:pt x="697" y="320"/>
                  </a:lnTo>
                  <a:lnTo>
                    <a:pt x="722" y="312"/>
                  </a:lnTo>
                  <a:lnTo>
                    <a:pt x="746" y="304"/>
                  </a:lnTo>
                  <a:lnTo>
                    <a:pt x="772" y="295"/>
                  </a:lnTo>
                  <a:lnTo>
                    <a:pt x="795" y="287"/>
                  </a:lnTo>
                  <a:lnTo>
                    <a:pt x="819" y="277"/>
                  </a:lnTo>
                  <a:lnTo>
                    <a:pt x="842" y="267"/>
                  </a:lnTo>
                  <a:lnTo>
                    <a:pt x="924" y="229"/>
                  </a:lnTo>
                  <a:lnTo>
                    <a:pt x="990" y="194"/>
                  </a:lnTo>
                  <a:lnTo>
                    <a:pt x="1043" y="161"/>
                  </a:lnTo>
                  <a:lnTo>
                    <a:pt x="1083" y="130"/>
                  </a:lnTo>
                  <a:lnTo>
                    <a:pt x="1109" y="104"/>
                  </a:lnTo>
                  <a:lnTo>
                    <a:pt x="1126" y="80"/>
                  </a:lnTo>
                  <a:lnTo>
                    <a:pt x="1133" y="58"/>
                  </a:lnTo>
                  <a:lnTo>
                    <a:pt x="1133" y="40"/>
                  </a:lnTo>
                  <a:lnTo>
                    <a:pt x="1125" y="25"/>
                  </a:lnTo>
                  <a:lnTo>
                    <a:pt x="1111" y="14"/>
                  </a:lnTo>
                  <a:lnTo>
                    <a:pt x="1093" y="6"/>
                  </a:lnTo>
                  <a:lnTo>
                    <a:pt x="1071" y="1"/>
                  </a:lnTo>
                  <a:lnTo>
                    <a:pt x="1048" y="0"/>
                  </a:lnTo>
                  <a:lnTo>
                    <a:pt x="1023" y="4"/>
                  </a:lnTo>
                  <a:lnTo>
                    <a:pt x="999" y="10"/>
                  </a:lnTo>
                  <a:lnTo>
                    <a:pt x="975" y="21"/>
                  </a:lnTo>
                  <a:lnTo>
                    <a:pt x="954" y="34"/>
                  </a:lnTo>
                  <a:lnTo>
                    <a:pt x="931" y="47"/>
                  </a:lnTo>
                  <a:lnTo>
                    <a:pt x="906" y="61"/>
                  </a:lnTo>
                  <a:lnTo>
                    <a:pt x="882" y="75"/>
                  </a:lnTo>
                  <a:lnTo>
                    <a:pt x="857" y="89"/>
                  </a:lnTo>
                  <a:lnTo>
                    <a:pt x="831" y="102"/>
                  </a:lnTo>
                  <a:lnTo>
                    <a:pt x="805" y="114"/>
                  </a:lnTo>
                  <a:lnTo>
                    <a:pt x="777" y="126"/>
                  </a:lnTo>
                  <a:lnTo>
                    <a:pt x="748" y="136"/>
                  </a:lnTo>
                  <a:lnTo>
                    <a:pt x="720" y="144"/>
                  </a:lnTo>
                  <a:lnTo>
                    <a:pt x="690" y="151"/>
                  </a:lnTo>
                  <a:lnTo>
                    <a:pt x="660" y="157"/>
                  </a:lnTo>
                  <a:lnTo>
                    <a:pt x="627" y="159"/>
                  </a:lnTo>
                  <a:lnTo>
                    <a:pt x="595" y="160"/>
                  </a:lnTo>
                  <a:lnTo>
                    <a:pt x="562" y="158"/>
                  </a:lnTo>
                  <a:lnTo>
                    <a:pt x="528" y="153"/>
                  </a:lnTo>
                  <a:lnTo>
                    <a:pt x="495" y="148"/>
                  </a:lnTo>
                  <a:lnTo>
                    <a:pt x="462" y="142"/>
                  </a:lnTo>
                  <a:lnTo>
                    <a:pt x="429" y="137"/>
                  </a:lnTo>
                  <a:lnTo>
                    <a:pt x="398" y="133"/>
                  </a:lnTo>
                  <a:lnTo>
                    <a:pt x="368" y="129"/>
                  </a:lnTo>
                  <a:lnTo>
                    <a:pt x="338" y="127"/>
                  </a:lnTo>
                  <a:lnTo>
                    <a:pt x="309" y="126"/>
                  </a:lnTo>
                  <a:lnTo>
                    <a:pt x="282" y="126"/>
                  </a:lnTo>
                  <a:lnTo>
                    <a:pt x="255" y="126"/>
                  </a:lnTo>
                  <a:lnTo>
                    <a:pt x="230" y="128"/>
                  </a:lnTo>
                  <a:lnTo>
                    <a:pt x="206" y="130"/>
                  </a:lnTo>
                  <a:lnTo>
                    <a:pt x="183" y="135"/>
                  </a:lnTo>
                  <a:lnTo>
                    <a:pt x="161" y="140"/>
                  </a:lnTo>
                  <a:lnTo>
                    <a:pt x="139" y="146"/>
                  </a:lnTo>
                  <a:lnTo>
                    <a:pt x="119" y="153"/>
                  </a:lnTo>
                  <a:lnTo>
                    <a:pt x="101" y="163"/>
                  </a:lnTo>
                  <a:close/>
                </a:path>
              </a:pathLst>
            </a:custGeom>
            <a:solidFill>
              <a:srgbClr val="FFF7F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4" name="Freeform 52"/>
            <p:cNvSpPr>
              <a:spLocks/>
            </p:cNvSpPr>
            <p:nvPr/>
          </p:nvSpPr>
          <p:spPr bwMode="gray">
            <a:xfrm>
              <a:off x="1363" y="2958"/>
              <a:ext cx="547" cy="177"/>
            </a:xfrm>
            <a:custGeom>
              <a:avLst/>
              <a:gdLst/>
              <a:ahLst/>
              <a:cxnLst>
                <a:cxn ang="0">
                  <a:pos x="95" y="149"/>
                </a:cxn>
                <a:cxn ang="0">
                  <a:pos x="80" y="160"/>
                </a:cxn>
                <a:cxn ang="0">
                  <a:pos x="55" y="178"/>
                </a:cxn>
                <a:cxn ang="0">
                  <a:pos x="30" y="204"/>
                </a:cxn>
                <a:cxn ang="0">
                  <a:pos x="9" y="231"/>
                </a:cxn>
                <a:cxn ang="0">
                  <a:pos x="0" y="261"/>
                </a:cxn>
                <a:cxn ang="0">
                  <a:pos x="9" y="290"/>
                </a:cxn>
                <a:cxn ang="0">
                  <a:pos x="43" y="316"/>
                </a:cxn>
                <a:cxn ang="0">
                  <a:pos x="106" y="336"/>
                </a:cxn>
                <a:cxn ang="0">
                  <a:pos x="185" y="349"/>
                </a:cxn>
                <a:cxn ang="0">
                  <a:pos x="273" y="352"/>
                </a:cxn>
                <a:cxn ang="0">
                  <a:pos x="370" y="349"/>
                </a:cxn>
                <a:cxn ang="0">
                  <a:pos x="470" y="337"/>
                </a:cxn>
                <a:cxn ang="0">
                  <a:pos x="572" y="320"/>
                </a:cxn>
                <a:cxn ang="0">
                  <a:pos x="672" y="296"/>
                </a:cxn>
                <a:cxn ang="0">
                  <a:pos x="768" y="265"/>
                </a:cxn>
                <a:cxn ang="0">
                  <a:pos x="892" y="212"/>
                </a:cxn>
                <a:cxn ang="0">
                  <a:pos x="1006" y="149"/>
                </a:cxn>
                <a:cxn ang="0">
                  <a:pos x="1071" y="96"/>
                </a:cxn>
                <a:cxn ang="0">
                  <a:pos x="1094" y="54"/>
                </a:cxn>
                <a:cxn ang="0">
                  <a:pos x="1086" y="23"/>
                </a:cxn>
                <a:cxn ang="0">
                  <a:pos x="1054" y="5"/>
                </a:cxn>
                <a:cxn ang="0">
                  <a:pos x="1011" y="0"/>
                </a:cxn>
                <a:cxn ang="0">
                  <a:pos x="963" y="9"/>
                </a:cxn>
                <a:cxn ang="0">
                  <a:pos x="920" y="32"/>
                </a:cxn>
                <a:cxn ang="0">
                  <a:pos x="876" y="57"/>
                </a:cxn>
                <a:cxn ang="0">
                  <a:pos x="827" y="81"/>
                </a:cxn>
                <a:cxn ang="0">
                  <a:pos x="777" y="106"/>
                </a:cxn>
                <a:cxn ang="0">
                  <a:pos x="723" y="125"/>
                </a:cxn>
                <a:cxn ang="0">
                  <a:pos x="666" y="139"/>
                </a:cxn>
                <a:cxn ang="0">
                  <a:pos x="605" y="146"/>
                </a:cxn>
                <a:cxn ang="0">
                  <a:pos x="543" y="145"/>
                </a:cxn>
                <a:cxn ang="0">
                  <a:pos x="477" y="134"/>
                </a:cxn>
                <a:cxn ang="0">
                  <a:pos x="414" y="125"/>
                </a:cxn>
                <a:cxn ang="0">
                  <a:pos x="355" y="118"/>
                </a:cxn>
                <a:cxn ang="0">
                  <a:pos x="299" y="115"/>
                </a:cxn>
                <a:cxn ang="0">
                  <a:pos x="247" y="115"/>
                </a:cxn>
                <a:cxn ang="0">
                  <a:pos x="198" y="119"/>
                </a:cxn>
                <a:cxn ang="0">
                  <a:pos x="155" y="127"/>
                </a:cxn>
                <a:cxn ang="0">
                  <a:pos x="115" y="140"/>
                </a:cxn>
              </a:cxnLst>
              <a:rect l="0" t="0" r="r" b="b"/>
              <a:pathLst>
                <a:path w="1094" h="352">
                  <a:moveTo>
                    <a:pt x="97" y="148"/>
                  </a:moveTo>
                  <a:lnTo>
                    <a:pt x="95" y="149"/>
                  </a:lnTo>
                  <a:lnTo>
                    <a:pt x="89" y="154"/>
                  </a:lnTo>
                  <a:lnTo>
                    <a:pt x="80" y="160"/>
                  </a:lnTo>
                  <a:lnTo>
                    <a:pt x="68" y="169"/>
                  </a:lnTo>
                  <a:lnTo>
                    <a:pt x="55" y="178"/>
                  </a:lnTo>
                  <a:lnTo>
                    <a:pt x="43" y="191"/>
                  </a:lnTo>
                  <a:lnTo>
                    <a:pt x="30" y="204"/>
                  </a:lnTo>
                  <a:lnTo>
                    <a:pt x="19" y="217"/>
                  </a:lnTo>
                  <a:lnTo>
                    <a:pt x="9" y="231"/>
                  </a:lnTo>
                  <a:lnTo>
                    <a:pt x="2" y="246"/>
                  </a:lnTo>
                  <a:lnTo>
                    <a:pt x="0" y="261"/>
                  </a:lnTo>
                  <a:lnTo>
                    <a:pt x="1" y="276"/>
                  </a:lnTo>
                  <a:lnTo>
                    <a:pt x="9" y="290"/>
                  </a:lnTo>
                  <a:lnTo>
                    <a:pt x="22" y="304"/>
                  </a:lnTo>
                  <a:lnTo>
                    <a:pt x="43" y="316"/>
                  </a:lnTo>
                  <a:lnTo>
                    <a:pt x="72" y="327"/>
                  </a:lnTo>
                  <a:lnTo>
                    <a:pt x="106" y="336"/>
                  </a:lnTo>
                  <a:lnTo>
                    <a:pt x="144" y="343"/>
                  </a:lnTo>
                  <a:lnTo>
                    <a:pt x="185" y="349"/>
                  </a:lnTo>
                  <a:lnTo>
                    <a:pt x="228" y="351"/>
                  </a:lnTo>
                  <a:lnTo>
                    <a:pt x="273" y="352"/>
                  </a:lnTo>
                  <a:lnTo>
                    <a:pt x="321" y="351"/>
                  </a:lnTo>
                  <a:lnTo>
                    <a:pt x="370" y="349"/>
                  </a:lnTo>
                  <a:lnTo>
                    <a:pt x="420" y="344"/>
                  </a:lnTo>
                  <a:lnTo>
                    <a:pt x="470" y="337"/>
                  </a:lnTo>
                  <a:lnTo>
                    <a:pt x="521" y="329"/>
                  </a:lnTo>
                  <a:lnTo>
                    <a:pt x="572" y="320"/>
                  </a:lnTo>
                  <a:lnTo>
                    <a:pt x="622" y="308"/>
                  </a:lnTo>
                  <a:lnTo>
                    <a:pt x="672" y="296"/>
                  </a:lnTo>
                  <a:lnTo>
                    <a:pt x="720" y="281"/>
                  </a:lnTo>
                  <a:lnTo>
                    <a:pt x="768" y="265"/>
                  </a:lnTo>
                  <a:lnTo>
                    <a:pt x="813" y="247"/>
                  </a:lnTo>
                  <a:lnTo>
                    <a:pt x="892" y="212"/>
                  </a:lnTo>
                  <a:lnTo>
                    <a:pt x="955" y="179"/>
                  </a:lnTo>
                  <a:lnTo>
                    <a:pt x="1006" y="149"/>
                  </a:lnTo>
                  <a:lnTo>
                    <a:pt x="1044" y="121"/>
                  </a:lnTo>
                  <a:lnTo>
                    <a:pt x="1071" y="96"/>
                  </a:lnTo>
                  <a:lnTo>
                    <a:pt x="1087" y="73"/>
                  </a:lnTo>
                  <a:lnTo>
                    <a:pt x="1094" y="54"/>
                  </a:lnTo>
                  <a:lnTo>
                    <a:pt x="1094" y="36"/>
                  </a:lnTo>
                  <a:lnTo>
                    <a:pt x="1086" y="23"/>
                  </a:lnTo>
                  <a:lnTo>
                    <a:pt x="1072" y="12"/>
                  </a:lnTo>
                  <a:lnTo>
                    <a:pt x="1054" y="5"/>
                  </a:lnTo>
                  <a:lnTo>
                    <a:pt x="1034" y="1"/>
                  </a:lnTo>
                  <a:lnTo>
                    <a:pt x="1011" y="0"/>
                  </a:lnTo>
                  <a:lnTo>
                    <a:pt x="988" y="3"/>
                  </a:lnTo>
                  <a:lnTo>
                    <a:pt x="963" y="9"/>
                  </a:lnTo>
                  <a:lnTo>
                    <a:pt x="942" y="19"/>
                  </a:lnTo>
                  <a:lnTo>
                    <a:pt x="920" y="32"/>
                  </a:lnTo>
                  <a:lnTo>
                    <a:pt x="898" y="43"/>
                  </a:lnTo>
                  <a:lnTo>
                    <a:pt x="876" y="57"/>
                  </a:lnTo>
                  <a:lnTo>
                    <a:pt x="852" y="70"/>
                  </a:lnTo>
                  <a:lnTo>
                    <a:pt x="827" y="81"/>
                  </a:lnTo>
                  <a:lnTo>
                    <a:pt x="802" y="94"/>
                  </a:lnTo>
                  <a:lnTo>
                    <a:pt x="777" y="106"/>
                  </a:lnTo>
                  <a:lnTo>
                    <a:pt x="750" y="116"/>
                  </a:lnTo>
                  <a:lnTo>
                    <a:pt x="723" y="125"/>
                  </a:lnTo>
                  <a:lnTo>
                    <a:pt x="695" y="133"/>
                  </a:lnTo>
                  <a:lnTo>
                    <a:pt x="666" y="139"/>
                  </a:lnTo>
                  <a:lnTo>
                    <a:pt x="636" y="144"/>
                  </a:lnTo>
                  <a:lnTo>
                    <a:pt x="605" y="146"/>
                  </a:lnTo>
                  <a:lnTo>
                    <a:pt x="574" y="147"/>
                  </a:lnTo>
                  <a:lnTo>
                    <a:pt x="543" y="145"/>
                  </a:lnTo>
                  <a:lnTo>
                    <a:pt x="509" y="140"/>
                  </a:lnTo>
                  <a:lnTo>
                    <a:pt x="477" y="134"/>
                  </a:lnTo>
                  <a:lnTo>
                    <a:pt x="445" y="130"/>
                  </a:lnTo>
                  <a:lnTo>
                    <a:pt x="414" y="125"/>
                  </a:lnTo>
                  <a:lnTo>
                    <a:pt x="384" y="122"/>
                  </a:lnTo>
                  <a:lnTo>
                    <a:pt x="355" y="118"/>
                  </a:lnTo>
                  <a:lnTo>
                    <a:pt x="326" y="117"/>
                  </a:lnTo>
                  <a:lnTo>
                    <a:pt x="299" y="115"/>
                  </a:lnTo>
                  <a:lnTo>
                    <a:pt x="272" y="115"/>
                  </a:lnTo>
                  <a:lnTo>
                    <a:pt x="247" y="115"/>
                  </a:lnTo>
                  <a:lnTo>
                    <a:pt x="221" y="117"/>
                  </a:lnTo>
                  <a:lnTo>
                    <a:pt x="198" y="119"/>
                  </a:lnTo>
                  <a:lnTo>
                    <a:pt x="175" y="123"/>
                  </a:lnTo>
                  <a:lnTo>
                    <a:pt x="155" y="127"/>
                  </a:lnTo>
                  <a:lnTo>
                    <a:pt x="134" y="133"/>
                  </a:lnTo>
                  <a:lnTo>
                    <a:pt x="115" y="140"/>
                  </a:lnTo>
                  <a:lnTo>
                    <a:pt x="97" y="148"/>
                  </a:lnTo>
                  <a:close/>
                </a:path>
              </a:pathLst>
            </a:custGeom>
            <a:solidFill>
              <a:srgbClr val="FFF2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5" name="Freeform 53"/>
            <p:cNvSpPr>
              <a:spLocks/>
            </p:cNvSpPr>
            <p:nvPr/>
          </p:nvSpPr>
          <p:spPr bwMode="gray">
            <a:xfrm>
              <a:off x="1369" y="2968"/>
              <a:ext cx="527" cy="161"/>
            </a:xfrm>
            <a:custGeom>
              <a:avLst/>
              <a:gdLst/>
              <a:ahLst/>
              <a:cxnLst>
                <a:cxn ang="0">
                  <a:pos x="92" y="135"/>
                </a:cxn>
                <a:cxn ang="0">
                  <a:pos x="77" y="145"/>
                </a:cxn>
                <a:cxn ang="0">
                  <a:pos x="54" y="163"/>
                </a:cxn>
                <a:cxn ang="0">
                  <a:pos x="30" y="185"/>
                </a:cxn>
                <a:cxn ang="0">
                  <a:pos x="9" y="211"/>
                </a:cxn>
                <a:cxn ang="0">
                  <a:pos x="0" y="239"/>
                </a:cxn>
                <a:cxn ang="0">
                  <a:pos x="8" y="265"/>
                </a:cxn>
                <a:cxn ang="0">
                  <a:pos x="41" y="288"/>
                </a:cxn>
                <a:cxn ang="0">
                  <a:pos x="102" y="307"/>
                </a:cxn>
                <a:cxn ang="0">
                  <a:pos x="178" y="318"/>
                </a:cxn>
                <a:cxn ang="0">
                  <a:pos x="264" y="323"/>
                </a:cxn>
                <a:cxn ang="0">
                  <a:pos x="357" y="319"/>
                </a:cxn>
                <a:cxn ang="0">
                  <a:pos x="454" y="309"/>
                </a:cxn>
                <a:cxn ang="0">
                  <a:pos x="552" y="293"/>
                </a:cxn>
                <a:cxn ang="0">
                  <a:pos x="648" y="271"/>
                </a:cxn>
                <a:cxn ang="0">
                  <a:pos x="739" y="242"/>
                </a:cxn>
                <a:cxn ang="0">
                  <a:pos x="859" y="194"/>
                </a:cxn>
                <a:cxn ang="0">
                  <a:pos x="970" y="136"/>
                </a:cxn>
                <a:cxn ang="0">
                  <a:pos x="1032" y="88"/>
                </a:cxn>
                <a:cxn ang="0">
                  <a:pos x="1054" y="49"/>
                </a:cxn>
                <a:cxn ang="0">
                  <a:pos x="1046" y="21"/>
                </a:cxn>
                <a:cxn ang="0">
                  <a:pos x="1016" y="5"/>
                </a:cxn>
                <a:cxn ang="0">
                  <a:pos x="973" y="0"/>
                </a:cxn>
                <a:cxn ang="0">
                  <a:pos x="928" y="8"/>
                </a:cxn>
                <a:cxn ang="0">
                  <a:pos x="886" y="29"/>
                </a:cxn>
                <a:cxn ang="0">
                  <a:pos x="843" y="52"/>
                </a:cxn>
                <a:cxn ang="0">
                  <a:pos x="797" y="75"/>
                </a:cxn>
                <a:cxn ang="0">
                  <a:pos x="749" y="96"/>
                </a:cxn>
                <a:cxn ang="0">
                  <a:pos x="697" y="114"/>
                </a:cxn>
                <a:cxn ang="0">
                  <a:pos x="643" y="127"/>
                </a:cxn>
                <a:cxn ang="0">
                  <a:pos x="585" y="134"/>
                </a:cxn>
                <a:cxn ang="0">
                  <a:pos x="524" y="133"/>
                </a:cxn>
                <a:cxn ang="0">
                  <a:pos x="462" y="122"/>
                </a:cxn>
                <a:cxn ang="0">
                  <a:pos x="401" y="114"/>
                </a:cxn>
                <a:cxn ang="0">
                  <a:pos x="342" y="107"/>
                </a:cxn>
                <a:cxn ang="0">
                  <a:pos x="288" y="104"/>
                </a:cxn>
                <a:cxn ang="0">
                  <a:pos x="237" y="104"/>
                </a:cxn>
                <a:cxn ang="0">
                  <a:pos x="191" y="107"/>
                </a:cxn>
                <a:cxn ang="0">
                  <a:pos x="148" y="115"/>
                </a:cxn>
                <a:cxn ang="0">
                  <a:pos x="111" y="127"/>
                </a:cxn>
              </a:cxnLst>
              <a:rect l="0" t="0" r="r" b="b"/>
              <a:pathLst>
                <a:path w="1054" h="323">
                  <a:moveTo>
                    <a:pt x="94" y="134"/>
                  </a:moveTo>
                  <a:lnTo>
                    <a:pt x="92" y="135"/>
                  </a:lnTo>
                  <a:lnTo>
                    <a:pt x="86" y="138"/>
                  </a:lnTo>
                  <a:lnTo>
                    <a:pt x="77" y="145"/>
                  </a:lnTo>
                  <a:lnTo>
                    <a:pt x="67" y="152"/>
                  </a:lnTo>
                  <a:lnTo>
                    <a:pt x="54" y="163"/>
                  </a:lnTo>
                  <a:lnTo>
                    <a:pt x="41" y="173"/>
                  </a:lnTo>
                  <a:lnTo>
                    <a:pt x="30" y="185"/>
                  </a:lnTo>
                  <a:lnTo>
                    <a:pt x="18" y="197"/>
                  </a:lnTo>
                  <a:lnTo>
                    <a:pt x="9" y="211"/>
                  </a:lnTo>
                  <a:lnTo>
                    <a:pt x="2" y="225"/>
                  </a:lnTo>
                  <a:lnTo>
                    <a:pt x="0" y="239"/>
                  </a:lnTo>
                  <a:lnTo>
                    <a:pt x="1" y="252"/>
                  </a:lnTo>
                  <a:lnTo>
                    <a:pt x="8" y="265"/>
                  </a:lnTo>
                  <a:lnTo>
                    <a:pt x="22" y="278"/>
                  </a:lnTo>
                  <a:lnTo>
                    <a:pt x="41" y="288"/>
                  </a:lnTo>
                  <a:lnTo>
                    <a:pt x="69" y="299"/>
                  </a:lnTo>
                  <a:lnTo>
                    <a:pt x="102" y="307"/>
                  </a:lnTo>
                  <a:lnTo>
                    <a:pt x="139" y="314"/>
                  </a:lnTo>
                  <a:lnTo>
                    <a:pt x="178" y="318"/>
                  </a:lnTo>
                  <a:lnTo>
                    <a:pt x="220" y="322"/>
                  </a:lnTo>
                  <a:lnTo>
                    <a:pt x="264" y="323"/>
                  </a:lnTo>
                  <a:lnTo>
                    <a:pt x="310" y="322"/>
                  </a:lnTo>
                  <a:lnTo>
                    <a:pt x="357" y="319"/>
                  </a:lnTo>
                  <a:lnTo>
                    <a:pt x="405" y="315"/>
                  </a:lnTo>
                  <a:lnTo>
                    <a:pt x="454" y="309"/>
                  </a:lnTo>
                  <a:lnTo>
                    <a:pt x="502" y="302"/>
                  </a:lnTo>
                  <a:lnTo>
                    <a:pt x="552" y="293"/>
                  </a:lnTo>
                  <a:lnTo>
                    <a:pt x="600" y="282"/>
                  </a:lnTo>
                  <a:lnTo>
                    <a:pt x="648" y="271"/>
                  </a:lnTo>
                  <a:lnTo>
                    <a:pt x="695" y="257"/>
                  </a:lnTo>
                  <a:lnTo>
                    <a:pt x="739" y="242"/>
                  </a:lnTo>
                  <a:lnTo>
                    <a:pt x="783" y="226"/>
                  </a:lnTo>
                  <a:lnTo>
                    <a:pt x="859" y="194"/>
                  </a:lnTo>
                  <a:lnTo>
                    <a:pt x="922" y="164"/>
                  </a:lnTo>
                  <a:lnTo>
                    <a:pt x="970" y="136"/>
                  </a:lnTo>
                  <a:lnTo>
                    <a:pt x="1007" y="111"/>
                  </a:lnTo>
                  <a:lnTo>
                    <a:pt x="1032" y="88"/>
                  </a:lnTo>
                  <a:lnTo>
                    <a:pt x="1047" y="67"/>
                  </a:lnTo>
                  <a:lnTo>
                    <a:pt x="1054" y="49"/>
                  </a:lnTo>
                  <a:lnTo>
                    <a:pt x="1053" y="34"/>
                  </a:lnTo>
                  <a:lnTo>
                    <a:pt x="1046" y="21"/>
                  </a:lnTo>
                  <a:lnTo>
                    <a:pt x="1033" y="12"/>
                  </a:lnTo>
                  <a:lnTo>
                    <a:pt x="1016" y="5"/>
                  </a:lnTo>
                  <a:lnTo>
                    <a:pt x="996" y="0"/>
                  </a:lnTo>
                  <a:lnTo>
                    <a:pt x="973" y="0"/>
                  </a:lnTo>
                  <a:lnTo>
                    <a:pt x="950" y="2"/>
                  </a:lnTo>
                  <a:lnTo>
                    <a:pt x="928" y="8"/>
                  </a:lnTo>
                  <a:lnTo>
                    <a:pt x="907" y="17"/>
                  </a:lnTo>
                  <a:lnTo>
                    <a:pt x="886" y="29"/>
                  </a:lnTo>
                  <a:lnTo>
                    <a:pt x="865" y="40"/>
                  </a:lnTo>
                  <a:lnTo>
                    <a:pt x="843" y="52"/>
                  </a:lnTo>
                  <a:lnTo>
                    <a:pt x="820" y="64"/>
                  </a:lnTo>
                  <a:lnTo>
                    <a:pt x="797" y="75"/>
                  </a:lnTo>
                  <a:lnTo>
                    <a:pt x="773" y="85"/>
                  </a:lnTo>
                  <a:lnTo>
                    <a:pt x="749" y="96"/>
                  </a:lnTo>
                  <a:lnTo>
                    <a:pt x="723" y="105"/>
                  </a:lnTo>
                  <a:lnTo>
                    <a:pt x="697" y="114"/>
                  </a:lnTo>
                  <a:lnTo>
                    <a:pt x="670" y="121"/>
                  </a:lnTo>
                  <a:lnTo>
                    <a:pt x="643" y="127"/>
                  </a:lnTo>
                  <a:lnTo>
                    <a:pt x="614" y="131"/>
                  </a:lnTo>
                  <a:lnTo>
                    <a:pt x="585" y="134"/>
                  </a:lnTo>
                  <a:lnTo>
                    <a:pt x="555" y="134"/>
                  </a:lnTo>
                  <a:lnTo>
                    <a:pt x="524" y="133"/>
                  </a:lnTo>
                  <a:lnTo>
                    <a:pt x="493" y="128"/>
                  </a:lnTo>
                  <a:lnTo>
                    <a:pt x="462" y="122"/>
                  </a:lnTo>
                  <a:lnTo>
                    <a:pt x="431" y="118"/>
                  </a:lnTo>
                  <a:lnTo>
                    <a:pt x="401" y="114"/>
                  </a:lnTo>
                  <a:lnTo>
                    <a:pt x="371" y="111"/>
                  </a:lnTo>
                  <a:lnTo>
                    <a:pt x="342" y="107"/>
                  </a:lnTo>
                  <a:lnTo>
                    <a:pt x="315" y="105"/>
                  </a:lnTo>
                  <a:lnTo>
                    <a:pt x="288" y="104"/>
                  </a:lnTo>
                  <a:lnTo>
                    <a:pt x="262" y="104"/>
                  </a:lnTo>
                  <a:lnTo>
                    <a:pt x="237" y="104"/>
                  </a:lnTo>
                  <a:lnTo>
                    <a:pt x="214" y="105"/>
                  </a:lnTo>
                  <a:lnTo>
                    <a:pt x="191" y="107"/>
                  </a:lnTo>
                  <a:lnTo>
                    <a:pt x="169" y="111"/>
                  </a:lnTo>
                  <a:lnTo>
                    <a:pt x="148" y="115"/>
                  </a:lnTo>
                  <a:lnTo>
                    <a:pt x="130" y="120"/>
                  </a:lnTo>
                  <a:lnTo>
                    <a:pt x="111" y="127"/>
                  </a:lnTo>
                  <a:lnTo>
                    <a:pt x="94" y="134"/>
                  </a:lnTo>
                  <a:close/>
                </a:path>
              </a:pathLst>
            </a:custGeom>
            <a:solidFill>
              <a:srgbClr val="FCEA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6" name="Freeform 54"/>
            <p:cNvSpPr>
              <a:spLocks/>
            </p:cNvSpPr>
            <p:nvPr/>
          </p:nvSpPr>
          <p:spPr bwMode="gray">
            <a:xfrm>
              <a:off x="1375" y="2977"/>
              <a:ext cx="507" cy="147"/>
            </a:xfrm>
            <a:custGeom>
              <a:avLst/>
              <a:gdLst/>
              <a:ahLst/>
              <a:cxnLst>
                <a:cxn ang="0">
                  <a:pos x="88" y="122"/>
                </a:cxn>
                <a:cxn ang="0">
                  <a:pos x="74" y="131"/>
                </a:cxn>
                <a:cxn ang="0">
                  <a:pos x="52" y="146"/>
                </a:cxn>
                <a:cxn ang="0">
                  <a:pos x="28" y="167"/>
                </a:cxn>
                <a:cxn ang="0">
                  <a:pos x="8" y="191"/>
                </a:cxn>
                <a:cxn ang="0">
                  <a:pos x="0" y="215"/>
                </a:cxn>
                <a:cxn ang="0">
                  <a:pos x="8" y="239"/>
                </a:cxn>
                <a:cxn ang="0">
                  <a:pos x="41" y="261"/>
                </a:cxn>
                <a:cxn ang="0">
                  <a:pos x="99" y="278"/>
                </a:cxn>
                <a:cxn ang="0">
                  <a:pos x="172" y="289"/>
                </a:cxn>
                <a:cxn ang="0">
                  <a:pos x="255" y="292"/>
                </a:cxn>
                <a:cxn ang="0">
                  <a:pos x="344" y="289"/>
                </a:cxn>
                <a:cxn ang="0">
                  <a:pos x="437" y="281"/>
                </a:cxn>
                <a:cxn ang="0">
                  <a:pos x="530" y="266"/>
                </a:cxn>
                <a:cxn ang="0">
                  <a:pos x="624" y="246"/>
                </a:cxn>
                <a:cxn ang="0">
                  <a:pos x="712" y="221"/>
                </a:cxn>
                <a:cxn ang="0">
                  <a:pos x="828" y="177"/>
                </a:cxn>
                <a:cxn ang="0">
                  <a:pos x="934" y="124"/>
                </a:cxn>
                <a:cxn ang="0">
                  <a:pos x="992" y="80"/>
                </a:cxn>
                <a:cxn ang="0">
                  <a:pos x="1014" y="45"/>
                </a:cxn>
                <a:cxn ang="0">
                  <a:pos x="1006" y="19"/>
                </a:cxn>
                <a:cxn ang="0">
                  <a:pos x="977" y="4"/>
                </a:cxn>
                <a:cxn ang="0">
                  <a:pos x="937" y="0"/>
                </a:cxn>
                <a:cxn ang="0">
                  <a:pos x="893" y="6"/>
                </a:cxn>
                <a:cxn ang="0">
                  <a:pos x="853" y="25"/>
                </a:cxn>
                <a:cxn ang="0">
                  <a:pos x="812" y="46"/>
                </a:cxn>
                <a:cxn ang="0">
                  <a:pos x="767" y="66"/>
                </a:cxn>
                <a:cxn ang="0">
                  <a:pos x="719" y="86"/>
                </a:cxn>
                <a:cxn ang="0">
                  <a:pos x="670" y="102"/>
                </a:cxn>
                <a:cxn ang="0">
                  <a:pos x="618" y="115"/>
                </a:cxn>
                <a:cxn ang="0">
                  <a:pos x="563" y="121"/>
                </a:cxn>
                <a:cxn ang="0">
                  <a:pos x="504" y="118"/>
                </a:cxn>
                <a:cxn ang="0">
                  <a:pos x="444" y="110"/>
                </a:cxn>
                <a:cxn ang="0">
                  <a:pos x="385" y="102"/>
                </a:cxn>
                <a:cxn ang="0">
                  <a:pos x="330" y="95"/>
                </a:cxn>
                <a:cxn ang="0">
                  <a:pos x="277" y="93"/>
                </a:cxn>
                <a:cxn ang="0">
                  <a:pos x="229" y="93"/>
                </a:cxn>
                <a:cxn ang="0">
                  <a:pos x="184" y="95"/>
                </a:cxn>
                <a:cxn ang="0">
                  <a:pos x="143" y="102"/>
                </a:cxn>
                <a:cxn ang="0">
                  <a:pos x="106" y="114"/>
                </a:cxn>
              </a:cxnLst>
              <a:rect l="0" t="0" r="r" b="b"/>
              <a:pathLst>
                <a:path w="1014" h="292">
                  <a:moveTo>
                    <a:pt x="90" y="121"/>
                  </a:moveTo>
                  <a:lnTo>
                    <a:pt x="88" y="122"/>
                  </a:lnTo>
                  <a:lnTo>
                    <a:pt x="82" y="125"/>
                  </a:lnTo>
                  <a:lnTo>
                    <a:pt x="74" y="131"/>
                  </a:lnTo>
                  <a:lnTo>
                    <a:pt x="64" y="138"/>
                  </a:lnTo>
                  <a:lnTo>
                    <a:pt x="52" y="146"/>
                  </a:lnTo>
                  <a:lnTo>
                    <a:pt x="40" y="156"/>
                  </a:lnTo>
                  <a:lnTo>
                    <a:pt x="28" y="167"/>
                  </a:lnTo>
                  <a:lnTo>
                    <a:pt x="18" y="178"/>
                  </a:lnTo>
                  <a:lnTo>
                    <a:pt x="8" y="191"/>
                  </a:lnTo>
                  <a:lnTo>
                    <a:pt x="3" y="202"/>
                  </a:lnTo>
                  <a:lnTo>
                    <a:pt x="0" y="215"/>
                  </a:lnTo>
                  <a:lnTo>
                    <a:pt x="2" y="228"/>
                  </a:lnTo>
                  <a:lnTo>
                    <a:pt x="8" y="239"/>
                  </a:lnTo>
                  <a:lnTo>
                    <a:pt x="21" y="251"/>
                  </a:lnTo>
                  <a:lnTo>
                    <a:pt x="41" y="261"/>
                  </a:lnTo>
                  <a:lnTo>
                    <a:pt x="67" y="270"/>
                  </a:lnTo>
                  <a:lnTo>
                    <a:pt x="99" y="278"/>
                  </a:lnTo>
                  <a:lnTo>
                    <a:pt x="134" y="284"/>
                  </a:lnTo>
                  <a:lnTo>
                    <a:pt x="172" y="289"/>
                  </a:lnTo>
                  <a:lnTo>
                    <a:pt x="212" y="291"/>
                  </a:lnTo>
                  <a:lnTo>
                    <a:pt x="255" y="292"/>
                  </a:lnTo>
                  <a:lnTo>
                    <a:pt x="299" y="291"/>
                  </a:lnTo>
                  <a:lnTo>
                    <a:pt x="344" y="289"/>
                  </a:lnTo>
                  <a:lnTo>
                    <a:pt x="390" y="285"/>
                  </a:lnTo>
                  <a:lnTo>
                    <a:pt x="437" y="281"/>
                  </a:lnTo>
                  <a:lnTo>
                    <a:pt x="484" y="274"/>
                  </a:lnTo>
                  <a:lnTo>
                    <a:pt x="530" y="266"/>
                  </a:lnTo>
                  <a:lnTo>
                    <a:pt x="578" y="257"/>
                  </a:lnTo>
                  <a:lnTo>
                    <a:pt x="624" y="246"/>
                  </a:lnTo>
                  <a:lnTo>
                    <a:pt x="669" y="233"/>
                  </a:lnTo>
                  <a:lnTo>
                    <a:pt x="712" y="221"/>
                  </a:lnTo>
                  <a:lnTo>
                    <a:pt x="754" y="206"/>
                  </a:lnTo>
                  <a:lnTo>
                    <a:pt x="828" y="177"/>
                  </a:lnTo>
                  <a:lnTo>
                    <a:pt x="886" y="149"/>
                  </a:lnTo>
                  <a:lnTo>
                    <a:pt x="934" y="124"/>
                  </a:lnTo>
                  <a:lnTo>
                    <a:pt x="968" y="101"/>
                  </a:lnTo>
                  <a:lnTo>
                    <a:pt x="992" y="80"/>
                  </a:lnTo>
                  <a:lnTo>
                    <a:pt x="1007" y="62"/>
                  </a:lnTo>
                  <a:lnTo>
                    <a:pt x="1014" y="45"/>
                  </a:lnTo>
                  <a:lnTo>
                    <a:pt x="1013" y="31"/>
                  </a:lnTo>
                  <a:lnTo>
                    <a:pt x="1006" y="19"/>
                  </a:lnTo>
                  <a:lnTo>
                    <a:pt x="994" y="10"/>
                  </a:lnTo>
                  <a:lnTo>
                    <a:pt x="977" y="4"/>
                  </a:lnTo>
                  <a:lnTo>
                    <a:pt x="958" y="0"/>
                  </a:lnTo>
                  <a:lnTo>
                    <a:pt x="937" y="0"/>
                  </a:lnTo>
                  <a:lnTo>
                    <a:pt x="915" y="2"/>
                  </a:lnTo>
                  <a:lnTo>
                    <a:pt x="893" y="6"/>
                  </a:lnTo>
                  <a:lnTo>
                    <a:pt x="873" y="15"/>
                  </a:lnTo>
                  <a:lnTo>
                    <a:pt x="853" y="25"/>
                  </a:lnTo>
                  <a:lnTo>
                    <a:pt x="832" y="35"/>
                  </a:lnTo>
                  <a:lnTo>
                    <a:pt x="812" y="46"/>
                  </a:lnTo>
                  <a:lnTo>
                    <a:pt x="790" y="56"/>
                  </a:lnTo>
                  <a:lnTo>
                    <a:pt x="767" y="66"/>
                  </a:lnTo>
                  <a:lnTo>
                    <a:pt x="744" y="77"/>
                  </a:lnTo>
                  <a:lnTo>
                    <a:pt x="719" y="86"/>
                  </a:lnTo>
                  <a:lnTo>
                    <a:pt x="695" y="95"/>
                  </a:lnTo>
                  <a:lnTo>
                    <a:pt x="670" y="102"/>
                  </a:lnTo>
                  <a:lnTo>
                    <a:pt x="644" y="109"/>
                  </a:lnTo>
                  <a:lnTo>
                    <a:pt x="618" y="115"/>
                  </a:lnTo>
                  <a:lnTo>
                    <a:pt x="590" y="118"/>
                  </a:lnTo>
                  <a:lnTo>
                    <a:pt x="563" y="121"/>
                  </a:lnTo>
                  <a:lnTo>
                    <a:pt x="534" y="121"/>
                  </a:lnTo>
                  <a:lnTo>
                    <a:pt x="504" y="118"/>
                  </a:lnTo>
                  <a:lnTo>
                    <a:pt x="474" y="115"/>
                  </a:lnTo>
                  <a:lnTo>
                    <a:pt x="444" y="110"/>
                  </a:lnTo>
                  <a:lnTo>
                    <a:pt x="414" y="106"/>
                  </a:lnTo>
                  <a:lnTo>
                    <a:pt x="385" y="102"/>
                  </a:lnTo>
                  <a:lnTo>
                    <a:pt x="356" y="99"/>
                  </a:lnTo>
                  <a:lnTo>
                    <a:pt x="330" y="95"/>
                  </a:lnTo>
                  <a:lnTo>
                    <a:pt x="303" y="94"/>
                  </a:lnTo>
                  <a:lnTo>
                    <a:pt x="277" y="93"/>
                  </a:lnTo>
                  <a:lnTo>
                    <a:pt x="253" y="92"/>
                  </a:lnTo>
                  <a:lnTo>
                    <a:pt x="229" y="93"/>
                  </a:lnTo>
                  <a:lnTo>
                    <a:pt x="205" y="94"/>
                  </a:lnTo>
                  <a:lnTo>
                    <a:pt x="184" y="95"/>
                  </a:lnTo>
                  <a:lnTo>
                    <a:pt x="163" y="99"/>
                  </a:lnTo>
                  <a:lnTo>
                    <a:pt x="143" y="102"/>
                  </a:lnTo>
                  <a:lnTo>
                    <a:pt x="125" y="108"/>
                  </a:lnTo>
                  <a:lnTo>
                    <a:pt x="106" y="114"/>
                  </a:lnTo>
                  <a:lnTo>
                    <a:pt x="90" y="121"/>
                  </a:lnTo>
                  <a:close/>
                </a:path>
              </a:pathLst>
            </a:custGeom>
            <a:solidFill>
              <a:srgbClr val="FCE2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7" name="Freeform 55"/>
            <p:cNvSpPr>
              <a:spLocks/>
            </p:cNvSpPr>
            <p:nvPr/>
          </p:nvSpPr>
          <p:spPr bwMode="gray">
            <a:xfrm>
              <a:off x="1382" y="2986"/>
              <a:ext cx="486" cy="132"/>
            </a:xfrm>
            <a:custGeom>
              <a:avLst/>
              <a:gdLst/>
              <a:ahLst/>
              <a:cxnLst>
                <a:cxn ang="0">
                  <a:pos x="77" y="112"/>
                </a:cxn>
                <a:cxn ang="0">
                  <a:pos x="36" y="139"/>
                </a:cxn>
                <a:cxn ang="0">
                  <a:pos x="0" y="181"/>
                </a:cxn>
                <a:cxn ang="0">
                  <a:pos x="19" y="225"/>
                </a:cxn>
                <a:cxn ang="0">
                  <a:pos x="94" y="250"/>
                </a:cxn>
                <a:cxn ang="0">
                  <a:pos x="164" y="260"/>
                </a:cxn>
                <a:cxn ang="0">
                  <a:pos x="243" y="264"/>
                </a:cxn>
                <a:cxn ang="0">
                  <a:pos x="329" y="262"/>
                </a:cxn>
                <a:cxn ang="0">
                  <a:pos x="418" y="254"/>
                </a:cxn>
                <a:cxn ang="0">
                  <a:pos x="508" y="241"/>
                </a:cxn>
                <a:cxn ang="0">
                  <a:pos x="598" y="222"/>
                </a:cxn>
                <a:cxn ang="0">
                  <a:pos x="682" y="199"/>
                </a:cxn>
                <a:cxn ang="0">
                  <a:pos x="793" y="160"/>
                </a:cxn>
                <a:cxn ang="0">
                  <a:pos x="894" y="113"/>
                </a:cxn>
                <a:cxn ang="0">
                  <a:pos x="952" y="74"/>
                </a:cxn>
                <a:cxn ang="0">
                  <a:pos x="973" y="41"/>
                </a:cxn>
                <a:cxn ang="0">
                  <a:pos x="965" y="18"/>
                </a:cxn>
                <a:cxn ang="0">
                  <a:pos x="937" y="3"/>
                </a:cxn>
                <a:cxn ang="0">
                  <a:pos x="898" y="0"/>
                </a:cxn>
                <a:cxn ang="0">
                  <a:pos x="855" y="7"/>
                </a:cxn>
                <a:cxn ang="0">
                  <a:pos x="817" y="23"/>
                </a:cxn>
                <a:cxn ang="0">
                  <a:pos x="777" y="41"/>
                </a:cxn>
                <a:cxn ang="0">
                  <a:pos x="734" y="61"/>
                </a:cxn>
                <a:cxn ang="0">
                  <a:pos x="689" y="78"/>
                </a:cxn>
                <a:cxn ang="0">
                  <a:pos x="642" y="93"/>
                </a:cxn>
                <a:cxn ang="0">
                  <a:pos x="591" y="104"/>
                </a:cxn>
                <a:cxn ang="0">
                  <a:pos x="538" y="108"/>
                </a:cxn>
                <a:cxn ang="0">
                  <a:pos x="482" y="107"/>
                </a:cxn>
                <a:cxn ang="0">
                  <a:pos x="424" y="99"/>
                </a:cxn>
                <a:cxn ang="0">
                  <a:pos x="368" y="91"/>
                </a:cxn>
                <a:cxn ang="0">
                  <a:pos x="314" y="86"/>
                </a:cxn>
                <a:cxn ang="0">
                  <a:pos x="264" y="83"/>
                </a:cxn>
                <a:cxn ang="0">
                  <a:pos x="217" y="83"/>
                </a:cxn>
                <a:cxn ang="0">
                  <a:pos x="174" y="85"/>
                </a:cxn>
                <a:cxn ang="0">
                  <a:pos x="135" y="91"/>
                </a:cxn>
                <a:cxn ang="0">
                  <a:pos x="100" y="101"/>
                </a:cxn>
              </a:cxnLst>
              <a:rect l="0" t="0" r="r" b="b"/>
              <a:pathLst>
                <a:path w="973" h="264">
                  <a:moveTo>
                    <a:pt x="84" y="107"/>
                  </a:moveTo>
                  <a:lnTo>
                    <a:pt x="77" y="112"/>
                  </a:lnTo>
                  <a:lnTo>
                    <a:pt x="59" y="122"/>
                  </a:lnTo>
                  <a:lnTo>
                    <a:pt x="36" y="139"/>
                  </a:lnTo>
                  <a:lnTo>
                    <a:pt x="15" y="159"/>
                  </a:lnTo>
                  <a:lnTo>
                    <a:pt x="0" y="181"/>
                  </a:lnTo>
                  <a:lnTo>
                    <a:pt x="0" y="204"/>
                  </a:lnTo>
                  <a:lnTo>
                    <a:pt x="19" y="225"/>
                  </a:lnTo>
                  <a:lnTo>
                    <a:pt x="62" y="243"/>
                  </a:lnTo>
                  <a:lnTo>
                    <a:pt x="94" y="250"/>
                  </a:lnTo>
                  <a:lnTo>
                    <a:pt x="127" y="256"/>
                  </a:lnTo>
                  <a:lnTo>
                    <a:pt x="164" y="260"/>
                  </a:lnTo>
                  <a:lnTo>
                    <a:pt x="202" y="263"/>
                  </a:lnTo>
                  <a:lnTo>
                    <a:pt x="243" y="264"/>
                  </a:lnTo>
                  <a:lnTo>
                    <a:pt x="285" y="263"/>
                  </a:lnTo>
                  <a:lnTo>
                    <a:pt x="329" y="262"/>
                  </a:lnTo>
                  <a:lnTo>
                    <a:pt x="374" y="258"/>
                  </a:lnTo>
                  <a:lnTo>
                    <a:pt x="418" y="254"/>
                  </a:lnTo>
                  <a:lnTo>
                    <a:pt x="463" y="248"/>
                  </a:lnTo>
                  <a:lnTo>
                    <a:pt x="508" y="241"/>
                  </a:lnTo>
                  <a:lnTo>
                    <a:pt x="553" y="232"/>
                  </a:lnTo>
                  <a:lnTo>
                    <a:pt x="598" y="222"/>
                  </a:lnTo>
                  <a:lnTo>
                    <a:pt x="641" y="212"/>
                  </a:lnTo>
                  <a:lnTo>
                    <a:pt x="682" y="199"/>
                  </a:lnTo>
                  <a:lnTo>
                    <a:pt x="723" y="187"/>
                  </a:lnTo>
                  <a:lnTo>
                    <a:pt x="793" y="160"/>
                  </a:lnTo>
                  <a:lnTo>
                    <a:pt x="851" y="136"/>
                  </a:lnTo>
                  <a:lnTo>
                    <a:pt x="894" y="113"/>
                  </a:lnTo>
                  <a:lnTo>
                    <a:pt x="929" y="92"/>
                  </a:lnTo>
                  <a:lnTo>
                    <a:pt x="952" y="74"/>
                  </a:lnTo>
                  <a:lnTo>
                    <a:pt x="966" y="56"/>
                  </a:lnTo>
                  <a:lnTo>
                    <a:pt x="973" y="41"/>
                  </a:lnTo>
                  <a:lnTo>
                    <a:pt x="972" y="29"/>
                  </a:lnTo>
                  <a:lnTo>
                    <a:pt x="965" y="18"/>
                  </a:lnTo>
                  <a:lnTo>
                    <a:pt x="953" y="9"/>
                  </a:lnTo>
                  <a:lnTo>
                    <a:pt x="937" y="3"/>
                  </a:lnTo>
                  <a:lnTo>
                    <a:pt x="919" y="1"/>
                  </a:lnTo>
                  <a:lnTo>
                    <a:pt x="898" y="0"/>
                  </a:lnTo>
                  <a:lnTo>
                    <a:pt x="876" y="2"/>
                  </a:lnTo>
                  <a:lnTo>
                    <a:pt x="855" y="7"/>
                  </a:lnTo>
                  <a:lnTo>
                    <a:pt x="836" y="14"/>
                  </a:lnTo>
                  <a:lnTo>
                    <a:pt x="817" y="23"/>
                  </a:lnTo>
                  <a:lnTo>
                    <a:pt x="798" y="32"/>
                  </a:lnTo>
                  <a:lnTo>
                    <a:pt x="777" y="41"/>
                  </a:lnTo>
                  <a:lnTo>
                    <a:pt x="756" y="52"/>
                  </a:lnTo>
                  <a:lnTo>
                    <a:pt x="734" y="61"/>
                  </a:lnTo>
                  <a:lnTo>
                    <a:pt x="712" y="69"/>
                  </a:lnTo>
                  <a:lnTo>
                    <a:pt x="689" y="78"/>
                  </a:lnTo>
                  <a:lnTo>
                    <a:pt x="666" y="86"/>
                  </a:lnTo>
                  <a:lnTo>
                    <a:pt x="642" y="93"/>
                  </a:lnTo>
                  <a:lnTo>
                    <a:pt x="617" y="99"/>
                  </a:lnTo>
                  <a:lnTo>
                    <a:pt x="591" y="104"/>
                  </a:lnTo>
                  <a:lnTo>
                    <a:pt x="565" y="107"/>
                  </a:lnTo>
                  <a:lnTo>
                    <a:pt x="538" y="108"/>
                  </a:lnTo>
                  <a:lnTo>
                    <a:pt x="511" y="109"/>
                  </a:lnTo>
                  <a:lnTo>
                    <a:pt x="482" y="107"/>
                  </a:lnTo>
                  <a:lnTo>
                    <a:pt x="453" y="104"/>
                  </a:lnTo>
                  <a:lnTo>
                    <a:pt x="424" y="99"/>
                  </a:lnTo>
                  <a:lnTo>
                    <a:pt x="395" y="96"/>
                  </a:lnTo>
                  <a:lnTo>
                    <a:pt x="368" y="91"/>
                  </a:lnTo>
                  <a:lnTo>
                    <a:pt x="340" y="89"/>
                  </a:lnTo>
                  <a:lnTo>
                    <a:pt x="314" y="86"/>
                  </a:lnTo>
                  <a:lnTo>
                    <a:pt x="288" y="84"/>
                  </a:lnTo>
                  <a:lnTo>
                    <a:pt x="264" y="83"/>
                  </a:lnTo>
                  <a:lnTo>
                    <a:pt x="240" y="83"/>
                  </a:lnTo>
                  <a:lnTo>
                    <a:pt x="217" y="83"/>
                  </a:lnTo>
                  <a:lnTo>
                    <a:pt x="195" y="84"/>
                  </a:lnTo>
                  <a:lnTo>
                    <a:pt x="174" y="85"/>
                  </a:lnTo>
                  <a:lnTo>
                    <a:pt x="155" y="88"/>
                  </a:lnTo>
                  <a:lnTo>
                    <a:pt x="135" y="91"/>
                  </a:lnTo>
                  <a:lnTo>
                    <a:pt x="118" y="96"/>
                  </a:lnTo>
                  <a:lnTo>
                    <a:pt x="100" y="101"/>
                  </a:lnTo>
                  <a:lnTo>
                    <a:pt x="84" y="107"/>
                  </a:lnTo>
                  <a:close/>
                </a:path>
              </a:pathLst>
            </a:custGeom>
            <a:solidFill>
              <a:srgbClr val="FCDB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8" name="Freeform 56"/>
            <p:cNvSpPr>
              <a:spLocks/>
            </p:cNvSpPr>
            <p:nvPr/>
          </p:nvSpPr>
          <p:spPr bwMode="gray">
            <a:xfrm>
              <a:off x="1388" y="2996"/>
              <a:ext cx="466" cy="117"/>
            </a:xfrm>
            <a:custGeom>
              <a:avLst/>
              <a:gdLst/>
              <a:ahLst/>
              <a:cxnLst>
                <a:cxn ang="0">
                  <a:pos x="73" y="97"/>
                </a:cxn>
                <a:cxn ang="0">
                  <a:pos x="34" y="123"/>
                </a:cxn>
                <a:cxn ang="0">
                  <a:pos x="1" y="161"/>
                </a:cxn>
                <a:cxn ang="0">
                  <a:pos x="18" y="200"/>
                </a:cxn>
                <a:cxn ang="0">
                  <a:pos x="91" y="223"/>
                </a:cxn>
                <a:cxn ang="0">
                  <a:pos x="158" y="231"/>
                </a:cxn>
                <a:cxn ang="0">
                  <a:pos x="234" y="234"/>
                </a:cxn>
                <a:cxn ang="0">
                  <a:pos x="315" y="233"/>
                </a:cxn>
                <a:cxn ang="0">
                  <a:pos x="401" y="226"/>
                </a:cxn>
                <a:cxn ang="0">
                  <a:pos x="488" y="215"/>
                </a:cxn>
                <a:cxn ang="0">
                  <a:pos x="574" y="199"/>
                </a:cxn>
                <a:cxn ang="0">
                  <a:pos x="655" y="179"/>
                </a:cxn>
                <a:cxn ang="0">
                  <a:pos x="760" y="144"/>
                </a:cxn>
                <a:cxn ang="0">
                  <a:pos x="858" y="102"/>
                </a:cxn>
                <a:cxn ang="0">
                  <a:pos x="913" y="66"/>
                </a:cxn>
                <a:cxn ang="0">
                  <a:pos x="932" y="37"/>
                </a:cxn>
                <a:cxn ang="0">
                  <a:pos x="925" y="17"/>
                </a:cxn>
                <a:cxn ang="0">
                  <a:pos x="898" y="4"/>
                </a:cxn>
                <a:cxn ang="0">
                  <a:pos x="862" y="0"/>
                </a:cxn>
                <a:cxn ang="0">
                  <a:pos x="820" y="6"/>
                </a:cxn>
                <a:cxn ang="0">
                  <a:pos x="783" y="21"/>
                </a:cxn>
                <a:cxn ang="0">
                  <a:pos x="745" y="37"/>
                </a:cxn>
                <a:cxn ang="0">
                  <a:pos x="705" y="55"/>
                </a:cxn>
                <a:cxn ang="0">
                  <a:pos x="661" y="70"/>
                </a:cxn>
                <a:cxn ang="0">
                  <a:pos x="616" y="83"/>
                </a:cxn>
                <a:cxn ang="0">
                  <a:pos x="568" y="93"/>
                </a:cxn>
                <a:cxn ang="0">
                  <a:pos x="517" y="97"/>
                </a:cxn>
                <a:cxn ang="0">
                  <a:pos x="463" y="95"/>
                </a:cxn>
                <a:cxn ang="0">
                  <a:pos x="408" y="87"/>
                </a:cxn>
                <a:cxn ang="0">
                  <a:pos x="352" y="80"/>
                </a:cxn>
                <a:cxn ang="0">
                  <a:pos x="302" y="75"/>
                </a:cxn>
                <a:cxn ang="0">
                  <a:pos x="253" y="72"/>
                </a:cxn>
                <a:cxn ang="0">
                  <a:pos x="208" y="72"/>
                </a:cxn>
                <a:cxn ang="0">
                  <a:pos x="167" y="74"/>
                </a:cxn>
                <a:cxn ang="0">
                  <a:pos x="129" y="80"/>
                </a:cxn>
                <a:cxn ang="0">
                  <a:pos x="95" y="88"/>
                </a:cxn>
              </a:cxnLst>
              <a:rect l="0" t="0" r="r" b="b"/>
              <a:pathLst>
                <a:path w="932" h="234">
                  <a:moveTo>
                    <a:pt x="80" y="94"/>
                  </a:moveTo>
                  <a:lnTo>
                    <a:pt x="73" y="97"/>
                  </a:lnTo>
                  <a:lnTo>
                    <a:pt x="56" y="108"/>
                  </a:lnTo>
                  <a:lnTo>
                    <a:pt x="34" y="123"/>
                  </a:lnTo>
                  <a:lnTo>
                    <a:pt x="14" y="140"/>
                  </a:lnTo>
                  <a:lnTo>
                    <a:pt x="1" y="161"/>
                  </a:lnTo>
                  <a:lnTo>
                    <a:pt x="0" y="180"/>
                  </a:lnTo>
                  <a:lnTo>
                    <a:pt x="18" y="200"/>
                  </a:lnTo>
                  <a:lnTo>
                    <a:pt x="61" y="216"/>
                  </a:lnTo>
                  <a:lnTo>
                    <a:pt x="91" y="223"/>
                  </a:lnTo>
                  <a:lnTo>
                    <a:pt x="123" y="227"/>
                  </a:lnTo>
                  <a:lnTo>
                    <a:pt x="158" y="231"/>
                  </a:lnTo>
                  <a:lnTo>
                    <a:pt x="194" y="233"/>
                  </a:lnTo>
                  <a:lnTo>
                    <a:pt x="234" y="234"/>
                  </a:lnTo>
                  <a:lnTo>
                    <a:pt x="274" y="234"/>
                  </a:lnTo>
                  <a:lnTo>
                    <a:pt x="315" y="233"/>
                  </a:lnTo>
                  <a:lnTo>
                    <a:pt x="358" y="230"/>
                  </a:lnTo>
                  <a:lnTo>
                    <a:pt x="401" y="226"/>
                  </a:lnTo>
                  <a:lnTo>
                    <a:pt x="444" y="222"/>
                  </a:lnTo>
                  <a:lnTo>
                    <a:pt x="488" y="215"/>
                  </a:lnTo>
                  <a:lnTo>
                    <a:pt x="531" y="208"/>
                  </a:lnTo>
                  <a:lnTo>
                    <a:pt x="574" y="199"/>
                  </a:lnTo>
                  <a:lnTo>
                    <a:pt x="615" y="189"/>
                  </a:lnTo>
                  <a:lnTo>
                    <a:pt x="655" y="179"/>
                  </a:lnTo>
                  <a:lnTo>
                    <a:pt x="693" y="168"/>
                  </a:lnTo>
                  <a:lnTo>
                    <a:pt x="760" y="144"/>
                  </a:lnTo>
                  <a:lnTo>
                    <a:pt x="816" y="123"/>
                  </a:lnTo>
                  <a:lnTo>
                    <a:pt x="858" y="102"/>
                  </a:lnTo>
                  <a:lnTo>
                    <a:pt x="890" y="83"/>
                  </a:lnTo>
                  <a:lnTo>
                    <a:pt x="913" y="66"/>
                  </a:lnTo>
                  <a:lnTo>
                    <a:pt x="926" y="51"/>
                  </a:lnTo>
                  <a:lnTo>
                    <a:pt x="932" y="37"/>
                  </a:lnTo>
                  <a:lnTo>
                    <a:pt x="932" y="26"/>
                  </a:lnTo>
                  <a:lnTo>
                    <a:pt x="925" y="17"/>
                  </a:lnTo>
                  <a:lnTo>
                    <a:pt x="913" y="10"/>
                  </a:lnTo>
                  <a:lnTo>
                    <a:pt x="898" y="4"/>
                  </a:lnTo>
                  <a:lnTo>
                    <a:pt x="881" y="2"/>
                  </a:lnTo>
                  <a:lnTo>
                    <a:pt x="862" y="0"/>
                  </a:lnTo>
                  <a:lnTo>
                    <a:pt x="841" y="3"/>
                  </a:lnTo>
                  <a:lnTo>
                    <a:pt x="820" y="6"/>
                  </a:lnTo>
                  <a:lnTo>
                    <a:pt x="802" y="13"/>
                  </a:lnTo>
                  <a:lnTo>
                    <a:pt x="783" y="21"/>
                  </a:lnTo>
                  <a:lnTo>
                    <a:pt x="765" y="29"/>
                  </a:lnTo>
                  <a:lnTo>
                    <a:pt x="745" y="37"/>
                  </a:lnTo>
                  <a:lnTo>
                    <a:pt x="726" y="47"/>
                  </a:lnTo>
                  <a:lnTo>
                    <a:pt x="705" y="55"/>
                  </a:lnTo>
                  <a:lnTo>
                    <a:pt x="683" y="63"/>
                  </a:lnTo>
                  <a:lnTo>
                    <a:pt x="661" y="70"/>
                  </a:lnTo>
                  <a:lnTo>
                    <a:pt x="639" y="76"/>
                  </a:lnTo>
                  <a:lnTo>
                    <a:pt x="616" y="83"/>
                  </a:lnTo>
                  <a:lnTo>
                    <a:pt x="592" y="88"/>
                  </a:lnTo>
                  <a:lnTo>
                    <a:pt x="568" y="93"/>
                  </a:lnTo>
                  <a:lnTo>
                    <a:pt x="542" y="95"/>
                  </a:lnTo>
                  <a:lnTo>
                    <a:pt x="517" y="97"/>
                  </a:lnTo>
                  <a:lnTo>
                    <a:pt x="491" y="97"/>
                  </a:lnTo>
                  <a:lnTo>
                    <a:pt x="463" y="95"/>
                  </a:lnTo>
                  <a:lnTo>
                    <a:pt x="435" y="91"/>
                  </a:lnTo>
                  <a:lnTo>
                    <a:pt x="408" y="87"/>
                  </a:lnTo>
                  <a:lnTo>
                    <a:pt x="380" y="83"/>
                  </a:lnTo>
                  <a:lnTo>
                    <a:pt x="352" y="80"/>
                  </a:lnTo>
                  <a:lnTo>
                    <a:pt x="327" y="78"/>
                  </a:lnTo>
                  <a:lnTo>
                    <a:pt x="302" y="75"/>
                  </a:lnTo>
                  <a:lnTo>
                    <a:pt x="276" y="73"/>
                  </a:lnTo>
                  <a:lnTo>
                    <a:pt x="253" y="72"/>
                  </a:lnTo>
                  <a:lnTo>
                    <a:pt x="230" y="72"/>
                  </a:lnTo>
                  <a:lnTo>
                    <a:pt x="208" y="72"/>
                  </a:lnTo>
                  <a:lnTo>
                    <a:pt x="188" y="73"/>
                  </a:lnTo>
                  <a:lnTo>
                    <a:pt x="167" y="74"/>
                  </a:lnTo>
                  <a:lnTo>
                    <a:pt x="147" y="76"/>
                  </a:lnTo>
                  <a:lnTo>
                    <a:pt x="129" y="80"/>
                  </a:lnTo>
                  <a:lnTo>
                    <a:pt x="111" y="83"/>
                  </a:lnTo>
                  <a:lnTo>
                    <a:pt x="95" y="88"/>
                  </a:lnTo>
                  <a:lnTo>
                    <a:pt x="80" y="94"/>
                  </a:lnTo>
                  <a:close/>
                </a:path>
              </a:pathLst>
            </a:custGeom>
            <a:solidFill>
              <a:srgbClr val="F9D3C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49" name="Freeform 57"/>
            <p:cNvSpPr>
              <a:spLocks/>
            </p:cNvSpPr>
            <p:nvPr/>
          </p:nvSpPr>
          <p:spPr bwMode="gray">
            <a:xfrm>
              <a:off x="1394" y="3005"/>
              <a:ext cx="446" cy="102"/>
            </a:xfrm>
            <a:custGeom>
              <a:avLst/>
              <a:gdLst/>
              <a:ahLst/>
              <a:cxnLst>
                <a:cxn ang="0">
                  <a:pos x="71" y="83"/>
                </a:cxn>
                <a:cxn ang="0">
                  <a:pos x="34" y="105"/>
                </a:cxn>
                <a:cxn ang="0">
                  <a:pos x="0" y="137"/>
                </a:cxn>
                <a:cxn ang="0">
                  <a:pos x="18" y="172"/>
                </a:cxn>
                <a:cxn ang="0">
                  <a:pos x="87" y="192"/>
                </a:cxn>
                <a:cxn ang="0">
                  <a:pos x="151" y="200"/>
                </a:cxn>
                <a:cxn ang="0">
                  <a:pos x="224" y="204"/>
                </a:cxn>
                <a:cxn ang="0">
                  <a:pos x="303" y="203"/>
                </a:cxn>
                <a:cxn ang="0">
                  <a:pos x="385" y="198"/>
                </a:cxn>
                <a:cxn ang="0">
                  <a:pos x="468" y="188"/>
                </a:cxn>
                <a:cxn ang="0">
                  <a:pos x="550" y="174"/>
                </a:cxn>
                <a:cxn ang="0">
                  <a:pos x="627" y="157"/>
                </a:cxn>
                <a:cxn ang="0">
                  <a:pos x="729" y="127"/>
                </a:cxn>
                <a:cxn ang="0">
                  <a:pos x="822" y="90"/>
                </a:cxn>
                <a:cxn ang="0">
                  <a:pos x="874" y="59"/>
                </a:cxn>
                <a:cxn ang="0">
                  <a:pos x="892" y="33"/>
                </a:cxn>
                <a:cxn ang="0">
                  <a:pos x="885" y="15"/>
                </a:cxn>
                <a:cxn ang="0">
                  <a:pos x="859" y="3"/>
                </a:cxn>
                <a:cxn ang="0">
                  <a:pos x="823" y="0"/>
                </a:cxn>
                <a:cxn ang="0">
                  <a:pos x="785" y="4"/>
                </a:cxn>
                <a:cxn ang="0">
                  <a:pos x="749" y="17"/>
                </a:cxn>
                <a:cxn ang="0">
                  <a:pos x="712" y="32"/>
                </a:cxn>
                <a:cxn ang="0">
                  <a:pos x="674" y="47"/>
                </a:cxn>
                <a:cxn ang="0">
                  <a:pos x="633" y="61"/>
                </a:cxn>
                <a:cxn ang="0">
                  <a:pos x="589" y="71"/>
                </a:cxn>
                <a:cxn ang="0">
                  <a:pos x="543" y="81"/>
                </a:cxn>
                <a:cxn ang="0">
                  <a:pos x="495" y="84"/>
                </a:cxn>
                <a:cxn ang="0">
                  <a:pos x="443" y="83"/>
                </a:cxn>
                <a:cxn ang="0">
                  <a:pos x="390" y="76"/>
                </a:cxn>
                <a:cxn ang="0">
                  <a:pos x="338" y="69"/>
                </a:cxn>
                <a:cxn ang="0">
                  <a:pos x="288" y="64"/>
                </a:cxn>
                <a:cxn ang="0">
                  <a:pos x="242" y="61"/>
                </a:cxn>
                <a:cxn ang="0">
                  <a:pos x="199" y="61"/>
                </a:cxn>
                <a:cxn ang="0">
                  <a:pos x="159" y="63"/>
                </a:cxn>
                <a:cxn ang="0">
                  <a:pos x="124" y="67"/>
                </a:cxn>
                <a:cxn ang="0">
                  <a:pos x="91" y="75"/>
                </a:cxn>
              </a:cxnLst>
              <a:rect l="0" t="0" r="r" b="b"/>
              <a:pathLst>
                <a:path w="892" h="204">
                  <a:moveTo>
                    <a:pt x="78" y="79"/>
                  </a:moveTo>
                  <a:lnTo>
                    <a:pt x="71" y="83"/>
                  </a:lnTo>
                  <a:lnTo>
                    <a:pt x="55" y="91"/>
                  </a:lnTo>
                  <a:lnTo>
                    <a:pt x="34" y="105"/>
                  </a:lnTo>
                  <a:lnTo>
                    <a:pt x="14" y="120"/>
                  </a:lnTo>
                  <a:lnTo>
                    <a:pt x="0" y="137"/>
                  </a:lnTo>
                  <a:lnTo>
                    <a:pt x="0" y="155"/>
                  </a:lnTo>
                  <a:lnTo>
                    <a:pt x="18" y="172"/>
                  </a:lnTo>
                  <a:lnTo>
                    <a:pt x="58" y="187"/>
                  </a:lnTo>
                  <a:lnTo>
                    <a:pt x="87" y="192"/>
                  </a:lnTo>
                  <a:lnTo>
                    <a:pt x="118" y="197"/>
                  </a:lnTo>
                  <a:lnTo>
                    <a:pt x="151" y="200"/>
                  </a:lnTo>
                  <a:lnTo>
                    <a:pt x="187" y="203"/>
                  </a:lnTo>
                  <a:lnTo>
                    <a:pt x="224" y="204"/>
                  </a:lnTo>
                  <a:lnTo>
                    <a:pt x="263" y="204"/>
                  </a:lnTo>
                  <a:lnTo>
                    <a:pt x="303" y="203"/>
                  </a:lnTo>
                  <a:lnTo>
                    <a:pt x="344" y="200"/>
                  </a:lnTo>
                  <a:lnTo>
                    <a:pt x="385" y="198"/>
                  </a:lnTo>
                  <a:lnTo>
                    <a:pt x="427" y="193"/>
                  </a:lnTo>
                  <a:lnTo>
                    <a:pt x="468" y="188"/>
                  </a:lnTo>
                  <a:lnTo>
                    <a:pt x="510" y="181"/>
                  </a:lnTo>
                  <a:lnTo>
                    <a:pt x="550" y="174"/>
                  </a:lnTo>
                  <a:lnTo>
                    <a:pt x="589" y="166"/>
                  </a:lnTo>
                  <a:lnTo>
                    <a:pt x="627" y="157"/>
                  </a:lnTo>
                  <a:lnTo>
                    <a:pt x="664" y="146"/>
                  </a:lnTo>
                  <a:lnTo>
                    <a:pt x="729" y="127"/>
                  </a:lnTo>
                  <a:lnTo>
                    <a:pt x="780" y="107"/>
                  </a:lnTo>
                  <a:lnTo>
                    <a:pt x="822" y="90"/>
                  </a:lnTo>
                  <a:lnTo>
                    <a:pt x="852" y="74"/>
                  </a:lnTo>
                  <a:lnTo>
                    <a:pt x="874" y="59"/>
                  </a:lnTo>
                  <a:lnTo>
                    <a:pt x="886" y="45"/>
                  </a:lnTo>
                  <a:lnTo>
                    <a:pt x="892" y="33"/>
                  </a:lnTo>
                  <a:lnTo>
                    <a:pt x="891" y="23"/>
                  </a:lnTo>
                  <a:lnTo>
                    <a:pt x="885" y="15"/>
                  </a:lnTo>
                  <a:lnTo>
                    <a:pt x="874" y="8"/>
                  </a:lnTo>
                  <a:lnTo>
                    <a:pt x="859" y="3"/>
                  </a:lnTo>
                  <a:lnTo>
                    <a:pt x="843" y="0"/>
                  </a:lnTo>
                  <a:lnTo>
                    <a:pt x="823" y="0"/>
                  </a:lnTo>
                  <a:lnTo>
                    <a:pt x="804" y="1"/>
                  </a:lnTo>
                  <a:lnTo>
                    <a:pt x="785" y="4"/>
                  </a:lnTo>
                  <a:lnTo>
                    <a:pt x="767" y="10"/>
                  </a:lnTo>
                  <a:lnTo>
                    <a:pt x="749" y="17"/>
                  </a:lnTo>
                  <a:lnTo>
                    <a:pt x="731" y="25"/>
                  </a:lnTo>
                  <a:lnTo>
                    <a:pt x="712" y="32"/>
                  </a:lnTo>
                  <a:lnTo>
                    <a:pt x="694" y="39"/>
                  </a:lnTo>
                  <a:lnTo>
                    <a:pt x="674" y="47"/>
                  </a:lnTo>
                  <a:lnTo>
                    <a:pt x="654" y="54"/>
                  </a:lnTo>
                  <a:lnTo>
                    <a:pt x="633" y="61"/>
                  </a:lnTo>
                  <a:lnTo>
                    <a:pt x="611" y="67"/>
                  </a:lnTo>
                  <a:lnTo>
                    <a:pt x="589" y="71"/>
                  </a:lnTo>
                  <a:lnTo>
                    <a:pt x="566" y="76"/>
                  </a:lnTo>
                  <a:lnTo>
                    <a:pt x="543" y="81"/>
                  </a:lnTo>
                  <a:lnTo>
                    <a:pt x="519" y="83"/>
                  </a:lnTo>
                  <a:lnTo>
                    <a:pt x="495" y="84"/>
                  </a:lnTo>
                  <a:lnTo>
                    <a:pt x="469" y="84"/>
                  </a:lnTo>
                  <a:lnTo>
                    <a:pt x="443" y="83"/>
                  </a:lnTo>
                  <a:lnTo>
                    <a:pt x="416" y="79"/>
                  </a:lnTo>
                  <a:lnTo>
                    <a:pt x="390" y="76"/>
                  </a:lnTo>
                  <a:lnTo>
                    <a:pt x="363" y="72"/>
                  </a:lnTo>
                  <a:lnTo>
                    <a:pt x="338" y="69"/>
                  </a:lnTo>
                  <a:lnTo>
                    <a:pt x="313" y="67"/>
                  </a:lnTo>
                  <a:lnTo>
                    <a:pt x="288" y="64"/>
                  </a:lnTo>
                  <a:lnTo>
                    <a:pt x="264" y="62"/>
                  </a:lnTo>
                  <a:lnTo>
                    <a:pt x="242" y="61"/>
                  </a:lnTo>
                  <a:lnTo>
                    <a:pt x="220" y="61"/>
                  </a:lnTo>
                  <a:lnTo>
                    <a:pt x="199" y="61"/>
                  </a:lnTo>
                  <a:lnTo>
                    <a:pt x="179" y="61"/>
                  </a:lnTo>
                  <a:lnTo>
                    <a:pt x="159" y="63"/>
                  </a:lnTo>
                  <a:lnTo>
                    <a:pt x="141" y="64"/>
                  </a:lnTo>
                  <a:lnTo>
                    <a:pt x="124" y="67"/>
                  </a:lnTo>
                  <a:lnTo>
                    <a:pt x="108" y="70"/>
                  </a:lnTo>
                  <a:lnTo>
                    <a:pt x="91" y="75"/>
                  </a:lnTo>
                  <a:lnTo>
                    <a:pt x="78" y="79"/>
                  </a:lnTo>
                  <a:close/>
                </a:path>
              </a:pathLst>
            </a:custGeom>
            <a:solidFill>
              <a:srgbClr val="F9CC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0" name="Freeform 58"/>
            <p:cNvSpPr>
              <a:spLocks/>
            </p:cNvSpPr>
            <p:nvPr/>
          </p:nvSpPr>
          <p:spPr bwMode="gray">
            <a:xfrm>
              <a:off x="1400" y="3014"/>
              <a:ext cx="426" cy="88"/>
            </a:xfrm>
            <a:custGeom>
              <a:avLst/>
              <a:gdLst/>
              <a:ahLst/>
              <a:cxnLst>
                <a:cxn ang="0">
                  <a:pos x="67" y="68"/>
                </a:cxn>
                <a:cxn ang="0">
                  <a:pos x="32" y="88"/>
                </a:cxn>
                <a:cxn ang="0">
                  <a:pos x="1" y="117"/>
                </a:cxn>
                <a:cxn ang="0">
                  <a:pos x="17" y="147"/>
                </a:cxn>
                <a:cxn ang="0">
                  <a:pos x="83" y="165"/>
                </a:cxn>
                <a:cxn ang="0">
                  <a:pos x="144" y="172"/>
                </a:cxn>
                <a:cxn ang="0">
                  <a:pos x="214" y="175"/>
                </a:cxn>
                <a:cxn ang="0">
                  <a:pos x="289" y="174"/>
                </a:cxn>
                <a:cxn ang="0">
                  <a:pos x="367" y="171"/>
                </a:cxn>
                <a:cxn ang="0">
                  <a:pos x="447" y="163"/>
                </a:cxn>
                <a:cxn ang="0">
                  <a:pos x="525" y="150"/>
                </a:cxn>
                <a:cxn ang="0">
                  <a:pos x="599" y="136"/>
                </a:cxn>
                <a:cxn ang="0">
                  <a:pos x="696" y="110"/>
                </a:cxn>
                <a:cxn ang="0">
                  <a:pos x="786" y="79"/>
                </a:cxn>
                <a:cxn ang="0">
                  <a:pos x="835" y="51"/>
                </a:cxn>
                <a:cxn ang="0">
                  <a:pos x="853" y="29"/>
                </a:cxn>
                <a:cxn ang="0">
                  <a:pos x="846" y="13"/>
                </a:cxn>
                <a:cxn ang="0">
                  <a:pos x="821" y="4"/>
                </a:cxn>
                <a:cxn ang="0">
                  <a:pos x="787" y="0"/>
                </a:cxn>
                <a:cxn ang="0">
                  <a:pos x="750" y="5"/>
                </a:cxn>
                <a:cxn ang="0">
                  <a:pos x="717" y="15"/>
                </a:cxn>
                <a:cxn ang="0">
                  <a:pos x="681" y="28"/>
                </a:cxn>
                <a:cxn ang="0">
                  <a:pos x="644" y="41"/>
                </a:cxn>
                <a:cxn ang="0">
                  <a:pos x="605" y="52"/>
                </a:cxn>
                <a:cxn ang="0">
                  <a:pos x="563" y="63"/>
                </a:cxn>
                <a:cxn ang="0">
                  <a:pos x="518" y="69"/>
                </a:cxn>
                <a:cxn ang="0">
                  <a:pos x="472" y="72"/>
                </a:cxn>
                <a:cxn ang="0">
                  <a:pos x="423" y="71"/>
                </a:cxn>
                <a:cxn ang="0">
                  <a:pos x="372" y="64"/>
                </a:cxn>
                <a:cxn ang="0">
                  <a:pos x="323" y="58"/>
                </a:cxn>
                <a:cxn ang="0">
                  <a:pos x="275" y="53"/>
                </a:cxn>
                <a:cxn ang="0">
                  <a:pos x="232" y="51"/>
                </a:cxn>
                <a:cxn ang="0">
                  <a:pos x="190" y="51"/>
                </a:cxn>
                <a:cxn ang="0">
                  <a:pos x="152" y="52"/>
                </a:cxn>
                <a:cxn ang="0">
                  <a:pos x="119" y="56"/>
                </a:cxn>
                <a:cxn ang="0">
                  <a:pos x="87" y="61"/>
                </a:cxn>
              </a:cxnLst>
              <a:rect l="0" t="0" r="r" b="b"/>
              <a:pathLst>
                <a:path w="853" h="175">
                  <a:moveTo>
                    <a:pt x="74" y="66"/>
                  </a:moveTo>
                  <a:lnTo>
                    <a:pt x="67" y="68"/>
                  </a:lnTo>
                  <a:lnTo>
                    <a:pt x="52" y="76"/>
                  </a:lnTo>
                  <a:lnTo>
                    <a:pt x="32" y="88"/>
                  </a:lnTo>
                  <a:lnTo>
                    <a:pt x="13" y="101"/>
                  </a:lnTo>
                  <a:lnTo>
                    <a:pt x="1" y="117"/>
                  </a:lnTo>
                  <a:lnTo>
                    <a:pt x="0" y="132"/>
                  </a:lnTo>
                  <a:lnTo>
                    <a:pt x="17" y="147"/>
                  </a:lnTo>
                  <a:lnTo>
                    <a:pt x="55" y="159"/>
                  </a:lnTo>
                  <a:lnTo>
                    <a:pt x="83" y="165"/>
                  </a:lnTo>
                  <a:lnTo>
                    <a:pt x="113" y="169"/>
                  </a:lnTo>
                  <a:lnTo>
                    <a:pt x="144" y="172"/>
                  </a:lnTo>
                  <a:lnTo>
                    <a:pt x="179" y="174"/>
                  </a:lnTo>
                  <a:lnTo>
                    <a:pt x="214" y="175"/>
                  </a:lnTo>
                  <a:lnTo>
                    <a:pt x="251" y="175"/>
                  </a:lnTo>
                  <a:lnTo>
                    <a:pt x="289" y="174"/>
                  </a:lnTo>
                  <a:lnTo>
                    <a:pt x="328" y="173"/>
                  </a:lnTo>
                  <a:lnTo>
                    <a:pt x="367" y="171"/>
                  </a:lnTo>
                  <a:lnTo>
                    <a:pt x="408" y="166"/>
                  </a:lnTo>
                  <a:lnTo>
                    <a:pt x="447" y="163"/>
                  </a:lnTo>
                  <a:lnTo>
                    <a:pt x="486" y="157"/>
                  </a:lnTo>
                  <a:lnTo>
                    <a:pt x="525" y="150"/>
                  </a:lnTo>
                  <a:lnTo>
                    <a:pt x="563" y="143"/>
                  </a:lnTo>
                  <a:lnTo>
                    <a:pt x="599" y="136"/>
                  </a:lnTo>
                  <a:lnTo>
                    <a:pt x="635" y="127"/>
                  </a:lnTo>
                  <a:lnTo>
                    <a:pt x="696" y="110"/>
                  </a:lnTo>
                  <a:lnTo>
                    <a:pt x="747" y="94"/>
                  </a:lnTo>
                  <a:lnTo>
                    <a:pt x="786" y="79"/>
                  </a:lnTo>
                  <a:lnTo>
                    <a:pt x="815" y="65"/>
                  </a:lnTo>
                  <a:lnTo>
                    <a:pt x="835" y="51"/>
                  </a:lnTo>
                  <a:lnTo>
                    <a:pt x="847" y="39"/>
                  </a:lnTo>
                  <a:lnTo>
                    <a:pt x="853" y="29"/>
                  </a:lnTo>
                  <a:lnTo>
                    <a:pt x="851" y="21"/>
                  </a:lnTo>
                  <a:lnTo>
                    <a:pt x="846" y="13"/>
                  </a:lnTo>
                  <a:lnTo>
                    <a:pt x="835" y="7"/>
                  </a:lnTo>
                  <a:lnTo>
                    <a:pt x="821" y="4"/>
                  </a:lnTo>
                  <a:lnTo>
                    <a:pt x="804" y="1"/>
                  </a:lnTo>
                  <a:lnTo>
                    <a:pt x="787" y="0"/>
                  </a:lnTo>
                  <a:lnTo>
                    <a:pt x="768" y="1"/>
                  </a:lnTo>
                  <a:lnTo>
                    <a:pt x="750" y="5"/>
                  </a:lnTo>
                  <a:lnTo>
                    <a:pt x="733" y="10"/>
                  </a:lnTo>
                  <a:lnTo>
                    <a:pt x="717" y="15"/>
                  </a:lnTo>
                  <a:lnTo>
                    <a:pt x="699" y="22"/>
                  </a:lnTo>
                  <a:lnTo>
                    <a:pt x="681" y="28"/>
                  </a:lnTo>
                  <a:lnTo>
                    <a:pt x="662" y="35"/>
                  </a:lnTo>
                  <a:lnTo>
                    <a:pt x="644" y="41"/>
                  </a:lnTo>
                  <a:lnTo>
                    <a:pt x="624" y="48"/>
                  </a:lnTo>
                  <a:lnTo>
                    <a:pt x="605" y="52"/>
                  </a:lnTo>
                  <a:lnTo>
                    <a:pt x="584" y="58"/>
                  </a:lnTo>
                  <a:lnTo>
                    <a:pt x="563" y="63"/>
                  </a:lnTo>
                  <a:lnTo>
                    <a:pt x="541" y="66"/>
                  </a:lnTo>
                  <a:lnTo>
                    <a:pt x="518" y="69"/>
                  </a:lnTo>
                  <a:lnTo>
                    <a:pt x="495" y="71"/>
                  </a:lnTo>
                  <a:lnTo>
                    <a:pt x="472" y="72"/>
                  </a:lnTo>
                  <a:lnTo>
                    <a:pt x="448" y="72"/>
                  </a:lnTo>
                  <a:lnTo>
                    <a:pt x="423" y="71"/>
                  </a:lnTo>
                  <a:lnTo>
                    <a:pt x="397" y="67"/>
                  </a:lnTo>
                  <a:lnTo>
                    <a:pt x="372" y="64"/>
                  </a:lnTo>
                  <a:lnTo>
                    <a:pt x="347" y="61"/>
                  </a:lnTo>
                  <a:lnTo>
                    <a:pt x="323" y="58"/>
                  </a:lnTo>
                  <a:lnTo>
                    <a:pt x="298" y="56"/>
                  </a:lnTo>
                  <a:lnTo>
                    <a:pt x="275" y="53"/>
                  </a:lnTo>
                  <a:lnTo>
                    <a:pt x="253" y="52"/>
                  </a:lnTo>
                  <a:lnTo>
                    <a:pt x="232" y="51"/>
                  </a:lnTo>
                  <a:lnTo>
                    <a:pt x="211" y="51"/>
                  </a:lnTo>
                  <a:lnTo>
                    <a:pt x="190" y="51"/>
                  </a:lnTo>
                  <a:lnTo>
                    <a:pt x="172" y="51"/>
                  </a:lnTo>
                  <a:lnTo>
                    <a:pt x="152" y="52"/>
                  </a:lnTo>
                  <a:lnTo>
                    <a:pt x="135" y="53"/>
                  </a:lnTo>
                  <a:lnTo>
                    <a:pt x="119" y="56"/>
                  </a:lnTo>
                  <a:lnTo>
                    <a:pt x="102" y="58"/>
                  </a:lnTo>
                  <a:lnTo>
                    <a:pt x="87" y="61"/>
                  </a:lnTo>
                  <a:lnTo>
                    <a:pt x="74" y="66"/>
                  </a:lnTo>
                  <a:close/>
                </a:path>
              </a:pathLst>
            </a:custGeom>
            <a:solidFill>
              <a:srgbClr val="F9C6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1" name="Freeform 59"/>
            <p:cNvSpPr>
              <a:spLocks/>
            </p:cNvSpPr>
            <p:nvPr/>
          </p:nvSpPr>
          <p:spPr bwMode="gray">
            <a:xfrm>
              <a:off x="1441" y="2276"/>
              <a:ext cx="71" cy="16"/>
            </a:xfrm>
            <a:custGeom>
              <a:avLst/>
              <a:gdLst/>
              <a:ahLst/>
              <a:cxnLst>
                <a:cxn ang="0">
                  <a:pos x="63" y="30"/>
                </a:cxn>
                <a:cxn ang="0">
                  <a:pos x="74" y="31"/>
                </a:cxn>
                <a:cxn ang="0">
                  <a:pos x="84" y="31"/>
                </a:cxn>
                <a:cxn ang="0">
                  <a:pos x="94" y="30"/>
                </a:cxn>
                <a:cxn ang="0">
                  <a:pos x="105" y="29"/>
                </a:cxn>
                <a:cxn ang="0">
                  <a:pos x="115" y="27"/>
                </a:cxn>
                <a:cxn ang="0">
                  <a:pos x="124" y="22"/>
                </a:cxn>
                <a:cxn ang="0">
                  <a:pos x="132" y="16"/>
                </a:cxn>
                <a:cxn ang="0">
                  <a:pos x="139" y="9"/>
                </a:cxn>
                <a:cxn ang="0">
                  <a:pos x="140" y="6"/>
                </a:cxn>
                <a:cxn ang="0">
                  <a:pos x="140" y="2"/>
                </a:cxn>
                <a:cxn ang="0">
                  <a:pos x="139" y="0"/>
                </a:cxn>
                <a:cxn ang="0">
                  <a:pos x="136" y="0"/>
                </a:cxn>
                <a:cxn ang="0">
                  <a:pos x="128" y="1"/>
                </a:cxn>
                <a:cxn ang="0">
                  <a:pos x="120" y="4"/>
                </a:cxn>
                <a:cxn ang="0">
                  <a:pos x="112" y="5"/>
                </a:cxn>
                <a:cxn ang="0">
                  <a:pos x="102" y="7"/>
                </a:cxn>
                <a:cxn ang="0">
                  <a:pos x="94" y="8"/>
                </a:cxn>
                <a:cxn ang="0">
                  <a:pos x="86" y="9"/>
                </a:cxn>
                <a:cxn ang="0">
                  <a:pos x="77" y="9"/>
                </a:cxn>
                <a:cxn ang="0">
                  <a:pos x="69" y="10"/>
                </a:cxn>
                <a:cxn ang="0">
                  <a:pos x="61" y="10"/>
                </a:cxn>
                <a:cxn ang="0">
                  <a:pos x="52" y="10"/>
                </a:cxn>
                <a:cxn ang="0">
                  <a:pos x="44" y="10"/>
                </a:cxn>
                <a:cxn ang="0">
                  <a:pos x="36" y="9"/>
                </a:cxn>
                <a:cxn ang="0">
                  <a:pos x="31" y="8"/>
                </a:cxn>
                <a:cxn ang="0">
                  <a:pos x="25" y="7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8" y="2"/>
                </a:cxn>
                <a:cxn ang="0">
                  <a:pos x="3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7" y="5"/>
                </a:cxn>
                <a:cxn ang="0">
                  <a:pos x="14" y="9"/>
                </a:cxn>
                <a:cxn ang="0">
                  <a:pos x="22" y="14"/>
                </a:cxn>
                <a:cxn ang="0">
                  <a:pos x="32" y="20"/>
                </a:cxn>
                <a:cxn ang="0">
                  <a:pos x="43" y="24"/>
                </a:cxn>
                <a:cxn ang="0">
                  <a:pos x="53" y="28"/>
                </a:cxn>
                <a:cxn ang="0">
                  <a:pos x="63" y="30"/>
                </a:cxn>
              </a:cxnLst>
              <a:rect l="0" t="0" r="r" b="b"/>
              <a:pathLst>
                <a:path w="140" h="31">
                  <a:moveTo>
                    <a:pt x="63" y="30"/>
                  </a:moveTo>
                  <a:lnTo>
                    <a:pt x="74" y="31"/>
                  </a:lnTo>
                  <a:lnTo>
                    <a:pt x="84" y="31"/>
                  </a:lnTo>
                  <a:lnTo>
                    <a:pt x="94" y="30"/>
                  </a:lnTo>
                  <a:lnTo>
                    <a:pt x="105" y="29"/>
                  </a:lnTo>
                  <a:lnTo>
                    <a:pt x="115" y="27"/>
                  </a:lnTo>
                  <a:lnTo>
                    <a:pt x="124" y="22"/>
                  </a:lnTo>
                  <a:lnTo>
                    <a:pt x="132" y="16"/>
                  </a:lnTo>
                  <a:lnTo>
                    <a:pt x="139" y="9"/>
                  </a:lnTo>
                  <a:lnTo>
                    <a:pt x="140" y="6"/>
                  </a:lnTo>
                  <a:lnTo>
                    <a:pt x="140" y="2"/>
                  </a:lnTo>
                  <a:lnTo>
                    <a:pt x="139" y="0"/>
                  </a:lnTo>
                  <a:lnTo>
                    <a:pt x="136" y="0"/>
                  </a:lnTo>
                  <a:lnTo>
                    <a:pt x="128" y="1"/>
                  </a:lnTo>
                  <a:lnTo>
                    <a:pt x="120" y="4"/>
                  </a:lnTo>
                  <a:lnTo>
                    <a:pt x="112" y="5"/>
                  </a:lnTo>
                  <a:lnTo>
                    <a:pt x="102" y="7"/>
                  </a:lnTo>
                  <a:lnTo>
                    <a:pt x="94" y="8"/>
                  </a:lnTo>
                  <a:lnTo>
                    <a:pt x="86" y="9"/>
                  </a:lnTo>
                  <a:lnTo>
                    <a:pt x="77" y="9"/>
                  </a:lnTo>
                  <a:lnTo>
                    <a:pt x="69" y="10"/>
                  </a:lnTo>
                  <a:lnTo>
                    <a:pt x="61" y="10"/>
                  </a:lnTo>
                  <a:lnTo>
                    <a:pt x="52" y="10"/>
                  </a:lnTo>
                  <a:lnTo>
                    <a:pt x="44" y="10"/>
                  </a:lnTo>
                  <a:lnTo>
                    <a:pt x="36" y="9"/>
                  </a:lnTo>
                  <a:lnTo>
                    <a:pt x="31" y="8"/>
                  </a:lnTo>
                  <a:lnTo>
                    <a:pt x="25" y="7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8" y="2"/>
                  </a:lnTo>
                  <a:lnTo>
                    <a:pt x="3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7" y="5"/>
                  </a:lnTo>
                  <a:lnTo>
                    <a:pt x="14" y="9"/>
                  </a:lnTo>
                  <a:lnTo>
                    <a:pt x="22" y="14"/>
                  </a:lnTo>
                  <a:lnTo>
                    <a:pt x="32" y="20"/>
                  </a:lnTo>
                  <a:lnTo>
                    <a:pt x="43" y="24"/>
                  </a:lnTo>
                  <a:lnTo>
                    <a:pt x="53" y="28"/>
                  </a:lnTo>
                  <a:lnTo>
                    <a:pt x="63" y="3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2" name="Freeform 60"/>
            <p:cNvSpPr>
              <a:spLocks/>
            </p:cNvSpPr>
            <p:nvPr/>
          </p:nvSpPr>
          <p:spPr bwMode="gray">
            <a:xfrm>
              <a:off x="1562" y="2265"/>
              <a:ext cx="23" cy="16"/>
            </a:xfrm>
            <a:custGeom>
              <a:avLst/>
              <a:gdLst/>
              <a:ahLst/>
              <a:cxnLst>
                <a:cxn ang="0">
                  <a:pos x="9" y="29"/>
                </a:cxn>
                <a:cxn ang="0">
                  <a:pos x="13" y="31"/>
                </a:cxn>
                <a:cxn ang="0">
                  <a:pos x="17" y="31"/>
                </a:cxn>
                <a:cxn ang="0">
                  <a:pos x="21" y="30"/>
                </a:cxn>
                <a:cxn ang="0">
                  <a:pos x="24" y="29"/>
                </a:cxn>
                <a:cxn ang="0">
                  <a:pos x="31" y="24"/>
                </a:cxn>
                <a:cxn ang="0">
                  <a:pos x="37" y="20"/>
                </a:cxn>
                <a:cxn ang="0">
                  <a:pos x="41" y="13"/>
                </a:cxn>
                <a:cxn ang="0">
                  <a:pos x="45" y="6"/>
                </a:cxn>
                <a:cxn ang="0">
                  <a:pos x="45" y="4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0"/>
                </a:cxn>
                <a:cxn ang="0">
                  <a:pos x="36" y="1"/>
                </a:cxn>
                <a:cxn ang="0">
                  <a:pos x="32" y="4"/>
                </a:cxn>
                <a:cxn ang="0">
                  <a:pos x="29" y="6"/>
                </a:cxn>
                <a:cxn ang="0">
                  <a:pos x="26" y="9"/>
                </a:cxn>
                <a:cxn ang="0">
                  <a:pos x="18" y="14"/>
                </a:cxn>
                <a:cxn ang="0">
                  <a:pos x="10" y="15"/>
                </a:cxn>
                <a:cxn ang="0">
                  <a:pos x="2" y="15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3" y="21"/>
                </a:cxn>
                <a:cxn ang="0">
                  <a:pos x="6" y="26"/>
                </a:cxn>
                <a:cxn ang="0">
                  <a:pos x="9" y="29"/>
                </a:cxn>
              </a:cxnLst>
              <a:rect l="0" t="0" r="r" b="b"/>
              <a:pathLst>
                <a:path w="45" h="31">
                  <a:moveTo>
                    <a:pt x="9" y="29"/>
                  </a:moveTo>
                  <a:lnTo>
                    <a:pt x="13" y="31"/>
                  </a:lnTo>
                  <a:lnTo>
                    <a:pt x="17" y="31"/>
                  </a:lnTo>
                  <a:lnTo>
                    <a:pt x="21" y="30"/>
                  </a:lnTo>
                  <a:lnTo>
                    <a:pt x="24" y="29"/>
                  </a:lnTo>
                  <a:lnTo>
                    <a:pt x="31" y="24"/>
                  </a:lnTo>
                  <a:lnTo>
                    <a:pt x="37" y="20"/>
                  </a:lnTo>
                  <a:lnTo>
                    <a:pt x="41" y="13"/>
                  </a:lnTo>
                  <a:lnTo>
                    <a:pt x="45" y="6"/>
                  </a:lnTo>
                  <a:lnTo>
                    <a:pt x="45" y="4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36" y="1"/>
                  </a:lnTo>
                  <a:lnTo>
                    <a:pt x="32" y="4"/>
                  </a:lnTo>
                  <a:lnTo>
                    <a:pt x="29" y="6"/>
                  </a:lnTo>
                  <a:lnTo>
                    <a:pt x="26" y="9"/>
                  </a:lnTo>
                  <a:lnTo>
                    <a:pt x="18" y="14"/>
                  </a:lnTo>
                  <a:lnTo>
                    <a:pt x="10" y="15"/>
                  </a:lnTo>
                  <a:lnTo>
                    <a:pt x="2" y="15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3" y="21"/>
                  </a:lnTo>
                  <a:lnTo>
                    <a:pt x="6" y="26"/>
                  </a:lnTo>
                  <a:lnTo>
                    <a:pt x="9" y="2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3" name="Freeform 61"/>
            <p:cNvSpPr>
              <a:spLocks/>
            </p:cNvSpPr>
            <p:nvPr/>
          </p:nvSpPr>
          <p:spPr bwMode="gray">
            <a:xfrm>
              <a:off x="1550" y="2272"/>
              <a:ext cx="38" cy="179"/>
            </a:xfrm>
            <a:custGeom>
              <a:avLst/>
              <a:gdLst/>
              <a:ahLst/>
              <a:cxnLst>
                <a:cxn ang="0">
                  <a:pos x="64" y="89"/>
                </a:cxn>
                <a:cxn ang="0">
                  <a:pos x="64" y="100"/>
                </a:cxn>
                <a:cxn ang="0">
                  <a:pos x="63" y="111"/>
                </a:cxn>
                <a:cxn ang="0">
                  <a:pos x="61" y="122"/>
                </a:cxn>
                <a:cxn ang="0">
                  <a:pos x="57" y="134"/>
                </a:cxn>
                <a:cxn ang="0">
                  <a:pos x="54" y="145"/>
                </a:cxn>
                <a:cxn ang="0">
                  <a:pos x="52" y="157"/>
                </a:cxn>
                <a:cxn ang="0">
                  <a:pos x="48" y="168"/>
                </a:cxn>
                <a:cxn ang="0">
                  <a:pos x="45" y="180"/>
                </a:cxn>
                <a:cxn ang="0">
                  <a:pos x="37" y="202"/>
                </a:cxn>
                <a:cxn ang="0">
                  <a:pos x="28" y="222"/>
                </a:cxn>
                <a:cxn ang="0">
                  <a:pos x="20" y="244"/>
                </a:cxn>
                <a:cxn ang="0">
                  <a:pos x="13" y="266"/>
                </a:cxn>
                <a:cxn ang="0">
                  <a:pos x="9" y="288"/>
                </a:cxn>
                <a:cxn ang="0">
                  <a:pos x="5" y="311"/>
                </a:cxn>
                <a:cxn ang="0">
                  <a:pos x="2" y="333"/>
                </a:cxn>
                <a:cxn ang="0">
                  <a:pos x="0" y="356"/>
                </a:cxn>
                <a:cxn ang="0">
                  <a:pos x="1" y="358"/>
                </a:cxn>
                <a:cxn ang="0">
                  <a:pos x="3" y="358"/>
                </a:cxn>
                <a:cxn ang="0">
                  <a:pos x="4" y="357"/>
                </a:cxn>
                <a:cxn ang="0">
                  <a:pos x="5" y="355"/>
                </a:cxn>
                <a:cxn ang="0">
                  <a:pos x="10" y="331"/>
                </a:cxn>
                <a:cxn ang="0">
                  <a:pos x="16" y="307"/>
                </a:cxn>
                <a:cxn ang="0">
                  <a:pos x="23" y="282"/>
                </a:cxn>
                <a:cxn ang="0">
                  <a:pos x="30" y="259"/>
                </a:cxn>
                <a:cxn ang="0">
                  <a:pos x="38" y="236"/>
                </a:cxn>
                <a:cxn ang="0">
                  <a:pos x="46" y="214"/>
                </a:cxn>
                <a:cxn ang="0">
                  <a:pos x="54" y="191"/>
                </a:cxn>
                <a:cxn ang="0">
                  <a:pos x="62" y="169"/>
                </a:cxn>
                <a:cxn ang="0">
                  <a:pos x="68" y="149"/>
                </a:cxn>
                <a:cxn ang="0">
                  <a:pos x="72" y="127"/>
                </a:cxn>
                <a:cxn ang="0">
                  <a:pos x="75" y="105"/>
                </a:cxn>
                <a:cxn ang="0">
                  <a:pos x="76" y="83"/>
                </a:cxn>
                <a:cxn ang="0">
                  <a:pos x="72" y="58"/>
                </a:cxn>
                <a:cxn ang="0">
                  <a:pos x="68" y="31"/>
                </a:cxn>
                <a:cxn ang="0">
                  <a:pos x="62" y="9"/>
                </a:cxn>
                <a:cxn ang="0">
                  <a:pos x="60" y="0"/>
                </a:cxn>
                <a:cxn ang="0">
                  <a:pos x="61" y="9"/>
                </a:cxn>
                <a:cxn ang="0">
                  <a:pos x="62" y="33"/>
                </a:cxn>
                <a:cxn ang="0">
                  <a:pos x="64" y="62"/>
                </a:cxn>
                <a:cxn ang="0">
                  <a:pos x="64" y="89"/>
                </a:cxn>
              </a:cxnLst>
              <a:rect l="0" t="0" r="r" b="b"/>
              <a:pathLst>
                <a:path w="76" h="358">
                  <a:moveTo>
                    <a:pt x="64" y="89"/>
                  </a:moveTo>
                  <a:lnTo>
                    <a:pt x="64" y="100"/>
                  </a:lnTo>
                  <a:lnTo>
                    <a:pt x="63" y="111"/>
                  </a:lnTo>
                  <a:lnTo>
                    <a:pt x="61" y="122"/>
                  </a:lnTo>
                  <a:lnTo>
                    <a:pt x="57" y="134"/>
                  </a:lnTo>
                  <a:lnTo>
                    <a:pt x="54" y="145"/>
                  </a:lnTo>
                  <a:lnTo>
                    <a:pt x="52" y="157"/>
                  </a:lnTo>
                  <a:lnTo>
                    <a:pt x="48" y="168"/>
                  </a:lnTo>
                  <a:lnTo>
                    <a:pt x="45" y="180"/>
                  </a:lnTo>
                  <a:lnTo>
                    <a:pt x="37" y="202"/>
                  </a:lnTo>
                  <a:lnTo>
                    <a:pt x="28" y="222"/>
                  </a:lnTo>
                  <a:lnTo>
                    <a:pt x="20" y="244"/>
                  </a:lnTo>
                  <a:lnTo>
                    <a:pt x="13" y="266"/>
                  </a:lnTo>
                  <a:lnTo>
                    <a:pt x="9" y="288"/>
                  </a:lnTo>
                  <a:lnTo>
                    <a:pt x="5" y="311"/>
                  </a:lnTo>
                  <a:lnTo>
                    <a:pt x="2" y="333"/>
                  </a:lnTo>
                  <a:lnTo>
                    <a:pt x="0" y="356"/>
                  </a:lnTo>
                  <a:lnTo>
                    <a:pt x="1" y="358"/>
                  </a:lnTo>
                  <a:lnTo>
                    <a:pt x="3" y="358"/>
                  </a:lnTo>
                  <a:lnTo>
                    <a:pt x="4" y="357"/>
                  </a:lnTo>
                  <a:lnTo>
                    <a:pt x="5" y="355"/>
                  </a:lnTo>
                  <a:lnTo>
                    <a:pt x="10" y="331"/>
                  </a:lnTo>
                  <a:lnTo>
                    <a:pt x="16" y="307"/>
                  </a:lnTo>
                  <a:lnTo>
                    <a:pt x="23" y="282"/>
                  </a:lnTo>
                  <a:lnTo>
                    <a:pt x="30" y="259"/>
                  </a:lnTo>
                  <a:lnTo>
                    <a:pt x="38" y="236"/>
                  </a:lnTo>
                  <a:lnTo>
                    <a:pt x="46" y="214"/>
                  </a:lnTo>
                  <a:lnTo>
                    <a:pt x="54" y="191"/>
                  </a:lnTo>
                  <a:lnTo>
                    <a:pt x="62" y="169"/>
                  </a:lnTo>
                  <a:lnTo>
                    <a:pt x="68" y="149"/>
                  </a:lnTo>
                  <a:lnTo>
                    <a:pt x="72" y="127"/>
                  </a:lnTo>
                  <a:lnTo>
                    <a:pt x="75" y="105"/>
                  </a:lnTo>
                  <a:lnTo>
                    <a:pt x="76" y="83"/>
                  </a:lnTo>
                  <a:lnTo>
                    <a:pt x="72" y="58"/>
                  </a:lnTo>
                  <a:lnTo>
                    <a:pt x="68" y="31"/>
                  </a:lnTo>
                  <a:lnTo>
                    <a:pt x="62" y="9"/>
                  </a:lnTo>
                  <a:lnTo>
                    <a:pt x="60" y="0"/>
                  </a:lnTo>
                  <a:lnTo>
                    <a:pt x="61" y="9"/>
                  </a:lnTo>
                  <a:lnTo>
                    <a:pt x="62" y="33"/>
                  </a:lnTo>
                  <a:lnTo>
                    <a:pt x="64" y="62"/>
                  </a:lnTo>
                  <a:lnTo>
                    <a:pt x="64" y="8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4" name="Freeform 62"/>
            <p:cNvSpPr>
              <a:spLocks/>
            </p:cNvSpPr>
            <p:nvPr/>
          </p:nvSpPr>
          <p:spPr bwMode="gray">
            <a:xfrm>
              <a:off x="1504" y="2375"/>
              <a:ext cx="52" cy="20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7" y="34"/>
                </a:cxn>
                <a:cxn ang="0">
                  <a:pos x="13" y="38"/>
                </a:cxn>
                <a:cxn ang="0">
                  <a:pos x="20" y="40"/>
                </a:cxn>
                <a:cxn ang="0">
                  <a:pos x="28" y="42"/>
                </a:cxn>
                <a:cxn ang="0">
                  <a:pos x="35" y="40"/>
                </a:cxn>
                <a:cxn ang="0">
                  <a:pos x="41" y="37"/>
                </a:cxn>
                <a:cxn ang="0">
                  <a:pos x="47" y="34"/>
                </a:cxn>
                <a:cxn ang="0">
                  <a:pos x="51" y="29"/>
                </a:cxn>
                <a:cxn ang="0">
                  <a:pos x="56" y="27"/>
                </a:cxn>
                <a:cxn ang="0">
                  <a:pos x="60" y="28"/>
                </a:cxn>
                <a:cxn ang="0">
                  <a:pos x="65" y="29"/>
                </a:cxn>
                <a:cxn ang="0">
                  <a:pos x="70" y="30"/>
                </a:cxn>
                <a:cxn ang="0">
                  <a:pos x="73" y="31"/>
                </a:cxn>
                <a:cxn ang="0">
                  <a:pos x="78" y="31"/>
                </a:cxn>
                <a:cxn ang="0">
                  <a:pos x="81" y="30"/>
                </a:cxn>
                <a:cxn ang="0">
                  <a:pos x="85" y="29"/>
                </a:cxn>
                <a:cxn ang="0">
                  <a:pos x="92" y="24"/>
                </a:cxn>
                <a:cxn ang="0">
                  <a:pos x="96" y="19"/>
                </a:cxn>
                <a:cxn ang="0">
                  <a:pos x="101" y="11"/>
                </a:cxn>
                <a:cxn ang="0">
                  <a:pos x="103" y="4"/>
                </a:cxn>
                <a:cxn ang="0">
                  <a:pos x="103" y="1"/>
                </a:cxn>
                <a:cxn ang="0">
                  <a:pos x="102" y="0"/>
                </a:cxn>
                <a:cxn ang="0">
                  <a:pos x="100" y="0"/>
                </a:cxn>
                <a:cxn ang="0">
                  <a:pos x="98" y="1"/>
                </a:cxn>
                <a:cxn ang="0">
                  <a:pos x="93" y="8"/>
                </a:cxn>
                <a:cxn ang="0">
                  <a:pos x="87" y="14"/>
                </a:cxn>
                <a:cxn ang="0">
                  <a:pos x="80" y="17"/>
                </a:cxn>
                <a:cxn ang="0">
                  <a:pos x="72" y="17"/>
                </a:cxn>
                <a:cxn ang="0">
                  <a:pos x="67" y="16"/>
                </a:cxn>
                <a:cxn ang="0">
                  <a:pos x="62" y="15"/>
                </a:cxn>
                <a:cxn ang="0">
                  <a:pos x="57" y="15"/>
                </a:cxn>
                <a:cxn ang="0">
                  <a:pos x="51" y="16"/>
                </a:cxn>
                <a:cxn ang="0">
                  <a:pos x="48" y="19"/>
                </a:cxn>
                <a:cxn ang="0">
                  <a:pos x="44" y="20"/>
                </a:cxn>
                <a:cxn ang="0">
                  <a:pos x="41" y="23"/>
                </a:cxn>
                <a:cxn ang="0">
                  <a:pos x="39" y="27"/>
                </a:cxn>
                <a:cxn ang="0">
                  <a:pos x="35" y="31"/>
                </a:cxn>
                <a:cxn ang="0">
                  <a:pos x="30" y="34"/>
                </a:cxn>
                <a:cxn ang="0">
                  <a:pos x="26" y="35"/>
                </a:cxn>
                <a:cxn ang="0">
                  <a:pos x="20" y="35"/>
                </a:cxn>
                <a:cxn ang="0">
                  <a:pos x="15" y="34"/>
                </a:cxn>
                <a:cxn ang="0">
                  <a:pos x="10" y="32"/>
                </a:cxn>
                <a:cxn ang="0">
                  <a:pos x="5" y="31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103" h="42">
                  <a:moveTo>
                    <a:pt x="0" y="29"/>
                  </a:moveTo>
                  <a:lnTo>
                    <a:pt x="7" y="34"/>
                  </a:lnTo>
                  <a:lnTo>
                    <a:pt x="13" y="38"/>
                  </a:lnTo>
                  <a:lnTo>
                    <a:pt x="20" y="40"/>
                  </a:lnTo>
                  <a:lnTo>
                    <a:pt x="28" y="42"/>
                  </a:lnTo>
                  <a:lnTo>
                    <a:pt x="35" y="40"/>
                  </a:lnTo>
                  <a:lnTo>
                    <a:pt x="41" y="37"/>
                  </a:lnTo>
                  <a:lnTo>
                    <a:pt x="47" y="34"/>
                  </a:lnTo>
                  <a:lnTo>
                    <a:pt x="51" y="29"/>
                  </a:lnTo>
                  <a:lnTo>
                    <a:pt x="56" y="27"/>
                  </a:lnTo>
                  <a:lnTo>
                    <a:pt x="60" y="28"/>
                  </a:lnTo>
                  <a:lnTo>
                    <a:pt x="65" y="29"/>
                  </a:lnTo>
                  <a:lnTo>
                    <a:pt x="70" y="30"/>
                  </a:lnTo>
                  <a:lnTo>
                    <a:pt x="73" y="31"/>
                  </a:lnTo>
                  <a:lnTo>
                    <a:pt x="78" y="31"/>
                  </a:lnTo>
                  <a:lnTo>
                    <a:pt x="81" y="30"/>
                  </a:lnTo>
                  <a:lnTo>
                    <a:pt x="85" y="29"/>
                  </a:lnTo>
                  <a:lnTo>
                    <a:pt x="92" y="24"/>
                  </a:lnTo>
                  <a:lnTo>
                    <a:pt x="96" y="19"/>
                  </a:lnTo>
                  <a:lnTo>
                    <a:pt x="101" y="11"/>
                  </a:lnTo>
                  <a:lnTo>
                    <a:pt x="103" y="4"/>
                  </a:lnTo>
                  <a:lnTo>
                    <a:pt x="103" y="1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8" y="1"/>
                  </a:lnTo>
                  <a:lnTo>
                    <a:pt x="93" y="8"/>
                  </a:lnTo>
                  <a:lnTo>
                    <a:pt x="87" y="14"/>
                  </a:lnTo>
                  <a:lnTo>
                    <a:pt x="80" y="17"/>
                  </a:lnTo>
                  <a:lnTo>
                    <a:pt x="72" y="17"/>
                  </a:lnTo>
                  <a:lnTo>
                    <a:pt x="67" y="16"/>
                  </a:lnTo>
                  <a:lnTo>
                    <a:pt x="62" y="15"/>
                  </a:lnTo>
                  <a:lnTo>
                    <a:pt x="57" y="15"/>
                  </a:lnTo>
                  <a:lnTo>
                    <a:pt x="51" y="16"/>
                  </a:lnTo>
                  <a:lnTo>
                    <a:pt x="48" y="19"/>
                  </a:lnTo>
                  <a:lnTo>
                    <a:pt x="44" y="20"/>
                  </a:lnTo>
                  <a:lnTo>
                    <a:pt x="41" y="23"/>
                  </a:lnTo>
                  <a:lnTo>
                    <a:pt x="39" y="27"/>
                  </a:lnTo>
                  <a:lnTo>
                    <a:pt x="35" y="31"/>
                  </a:lnTo>
                  <a:lnTo>
                    <a:pt x="30" y="34"/>
                  </a:lnTo>
                  <a:lnTo>
                    <a:pt x="26" y="35"/>
                  </a:lnTo>
                  <a:lnTo>
                    <a:pt x="20" y="35"/>
                  </a:lnTo>
                  <a:lnTo>
                    <a:pt x="15" y="34"/>
                  </a:lnTo>
                  <a:lnTo>
                    <a:pt x="10" y="32"/>
                  </a:lnTo>
                  <a:lnTo>
                    <a:pt x="5" y="31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5" name="Freeform 63"/>
            <p:cNvSpPr>
              <a:spLocks/>
            </p:cNvSpPr>
            <p:nvPr/>
          </p:nvSpPr>
          <p:spPr bwMode="gray">
            <a:xfrm>
              <a:off x="1519" y="2400"/>
              <a:ext cx="28" cy="12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6" y="14"/>
                </a:cxn>
                <a:cxn ang="0">
                  <a:pos x="11" y="18"/>
                </a:cxn>
                <a:cxn ang="0">
                  <a:pos x="18" y="22"/>
                </a:cxn>
                <a:cxn ang="0">
                  <a:pos x="25" y="23"/>
                </a:cxn>
                <a:cxn ang="0">
                  <a:pos x="33" y="22"/>
                </a:cxn>
                <a:cxn ang="0">
                  <a:pos x="42" y="20"/>
                </a:cxn>
                <a:cxn ang="0">
                  <a:pos x="50" y="16"/>
                </a:cxn>
                <a:cxn ang="0">
                  <a:pos x="55" y="9"/>
                </a:cxn>
                <a:cxn ang="0">
                  <a:pos x="56" y="7"/>
                </a:cxn>
                <a:cxn ang="0">
                  <a:pos x="56" y="5"/>
                </a:cxn>
                <a:cxn ang="0">
                  <a:pos x="55" y="2"/>
                </a:cxn>
                <a:cxn ang="0">
                  <a:pos x="52" y="1"/>
                </a:cxn>
                <a:cxn ang="0">
                  <a:pos x="47" y="0"/>
                </a:cxn>
                <a:cxn ang="0">
                  <a:pos x="42" y="1"/>
                </a:cxn>
                <a:cxn ang="0">
                  <a:pos x="37" y="5"/>
                </a:cxn>
                <a:cxn ang="0">
                  <a:pos x="33" y="7"/>
                </a:cxn>
                <a:cxn ang="0">
                  <a:pos x="25" y="12"/>
                </a:cxn>
                <a:cxn ang="0">
                  <a:pos x="17" y="14"/>
                </a:cxn>
                <a:cxn ang="0">
                  <a:pos x="9" y="12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56" h="23">
                  <a:moveTo>
                    <a:pt x="0" y="8"/>
                  </a:moveTo>
                  <a:lnTo>
                    <a:pt x="6" y="14"/>
                  </a:lnTo>
                  <a:lnTo>
                    <a:pt x="11" y="18"/>
                  </a:lnTo>
                  <a:lnTo>
                    <a:pt x="18" y="22"/>
                  </a:lnTo>
                  <a:lnTo>
                    <a:pt x="25" y="23"/>
                  </a:lnTo>
                  <a:lnTo>
                    <a:pt x="33" y="22"/>
                  </a:lnTo>
                  <a:lnTo>
                    <a:pt x="42" y="20"/>
                  </a:lnTo>
                  <a:lnTo>
                    <a:pt x="50" y="16"/>
                  </a:lnTo>
                  <a:lnTo>
                    <a:pt x="55" y="9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5" y="2"/>
                  </a:lnTo>
                  <a:lnTo>
                    <a:pt x="52" y="1"/>
                  </a:lnTo>
                  <a:lnTo>
                    <a:pt x="47" y="0"/>
                  </a:lnTo>
                  <a:lnTo>
                    <a:pt x="42" y="1"/>
                  </a:lnTo>
                  <a:lnTo>
                    <a:pt x="37" y="5"/>
                  </a:lnTo>
                  <a:lnTo>
                    <a:pt x="33" y="7"/>
                  </a:lnTo>
                  <a:lnTo>
                    <a:pt x="25" y="12"/>
                  </a:lnTo>
                  <a:lnTo>
                    <a:pt x="17" y="14"/>
                  </a:lnTo>
                  <a:lnTo>
                    <a:pt x="9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6" name="Freeform 64"/>
            <p:cNvSpPr>
              <a:spLocks/>
            </p:cNvSpPr>
            <p:nvPr/>
          </p:nvSpPr>
          <p:spPr bwMode="gray">
            <a:xfrm>
              <a:off x="1575" y="2402"/>
              <a:ext cx="286" cy="555"/>
            </a:xfrm>
            <a:custGeom>
              <a:avLst/>
              <a:gdLst/>
              <a:ahLst/>
              <a:cxnLst>
                <a:cxn ang="0">
                  <a:pos x="8" y="1101"/>
                </a:cxn>
                <a:cxn ang="0">
                  <a:pos x="24" y="1080"/>
                </a:cxn>
                <a:cxn ang="0">
                  <a:pos x="40" y="1058"/>
                </a:cxn>
                <a:cxn ang="0">
                  <a:pos x="55" y="1036"/>
                </a:cxn>
                <a:cxn ang="0">
                  <a:pos x="70" y="1017"/>
                </a:cxn>
                <a:cxn ang="0">
                  <a:pos x="93" y="984"/>
                </a:cxn>
                <a:cxn ang="0">
                  <a:pos x="121" y="945"/>
                </a:cxn>
                <a:cxn ang="0">
                  <a:pos x="142" y="914"/>
                </a:cxn>
                <a:cxn ang="0">
                  <a:pos x="154" y="895"/>
                </a:cxn>
                <a:cxn ang="0">
                  <a:pos x="168" y="874"/>
                </a:cxn>
                <a:cxn ang="0">
                  <a:pos x="183" y="853"/>
                </a:cxn>
                <a:cxn ang="0">
                  <a:pos x="197" y="832"/>
                </a:cxn>
                <a:cxn ang="0">
                  <a:pos x="232" y="779"/>
                </a:cxn>
                <a:cxn ang="0">
                  <a:pos x="285" y="692"/>
                </a:cxn>
                <a:cxn ang="0">
                  <a:pos x="334" y="602"/>
                </a:cxn>
                <a:cxn ang="0">
                  <a:pos x="380" y="510"/>
                </a:cxn>
                <a:cxn ang="0">
                  <a:pos x="423" y="416"/>
                </a:cxn>
                <a:cxn ang="0">
                  <a:pos x="462" y="322"/>
                </a:cxn>
                <a:cxn ang="0">
                  <a:pos x="499" y="226"/>
                </a:cxn>
                <a:cxn ang="0">
                  <a:pos x="532" y="129"/>
                </a:cxn>
                <a:cxn ang="0">
                  <a:pos x="554" y="61"/>
                </a:cxn>
                <a:cxn ang="0">
                  <a:pos x="567" y="22"/>
                </a:cxn>
                <a:cxn ang="0">
                  <a:pos x="573" y="0"/>
                </a:cxn>
                <a:cxn ang="0">
                  <a:pos x="569" y="0"/>
                </a:cxn>
                <a:cxn ang="0">
                  <a:pos x="552" y="52"/>
                </a:cxn>
                <a:cxn ang="0">
                  <a:pos x="519" y="150"/>
                </a:cxn>
                <a:cxn ang="0">
                  <a:pos x="483" y="248"/>
                </a:cxn>
                <a:cxn ang="0">
                  <a:pos x="444" y="345"/>
                </a:cxn>
                <a:cxn ang="0">
                  <a:pos x="413" y="415"/>
                </a:cxn>
                <a:cxn ang="0">
                  <a:pos x="392" y="461"/>
                </a:cxn>
                <a:cxn ang="0">
                  <a:pos x="370" y="507"/>
                </a:cxn>
                <a:cxn ang="0">
                  <a:pos x="348" y="553"/>
                </a:cxn>
                <a:cxn ang="0">
                  <a:pos x="325" y="600"/>
                </a:cxn>
                <a:cxn ang="0">
                  <a:pos x="300" y="644"/>
                </a:cxn>
                <a:cxn ang="0">
                  <a:pos x="274" y="689"/>
                </a:cxn>
                <a:cxn ang="0">
                  <a:pos x="249" y="734"/>
                </a:cxn>
                <a:cxn ang="0">
                  <a:pos x="222" y="778"/>
                </a:cxn>
                <a:cxn ang="0">
                  <a:pos x="195" y="821"/>
                </a:cxn>
                <a:cxn ang="0">
                  <a:pos x="167" y="862"/>
                </a:cxn>
                <a:cxn ang="0">
                  <a:pos x="141" y="905"/>
                </a:cxn>
                <a:cxn ang="0">
                  <a:pos x="118" y="940"/>
                </a:cxn>
                <a:cxn ang="0">
                  <a:pos x="80" y="994"/>
                </a:cxn>
                <a:cxn ang="0">
                  <a:pos x="33" y="1061"/>
                </a:cxn>
                <a:cxn ang="0">
                  <a:pos x="2" y="1107"/>
                </a:cxn>
              </a:cxnLst>
              <a:rect l="0" t="0" r="r" b="b"/>
              <a:pathLst>
                <a:path w="573" h="1111">
                  <a:moveTo>
                    <a:pt x="0" y="1111"/>
                  </a:moveTo>
                  <a:lnTo>
                    <a:pt x="8" y="1101"/>
                  </a:lnTo>
                  <a:lnTo>
                    <a:pt x="16" y="1090"/>
                  </a:lnTo>
                  <a:lnTo>
                    <a:pt x="24" y="1080"/>
                  </a:lnTo>
                  <a:lnTo>
                    <a:pt x="32" y="1069"/>
                  </a:lnTo>
                  <a:lnTo>
                    <a:pt x="40" y="1058"/>
                  </a:lnTo>
                  <a:lnTo>
                    <a:pt x="47" y="1048"/>
                  </a:lnTo>
                  <a:lnTo>
                    <a:pt x="55" y="1036"/>
                  </a:lnTo>
                  <a:lnTo>
                    <a:pt x="63" y="1026"/>
                  </a:lnTo>
                  <a:lnTo>
                    <a:pt x="70" y="1017"/>
                  </a:lnTo>
                  <a:lnTo>
                    <a:pt x="81" y="1002"/>
                  </a:lnTo>
                  <a:lnTo>
                    <a:pt x="93" y="984"/>
                  </a:lnTo>
                  <a:lnTo>
                    <a:pt x="107" y="965"/>
                  </a:lnTo>
                  <a:lnTo>
                    <a:pt x="121" y="945"/>
                  </a:lnTo>
                  <a:lnTo>
                    <a:pt x="133" y="928"/>
                  </a:lnTo>
                  <a:lnTo>
                    <a:pt x="142" y="914"/>
                  </a:lnTo>
                  <a:lnTo>
                    <a:pt x="148" y="905"/>
                  </a:lnTo>
                  <a:lnTo>
                    <a:pt x="154" y="895"/>
                  </a:lnTo>
                  <a:lnTo>
                    <a:pt x="161" y="884"/>
                  </a:lnTo>
                  <a:lnTo>
                    <a:pt x="168" y="874"/>
                  </a:lnTo>
                  <a:lnTo>
                    <a:pt x="176" y="863"/>
                  </a:lnTo>
                  <a:lnTo>
                    <a:pt x="183" y="853"/>
                  </a:lnTo>
                  <a:lnTo>
                    <a:pt x="190" y="843"/>
                  </a:lnTo>
                  <a:lnTo>
                    <a:pt x="197" y="832"/>
                  </a:lnTo>
                  <a:lnTo>
                    <a:pt x="204" y="822"/>
                  </a:lnTo>
                  <a:lnTo>
                    <a:pt x="232" y="779"/>
                  </a:lnTo>
                  <a:lnTo>
                    <a:pt x="259" y="736"/>
                  </a:lnTo>
                  <a:lnTo>
                    <a:pt x="285" y="692"/>
                  </a:lnTo>
                  <a:lnTo>
                    <a:pt x="310" y="647"/>
                  </a:lnTo>
                  <a:lnTo>
                    <a:pt x="334" y="602"/>
                  </a:lnTo>
                  <a:lnTo>
                    <a:pt x="358" y="556"/>
                  </a:lnTo>
                  <a:lnTo>
                    <a:pt x="380" y="510"/>
                  </a:lnTo>
                  <a:lnTo>
                    <a:pt x="402" y="464"/>
                  </a:lnTo>
                  <a:lnTo>
                    <a:pt x="423" y="416"/>
                  </a:lnTo>
                  <a:lnTo>
                    <a:pt x="444" y="370"/>
                  </a:lnTo>
                  <a:lnTo>
                    <a:pt x="462" y="322"/>
                  </a:lnTo>
                  <a:lnTo>
                    <a:pt x="481" y="275"/>
                  </a:lnTo>
                  <a:lnTo>
                    <a:pt x="499" y="226"/>
                  </a:lnTo>
                  <a:lnTo>
                    <a:pt x="516" y="178"/>
                  </a:lnTo>
                  <a:lnTo>
                    <a:pt x="532" y="129"/>
                  </a:lnTo>
                  <a:lnTo>
                    <a:pt x="549" y="81"/>
                  </a:lnTo>
                  <a:lnTo>
                    <a:pt x="554" y="61"/>
                  </a:lnTo>
                  <a:lnTo>
                    <a:pt x="561" y="42"/>
                  </a:lnTo>
                  <a:lnTo>
                    <a:pt x="567" y="22"/>
                  </a:lnTo>
                  <a:lnTo>
                    <a:pt x="573" y="3"/>
                  </a:lnTo>
                  <a:lnTo>
                    <a:pt x="573" y="0"/>
                  </a:lnTo>
                  <a:lnTo>
                    <a:pt x="572" y="0"/>
                  </a:lnTo>
                  <a:lnTo>
                    <a:pt x="569" y="0"/>
                  </a:lnTo>
                  <a:lnTo>
                    <a:pt x="568" y="3"/>
                  </a:lnTo>
                  <a:lnTo>
                    <a:pt x="552" y="52"/>
                  </a:lnTo>
                  <a:lnTo>
                    <a:pt x="536" y="101"/>
                  </a:lnTo>
                  <a:lnTo>
                    <a:pt x="519" y="150"/>
                  </a:lnTo>
                  <a:lnTo>
                    <a:pt x="501" y="199"/>
                  </a:lnTo>
                  <a:lnTo>
                    <a:pt x="483" y="248"/>
                  </a:lnTo>
                  <a:lnTo>
                    <a:pt x="464" y="296"/>
                  </a:lnTo>
                  <a:lnTo>
                    <a:pt x="444" y="345"/>
                  </a:lnTo>
                  <a:lnTo>
                    <a:pt x="423" y="392"/>
                  </a:lnTo>
                  <a:lnTo>
                    <a:pt x="413" y="415"/>
                  </a:lnTo>
                  <a:lnTo>
                    <a:pt x="402" y="438"/>
                  </a:lnTo>
                  <a:lnTo>
                    <a:pt x="392" y="461"/>
                  </a:lnTo>
                  <a:lnTo>
                    <a:pt x="381" y="484"/>
                  </a:lnTo>
                  <a:lnTo>
                    <a:pt x="370" y="507"/>
                  </a:lnTo>
                  <a:lnTo>
                    <a:pt x="360" y="530"/>
                  </a:lnTo>
                  <a:lnTo>
                    <a:pt x="348" y="553"/>
                  </a:lnTo>
                  <a:lnTo>
                    <a:pt x="337" y="577"/>
                  </a:lnTo>
                  <a:lnTo>
                    <a:pt x="325" y="600"/>
                  </a:lnTo>
                  <a:lnTo>
                    <a:pt x="312" y="623"/>
                  </a:lnTo>
                  <a:lnTo>
                    <a:pt x="300" y="644"/>
                  </a:lnTo>
                  <a:lnTo>
                    <a:pt x="288" y="668"/>
                  </a:lnTo>
                  <a:lnTo>
                    <a:pt x="274" y="689"/>
                  </a:lnTo>
                  <a:lnTo>
                    <a:pt x="262" y="712"/>
                  </a:lnTo>
                  <a:lnTo>
                    <a:pt x="249" y="734"/>
                  </a:lnTo>
                  <a:lnTo>
                    <a:pt x="235" y="757"/>
                  </a:lnTo>
                  <a:lnTo>
                    <a:pt x="222" y="778"/>
                  </a:lnTo>
                  <a:lnTo>
                    <a:pt x="209" y="800"/>
                  </a:lnTo>
                  <a:lnTo>
                    <a:pt x="195" y="821"/>
                  </a:lnTo>
                  <a:lnTo>
                    <a:pt x="181" y="842"/>
                  </a:lnTo>
                  <a:lnTo>
                    <a:pt x="167" y="862"/>
                  </a:lnTo>
                  <a:lnTo>
                    <a:pt x="154" y="884"/>
                  </a:lnTo>
                  <a:lnTo>
                    <a:pt x="141" y="905"/>
                  </a:lnTo>
                  <a:lnTo>
                    <a:pt x="127" y="927"/>
                  </a:lnTo>
                  <a:lnTo>
                    <a:pt x="118" y="940"/>
                  </a:lnTo>
                  <a:lnTo>
                    <a:pt x="101" y="964"/>
                  </a:lnTo>
                  <a:lnTo>
                    <a:pt x="80" y="994"/>
                  </a:lnTo>
                  <a:lnTo>
                    <a:pt x="57" y="1028"/>
                  </a:lnTo>
                  <a:lnTo>
                    <a:pt x="33" y="1061"/>
                  </a:lnTo>
                  <a:lnTo>
                    <a:pt x="15" y="1088"/>
                  </a:lnTo>
                  <a:lnTo>
                    <a:pt x="2" y="1107"/>
                  </a:lnTo>
                  <a:lnTo>
                    <a:pt x="0" y="111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7" name="Freeform 65"/>
            <p:cNvSpPr>
              <a:spLocks/>
            </p:cNvSpPr>
            <p:nvPr/>
          </p:nvSpPr>
          <p:spPr bwMode="gray">
            <a:xfrm>
              <a:off x="1864" y="2511"/>
              <a:ext cx="204" cy="260"/>
            </a:xfrm>
            <a:custGeom>
              <a:avLst/>
              <a:gdLst/>
              <a:ahLst/>
              <a:cxnLst>
                <a:cxn ang="0">
                  <a:pos x="174" y="255"/>
                </a:cxn>
                <a:cxn ang="0">
                  <a:pos x="163" y="271"/>
                </a:cxn>
                <a:cxn ang="0">
                  <a:pos x="150" y="287"/>
                </a:cxn>
                <a:cxn ang="0">
                  <a:pos x="139" y="303"/>
                </a:cxn>
                <a:cxn ang="0">
                  <a:pos x="127" y="319"/>
                </a:cxn>
                <a:cxn ang="0">
                  <a:pos x="116" y="335"/>
                </a:cxn>
                <a:cxn ang="0">
                  <a:pos x="104" y="353"/>
                </a:cxn>
                <a:cxn ang="0">
                  <a:pos x="93" y="369"/>
                </a:cxn>
                <a:cxn ang="0">
                  <a:pos x="75" y="394"/>
                </a:cxn>
                <a:cxn ang="0">
                  <a:pos x="53" y="429"/>
                </a:cxn>
                <a:cxn ang="0">
                  <a:pos x="33" y="462"/>
                </a:cxn>
                <a:cxn ang="0">
                  <a:pos x="12" y="497"/>
                </a:cxn>
                <a:cxn ang="0">
                  <a:pos x="0" y="518"/>
                </a:cxn>
                <a:cxn ang="0">
                  <a:pos x="5" y="521"/>
                </a:cxn>
                <a:cxn ang="0">
                  <a:pos x="20" y="503"/>
                </a:cxn>
                <a:cxn ang="0">
                  <a:pos x="42" y="469"/>
                </a:cxn>
                <a:cxn ang="0">
                  <a:pos x="65" y="437"/>
                </a:cxn>
                <a:cxn ang="0">
                  <a:pos x="87" y="403"/>
                </a:cxn>
                <a:cxn ang="0">
                  <a:pos x="110" y="371"/>
                </a:cxn>
                <a:cxn ang="0">
                  <a:pos x="133" y="338"/>
                </a:cxn>
                <a:cxn ang="0">
                  <a:pos x="156" y="304"/>
                </a:cxn>
                <a:cxn ang="0">
                  <a:pos x="179" y="271"/>
                </a:cxn>
                <a:cxn ang="0">
                  <a:pos x="203" y="236"/>
                </a:cxn>
                <a:cxn ang="0">
                  <a:pos x="234" y="197"/>
                </a:cxn>
                <a:cxn ang="0">
                  <a:pos x="270" y="155"/>
                </a:cxn>
                <a:cxn ang="0">
                  <a:pos x="306" y="113"/>
                </a:cxn>
                <a:cxn ang="0">
                  <a:pos x="340" y="74"/>
                </a:cxn>
                <a:cxn ang="0">
                  <a:pos x="370" y="40"/>
                </a:cxn>
                <a:cxn ang="0">
                  <a:pos x="393" y="16"/>
                </a:cxn>
                <a:cxn ang="0">
                  <a:pos x="406" y="2"/>
                </a:cxn>
                <a:cxn ang="0">
                  <a:pos x="406" y="2"/>
                </a:cxn>
                <a:cxn ang="0">
                  <a:pos x="393" y="15"/>
                </a:cxn>
                <a:cxn ang="0">
                  <a:pos x="369" y="39"/>
                </a:cxn>
                <a:cxn ang="0">
                  <a:pos x="338" y="72"/>
                </a:cxn>
                <a:cxn ang="0">
                  <a:pos x="301" y="110"/>
                </a:cxn>
                <a:cxn ang="0">
                  <a:pos x="263" y="151"/>
                </a:cxn>
                <a:cxn ang="0">
                  <a:pos x="226" y="191"/>
                </a:cxn>
                <a:cxn ang="0">
                  <a:pos x="194" y="231"/>
                </a:cxn>
              </a:cxnLst>
              <a:rect l="0" t="0" r="r" b="b"/>
              <a:pathLst>
                <a:path w="408" h="521">
                  <a:moveTo>
                    <a:pt x="180" y="248"/>
                  </a:moveTo>
                  <a:lnTo>
                    <a:pt x="174" y="255"/>
                  </a:lnTo>
                  <a:lnTo>
                    <a:pt x="169" y="263"/>
                  </a:lnTo>
                  <a:lnTo>
                    <a:pt x="163" y="271"/>
                  </a:lnTo>
                  <a:lnTo>
                    <a:pt x="157" y="279"/>
                  </a:lnTo>
                  <a:lnTo>
                    <a:pt x="150" y="287"/>
                  </a:lnTo>
                  <a:lnTo>
                    <a:pt x="145" y="295"/>
                  </a:lnTo>
                  <a:lnTo>
                    <a:pt x="139" y="303"/>
                  </a:lnTo>
                  <a:lnTo>
                    <a:pt x="133" y="311"/>
                  </a:lnTo>
                  <a:lnTo>
                    <a:pt x="127" y="319"/>
                  </a:lnTo>
                  <a:lnTo>
                    <a:pt x="121" y="327"/>
                  </a:lnTo>
                  <a:lnTo>
                    <a:pt x="116" y="335"/>
                  </a:lnTo>
                  <a:lnTo>
                    <a:pt x="110" y="344"/>
                  </a:lnTo>
                  <a:lnTo>
                    <a:pt x="104" y="353"/>
                  </a:lnTo>
                  <a:lnTo>
                    <a:pt x="98" y="361"/>
                  </a:lnTo>
                  <a:lnTo>
                    <a:pt x="93" y="369"/>
                  </a:lnTo>
                  <a:lnTo>
                    <a:pt x="87" y="377"/>
                  </a:lnTo>
                  <a:lnTo>
                    <a:pt x="75" y="394"/>
                  </a:lnTo>
                  <a:lnTo>
                    <a:pt x="65" y="412"/>
                  </a:lnTo>
                  <a:lnTo>
                    <a:pt x="53" y="429"/>
                  </a:lnTo>
                  <a:lnTo>
                    <a:pt x="43" y="445"/>
                  </a:lnTo>
                  <a:lnTo>
                    <a:pt x="33" y="462"/>
                  </a:lnTo>
                  <a:lnTo>
                    <a:pt x="22" y="480"/>
                  </a:lnTo>
                  <a:lnTo>
                    <a:pt x="12" y="497"/>
                  </a:lnTo>
                  <a:lnTo>
                    <a:pt x="2" y="514"/>
                  </a:lnTo>
                  <a:lnTo>
                    <a:pt x="0" y="518"/>
                  </a:lnTo>
                  <a:lnTo>
                    <a:pt x="3" y="520"/>
                  </a:lnTo>
                  <a:lnTo>
                    <a:pt x="5" y="521"/>
                  </a:lnTo>
                  <a:lnTo>
                    <a:pt x="9" y="519"/>
                  </a:lnTo>
                  <a:lnTo>
                    <a:pt x="20" y="503"/>
                  </a:lnTo>
                  <a:lnTo>
                    <a:pt x="32" y="486"/>
                  </a:lnTo>
                  <a:lnTo>
                    <a:pt x="42" y="469"/>
                  </a:lnTo>
                  <a:lnTo>
                    <a:pt x="53" y="453"/>
                  </a:lnTo>
                  <a:lnTo>
                    <a:pt x="65" y="437"/>
                  </a:lnTo>
                  <a:lnTo>
                    <a:pt x="75" y="420"/>
                  </a:lnTo>
                  <a:lnTo>
                    <a:pt x="87" y="403"/>
                  </a:lnTo>
                  <a:lnTo>
                    <a:pt x="98" y="387"/>
                  </a:lnTo>
                  <a:lnTo>
                    <a:pt x="110" y="371"/>
                  </a:lnTo>
                  <a:lnTo>
                    <a:pt x="121" y="354"/>
                  </a:lnTo>
                  <a:lnTo>
                    <a:pt x="133" y="338"/>
                  </a:lnTo>
                  <a:lnTo>
                    <a:pt x="145" y="320"/>
                  </a:lnTo>
                  <a:lnTo>
                    <a:pt x="156" y="304"/>
                  </a:lnTo>
                  <a:lnTo>
                    <a:pt x="168" y="287"/>
                  </a:lnTo>
                  <a:lnTo>
                    <a:pt x="179" y="271"/>
                  </a:lnTo>
                  <a:lnTo>
                    <a:pt x="191" y="254"/>
                  </a:lnTo>
                  <a:lnTo>
                    <a:pt x="203" y="236"/>
                  </a:lnTo>
                  <a:lnTo>
                    <a:pt x="218" y="217"/>
                  </a:lnTo>
                  <a:lnTo>
                    <a:pt x="234" y="197"/>
                  </a:lnTo>
                  <a:lnTo>
                    <a:pt x="252" y="176"/>
                  </a:lnTo>
                  <a:lnTo>
                    <a:pt x="270" y="155"/>
                  </a:lnTo>
                  <a:lnTo>
                    <a:pt x="287" y="134"/>
                  </a:lnTo>
                  <a:lnTo>
                    <a:pt x="306" y="113"/>
                  </a:lnTo>
                  <a:lnTo>
                    <a:pt x="324" y="93"/>
                  </a:lnTo>
                  <a:lnTo>
                    <a:pt x="340" y="74"/>
                  </a:lnTo>
                  <a:lnTo>
                    <a:pt x="357" y="57"/>
                  </a:lnTo>
                  <a:lnTo>
                    <a:pt x="370" y="40"/>
                  </a:lnTo>
                  <a:lnTo>
                    <a:pt x="383" y="27"/>
                  </a:lnTo>
                  <a:lnTo>
                    <a:pt x="393" y="16"/>
                  </a:lnTo>
                  <a:lnTo>
                    <a:pt x="401" y="7"/>
                  </a:lnTo>
                  <a:lnTo>
                    <a:pt x="406" y="2"/>
                  </a:lnTo>
                  <a:lnTo>
                    <a:pt x="408" y="0"/>
                  </a:lnTo>
                  <a:lnTo>
                    <a:pt x="406" y="2"/>
                  </a:lnTo>
                  <a:lnTo>
                    <a:pt x="401" y="7"/>
                  </a:lnTo>
                  <a:lnTo>
                    <a:pt x="393" y="15"/>
                  </a:lnTo>
                  <a:lnTo>
                    <a:pt x="382" y="27"/>
                  </a:lnTo>
                  <a:lnTo>
                    <a:pt x="369" y="39"/>
                  </a:lnTo>
                  <a:lnTo>
                    <a:pt x="354" y="54"/>
                  </a:lnTo>
                  <a:lnTo>
                    <a:pt x="338" y="72"/>
                  </a:lnTo>
                  <a:lnTo>
                    <a:pt x="320" y="90"/>
                  </a:lnTo>
                  <a:lnTo>
                    <a:pt x="301" y="110"/>
                  </a:lnTo>
                  <a:lnTo>
                    <a:pt x="283" y="130"/>
                  </a:lnTo>
                  <a:lnTo>
                    <a:pt x="263" y="151"/>
                  </a:lnTo>
                  <a:lnTo>
                    <a:pt x="245" y="171"/>
                  </a:lnTo>
                  <a:lnTo>
                    <a:pt x="226" y="191"/>
                  </a:lnTo>
                  <a:lnTo>
                    <a:pt x="209" y="211"/>
                  </a:lnTo>
                  <a:lnTo>
                    <a:pt x="194" y="231"/>
                  </a:lnTo>
                  <a:lnTo>
                    <a:pt x="180" y="24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8" name="Freeform 66"/>
            <p:cNvSpPr>
              <a:spLocks/>
            </p:cNvSpPr>
            <p:nvPr/>
          </p:nvSpPr>
          <p:spPr bwMode="gray">
            <a:xfrm>
              <a:off x="1595" y="2467"/>
              <a:ext cx="176" cy="439"/>
            </a:xfrm>
            <a:custGeom>
              <a:avLst/>
              <a:gdLst/>
              <a:ahLst/>
              <a:cxnLst>
                <a:cxn ang="0">
                  <a:pos x="107" y="691"/>
                </a:cxn>
                <a:cxn ang="0">
                  <a:pos x="129" y="646"/>
                </a:cxn>
                <a:cxn ang="0">
                  <a:pos x="150" y="600"/>
                </a:cxn>
                <a:cxn ang="0">
                  <a:pos x="170" y="554"/>
                </a:cxn>
                <a:cxn ang="0">
                  <a:pos x="200" y="484"/>
                </a:cxn>
                <a:cxn ang="0">
                  <a:pos x="236" y="389"/>
                </a:cxn>
                <a:cxn ang="0">
                  <a:pos x="268" y="293"/>
                </a:cxn>
                <a:cxn ang="0">
                  <a:pos x="298" y="198"/>
                </a:cxn>
                <a:cxn ang="0">
                  <a:pos x="316" y="131"/>
                </a:cxn>
                <a:cxn ang="0">
                  <a:pos x="327" y="95"/>
                </a:cxn>
                <a:cxn ang="0">
                  <a:pos x="336" y="58"/>
                </a:cxn>
                <a:cxn ang="0">
                  <a:pos x="346" y="23"/>
                </a:cxn>
                <a:cxn ang="0">
                  <a:pos x="350" y="1"/>
                </a:cxn>
                <a:cxn ang="0">
                  <a:pos x="345" y="1"/>
                </a:cxn>
                <a:cxn ang="0">
                  <a:pos x="328" y="51"/>
                </a:cxn>
                <a:cxn ang="0">
                  <a:pos x="298" y="149"/>
                </a:cxn>
                <a:cxn ang="0">
                  <a:pos x="268" y="246"/>
                </a:cxn>
                <a:cxn ang="0">
                  <a:pos x="236" y="343"/>
                </a:cxn>
                <a:cxn ang="0">
                  <a:pos x="210" y="414"/>
                </a:cxn>
                <a:cxn ang="0">
                  <a:pos x="193" y="463"/>
                </a:cxn>
                <a:cxn ang="0">
                  <a:pos x="175" y="511"/>
                </a:cxn>
                <a:cxn ang="0">
                  <a:pos x="155" y="558"/>
                </a:cxn>
                <a:cxn ang="0">
                  <a:pos x="136" y="606"/>
                </a:cxn>
                <a:cxn ang="0">
                  <a:pos x="116" y="652"/>
                </a:cxn>
                <a:cxn ang="0">
                  <a:pos x="95" y="697"/>
                </a:cxn>
                <a:cxn ang="0">
                  <a:pos x="73" y="742"/>
                </a:cxn>
                <a:cxn ang="0">
                  <a:pos x="54" y="780"/>
                </a:cxn>
                <a:cxn ang="0">
                  <a:pos x="33" y="817"/>
                </a:cxn>
                <a:cxn ang="0">
                  <a:pos x="15" y="852"/>
                </a:cxn>
                <a:cxn ang="0">
                  <a:pos x="2" y="874"/>
                </a:cxn>
                <a:cxn ang="0">
                  <a:pos x="3" y="873"/>
                </a:cxn>
                <a:cxn ang="0">
                  <a:pos x="21" y="841"/>
                </a:cxn>
                <a:cxn ang="0">
                  <a:pos x="51" y="790"/>
                </a:cxn>
                <a:cxn ang="0">
                  <a:pos x="83" y="737"/>
                </a:cxn>
              </a:cxnLst>
              <a:rect l="0" t="0" r="r" b="b"/>
              <a:pathLst>
                <a:path w="351" h="878">
                  <a:moveTo>
                    <a:pt x="95" y="714"/>
                  </a:moveTo>
                  <a:lnTo>
                    <a:pt x="107" y="691"/>
                  </a:lnTo>
                  <a:lnTo>
                    <a:pt x="118" y="669"/>
                  </a:lnTo>
                  <a:lnTo>
                    <a:pt x="129" y="646"/>
                  </a:lnTo>
                  <a:lnTo>
                    <a:pt x="140" y="623"/>
                  </a:lnTo>
                  <a:lnTo>
                    <a:pt x="150" y="600"/>
                  </a:lnTo>
                  <a:lnTo>
                    <a:pt x="161" y="577"/>
                  </a:lnTo>
                  <a:lnTo>
                    <a:pt x="170" y="554"/>
                  </a:lnTo>
                  <a:lnTo>
                    <a:pt x="180" y="530"/>
                  </a:lnTo>
                  <a:lnTo>
                    <a:pt x="200" y="484"/>
                  </a:lnTo>
                  <a:lnTo>
                    <a:pt x="218" y="436"/>
                  </a:lnTo>
                  <a:lnTo>
                    <a:pt x="236" y="389"/>
                  </a:lnTo>
                  <a:lnTo>
                    <a:pt x="252" y="342"/>
                  </a:lnTo>
                  <a:lnTo>
                    <a:pt x="268" y="293"/>
                  </a:lnTo>
                  <a:lnTo>
                    <a:pt x="283" y="246"/>
                  </a:lnTo>
                  <a:lnTo>
                    <a:pt x="298" y="198"/>
                  </a:lnTo>
                  <a:lnTo>
                    <a:pt x="312" y="149"/>
                  </a:lnTo>
                  <a:lnTo>
                    <a:pt x="316" y="131"/>
                  </a:lnTo>
                  <a:lnTo>
                    <a:pt x="321" y="112"/>
                  </a:lnTo>
                  <a:lnTo>
                    <a:pt x="327" y="95"/>
                  </a:lnTo>
                  <a:lnTo>
                    <a:pt x="331" y="77"/>
                  </a:lnTo>
                  <a:lnTo>
                    <a:pt x="336" y="58"/>
                  </a:lnTo>
                  <a:lnTo>
                    <a:pt x="342" y="40"/>
                  </a:lnTo>
                  <a:lnTo>
                    <a:pt x="346" y="23"/>
                  </a:lnTo>
                  <a:lnTo>
                    <a:pt x="351" y="4"/>
                  </a:lnTo>
                  <a:lnTo>
                    <a:pt x="350" y="1"/>
                  </a:lnTo>
                  <a:lnTo>
                    <a:pt x="348" y="0"/>
                  </a:lnTo>
                  <a:lnTo>
                    <a:pt x="345" y="1"/>
                  </a:lnTo>
                  <a:lnTo>
                    <a:pt x="343" y="3"/>
                  </a:lnTo>
                  <a:lnTo>
                    <a:pt x="328" y="51"/>
                  </a:lnTo>
                  <a:lnTo>
                    <a:pt x="313" y="101"/>
                  </a:lnTo>
                  <a:lnTo>
                    <a:pt x="298" y="149"/>
                  </a:lnTo>
                  <a:lnTo>
                    <a:pt x="283" y="198"/>
                  </a:lnTo>
                  <a:lnTo>
                    <a:pt x="268" y="246"/>
                  </a:lnTo>
                  <a:lnTo>
                    <a:pt x="252" y="295"/>
                  </a:lnTo>
                  <a:lnTo>
                    <a:pt x="236" y="343"/>
                  </a:lnTo>
                  <a:lnTo>
                    <a:pt x="220" y="390"/>
                  </a:lnTo>
                  <a:lnTo>
                    <a:pt x="210" y="414"/>
                  </a:lnTo>
                  <a:lnTo>
                    <a:pt x="202" y="439"/>
                  </a:lnTo>
                  <a:lnTo>
                    <a:pt x="193" y="463"/>
                  </a:lnTo>
                  <a:lnTo>
                    <a:pt x="184" y="487"/>
                  </a:lnTo>
                  <a:lnTo>
                    <a:pt x="175" y="511"/>
                  </a:lnTo>
                  <a:lnTo>
                    <a:pt x="164" y="535"/>
                  </a:lnTo>
                  <a:lnTo>
                    <a:pt x="155" y="558"/>
                  </a:lnTo>
                  <a:lnTo>
                    <a:pt x="145" y="583"/>
                  </a:lnTo>
                  <a:lnTo>
                    <a:pt x="136" y="606"/>
                  </a:lnTo>
                  <a:lnTo>
                    <a:pt x="125" y="629"/>
                  </a:lnTo>
                  <a:lnTo>
                    <a:pt x="116" y="652"/>
                  </a:lnTo>
                  <a:lnTo>
                    <a:pt x="106" y="675"/>
                  </a:lnTo>
                  <a:lnTo>
                    <a:pt x="95" y="697"/>
                  </a:lnTo>
                  <a:lnTo>
                    <a:pt x="85" y="720"/>
                  </a:lnTo>
                  <a:lnTo>
                    <a:pt x="73" y="742"/>
                  </a:lnTo>
                  <a:lnTo>
                    <a:pt x="62" y="764"/>
                  </a:lnTo>
                  <a:lnTo>
                    <a:pt x="54" y="780"/>
                  </a:lnTo>
                  <a:lnTo>
                    <a:pt x="43" y="798"/>
                  </a:lnTo>
                  <a:lnTo>
                    <a:pt x="33" y="817"/>
                  </a:lnTo>
                  <a:lnTo>
                    <a:pt x="24" y="835"/>
                  </a:lnTo>
                  <a:lnTo>
                    <a:pt x="15" y="852"/>
                  </a:lnTo>
                  <a:lnTo>
                    <a:pt x="6" y="865"/>
                  </a:lnTo>
                  <a:lnTo>
                    <a:pt x="2" y="874"/>
                  </a:lnTo>
                  <a:lnTo>
                    <a:pt x="0" y="878"/>
                  </a:lnTo>
                  <a:lnTo>
                    <a:pt x="3" y="873"/>
                  </a:lnTo>
                  <a:lnTo>
                    <a:pt x="10" y="860"/>
                  </a:lnTo>
                  <a:lnTo>
                    <a:pt x="21" y="841"/>
                  </a:lnTo>
                  <a:lnTo>
                    <a:pt x="36" y="817"/>
                  </a:lnTo>
                  <a:lnTo>
                    <a:pt x="51" y="790"/>
                  </a:lnTo>
                  <a:lnTo>
                    <a:pt x="68" y="764"/>
                  </a:lnTo>
                  <a:lnTo>
                    <a:pt x="83" y="737"/>
                  </a:lnTo>
                  <a:lnTo>
                    <a:pt x="95" y="71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59" name="Freeform 67"/>
            <p:cNvSpPr>
              <a:spLocks/>
            </p:cNvSpPr>
            <p:nvPr/>
          </p:nvSpPr>
          <p:spPr bwMode="gray">
            <a:xfrm>
              <a:off x="1485" y="2439"/>
              <a:ext cx="22" cy="134"/>
            </a:xfrm>
            <a:custGeom>
              <a:avLst/>
              <a:gdLst/>
              <a:ahLst/>
              <a:cxnLst>
                <a:cxn ang="0">
                  <a:pos x="37" y="75"/>
                </a:cxn>
                <a:cxn ang="0">
                  <a:pos x="34" y="91"/>
                </a:cxn>
                <a:cxn ang="0">
                  <a:pos x="30" y="107"/>
                </a:cxn>
                <a:cxn ang="0">
                  <a:pos x="25" y="125"/>
                </a:cxn>
                <a:cxn ang="0">
                  <a:pos x="20" y="141"/>
                </a:cxn>
                <a:cxn ang="0">
                  <a:pos x="11" y="172"/>
                </a:cxn>
                <a:cxn ang="0">
                  <a:pos x="4" y="203"/>
                </a:cxn>
                <a:cxn ang="0">
                  <a:pos x="0" y="234"/>
                </a:cxn>
                <a:cxn ang="0">
                  <a:pos x="1" y="266"/>
                </a:cxn>
                <a:cxn ang="0">
                  <a:pos x="3" y="268"/>
                </a:cxn>
                <a:cxn ang="0">
                  <a:pos x="5" y="268"/>
                </a:cxn>
                <a:cxn ang="0">
                  <a:pos x="6" y="266"/>
                </a:cxn>
                <a:cxn ang="0">
                  <a:pos x="7" y="264"/>
                </a:cxn>
                <a:cxn ang="0">
                  <a:pos x="8" y="231"/>
                </a:cxn>
                <a:cxn ang="0">
                  <a:pos x="14" y="198"/>
                </a:cxn>
                <a:cxn ang="0">
                  <a:pos x="22" y="166"/>
                </a:cxn>
                <a:cxn ang="0">
                  <a:pos x="31" y="134"/>
                </a:cxn>
                <a:cxn ang="0">
                  <a:pos x="36" y="118"/>
                </a:cxn>
                <a:cxn ang="0">
                  <a:pos x="39" y="103"/>
                </a:cxn>
                <a:cxn ang="0">
                  <a:pos x="43" y="87"/>
                </a:cxn>
                <a:cxn ang="0">
                  <a:pos x="44" y="71"/>
                </a:cxn>
                <a:cxn ang="0">
                  <a:pos x="45" y="50"/>
                </a:cxn>
                <a:cxn ang="0">
                  <a:pos x="45" y="27"/>
                </a:cxn>
                <a:cxn ang="0">
                  <a:pos x="44" y="8"/>
                </a:cxn>
                <a:cxn ang="0">
                  <a:pos x="44" y="0"/>
                </a:cxn>
                <a:cxn ang="0">
                  <a:pos x="43" y="8"/>
                </a:cxn>
                <a:cxn ang="0">
                  <a:pos x="42" y="28"/>
                </a:cxn>
                <a:cxn ang="0">
                  <a:pos x="39" y="53"/>
                </a:cxn>
                <a:cxn ang="0">
                  <a:pos x="37" y="75"/>
                </a:cxn>
              </a:cxnLst>
              <a:rect l="0" t="0" r="r" b="b"/>
              <a:pathLst>
                <a:path w="45" h="268">
                  <a:moveTo>
                    <a:pt x="37" y="75"/>
                  </a:moveTo>
                  <a:lnTo>
                    <a:pt x="34" y="91"/>
                  </a:lnTo>
                  <a:lnTo>
                    <a:pt x="30" y="107"/>
                  </a:lnTo>
                  <a:lnTo>
                    <a:pt x="25" y="125"/>
                  </a:lnTo>
                  <a:lnTo>
                    <a:pt x="20" y="141"/>
                  </a:lnTo>
                  <a:lnTo>
                    <a:pt x="11" y="172"/>
                  </a:lnTo>
                  <a:lnTo>
                    <a:pt x="4" y="203"/>
                  </a:lnTo>
                  <a:lnTo>
                    <a:pt x="0" y="234"/>
                  </a:lnTo>
                  <a:lnTo>
                    <a:pt x="1" y="266"/>
                  </a:lnTo>
                  <a:lnTo>
                    <a:pt x="3" y="268"/>
                  </a:lnTo>
                  <a:lnTo>
                    <a:pt x="5" y="268"/>
                  </a:lnTo>
                  <a:lnTo>
                    <a:pt x="6" y="266"/>
                  </a:lnTo>
                  <a:lnTo>
                    <a:pt x="7" y="264"/>
                  </a:lnTo>
                  <a:lnTo>
                    <a:pt x="8" y="231"/>
                  </a:lnTo>
                  <a:lnTo>
                    <a:pt x="14" y="198"/>
                  </a:lnTo>
                  <a:lnTo>
                    <a:pt x="22" y="166"/>
                  </a:lnTo>
                  <a:lnTo>
                    <a:pt x="31" y="134"/>
                  </a:lnTo>
                  <a:lnTo>
                    <a:pt x="36" y="118"/>
                  </a:lnTo>
                  <a:lnTo>
                    <a:pt x="39" y="103"/>
                  </a:lnTo>
                  <a:lnTo>
                    <a:pt x="43" y="87"/>
                  </a:lnTo>
                  <a:lnTo>
                    <a:pt x="44" y="71"/>
                  </a:lnTo>
                  <a:lnTo>
                    <a:pt x="45" y="50"/>
                  </a:lnTo>
                  <a:lnTo>
                    <a:pt x="45" y="27"/>
                  </a:lnTo>
                  <a:lnTo>
                    <a:pt x="44" y="8"/>
                  </a:lnTo>
                  <a:lnTo>
                    <a:pt x="44" y="0"/>
                  </a:lnTo>
                  <a:lnTo>
                    <a:pt x="43" y="8"/>
                  </a:lnTo>
                  <a:lnTo>
                    <a:pt x="42" y="28"/>
                  </a:lnTo>
                  <a:lnTo>
                    <a:pt x="39" y="53"/>
                  </a:lnTo>
                  <a:lnTo>
                    <a:pt x="37" y="75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0" name="Freeform 68"/>
            <p:cNvSpPr>
              <a:spLocks/>
            </p:cNvSpPr>
            <p:nvPr/>
          </p:nvSpPr>
          <p:spPr bwMode="gray">
            <a:xfrm>
              <a:off x="1774" y="2853"/>
              <a:ext cx="119" cy="147"/>
            </a:xfrm>
            <a:custGeom>
              <a:avLst/>
              <a:gdLst/>
              <a:ahLst/>
              <a:cxnLst>
                <a:cxn ang="0">
                  <a:pos x="48" y="272"/>
                </a:cxn>
                <a:cxn ang="0">
                  <a:pos x="66" y="255"/>
                </a:cxn>
                <a:cxn ang="0">
                  <a:pos x="81" y="236"/>
                </a:cxn>
                <a:cxn ang="0">
                  <a:pos x="92" y="216"/>
                </a:cxn>
                <a:cxn ang="0">
                  <a:pos x="101" y="192"/>
                </a:cxn>
                <a:cxn ang="0">
                  <a:pos x="114" y="168"/>
                </a:cxn>
                <a:cxn ang="0">
                  <a:pos x="125" y="154"/>
                </a:cxn>
                <a:cxn ang="0">
                  <a:pos x="139" y="147"/>
                </a:cxn>
                <a:cxn ang="0">
                  <a:pos x="155" y="140"/>
                </a:cxn>
                <a:cxn ang="0">
                  <a:pos x="170" y="134"/>
                </a:cxn>
                <a:cxn ang="0">
                  <a:pos x="181" y="129"/>
                </a:cxn>
                <a:cxn ang="0">
                  <a:pos x="192" y="122"/>
                </a:cxn>
                <a:cxn ang="0">
                  <a:pos x="203" y="113"/>
                </a:cxn>
                <a:cxn ang="0">
                  <a:pos x="212" y="103"/>
                </a:cxn>
                <a:cxn ang="0">
                  <a:pos x="229" y="76"/>
                </a:cxn>
                <a:cxn ang="0">
                  <a:pos x="237" y="26"/>
                </a:cxn>
                <a:cxn ang="0">
                  <a:pos x="235" y="0"/>
                </a:cxn>
                <a:cxn ang="0">
                  <a:pos x="230" y="1"/>
                </a:cxn>
                <a:cxn ang="0">
                  <a:pos x="227" y="26"/>
                </a:cxn>
                <a:cxn ang="0">
                  <a:pos x="213" y="71"/>
                </a:cxn>
                <a:cxn ang="0">
                  <a:pos x="189" y="99"/>
                </a:cxn>
                <a:cxn ang="0">
                  <a:pos x="166" y="111"/>
                </a:cxn>
                <a:cxn ang="0">
                  <a:pos x="140" y="123"/>
                </a:cxn>
                <a:cxn ang="0">
                  <a:pos x="119" y="137"/>
                </a:cxn>
                <a:cxn ang="0">
                  <a:pos x="104" y="156"/>
                </a:cxn>
                <a:cxn ang="0">
                  <a:pos x="94" y="176"/>
                </a:cxn>
                <a:cxn ang="0">
                  <a:pos x="90" y="193"/>
                </a:cxn>
                <a:cxn ang="0">
                  <a:pos x="86" y="205"/>
                </a:cxn>
                <a:cxn ang="0">
                  <a:pos x="81" y="221"/>
                </a:cxn>
                <a:cxn ang="0">
                  <a:pos x="70" y="240"/>
                </a:cxn>
                <a:cxn ang="0">
                  <a:pos x="59" y="257"/>
                </a:cxn>
                <a:cxn ang="0">
                  <a:pos x="47" y="269"/>
                </a:cxn>
                <a:cxn ang="0">
                  <a:pos x="38" y="277"/>
                </a:cxn>
                <a:cxn ang="0">
                  <a:pos x="25" y="284"/>
                </a:cxn>
                <a:cxn ang="0">
                  <a:pos x="11" y="290"/>
                </a:cxn>
                <a:cxn ang="0">
                  <a:pos x="1" y="295"/>
                </a:cxn>
                <a:cxn ang="0">
                  <a:pos x="1" y="295"/>
                </a:cxn>
                <a:cxn ang="0">
                  <a:pos x="9" y="292"/>
                </a:cxn>
                <a:cxn ang="0">
                  <a:pos x="22" y="288"/>
                </a:cxn>
                <a:cxn ang="0">
                  <a:pos x="34" y="282"/>
                </a:cxn>
              </a:cxnLst>
              <a:rect l="0" t="0" r="r" b="b"/>
              <a:pathLst>
                <a:path w="237" h="295">
                  <a:moveTo>
                    <a:pt x="39" y="279"/>
                  </a:moveTo>
                  <a:lnTo>
                    <a:pt x="48" y="272"/>
                  </a:lnTo>
                  <a:lnTo>
                    <a:pt x="58" y="264"/>
                  </a:lnTo>
                  <a:lnTo>
                    <a:pt x="66" y="255"/>
                  </a:lnTo>
                  <a:lnTo>
                    <a:pt x="72" y="246"/>
                  </a:lnTo>
                  <a:lnTo>
                    <a:pt x="81" y="236"/>
                  </a:lnTo>
                  <a:lnTo>
                    <a:pt x="86" y="227"/>
                  </a:lnTo>
                  <a:lnTo>
                    <a:pt x="92" y="216"/>
                  </a:lnTo>
                  <a:lnTo>
                    <a:pt x="97" y="205"/>
                  </a:lnTo>
                  <a:lnTo>
                    <a:pt x="101" y="192"/>
                  </a:lnTo>
                  <a:lnTo>
                    <a:pt x="107" y="181"/>
                  </a:lnTo>
                  <a:lnTo>
                    <a:pt x="114" y="168"/>
                  </a:lnTo>
                  <a:lnTo>
                    <a:pt x="122" y="158"/>
                  </a:lnTo>
                  <a:lnTo>
                    <a:pt x="125" y="154"/>
                  </a:lnTo>
                  <a:lnTo>
                    <a:pt x="131" y="152"/>
                  </a:lnTo>
                  <a:lnTo>
                    <a:pt x="139" y="147"/>
                  </a:lnTo>
                  <a:lnTo>
                    <a:pt x="147" y="144"/>
                  </a:lnTo>
                  <a:lnTo>
                    <a:pt x="155" y="140"/>
                  </a:lnTo>
                  <a:lnTo>
                    <a:pt x="164" y="137"/>
                  </a:lnTo>
                  <a:lnTo>
                    <a:pt x="170" y="134"/>
                  </a:lnTo>
                  <a:lnTo>
                    <a:pt x="175" y="132"/>
                  </a:lnTo>
                  <a:lnTo>
                    <a:pt x="181" y="129"/>
                  </a:lnTo>
                  <a:lnTo>
                    <a:pt x="187" y="125"/>
                  </a:lnTo>
                  <a:lnTo>
                    <a:pt x="192" y="122"/>
                  </a:lnTo>
                  <a:lnTo>
                    <a:pt x="198" y="117"/>
                  </a:lnTo>
                  <a:lnTo>
                    <a:pt x="203" y="113"/>
                  </a:lnTo>
                  <a:lnTo>
                    <a:pt x="208" y="108"/>
                  </a:lnTo>
                  <a:lnTo>
                    <a:pt x="212" y="103"/>
                  </a:lnTo>
                  <a:lnTo>
                    <a:pt x="217" y="98"/>
                  </a:lnTo>
                  <a:lnTo>
                    <a:pt x="229" y="76"/>
                  </a:lnTo>
                  <a:lnTo>
                    <a:pt x="235" y="51"/>
                  </a:lnTo>
                  <a:lnTo>
                    <a:pt x="237" y="26"/>
                  </a:lnTo>
                  <a:lnTo>
                    <a:pt x="236" y="2"/>
                  </a:lnTo>
                  <a:lnTo>
                    <a:pt x="235" y="0"/>
                  </a:lnTo>
                  <a:lnTo>
                    <a:pt x="233" y="0"/>
                  </a:lnTo>
                  <a:lnTo>
                    <a:pt x="230" y="1"/>
                  </a:lnTo>
                  <a:lnTo>
                    <a:pt x="229" y="3"/>
                  </a:lnTo>
                  <a:lnTo>
                    <a:pt x="227" y="26"/>
                  </a:lnTo>
                  <a:lnTo>
                    <a:pt x="222" y="49"/>
                  </a:lnTo>
                  <a:lnTo>
                    <a:pt x="213" y="71"/>
                  </a:lnTo>
                  <a:lnTo>
                    <a:pt x="199" y="91"/>
                  </a:lnTo>
                  <a:lnTo>
                    <a:pt x="189" y="99"/>
                  </a:lnTo>
                  <a:lnTo>
                    <a:pt x="177" y="106"/>
                  </a:lnTo>
                  <a:lnTo>
                    <a:pt x="166" y="111"/>
                  </a:lnTo>
                  <a:lnTo>
                    <a:pt x="153" y="117"/>
                  </a:lnTo>
                  <a:lnTo>
                    <a:pt x="140" y="123"/>
                  </a:lnTo>
                  <a:lnTo>
                    <a:pt x="129" y="129"/>
                  </a:lnTo>
                  <a:lnTo>
                    <a:pt x="119" y="137"/>
                  </a:lnTo>
                  <a:lnTo>
                    <a:pt x="109" y="147"/>
                  </a:lnTo>
                  <a:lnTo>
                    <a:pt x="104" y="156"/>
                  </a:lnTo>
                  <a:lnTo>
                    <a:pt x="98" y="166"/>
                  </a:lnTo>
                  <a:lnTo>
                    <a:pt x="94" y="176"/>
                  </a:lnTo>
                  <a:lnTo>
                    <a:pt x="91" y="187"/>
                  </a:lnTo>
                  <a:lnTo>
                    <a:pt x="90" y="193"/>
                  </a:lnTo>
                  <a:lnTo>
                    <a:pt x="87" y="199"/>
                  </a:lnTo>
                  <a:lnTo>
                    <a:pt x="86" y="205"/>
                  </a:lnTo>
                  <a:lnTo>
                    <a:pt x="84" y="211"/>
                  </a:lnTo>
                  <a:lnTo>
                    <a:pt x="81" y="221"/>
                  </a:lnTo>
                  <a:lnTo>
                    <a:pt x="76" y="231"/>
                  </a:lnTo>
                  <a:lnTo>
                    <a:pt x="70" y="240"/>
                  </a:lnTo>
                  <a:lnTo>
                    <a:pt x="66" y="249"/>
                  </a:lnTo>
                  <a:lnTo>
                    <a:pt x="59" y="257"/>
                  </a:lnTo>
                  <a:lnTo>
                    <a:pt x="53" y="262"/>
                  </a:lnTo>
                  <a:lnTo>
                    <a:pt x="47" y="269"/>
                  </a:lnTo>
                  <a:lnTo>
                    <a:pt x="43" y="274"/>
                  </a:lnTo>
                  <a:lnTo>
                    <a:pt x="38" y="277"/>
                  </a:lnTo>
                  <a:lnTo>
                    <a:pt x="32" y="281"/>
                  </a:lnTo>
                  <a:lnTo>
                    <a:pt x="25" y="284"/>
                  </a:lnTo>
                  <a:lnTo>
                    <a:pt x="18" y="288"/>
                  </a:lnTo>
                  <a:lnTo>
                    <a:pt x="11" y="290"/>
                  </a:lnTo>
                  <a:lnTo>
                    <a:pt x="6" y="292"/>
                  </a:lnTo>
                  <a:lnTo>
                    <a:pt x="1" y="295"/>
                  </a:lnTo>
                  <a:lnTo>
                    <a:pt x="0" y="295"/>
                  </a:lnTo>
                  <a:lnTo>
                    <a:pt x="1" y="295"/>
                  </a:lnTo>
                  <a:lnTo>
                    <a:pt x="4" y="294"/>
                  </a:lnTo>
                  <a:lnTo>
                    <a:pt x="9" y="292"/>
                  </a:lnTo>
                  <a:lnTo>
                    <a:pt x="15" y="290"/>
                  </a:lnTo>
                  <a:lnTo>
                    <a:pt x="22" y="288"/>
                  </a:lnTo>
                  <a:lnTo>
                    <a:pt x="28" y="285"/>
                  </a:lnTo>
                  <a:lnTo>
                    <a:pt x="34" y="282"/>
                  </a:lnTo>
                  <a:lnTo>
                    <a:pt x="39" y="27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1" name="Freeform 69"/>
            <p:cNvSpPr>
              <a:spLocks/>
            </p:cNvSpPr>
            <p:nvPr/>
          </p:nvSpPr>
          <p:spPr bwMode="gray">
            <a:xfrm>
              <a:off x="1879" y="2854"/>
              <a:ext cx="34" cy="89"/>
            </a:xfrm>
            <a:custGeom>
              <a:avLst/>
              <a:gdLst/>
              <a:ahLst/>
              <a:cxnLst>
                <a:cxn ang="0">
                  <a:pos x="55" y="98"/>
                </a:cxn>
                <a:cxn ang="0">
                  <a:pos x="51" y="109"/>
                </a:cxn>
                <a:cxn ang="0">
                  <a:pos x="48" y="120"/>
                </a:cxn>
                <a:cxn ang="0">
                  <a:pos x="42" y="130"/>
                </a:cxn>
                <a:cxn ang="0">
                  <a:pos x="35" y="141"/>
                </a:cxn>
                <a:cxn ang="0">
                  <a:pos x="27" y="150"/>
                </a:cxn>
                <a:cxn ang="0">
                  <a:pos x="19" y="159"/>
                </a:cxn>
                <a:cxn ang="0">
                  <a:pos x="11" y="166"/>
                </a:cxn>
                <a:cxn ang="0">
                  <a:pos x="2" y="173"/>
                </a:cxn>
                <a:cxn ang="0">
                  <a:pos x="0" y="175"/>
                </a:cxn>
                <a:cxn ang="0">
                  <a:pos x="0" y="177"/>
                </a:cxn>
                <a:cxn ang="0">
                  <a:pos x="2" y="179"/>
                </a:cxn>
                <a:cxn ang="0">
                  <a:pos x="4" y="179"/>
                </a:cxn>
                <a:cxn ang="0">
                  <a:pos x="15" y="172"/>
                </a:cxn>
                <a:cxn ang="0">
                  <a:pos x="25" y="165"/>
                </a:cxn>
                <a:cxn ang="0">
                  <a:pos x="34" y="156"/>
                </a:cxn>
                <a:cxn ang="0">
                  <a:pos x="43" y="146"/>
                </a:cxn>
                <a:cxn ang="0">
                  <a:pos x="50" y="136"/>
                </a:cxn>
                <a:cxn ang="0">
                  <a:pos x="56" y="126"/>
                </a:cxn>
                <a:cxn ang="0">
                  <a:pos x="62" y="114"/>
                </a:cxn>
                <a:cxn ang="0">
                  <a:pos x="65" y="101"/>
                </a:cxn>
                <a:cxn ang="0">
                  <a:pos x="66" y="86"/>
                </a:cxn>
                <a:cxn ang="0">
                  <a:pos x="64" y="70"/>
                </a:cxn>
                <a:cxn ang="0">
                  <a:pos x="60" y="54"/>
                </a:cxn>
                <a:cxn ang="0">
                  <a:pos x="54" y="37"/>
                </a:cxn>
                <a:cxn ang="0">
                  <a:pos x="47" y="23"/>
                </a:cxn>
                <a:cxn ang="0">
                  <a:pos x="41" y="10"/>
                </a:cxn>
                <a:cxn ang="0">
                  <a:pos x="36" y="3"/>
                </a:cxn>
                <a:cxn ang="0">
                  <a:pos x="35" y="0"/>
                </a:cxn>
                <a:cxn ang="0">
                  <a:pos x="40" y="10"/>
                </a:cxn>
                <a:cxn ang="0">
                  <a:pos x="48" y="37"/>
                </a:cxn>
                <a:cxn ang="0">
                  <a:pos x="55" y="68"/>
                </a:cxn>
                <a:cxn ang="0">
                  <a:pos x="55" y="98"/>
                </a:cxn>
              </a:cxnLst>
              <a:rect l="0" t="0" r="r" b="b"/>
              <a:pathLst>
                <a:path w="66" h="179">
                  <a:moveTo>
                    <a:pt x="55" y="98"/>
                  </a:moveTo>
                  <a:lnTo>
                    <a:pt x="51" y="109"/>
                  </a:lnTo>
                  <a:lnTo>
                    <a:pt x="48" y="120"/>
                  </a:lnTo>
                  <a:lnTo>
                    <a:pt x="42" y="130"/>
                  </a:lnTo>
                  <a:lnTo>
                    <a:pt x="35" y="141"/>
                  </a:lnTo>
                  <a:lnTo>
                    <a:pt x="27" y="150"/>
                  </a:lnTo>
                  <a:lnTo>
                    <a:pt x="19" y="159"/>
                  </a:lnTo>
                  <a:lnTo>
                    <a:pt x="11" y="166"/>
                  </a:lnTo>
                  <a:lnTo>
                    <a:pt x="2" y="173"/>
                  </a:lnTo>
                  <a:lnTo>
                    <a:pt x="0" y="175"/>
                  </a:lnTo>
                  <a:lnTo>
                    <a:pt x="0" y="177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15" y="172"/>
                  </a:lnTo>
                  <a:lnTo>
                    <a:pt x="25" y="165"/>
                  </a:lnTo>
                  <a:lnTo>
                    <a:pt x="34" y="156"/>
                  </a:lnTo>
                  <a:lnTo>
                    <a:pt x="43" y="146"/>
                  </a:lnTo>
                  <a:lnTo>
                    <a:pt x="50" y="136"/>
                  </a:lnTo>
                  <a:lnTo>
                    <a:pt x="56" y="126"/>
                  </a:lnTo>
                  <a:lnTo>
                    <a:pt x="62" y="114"/>
                  </a:lnTo>
                  <a:lnTo>
                    <a:pt x="65" y="101"/>
                  </a:lnTo>
                  <a:lnTo>
                    <a:pt x="66" y="86"/>
                  </a:lnTo>
                  <a:lnTo>
                    <a:pt x="64" y="70"/>
                  </a:lnTo>
                  <a:lnTo>
                    <a:pt x="60" y="54"/>
                  </a:lnTo>
                  <a:lnTo>
                    <a:pt x="54" y="37"/>
                  </a:lnTo>
                  <a:lnTo>
                    <a:pt x="47" y="23"/>
                  </a:lnTo>
                  <a:lnTo>
                    <a:pt x="41" y="10"/>
                  </a:lnTo>
                  <a:lnTo>
                    <a:pt x="36" y="3"/>
                  </a:lnTo>
                  <a:lnTo>
                    <a:pt x="35" y="0"/>
                  </a:lnTo>
                  <a:lnTo>
                    <a:pt x="40" y="10"/>
                  </a:lnTo>
                  <a:lnTo>
                    <a:pt x="48" y="37"/>
                  </a:lnTo>
                  <a:lnTo>
                    <a:pt x="55" y="68"/>
                  </a:lnTo>
                  <a:lnTo>
                    <a:pt x="55" y="9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2" name="Freeform 70"/>
            <p:cNvSpPr>
              <a:spLocks/>
            </p:cNvSpPr>
            <p:nvPr/>
          </p:nvSpPr>
          <p:spPr bwMode="gray">
            <a:xfrm>
              <a:off x="1981" y="2668"/>
              <a:ext cx="141" cy="185"/>
            </a:xfrm>
            <a:custGeom>
              <a:avLst/>
              <a:gdLst/>
              <a:ahLst/>
              <a:cxnLst>
                <a:cxn ang="0">
                  <a:pos x="3" y="164"/>
                </a:cxn>
                <a:cxn ang="0">
                  <a:pos x="31" y="250"/>
                </a:cxn>
                <a:cxn ang="0">
                  <a:pos x="86" y="331"/>
                </a:cxn>
                <a:cxn ang="0">
                  <a:pos x="165" y="370"/>
                </a:cxn>
                <a:cxn ang="0">
                  <a:pos x="232" y="341"/>
                </a:cxn>
                <a:cxn ang="0">
                  <a:pos x="267" y="288"/>
                </a:cxn>
                <a:cxn ang="0">
                  <a:pos x="281" y="227"/>
                </a:cxn>
                <a:cxn ang="0">
                  <a:pos x="275" y="167"/>
                </a:cxn>
                <a:cxn ang="0">
                  <a:pos x="254" y="109"/>
                </a:cxn>
                <a:cxn ang="0">
                  <a:pos x="227" y="67"/>
                </a:cxn>
                <a:cxn ang="0">
                  <a:pos x="207" y="45"/>
                </a:cxn>
                <a:cxn ang="0">
                  <a:pos x="184" y="26"/>
                </a:cxn>
                <a:cxn ang="0">
                  <a:pos x="161" y="11"/>
                </a:cxn>
                <a:cxn ang="0">
                  <a:pos x="138" y="3"/>
                </a:cxn>
                <a:cxn ang="0">
                  <a:pos x="112" y="6"/>
                </a:cxn>
                <a:cxn ang="0">
                  <a:pos x="74" y="44"/>
                </a:cxn>
                <a:cxn ang="0">
                  <a:pos x="66" y="98"/>
                </a:cxn>
                <a:cxn ang="0">
                  <a:pos x="80" y="142"/>
                </a:cxn>
                <a:cxn ang="0">
                  <a:pos x="94" y="169"/>
                </a:cxn>
                <a:cxn ang="0">
                  <a:pos x="111" y="195"/>
                </a:cxn>
                <a:cxn ang="0">
                  <a:pos x="108" y="184"/>
                </a:cxn>
                <a:cxn ang="0">
                  <a:pos x="81" y="108"/>
                </a:cxn>
                <a:cxn ang="0">
                  <a:pos x="93" y="30"/>
                </a:cxn>
                <a:cxn ang="0">
                  <a:pos x="116" y="17"/>
                </a:cxn>
                <a:cxn ang="0">
                  <a:pos x="134" y="17"/>
                </a:cxn>
                <a:cxn ang="0">
                  <a:pos x="148" y="24"/>
                </a:cxn>
                <a:cxn ang="0">
                  <a:pos x="162" y="32"/>
                </a:cxn>
                <a:cxn ang="0">
                  <a:pos x="186" y="52"/>
                </a:cxn>
                <a:cxn ang="0">
                  <a:pos x="206" y="74"/>
                </a:cxn>
                <a:cxn ang="0">
                  <a:pos x="225" y="104"/>
                </a:cxn>
                <a:cxn ang="0">
                  <a:pos x="244" y="145"/>
                </a:cxn>
                <a:cxn ang="0">
                  <a:pos x="253" y="190"/>
                </a:cxn>
                <a:cxn ang="0">
                  <a:pos x="254" y="227"/>
                </a:cxn>
                <a:cxn ang="0">
                  <a:pos x="247" y="266"/>
                </a:cxn>
                <a:cxn ang="0">
                  <a:pos x="222" y="313"/>
                </a:cxn>
                <a:cxn ang="0">
                  <a:pos x="178" y="339"/>
                </a:cxn>
                <a:cxn ang="0">
                  <a:pos x="137" y="332"/>
                </a:cxn>
                <a:cxn ang="0">
                  <a:pos x="107" y="312"/>
                </a:cxn>
                <a:cxn ang="0">
                  <a:pos x="83" y="286"/>
                </a:cxn>
                <a:cxn ang="0">
                  <a:pos x="59" y="256"/>
                </a:cxn>
                <a:cxn ang="0">
                  <a:pos x="41" y="222"/>
                </a:cxn>
                <a:cxn ang="0">
                  <a:pos x="21" y="175"/>
                </a:cxn>
                <a:cxn ang="0">
                  <a:pos x="9" y="99"/>
                </a:cxn>
                <a:cxn ang="0">
                  <a:pos x="23" y="51"/>
                </a:cxn>
                <a:cxn ang="0">
                  <a:pos x="46" y="10"/>
                </a:cxn>
                <a:cxn ang="0">
                  <a:pos x="50" y="2"/>
                </a:cxn>
                <a:cxn ang="0">
                  <a:pos x="28" y="36"/>
                </a:cxn>
                <a:cxn ang="0">
                  <a:pos x="4" y="85"/>
                </a:cxn>
              </a:cxnLst>
              <a:rect l="0" t="0" r="r" b="b"/>
              <a:pathLst>
                <a:path w="281" h="370">
                  <a:moveTo>
                    <a:pt x="1" y="101"/>
                  </a:moveTo>
                  <a:lnTo>
                    <a:pt x="0" y="132"/>
                  </a:lnTo>
                  <a:lnTo>
                    <a:pt x="3" y="164"/>
                  </a:lnTo>
                  <a:lnTo>
                    <a:pt x="9" y="193"/>
                  </a:lnTo>
                  <a:lnTo>
                    <a:pt x="19" y="223"/>
                  </a:lnTo>
                  <a:lnTo>
                    <a:pt x="31" y="250"/>
                  </a:lnTo>
                  <a:lnTo>
                    <a:pt x="46" y="279"/>
                  </a:lnTo>
                  <a:lnTo>
                    <a:pt x="64" y="306"/>
                  </a:lnTo>
                  <a:lnTo>
                    <a:pt x="86" y="331"/>
                  </a:lnTo>
                  <a:lnTo>
                    <a:pt x="110" y="351"/>
                  </a:lnTo>
                  <a:lnTo>
                    <a:pt x="137" y="365"/>
                  </a:lnTo>
                  <a:lnTo>
                    <a:pt x="165" y="370"/>
                  </a:lnTo>
                  <a:lnTo>
                    <a:pt x="198" y="363"/>
                  </a:lnTo>
                  <a:lnTo>
                    <a:pt x="216" y="354"/>
                  </a:lnTo>
                  <a:lnTo>
                    <a:pt x="232" y="341"/>
                  </a:lnTo>
                  <a:lnTo>
                    <a:pt x="246" y="325"/>
                  </a:lnTo>
                  <a:lnTo>
                    <a:pt x="258" y="308"/>
                  </a:lnTo>
                  <a:lnTo>
                    <a:pt x="267" y="288"/>
                  </a:lnTo>
                  <a:lnTo>
                    <a:pt x="274" y="268"/>
                  </a:lnTo>
                  <a:lnTo>
                    <a:pt x="278" y="248"/>
                  </a:lnTo>
                  <a:lnTo>
                    <a:pt x="281" y="227"/>
                  </a:lnTo>
                  <a:lnTo>
                    <a:pt x="281" y="206"/>
                  </a:lnTo>
                  <a:lnTo>
                    <a:pt x="278" y="187"/>
                  </a:lnTo>
                  <a:lnTo>
                    <a:pt x="275" y="167"/>
                  </a:lnTo>
                  <a:lnTo>
                    <a:pt x="269" y="147"/>
                  </a:lnTo>
                  <a:lnTo>
                    <a:pt x="262" y="128"/>
                  </a:lnTo>
                  <a:lnTo>
                    <a:pt x="254" y="109"/>
                  </a:lnTo>
                  <a:lnTo>
                    <a:pt x="244" y="92"/>
                  </a:lnTo>
                  <a:lnTo>
                    <a:pt x="232" y="75"/>
                  </a:lnTo>
                  <a:lnTo>
                    <a:pt x="227" y="67"/>
                  </a:lnTo>
                  <a:lnTo>
                    <a:pt x="221" y="59"/>
                  </a:lnTo>
                  <a:lnTo>
                    <a:pt x="214" y="52"/>
                  </a:lnTo>
                  <a:lnTo>
                    <a:pt x="207" y="45"/>
                  </a:lnTo>
                  <a:lnTo>
                    <a:pt x="200" y="38"/>
                  </a:lnTo>
                  <a:lnTo>
                    <a:pt x="192" y="32"/>
                  </a:lnTo>
                  <a:lnTo>
                    <a:pt x="184" y="26"/>
                  </a:lnTo>
                  <a:lnTo>
                    <a:pt x="176" y="21"/>
                  </a:lnTo>
                  <a:lnTo>
                    <a:pt x="169" y="16"/>
                  </a:lnTo>
                  <a:lnTo>
                    <a:pt x="161" y="11"/>
                  </a:lnTo>
                  <a:lnTo>
                    <a:pt x="154" y="8"/>
                  </a:lnTo>
                  <a:lnTo>
                    <a:pt x="146" y="4"/>
                  </a:lnTo>
                  <a:lnTo>
                    <a:pt x="138" y="3"/>
                  </a:lnTo>
                  <a:lnTo>
                    <a:pt x="129" y="2"/>
                  </a:lnTo>
                  <a:lnTo>
                    <a:pt x="121" y="3"/>
                  </a:lnTo>
                  <a:lnTo>
                    <a:pt x="112" y="6"/>
                  </a:lnTo>
                  <a:lnTo>
                    <a:pt x="95" y="15"/>
                  </a:lnTo>
                  <a:lnTo>
                    <a:pt x="83" y="28"/>
                  </a:lnTo>
                  <a:lnTo>
                    <a:pt x="74" y="44"/>
                  </a:lnTo>
                  <a:lnTo>
                    <a:pt x="69" y="60"/>
                  </a:lnTo>
                  <a:lnTo>
                    <a:pt x="66" y="78"/>
                  </a:lnTo>
                  <a:lnTo>
                    <a:pt x="66" y="98"/>
                  </a:lnTo>
                  <a:lnTo>
                    <a:pt x="70" y="115"/>
                  </a:lnTo>
                  <a:lnTo>
                    <a:pt x="76" y="132"/>
                  </a:lnTo>
                  <a:lnTo>
                    <a:pt x="80" y="142"/>
                  </a:lnTo>
                  <a:lnTo>
                    <a:pt x="84" y="151"/>
                  </a:lnTo>
                  <a:lnTo>
                    <a:pt x="89" y="160"/>
                  </a:lnTo>
                  <a:lnTo>
                    <a:pt x="94" y="169"/>
                  </a:lnTo>
                  <a:lnTo>
                    <a:pt x="100" y="177"/>
                  </a:lnTo>
                  <a:lnTo>
                    <a:pt x="106" y="187"/>
                  </a:lnTo>
                  <a:lnTo>
                    <a:pt x="111" y="195"/>
                  </a:lnTo>
                  <a:lnTo>
                    <a:pt x="117" y="203"/>
                  </a:lnTo>
                  <a:lnTo>
                    <a:pt x="115" y="198"/>
                  </a:lnTo>
                  <a:lnTo>
                    <a:pt x="108" y="184"/>
                  </a:lnTo>
                  <a:lnTo>
                    <a:pt x="99" y="162"/>
                  </a:lnTo>
                  <a:lnTo>
                    <a:pt x="89" y="137"/>
                  </a:lnTo>
                  <a:lnTo>
                    <a:pt x="81" y="108"/>
                  </a:lnTo>
                  <a:lnTo>
                    <a:pt x="78" y="79"/>
                  </a:lnTo>
                  <a:lnTo>
                    <a:pt x="81" y="52"/>
                  </a:lnTo>
                  <a:lnTo>
                    <a:pt x="93" y="30"/>
                  </a:lnTo>
                  <a:lnTo>
                    <a:pt x="100" y="24"/>
                  </a:lnTo>
                  <a:lnTo>
                    <a:pt x="107" y="19"/>
                  </a:lnTo>
                  <a:lnTo>
                    <a:pt x="116" y="17"/>
                  </a:lnTo>
                  <a:lnTo>
                    <a:pt x="124" y="16"/>
                  </a:lnTo>
                  <a:lnTo>
                    <a:pt x="129" y="16"/>
                  </a:lnTo>
                  <a:lnTo>
                    <a:pt x="134" y="17"/>
                  </a:lnTo>
                  <a:lnTo>
                    <a:pt x="139" y="19"/>
                  </a:lnTo>
                  <a:lnTo>
                    <a:pt x="144" y="22"/>
                  </a:lnTo>
                  <a:lnTo>
                    <a:pt x="148" y="24"/>
                  </a:lnTo>
                  <a:lnTo>
                    <a:pt x="153" y="26"/>
                  </a:lnTo>
                  <a:lnTo>
                    <a:pt x="157" y="30"/>
                  </a:lnTo>
                  <a:lnTo>
                    <a:pt x="162" y="32"/>
                  </a:lnTo>
                  <a:lnTo>
                    <a:pt x="170" y="38"/>
                  </a:lnTo>
                  <a:lnTo>
                    <a:pt x="178" y="45"/>
                  </a:lnTo>
                  <a:lnTo>
                    <a:pt x="186" y="52"/>
                  </a:lnTo>
                  <a:lnTo>
                    <a:pt x="193" y="59"/>
                  </a:lnTo>
                  <a:lnTo>
                    <a:pt x="199" y="67"/>
                  </a:lnTo>
                  <a:lnTo>
                    <a:pt x="206" y="74"/>
                  </a:lnTo>
                  <a:lnTo>
                    <a:pt x="212" y="83"/>
                  </a:lnTo>
                  <a:lnTo>
                    <a:pt x="217" y="91"/>
                  </a:lnTo>
                  <a:lnTo>
                    <a:pt x="225" y="104"/>
                  </a:lnTo>
                  <a:lnTo>
                    <a:pt x="232" y="117"/>
                  </a:lnTo>
                  <a:lnTo>
                    <a:pt x="238" y="131"/>
                  </a:lnTo>
                  <a:lnTo>
                    <a:pt x="244" y="145"/>
                  </a:lnTo>
                  <a:lnTo>
                    <a:pt x="247" y="160"/>
                  </a:lnTo>
                  <a:lnTo>
                    <a:pt x="251" y="175"/>
                  </a:lnTo>
                  <a:lnTo>
                    <a:pt x="253" y="190"/>
                  </a:lnTo>
                  <a:lnTo>
                    <a:pt x="254" y="205"/>
                  </a:lnTo>
                  <a:lnTo>
                    <a:pt x="254" y="217"/>
                  </a:lnTo>
                  <a:lnTo>
                    <a:pt x="254" y="227"/>
                  </a:lnTo>
                  <a:lnTo>
                    <a:pt x="253" y="238"/>
                  </a:lnTo>
                  <a:lnTo>
                    <a:pt x="252" y="250"/>
                  </a:lnTo>
                  <a:lnTo>
                    <a:pt x="247" y="266"/>
                  </a:lnTo>
                  <a:lnTo>
                    <a:pt x="240" y="283"/>
                  </a:lnTo>
                  <a:lnTo>
                    <a:pt x="232" y="299"/>
                  </a:lnTo>
                  <a:lnTo>
                    <a:pt x="222" y="313"/>
                  </a:lnTo>
                  <a:lnTo>
                    <a:pt x="209" y="325"/>
                  </a:lnTo>
                  <a:lnTo>
                    <a:pt x="194" y="334"/>
                  </a:lnTo>
                  <a:lnTo>
                    <a:pt x="178" y="339"/>
                  </a:lnTo>
                  <a:lnTo>
                    <a:pt x="160" y="339"/>
                  </a:lnTo>
                  <a:lnTo>
                    <a:pt x="148" y="336"/>
                  </a:lnTo>
                  <a:lnTo>
                    <a:pt x="137" y="332"/>
                  </a:lnTo>
                  <a:lnTo>
                    <a:pt x="126" y="326"/>
                  </a:lnTo>
                  <a:lnTo>
                    <a:pt x="116" y="319"/>
                  </a:lnTo>
                  <a:lnTo>
                    <a:pt x="107" y="312"/>
                  </a:lnTo>
                  <a:lnTo>
                    <a:pt x="97" y="303"/>
                  </a:lnTo>
                  <a:lnTo>
                    <a:pt x="89" y="295"/>
                  </a:lnTo>
                  <a:lnTo>
                    <a:pt x="83" y="286"/>
                  </a:lnTo>
                  <a:lnTo>
                    <a:pt x="74" y="276"/>
                  </a:lnTo>
                  <a:lnTo>
                    <a:pt x="66" y="266"/>
                  </a:lnTo>
                  <a:lnTo>
                    <a:pt x="59" y="256"/>
                  </a:lnTo>
                  <a:lnTo>
                    <a:pt x="53" y="244"/>
                  </a:lnTo>
                  <a:lnTo>
                    <a:pt x="47" y="234"/>
                  </a:lnTo>
                  <a:lnTo>
                    <a:pt x="41" y="222"/>
                  </a:lnTo>
                  <a:lnTo>
                    <a:pt x="35" y="211"/>
                  </a:lnTo>
                  <a:lnTo>
                    <a:pt x="30" y="199"/>
                  </a:lnTo>
                  <a:lnTo>
                    <a:pt x="21" y="175"/>
                  </a:lnTo>
                  <a:lnTo>
                    <a:pt x="15" y="150"/>
                  </a:lnTo>
                  <a:lnTo>
                    <a:pt x="11" y="124"/>
                  </a:lnTo>
                  <a:lnTo>
                    <a:pt x="9" y="99"/>
                  </a:lnTo>
                  <a:lnTo>
                    <a:pt x="11" y="84"/>
                  </a:lnTo>
                  <a:lnTo>
                    <a:pt x="16" y="68"/>
                  </a:lnTo>
                  <a:lnTo>
                    <a:pt x="23" y="51"/>
                  </a:lnTo>
                  <a:lnTo>
                    <a:pt x="31" y="36"/>
                  </a:lnTo>
                  <a:lnTo>
                    <a:pt x="39" y="22"/>
                  </a:lnTo>
                  <a:lnTo>
                    <a:pt x="46" y="10"/>
                  </a:lnTo>
                  <a:lnTo>
                    <a:pt x="51" y="2"/>
                  </a:lnTo>
                  <a:lnTo>
                    <a:pt x="53" y="0"/>
                  </a:lnTo>
                  <a:lnTo>
                    <a:pt x="50" y="2"/>
                  </a:lnTo>
                  <a:lnTo>
                    <a:pt x="44" y="10"/>
                  </a:lnTo>
                  <a:lnTo>
                    <a:pt x="38" y="22"/>
                  </a:lnTo>
                  <a:lnTo>
                    <a:pt x="28" y="36"/>
                  </a:lnTo>
                  <a:lnTo>
                    <a:pt x="19" y="52"/>
                  </a:lnTo>
                  <a:lnTo>
                    <a:pt x="10" y="69"/>
                  </a:lnTo>
                  <a:lnTo>
                    <a:pt x="4" y="85"/>
                  </a:lnTo>
                  <a:lnTo>
                    <a:pt x="1" y="10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3" name="Freeform 71"/>
            <p:cNvSpPr>
              <a:spLocks/>
            </p:cNvSpPr>
            <p:nvPr/>
          </p:nvSpPr>
          <p:spPr bwMode="gray">
            <a:xfrm>
              <a:off x="1455" y="2565"/>
              <a:ext cx="122" cy="352"/>
            </a:xfrm>
            <a:custGeom>
              <a:avLst/>
              <a:gdLst/>
              <a:ahLst/>
              <a:cxnLst>
                <a:cxn ang="0">
                  <a:pos x="9" y="115"/>
                </a:cxn>
                <a:cxn ang="0">
                  <a:pos x="26" y="156"/>
                </a:cxn>
                <a:cxn ang="0">
                  <a:pos x="48" y="196"/>
                </a:cxn>
                <a:cxn ang="0">
                  <a:pos x="72" y="236"/>
                </a:cxn>
                <a:cxn ang="0">
                  <a:pos x="99" y="275"/>
                </a:cxn>
                <a:cxn ang="0">
                  <a:pos x="124" y="315"/>
                </a:cxn>
                <a:cxn ang="0">
                  <a:pos x="141" y="345"/>
                </a:cxn>
                <a:cxn ang="0">
                  <a:pos x="153" y="366"/>
                </a:cxn>
                <a:cxn ang="0">
                  <a:pos x="163" y="388"/>
                </a:cxn>
                <a:cxn ang="0">
                  <a:pos x="172" y="410"/>
                </a:cxn>
                <a:cxn ang="0">
                  <a:pos x="179" y="433"/>
                </a:cxn>
                <a:cxn ang="0">
                  <a:pos x="190" y="454"/>
                </a:cxn>
                <a:cxn ang="0">
                  <a:pos x="198" y="478"/>
                </a:cxn>
                <a:cxn ang="0">
                  <a:pos x="205" y="499"/>
                </a:cxn>
                <a:cxn ang="0">
                  <a:pos x="220" y="558"/>
                </a:cxn>
                <a:cxn ang="0">
                  <a:pos x="233" y="655"/>
                </a:cxn>
                <a:cxn ang="0">
                  <a:pos x="239" y="705"/>
                </a:cxn>
                <a:cxn ang="0">
                  <a:pos x="242" y="703"/>
                </a:cxn>
                <a:cxn ang="0">
                  <a:pos x="239" y="656"/>
                </a:cxn>
                <a:cxn ang="0">
                  <a:pos x="228" y="564"/>
                </a:cxn>
                <a:cxn ang="0">
                  <a:pos x="213" y="497"/>
                </a:cxn>
                <a:cxn ang="0">
                  <a:pos x="199" y="452"/>
                </a:cxn>
                <a:cxn ang="0">
                  <a:pos x="186" y="419"/>
                </a:cxn>
                <a:cxn ang="0">
                  <a:pos x="178" y="397"/>
                </a:cxn>
                <a:cxn ang="0">
                  <a:pos x="169" y="374"/>
                </a:cxn>
                <a:cxn ang="0">
                  <a:pos x="159" y="352"/>
                </a:cxn>
                <a:cxn ang="0">
                  <a:pos x="141" y="322"/>
                </a:cxn>
                <a:cxn ang="0">
                  <a:pos x="116" y="283"/>
                </a:cxn>
                <a:cxn ang="0">
                  <a:pos x="91" y="245"/>
                </a:cxn>
                <a:cxn ang="0">
                  <a:pos x="65" y="206"/>
                </a:cxn>
                <a:cxn ang="0">
                  <a:pos x="47" y="176"/>
                </a:cxn>
                <a:cxn ang="0">
                  <a:pos x="35" y="156"/>
                </a:cxn>
                <a:cxn ang="0">
                  <a:pos x="25" y="134"/>
                </a:cxn>
                <a:cxn ang="0">
                  <a:pos x="17" y="113"/>
                </a:cxn>
                <a:cxn ang="0">
                  <a:pos x="5" y="72"/>
                </a:cxn>
                <a:cxn ang="0">
                  <a:pos x="0" y="12"/>
                </a:cxn>
                <a:cxn ang="0">
                  <a:pos x="0" y="11"/>
                </a:cxn>
                <a:cxn ang="0">
                  <a:pos x="0" y="66"/>
                </a:cxn>
              </a:cxnLst>
              <a:rect l="0" t="0" r="r" b="b"/>
              <a:pathLst>
                <a:path w="243" h="705">
                  <a:moveTo>
                    <a:pt x="3" y="94"/>
                  </a:moveTo>
                  <a:lnTo>
                    <a:pt x="9" y="115"/>
                  </a:lnTo>
                  <a:lnTo>
                    <a:pt x="17" y="135"/>
                  </a:lnTo>
                  <a:lnTo>
                    <a:pt x="26" y="156"/>
                  </a:lnTo>
                  <a:lnTo>
                    <a:pt x="36" y="176"/>
                  </a:lnTo>
                  <a:lnTo>
                    <a:pt x="48" y="196"/>
                  </a:lnTo>
                  <a:lnTo>
                    <a:pt x="59" y="216"/>
                  </a:lnTo>
                  <a:lnTo>
                    <a:pt x="72" y="236"/>
                  </a:lnTo>
                  <a:lnTo>
                    <a:pt x="85" y="255"/>
                  </a:lnTo>
                  <a:lnTo>
                    <a:pt x="99" y="275"/>
                  </a:lnTo>
                  <a:lnTo>
                    <a:pt x="111" y="294"/>
                  </a:lnTo>
                  <a:lnTo>
                    <a:pt x="124" y="315"/>
                  </a:lnTo>
                  <a:lnTo>
                    <a:pt x="136" y="335"/>
                  </a:lnTo>
                  <a:lnTo>
                    <a:pt x="141" y="345"/>
                  </a:lnTo>
                  <a:lnTo>
                    <a:pt x="147" y="355"/>
                  </a:lnTo>
                  <a:lnTo>
                    <a:pt x="153" y="366"/>
                  </a:lnTo>
                  <a:lnTo>
                    <a:pt x="159" y="377"/>
                  </a:lnTo>
                  <a:lnTo>
                    <a:pt x="163" y="388"/>
                  </a:lnTo>
                  <a:lnTo>
                    <a:pt x="168" y="399"/>
                  </a:lnTo>
                  <a:lnTo>
                    <a:pt x="172" y="410"/>
                  </a:lnTo>
                  <a:lnTo>
                    <a:pt x="176" y="421"/>
                  </a:lnTo>
                  <a:lnTo>
                    <a:pt x="179" y="433"/>
                  </a:lnTo>
                  <a:lnTo>
                    <a:pt x="185" y="443"/>
                  </a:lnTo>
                  <a:lnTo>
                    <a:pt x="190" y="454"/>
                  </a:lnTo>
                  <a:lnTo>
                    <a:pt x="193" y="466"/>
                  </a:lnTo>
                  <a:lnTo>
                    <a:pt x="198" y="478"/>
                  </a:lnTo>
                  <a:lnTo>
                    <a:pt x="201" y="488"/>
                  </a:lnTo>
                  <a:lnTo>
                    <a:pt x="205" y="499"/>
                  </a:lnTo>
                  <a:lnTo>
                    <a:pt x="208" y="511"/>
                  </a:lnTo>
                  <a:lnTo>
                    <a:pt x="220" y="558"/>
                  </a:lnTo>
                  <a:lnTo>
                    <a:pt x="228" y="607"/>
                  </a:lnTo>
                  <a:lnTo>
                    <a:pt x="233" y="655"/>
                  </a:lnTo>
                  <a:lnTo>
                    <a:pt x="238" y="703"/>
                  </a:lnTo>
                  <a:lnTo>
                    <a:pt x="239" y="705"/>
                  </a:lnTo>
                  <a:lnTo>
                    <a:pt x="240" y="705"/>
                  </a:lnTo>
                  <a:lnTo>
                    <a:pt x="242" y="703"/>
                  </a:lnTo>
                  <a:lnTo>
                    <a:pt x="243" y="702"/>
                  </a:lnTo>
                  <a:lnTo>
                    <a:pt x="239" y="656"/>
                  </a:lnTo>
                  <a:lnTo>
                    <a:pt x="235" y="610"/>
                  </a:lnTo>
                  <a:lnTo>
                    <a:pt x="228" y="564"/>
                  </a:lnTo>
                  <a:lnTo>
                    <a:pt x="218" y="519"/>
                  </a:lnTo>
                  <a:lnTo>
                    <a:pt x="213" y="497"/>
                  </a:lnTo>
                  <a:lnTo>
                    <a:pt x="207" y="474"/>
                  </a:lnTo>
                  <a:lnTo>
                    <a:pt x="199" y="452"/>
                  </a:lnTo>
                  <a:lnTo>
                    <a:pt x="191" y="430"/>
                  </a:lnTo>
                  <a:lnTo>
                    <a:pt x="186" y="419"/>
                  </a:lnTo>
                  <a:lnTo>
                    <a:pt x="182" y="408"/>
                  </a:lnTo>
                  <a:lnTo>
                    <a:pt x="178" y="397"/>
                  </a:lnTo>
                  <a:lnTo>
                    <a:pt x="174" y="385"/>
                  </a:lnTo>
                  <a:lnTo>
                    <a:pt x="169" y="374"/>
                  </a:lnTo>
                  <a:lnTo>
                    <a:pt x="163" y="363"/>
                  </a:lnTo>
                  <a:lnTo>
                    <a:pt x="159" y="352"/>
                  </a:lnTo>
                  <a:lnTo>
                    <a:pt x="153" y="342"/>
                  </a:lnTo>
                  <a:lnTo>
                    <a:pt x="141" y="322"/>
                  </a:lnTo>
                  <a:lnTo>
                    <a:pt x="129" y="302"/>
                  </a:lnTo>
                  <a:lnTo>
                    <a:pt x="116" y="283"/>
                  </a:lnTo>
                  <a:lnTo>
                    <a:pt x="103" y="263"/>
                  </a:lnTo>
                  <a:lnTo>
                    <a:pt x="91" y="245"/>
                  </a:lnTo>
                  <a:lnTo>
                    <a:pt x="78" y="225"/>
                  </a:lnTo>
                  <a:lnTo>
                    <a:pt x="65" y="206"/>
                  </a:lnTo>
                  <a:lnTo>
                    <a:pt x="53" y="186"/>
                  </a:lnTo>
                  <a:lnTo>
                    <a:pt x="47" y="176"/>
                  </a:lnTo>
                  <a:lnTo>
                    <a:pt x="41" y="166"/>
                  </a:lnTo>
                  <a:lnTo>
                    <a:pt x="35" y="156"/>
                  </a:lnTo>
                  <a:lnTo>
                    <a:pt x="31" y="146"/>
                  </a:lnTo>
                  <a:lnTo>
                    <a:pt x="25" y="134"/>
                  </a:lnTo>
                  <a:lnTo>
                    <a:pt x="20" y="124"/>
                  </a:lnTo>
                  <a:lnTo>
                    <a:pt x="17" y="113"/>
                  </a:lnTo>
                  <a:lnTo>
                    <a:pt x="12" y="102"/>
                  </a:lnTo>
                  <a:lnTo>
                    <a:pt x="5" y="72"/>
                  </a:lnTo>
                  <a:lnTo>
                    <a:pt x="2" y="38"/>
                  </a:lnTo>
                  <a:lnTo>
                    <a:pt x="0" y="12"/>
                  </a:lnTo>
                  <a:lnTo>
                    <a:pt x="0" y="0"/>
                  </a:lnTo>
                  <a:lnTo>
                    <a:pt x="0" y="11"/>
                  </a:lnTo>
                  <a:lnTo>
                    <a:pt x="0" y="35"/>
                  </a:lnTo>
                  <a:lnTo>
                    <a:pt x="0" y="66"/>
                  </a:lnTo>
                  <a:lnTo>
                    <a:pt x="3" y="9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4" name="Freeform 72"/>
            <p:cNvSpPr>
              <a:spLocks/>
            </p:cNvSpPr>
            <p:nvPr/>
          </p:nvSpPr>
          <p:spPr bwMode="gray">
            <a:xfrm>
              <a:off x="1864" y="2884"/>
              <a:ext cx="143" cy="149"/>
            </a:xfrm>
            <a:custGeom>
              <a:avLst/>
              <a:gdLst/>
              <a:ahLst/>
              <a:cxnLst>
                <a:cxn ang="0">
                  <a:pos x="9" y="287"/>
                </a:cxn>
                <a:cxn ang="0">
                  <a:pos x="26" y="268"/>
                </a:cxn>
                <a:cxn ang="0">
                  <a:pos x="47" y="253"/>
                </a:cxn>
                <a:cxn ang="0">
                  <a:pos x="67" y="241"/>
                </a:cxn>
                <a:cxn ang="0">
                  <a:pos x="85" y="230"/>
                </a:cxn>
                <a:cxn ang="0">
                  <a:pos x="95" y="225"/>
                </a:cxn>
                <a:cxn ang="0">
                  <a:pos x="105" y="218"/>
                </a:cxn>
                <a:cxn ang="0">
                  <a:pos x="117" y="211"/>
                </a:cxn>
                <a:cxn ang="0">
                  <a:pos x="128" y="206"/>
                </a:cxn>
                <a:cxn ang="0">
                  <a:pos x="140" y="199"/>
                </a:cxn>
                <a:cxn ang="0">
                  <a:pos x="151" y="191"/>
                </a:cxn>
                <a:cxn ang="0">
                  <a:pos x="161" y="183"/>
                </a:cxn>
                <a:cxn ang="0">
                  <a:pos x="172" y="169"/>
                </a:cxn>
                <a:cxn ang="0">
                  <a:pos x="193" y="135"/>
                </a:cxn>
                <a:cxn ang="0">
                  <a:pos x="218" y="91"/>
                </a:cxn>
                <a:cxn ang="0">
                  <a:pos x="238" y="56"/>
                </a:cxn>
                <a:cxn ang="0">
                  <a:pos x="248" y="40"/>
                </a:cxn>
                <a:cxn ang="0">
                  <a:pos x="259" y="28"/>
                </a:cxn>
                <a:cxn ang="0">
                  <a:pos x="269" y="17"/>
                </a:cxn>
                <a:cxn ang="0">
                  <a:pos x="282" y="7"/>
                </a:cxn>
                <a:cxn ang="0">
                  <a:pos x="287" y="0"/>
                </a:cxn>
                <a:cxn ang="0">
                  <a:pos x="287" y="0"/>
                </a:cxn>
                <a:cxn ang="0">
                  <a:pos x="282" y="3"/>
                </a:cxn>
                <a:cxn ang="0">
                  <a:pos x="271" y="11"/>
                </a:cxn>
                <a:cxn ang="0">
                  <a:pos x="262" y="19"/>
                </a:cxn>
                <a:cxn ang="0">
                  <a:pos x="254" y="29"/>
                </a:cxn>
                <a:cxn ang="0">
                  <a:pos x="242" y="43"/>
                </a:cxn>
                <a:cxn ang="0">
                  <a:pos x="217" y="81"/>
                </a:cxn>
                <a:cxn ang="0">
                  <a:pos x="186" y="127"/>
                </a:cxn>
                <a:cxn ang="0">
                  <a:pos x="162" y="161"/>
                </a:cxn>
                <a:cxn ang="0">
                  <a:pos x="150" y="173"/>
                </a:cxn>
                <a:cxn ang="0">
                  <a:pos x="139" y="181"/>
                </a:cxn>
                <a:cxn ang="0">
                  <a:pos x="127" y="188"/>
                </a:cxn>
                <a:cxn ang="0">
                  <a:pos x="115" y="195"/>
                </a:cxn>
                <a:cxn ang="0">
                  <a:pos x="103" y="202"/>
                </a:cxn>
                <a:cxn ang="0">
                  <a:pos x="93" y="208"/>
                </a:cxn>
                <a:cxn ang="0">
                  <a:pos x="81" y="217"/>
                </a:cxn>
                <a:cxn ang="0">
                  <a:pos x="71" y="225"/>
                </a:cxn>
                <a:cxn ang="0">
                  <a:pos x="56" y="235"/>
                </a:cxn>
                <a:cxn ang="0">
                  <a:pos x="37" y="251"/>
                </a:cxn>
                <a:cxn ang="0">
                  <a:pos x="21" y="268"/>
                </a:cxn>
                <a:cxn ang="0">
                  <a:pos x="7" y="287"/>
                </a:cxn>
                <a:cxn ang="0">
                  <a:pos x="0" y="297"/>
                </a:cxn>
                <a:cxn ang="0">
                  <a:pos x="2" y="297"/>
                </a:cxn>
                <a:cxn ang="0">
                  <a:pos x="2" y="297"/>
                </a:cxn>
              </a:cxnLst>
              <a:rect l="0" t="0" r="r" b="b"/>
              <a:pathLst>
                <a:path w="287" h="297">
                  <a:moveTo>
                    <a:pt x="2" y="297"/>
                  </a:moveTo>
                  <a:lnTo>
                    <a:pt x="9" y="287"/>
                  </a:lnTo>
                  <a:lnTo>
                    <a:pt x="18" y="278"/>
                  </a:lnTo>
                  <a:lnTo>
                    <a:pt x="26" y="268"/>
                  </a:lnTo>
                  <a:lnTo>
                    <a:pt x="36" y="260"/>
                  </a:lnTo>
                  <a:lnTo>
                    <a:pt x="47" y="253"/>
                  </a:lnTo>
                  <a:lnTo>
                    <a:pt x="57" y="246"/>
                  </a:lnTo>
                  <a:lnTo>
                    <a:pt x="67" y="241"/>
                  </a:lnTo>
                  <a:lnTo>
                    <a:pt x="79" y="234"/>
                  </a:lnTo>
                  <a:lnTo>
                    <a:pt x="85" y="230"/>
                  </a:lnTo>
                  <a:lnTo>
                    <a:pt x="89" y="227"/>
                  </a:lnTo>
                  <a:lnTo>
                    <a:pt x="95" y="225"/>
                  </a:lnTo>
                  <a:lnTo>
                    <a:pt x="101" y="221"/>
                  </a:lnTo>
                  <a:lnTo>
                    <a:pt x="105" y="218"/>
                  </a:lnTo>
                  <a:lnTo>
                    <a:pt x="111" y="214"/>
                  </a:lnTo>
                  <a:lnTo>
                    <a:pt x="117" y="211"/>
                  </a:lnTo>
                  <a:lnTo>
                    <a:pt x="123" y="208"/>
                  </a:lnTo>
                  <a:lnTo>
                    <a:pt x="128" y="206"/>
                  </a:lnTo>
                  <a:lnTo>
                    <a:pt x="134" y="203"/>
                  </a:lnTo>
                  <a:lnTo>
                    <a:pt x="140" y="199"/>
                  </a:lnTo>
                  <a:lnTo>
                    <a:pt x="146" y="196"/>
                  </a:lnTo>
                  <a:lnTo>
                    <a:pt x="151" y="191"/>
                  </a:lnTo>
                  <a:lnTo>
                    <a:pt x="156" y="188"/>
                  </a:lnTo>
                  <a:lnTo>
                    <a:pt x="161" y="183"/>
                  </a:lnTo>
                  <a:lnTo>
                    <a:pt x="165" y="178"/>
                  </a:lnTo>
                  <a:lnTo>
                    <a:pt x="172" y="169"/>
                  </a:lnTo>
                  <a:lnTo>
                    <a:pt x="181" y="154"/>
                  </a:lnTo>
                  <a:lnTo>
                    <a:pt x="193" y="135"/>
                  </a:lnTo>
                  <a:lnTo>
                    <a:pt x="206" y="113"/>
                  </a:lnTo>
                  <a:lnTo>
                    <a:pt x="218" y="91"/>
                  </a:lnTo>
                  <a:lnTo>
                    <a:pt x="230" y="71"/>
                  </a:lnTo>
                  <a:lnTo>
                    <a:pt x="238" y="56"/>
                  </a:lnTo>
                  <a:lnTo>
                    <a:pt x="244" y="47"/>
                  </a:lnTo>
                  <a:lnTo>
                    <a:pt x="248" y="40"/>
                  </a:lnTo>
                  <a:lnTo>
                    <a:pt x="253" y="34"/>
                  </a:lnTo>
                  <a:lnTo>
                    <a:pt x="259" y="28"/>
                  </a:lnTo>
                  <a:lnTo>
                    <a:pt x="264" y="22"/>
                  </a:lnTo>
                  <a:lnTo>
                    <a:pt x="269" y="17"/>
                  </a:lnTo>
                  <a:lnTo>
                    <a:pt x="276" y="11"/>
                  </a:lnTo>
                  <a:lnTo>
                    <a:pt x="282" y="7"/>
                  </a:lnTo>
                  <a:lnTo>
                    <a:pt x="287" y="1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6" y="0"/>
                  </a:lnTo>
                  <a:lnTo>
                    <a:pt x="282" y="3"/>
                  </a:lnTo>
                  <a:lnTo>
                    <a:pt x="277" y="8"/>
                  </a:lnTo>
                  <a:lnTo>
                    <a:pt x="271" y="11"/>
                  </a:lnTo>
                  <a:lnTo>
                    <a:pt x="267" y="15"/>
                  </a:lnTo>
                  <a:lnTo>
                    <a:pt x="262" y="19"/>
                  </a:lnTo>
                  <a:lnTo>
                    <a:pt x="257" y="24"/>
                  </a:lnTo>
                  <a:lnTo>
                    <a:pt x="254" y="29"/>
                  </a:lnTo>
                  <a:lnTo>
                    <a:pt x="249" y="33"/>
                  </a:lnTo>
                  <a:lnTo>
                    <a:pt x="242" y="43"/>
                  </a:lnTo>
                  <a:lnTo>
                    <a:pt x="231" y="59"/>
                  </a:lnTo>
                  <a:lnTo>
                    <a:pt x="217" y="81"/>
                  </a:lnTo>
                  <a:lnTo>
                    <a:pt x="201" y="104"/>
                  </a:lnTo>
                  <a:lnTo>
                    <a:pt x="186" y="127"/>
                  </a:lnTo>
                  <a:lnTo>
                    <a:pt x="172" y="146"/>
                  </a:lnTo>
                  <a:lnTo>
                    <a:pt x="162" y="161"/>
                  </a:lnTo>
                  <a:lnTo>
                    <a:pt x="156" y="168"/>
                  </a:lnTo>
                  <a:lnTo>
                    <a:pt x="150" y="173"/>
                  </a:lnTo>
                  <a:lnTo>
                    <a:pt x="146" y="177"/>
                  </a:lnTo>
                  <a:lnTo>
                    <a:pt x="139" y="181"/>
                  </a:lnTo>
                  <a:lnTo>
                    <a:pt x="133" y="184"/>
                  </a:lnTo>
                  <a:lnTo>
                    <a:pt x="127" y="188"/>
                  </a:lnTo>
                  <a:lnTo>
                    <a:pt x="121" y="191"/>
                  </a:lnTo>
                  <a:lnTo>
                    <a:pt x="115" y="195"/>
                  </a:lnTo>
                  <a:lnTo>
                    <a:pt x="109" y="198"/>
                  </a:lnTo>
                  <a:lnTo>
                    <a:pt x="103" y="202"/>
                  </a:lnTo>
                  <a:lnTo>
                    <a:pt x="97" y="205"/>
                  </a:lnTo>
                  <a:lnTo>
                    <a:pt x="93" y="208"/>
                  </a:lnTo>
                  <a:lnTo>
                    <a:pt x="87" y="213"/>
                  </a:lnTo>
                  <a:lnTo>
                    <a:pt x="81" y="217"/>
                  </a:lnTo>
                  <a:lnTo>
                    <a:pt x="77" y="220"/>
                  </a:lnTo>
                  <a:lnTo>
                    <a:pt x="71" y="225"/>
                  </a:lnTo>
                  <a:lnTo>
                    <a:pt x="65" y="228"/>
                  </a:lnTo>
                  <a:lnTo>
                    <a:pt x="56" y="235"/>
                  </a:lnTo>
                  <a:lnTo>
                    <a:pt x="47" y="243"/>
                  </a:lnTo>
                  <a:lnTo>
                    <a:pt x="37" y="251"/>
                  </a:lnTo>
                  <a:lnTo>
                    <a:pt x="29" y="259"/>
                  </a:lnTo>
                  <a:lnTo>
                    <a:pt x="21" y="268"/>
                  </a:lnTo>
                  <a:lnTo>
                    <a:pt x="14" y="278"/>
                  </a:lnTo>
                  <a:lnTo>
                    <a:pt x="7" y="287"/>
                  </a:lnTo>
                  <a:lnTo>
                    <a:pt x="0" y="297"/>
                  </a:lnTo>
                  <a:lnTo>
                    <a:pt x="0" y="297"/>
                  </a:lnTo>
                  <a:lnTo>
                    <a:pt x="2" y="297"/>
                  </a:lnTo>
                  <a:lnTo>
                    <a:pt x="2" y="297"/>
                  </a:lnTo>
                  <a:lnTo>
                    <a:pt x="2" y="297"/>
                  </a:lnTo>
                  <a:lnTo>
                    <a:pt x="2" y="29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5" name="Freeform 73"/>
            <p:cNvSpPr>
              <a:spLocks/>
            </p:cNvSpPr>
            <p:nvPr/>
          </p:nvSpPr>
          <p:spPr bwMode="gray">
            <a:xfrm>
              <a:off x="1299" y="2168"/>
              <a:ext cx="150" cy="48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1" y="26"/>
                </a:cxn>
                <a:cxn ang="0">
                  <a:pos x="6" y="25"/>
                </a:cxn>
                <a:cxn ang="0">
                  <a:pos x="14" y="21"/>
                </a:cxn>
                <a:cxn ang="0">
                  <a:pos x="23" y="19"/>
                </a:cxn>
                <a:cxn ang="0">
                  <a:pos x="36" y="16"/>
                </a:cxn>
                <a:cxn ang="0">
                  <a:pos x="51" y="13"/>
                </a:cxn>
                <a:cxn ang="0">
                  <a:pos x="68" y="11"/>
                </a:cxn>
                <a:cxn ang="0">
                  <a:pos x="88" y="11"/>
                </a:cxn>
                <a:cxn ang="0">
                  <a:pos x="108" y="12"/>
                </a:cxn>
                <a:cxn ang="0">
                  <a:pos x="131" y="15"/>
                </a:cxn>
                <a:cxn ang="0">
                  <a:pos x="156" y="20"/>
                </a:cxn>
                <a:cxn ang="0">
                  <a:pos x="181" y="27"/>
                </a:cxn>
                <a:cxn ang="0">
                  <a:pos x="208" y="39"/>
                </a:cxn>
                <a:cxn ang="0">
                  <a:pos x="235" y="53"/>
                </a:cxn>
                <a:cxn ang="0">
                  <a:pos x="264" y="71"/>
                </a:cxn>
                <a:cxn ang="0">
                  <a:pos x="294" y="94"/>
                </a:cxn>
                <a:cxn ang="0">
                  <a:pos x="296" y="94"/>
                </a:cxn>
                <a:cxn ang="0">
                  <a:pos x="301" y="93"/>
                </a:cxn>
                <a:cxn ang="0">
                  <a:pos x="300" y="88"/>
                </a:cxn>
                <a:cxn ang="0">
                  <a:pos x="287" y="77"/>
                </a:cxn>
                <a:cxn ang="0">
                  <a:pos x="280" y="72"/>
                </a:cxn>
                <a:cxn ang="0">
                  <a:pos x="271" y="65"/>
                </a:cxn>
                <a:cxn ang="0">
                  <a:pos x="258" y="58"/>
                </a:cxn>
                <a:cxn ang="0">
                  <a:pos x="244" y="49"/>
                </a:cxn>
                <a:cxn ang="0">
                  <a:pos x="228" y="41"/>
                </a:cxn>
                <a:cxn ang="0">
                  <a:pos x="211" y="32"/>
                </a:cxn>
                <a:cxn ang="0">
                  <a:pos x="191" y="23"/>
                </a:cxn>
                <a:cxn ang="0">
                  <a:pos x="172" y="16"/>
                </a:cxn>
                <a:cxn ang="0">
                  <a:pos x="151" y="9"/>
                </a:cxn>
                <a:cxn ang="0">
                  <a:pos x="129" y="3"/>
                </a:cxn>
                <a:cxn ang="0">
                  <a:pos x="107" y="1"/>
                </a:cxn>
                <a:cxn ang="0">
                  <a:pos x="84" y="0"/>
                </a:cxn>
                <a:cxn ang="0">
                  <a:pos x="62" y="2"/>
                </a:cxn>
                <a:cxn ang="0">
                  <a:pos x="42" y="6"/>
                </a:cxn>
                <a:cxn ang="0">
                  <a:pos x="20" y="15"/>
                </a:cxn>
                <a:cxn ang="0">
                  <a:pos x="0" y="27"/>
                </a:cxn>
              </a:cxnLst>
              <a:rect l="0" t="0" r="r" b="b"/>
              <a:pathLst>
                <a:path w="301" h="94">
                  <a:moveTo>
                    <a:pt x="0" y="27"/>
                  </a:moveTo>
                  <a:lnTo>
                    <a:pt x="1" y="26"/>
                  </a:lnTo>
                  <a:lnTo>
                    <a:pt x="6" y="25"/>
                  </a:lnTo>
                  <a:lnTo>
                    <a:pt x="14" y="21"/>
                  </a:lnTo>
                  <a:lnTo>
                    <a:pt x="23" y="19"/>
                  </a:lnTo>
                  <a:lnTo>
                    <a:pt x="36" y="16"/>
                  </a:lnTo>
                  <a:lnTo>
                    <a:pt x="51" y="13"/>
                  </a:lnTo>
                  <a:lnTo>
                    <a:pt x="68" y="11"/>
                  </a:lnTo>
                  <a:lnTo>
                    <a:pt x="88" y="11"/>
                  </a:lnTo>
                  <a:lnTo>
                    <a:pt x="108" y="12"/>
                  </a:lnTo>
                  <a:lnTo>
                    <a:pt x="131" y="15"/>
                  </a:lnTo>
                  <a:lnTo>
                    <a:pt x="156" y="20"/>
                  </a:lnTo>
                  <a:lnTo>
                    <a:pt x="181" y="27"/>
                  </a:lnTo>
                  <a:lnTo>
                    <a:pt x="208" y="39"/>
                  </a:lnTo>
                  <a:lnTo>
                    <a:pt x="235" y="53"/>
                  </a:lnTo>
                  <a:lnTo>
                    <a:pt x="264" y="71"/>
                  </a:lnTo>
                  <a:lnTo>
                    <a:pt x="294" y="94"/>
                  </a:lnTo>
                  <a:lnTo>
                    <a:pt x="296" y="94"/>
                  </a:lnTo>
                  <a:lnTo>
                    <a:pt x="301" y="93"/>
                  </a:lnTo>
                  <a:lnTo>
                    <a:pt x="300" y="88"/>
                  </a:lnTo>
                  <a:lnTo>
                    <a:pt x="287" y="77"/>
                  </a:lnTo>
                  <a:lnTo>
                    <a:pt x="280" y="72"/>
                  </a:lnTo>
                  <a:lnTo>
                    <a:pt x="271" y="65"/>
                  </a:lnTo>
                  <a:lnTo>
                    <a:pt x="258" y="58"/>
                  </a:lnTo>
                  <a:lnTo>
                    <a:pt x="244" y="49"/>
                  </a:lnTo>
                  <a:lnTo>
                    <a:pt x="228" y="41"/>
                  </a:lnTo>
                  <a:lnTo>
                    <a:pt x="211" y="32"/>
                  </a:lnTo>
                  <a:lnTo>
                    <a:pt x="191" y="23"/>
                  </a:lnTo>
                  <a:lnTo>
                    <a:pt x="172" y="16"/>
                  </a:lnTo>
                  <a:lnTo>
                    <a:pt x="151" y="9"/>
                  </a:lnTo>
                  <a:lnTo>
                    <a:pt x="129" y="3"/>
                  </a:lnTo>
                  <a:lnTo>
                    <a:pt x="107" y="1"/>
                  </a:lnTo>
                  <a:lnTo>
                    <a:pt x="84" y="0"/>
                  </a:lnTo>
                  <a:lnTo>
                    <a:pt x="62" y="2"/>
                  </a:lnTo>
                  <a:lnTo>
                    <a:pt x="42" y="6"/>
                  </a:lnTo>
                  <a:lnTo>
                    <a:pt x="20" y="15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6" name="Freeform 74"/>
            <p:cNvSpPr>
              <a:spLocks/>
            </p:cNvSpPr>
            <p:nvPr/>
          </p:nvSpPr>
          <p:spPr bwMode="gray">
            <a:xfrm>
              <a:off x="1296" y="2118"/>
              <a:ext cx="169" cy="91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" y="11"/>
                </a:cxn>
                <a:cxn ang="0">
                  <a:pos x="10" y="10"/>
                </a:cxn>
                <a:cxn ang="0">
                  <a:pos x="21" y="8"/>
                </a:cxn>
                <a:cxn ang="0">
                  <a:pos x="38" y="8"/>
                </a:cxn>
                <a:cxn ang="0">
                  <a:pos x="56" y="8"/>
                </a:cxn>
                <a:cxn ang="0">
                  <a:pos x="78" y="10"/>
                </a:cxn>
                <a:cxn ang="0">
                  <a:pos x="102" y="12"/>
                </a:cxn>
                <a:cxn ang="0">
                  <a:pos x="127" y="18"/>
                </a:cxn>
                <a:cxn ang="0">
                  <a:pos x="155" y="25"/>
                </a:cxn>
                <a:cxn ang="0">
                  <a:pos x="182" y="35"/>
                </a:cxn>
                <a:cxn ang="0">
                  <a:pos x="209" y="48"/>
                </a:cxn>
                <a:cxn ang="0">
                  <a:pos x="237" y="65"/>
                </a:cxn>
                <a:cxn ang="0">
                  <a:pos x="263" y="86"/>
                </a:cxn>
                <a:cxn ang="0">
                  <a:pos x="288" y="111"/>
                </a:cxn>
                <a:cxn ang="0">
                  <a:pos x="311" y="141"/>
                </a:cxn>
                <a:cxn ang="0">
                  <a:pos x="330" y="177"/>
                </a:cxn>
                <a:cxn ang="0">
                  <a:pos x="333" y="179"/>
                </a:cxn>
                <a:cxn ang="0">
                  <a:pos x="336" y="181"/>
                </a:cxn>
                <a:cxn ang="0">
                  <a:pos x="337" y="178"/>
                </a:cxn>
                <a:cxn ang="0">
                  <a:pos x="333" y="163"/>
                </a:cxn>
                <a:cxn ang="0">
                  <a:pos x="329" y="156"/>
                </a:cxn>
                <a:cxn ang="0">
                  <a:pos x="323" y="146"/>
                </a:cxn>
                <a:cxn ang="0">
                  <a:pos x="315" y="133"/>
                </a:cxn>
                <a:cxn ang="0">
                  <a:pos x="305" y="119"/>
                </a:cxn>
                <a:cxn ang="0">
                  <a:pos x="292" y="103"/>
                </a:cxn>
                <a:cxn ang="0">
                  <a:pos x="277" y="87"/>
                </a:cxn>
                <a:cxn ang="0">
                  <a:pos x="260" y="71"/>
                </a:cxn>
                <a:cxn ang="0">
                  <a:pos x="240" y="56"/>
                </a:cxn>
                <a:cxn ang="0">
                  <a:pos x="218" y="41"/>
                </a:cxn>
                <a:cxn ang="0">
                  <a:pos x="195" y="27"/>
                </a:cxn>
                <a:cxn ang="0">
                  <a:pos x="169" y="16"/>
                </a:cxn>
                <a:cxn ang="0">
                  <a:pos x="140" y="7"/>
                </a:cxn>
                <a:cxn ang="0">
                  <a:pos x="108" y="3"/>
                </a:cxn>
                <a:cxn ang="0">
                  <a:pos x="74" y="0"/>
                </a:cxn>
                <a:cxn ang="0">
                  <a:pos x="39" y="4"/>
                </a:cxn>
                <a:cxn ang="0">
                  <a:pos x="0" y="11"/>
                </a:cxn>
              </a:cxnLst>
              <a:rect l="0" t="0" r="r" b="b"/>
              <a:pathLst>
                <a:path w="337" h="181">
                  <a:moveTo>
                    <a:pt x="0" y="11"/>
                  </a:moveTo>
                  <a:lnTo>
                    <a:pt x="2" y="11"/>
                  </a:lnTo>
                  <a:lnTo>
                    <a:pt x="10" y="10"/>
                  </a:lnTo>
                  <a:lnTo>
                    <a:pt x="21" y="8"/>
                  </a:lnTo>
                  <a:lnTo>
                    <a:pt x="38" y="8"/>
                  </a:lnTo>
                  <a:lnTo>
                    <a:pt x="56" y="8"/>
                  </a:lnTo>
                  <a:lnTo>
                    <a:pt x="78" y="10"/>
                  </a:lnTo>
                  <a:lnTo>
                    <a:pt x="102" y="12"/>
                  </a:lnTo>
                  <a:lnTo>
                    <a:pt x="127" y="18"/>
                  </a:lnTo>
                  <a:lnTo>
                    <a:pt x="155" y="25"/>
                  </a:lnTo>
                  <a:lnTo>
                    <a:pt x="182" y="35"/>
                  </a:lnTo>
                  <a:lnTo>
                    <a:pt x="209" y="48"/>
                  </a:lnTo>
                  <a:lnTo>
                    <a:pt x="237" y="65"/>
                  </a:lnTo>
                  <a:lnTo>
                    <a:pt x="263" y="86"/>
                  </a:lnTo>
                  <a:lnTo>
                    <a:pt x="288" y="111"/>
                  </a:lnTo>
                  <a:lnTo>
                    <a:pt x="311" y="141"/>
                  </a:lnTo>
                  <a:lnTo>
                    <a:pt x="330" y="177"/>
                  </a:lnTo>
                  <a:lnTo>
                    <a:pt x="333" y="179"/>
                  </a:lnTo>
                  <a:lnTo>
                    <a:pt x="336" y="181"/>
                  </a:lnTo>
                  <a:lnTo>
                    <a:pt x="337" y="178"/>
                  </a:lnTo>
                  <a:lnTo>
                    <a:pt x="333" y="163"/>
                  </a:lnTo>
                  <a:lnTo>
                    <a:pt x="329" y="156"/>
                  </a:lnTo>
                  <a:lnTo>
                    <a:pt x="323" y="146"/>
                  </a:lnTo>
                  <a:lnTo>
                    <a:pt x="315" y="133"/>
                  </a:lnTo>
                  <a:lnTo>
                    <a:pt x="305" y="119"/>
                  </a:lnTo>
                  <a:lnTo>
                    <a:pt x="292" y="103"/>
                  </a:lnTo>
                  <a:lnTo>
                    <a:pt x="277" y="87"/>
                  </a:lnTo>
                  <a:lnTo>
                    <a:pt x="260" y="71"/>
                  </a:lnTo>
                  <a:lnTo>
                    <a:pt x="240" y="56"/>
                  </a:lnTo>
                  <a:lnTo>
                    <a:pt x="218" y="41"/>
                  </a:lnTo>
                  <a:lnTo>
                    <a:pt x="195" y="27"/>
                  </a:lnTo>
                  <a:lnTo>
                    <a:pt x="169" y="16"/>
                  </a:lnTo>
                  <a:lnTo>
                    <a:pt x="140" y="7"/>
                  </a:lnTo>
                  <a:lnTo>
                    <a:pt x="108" y="3"/>
                  </a:lnTo>
                  <a:lnTo>
                    <a:pt x="74" y="0"/>
                  </a:lnTo>
                  <a:lnTo>
                    <a:pt x="39" y="4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7" name="Freeform 75"/>
            <p:cNvSpPr>
              <a:spLocks/>
            </p:cNvSpPr>
            <p:nvPr/>
          </p:nvSpPr>
          <p:spPr bwMode="gray">
            <a:xfrm>
              <a:off x="1305" y="2054"/>
              <a:ext cx="232" cy="188"/>
            </a:xfrm>
            <a:custGeom>
              <a:avLst/>
              <a:gdLst/>
              <a:ahLst/>
              <a:cxnLst>
                <a:cxn ang="0">
                  <a:pos x="32" y="377"/>
                </a:cxn>
                <a:cxn ang="0">
                  <a:pos x="29" y="366"/>
                </a:cxn>
                <a:cxn ang="0">
                  <a:pos x="23" y="336"/>
                </a:cxn>
                <a:cxn ang="0">
                  <a:pos x="17" y="292"/>
                </a:cxn>
                <a:cxn ang="0">
                  <a:pos x="16" y="239"/>
                </a:cxn>
                <a:cxn ang="0">
                  <a:pos x="24" y="183"/>
                </a:cxn>
                <a:cxn ang="0">
                  <a:pos x="45" y="128"/>
                </a:cxn>
                <a:cxn ang="0">
                  <a:pos x="81" y="80"/>
                </a:cxn>
                <a:cxn ang="0">
                  <a:pos x="138" y="43"/>
                </a:cxn>
                <a:cxn ang="0">
                  <a:pos x="153" y="37"/>
                </a:cxn>
                <a:cxn ang="0">
                  <a:pos x="169" y="31"/>
                </a:cxn>
                <a:cxn ang="0">
                  <a:pos x="184" y="27"/>
                </a:cxn>
                <a:cxn ang="0">
                  <a:pos x="198" y="23"/>
                </a:cxn>
                <a:cxn ang="0">
                  <a:pos x="213" y="20"/>
                </a:cxn>
                <a:cxn ang="0">
                  <a:pos x="227" y="18"/>
                </a:cxn>
                <a:cxn ang="0">
                  <a:pos x="241" y="15"/>
                </a:cxn>
                <a:cxn ang="0">
                  <a:pos x="255" y="14"/>
                </a:cxn>
                <a:cxn ang="0">
                  <a:pos x="263" y="13"/>
                </a:cxn>
                <a:cxn ang="0">
                  <a:pos x="270" y="13"/>
                </a:cxn>
                <a:cxn ang="0">
                  <a:pos x="278" y="12"/>
                </a:cxn>
                <a:cxn ang="0">
                  <a:pos x="285" y="12"/>
                </a:cxn>
                <a:cxn ang="0">
                  <a:pos x="323" y="14"/>
                </a:cxn>
                <a:cxn ang="0">
                  <a:pos x="356" y="19"/>
                </a:cxn>
                <a:cxn ang="0">
                  <a:pos x="385" y="27"/>
                </a:cxn>
                <a:cxn ang="0">
                  <a:pos x="410" y="35"/>
                </a:cxn>
                <a:cxn ang="0">
                  <a:pos x="430" y="44"/>
                </a:cxn>
                <a:cxn ang="0">
                  <a:pos x="445" y="52"/>
                </a:cxn>
                <a:cxn ang="0">
                  <a:pos x="453" y="57"/>
                </a:cxn>
                <a:cxn ang="0">
                  <a:pos x="456" y="59"/>
                </a:cxn>
                <a:cxn ang="0">
                  <a:pos x="459" y="59"/>
                </a:cxn>
                <a:cxn ang="0">
                  <a:pos x="462" y="59"/>
                </a:cxn>
                <a:cxn ang="0">
                  <a:pos x="461" y="56"/>
                </a:cxn>
                <a:cxn ang="0">
                  <a:pos x="448" y="45"/>
                </a:cxn>
                <a:cxn ang="0">
                  <a:pos x="440" y="41"/>
                </a:cxn>
                <a:cxn ang="0">
                  <a:pos x="427" y="35"/>
                </a:cxn>
                <a:cxn ang="0">
                  <a:pos x="410" y="28"/>
                </a:cxn>
                <a:cxn ang="0">
                  <a:pos x="389" y="21"/>
                </a:cxn>
                <a:cxn ang="0">
                  <a:pos x="366" y="14"/>
                </a:cxn>
                <a:cxn ang="0">
                  <a:pos x="340" y="8"/>
                </a:cxn>
                <a:cxn ang="0">
                  <a:pos x="312" y="3"/>
                </a:cxn>
                <a:cxn ang="0">
                  <a:pos x="282" y="0"/>
                </a:cxn>
                <a:cxn ang="0">
                  <a:pos x="276" y="0"/>
                </a:cxn>
                <a:cxn ang="0">
                  <a:pos x="271" y="0"/>
                </a:cxn>
                <a:cxn ang="0">
                  <a:pos x="265" y="0"/>
                </a:cxn>
                <a:cxn ang="0">
                  <a:pos x="259" y="0"/>
                </a:cxn>
                <a:cxn ang="0">
                  <a:pos x="243" y="0"/>
                </a:cxn>
                <a:cxn ang="0">
                  <a:pos x="227" y="3"/>
                </a:cxn>
                <a:cxn ang="0">
                  <a:pos x="210" y="5"/>
                </a:cxn>
                <a:cxn ang="0">
                  <a:pos x="194" y="7"/>
                </a:cxn>
                <a:cxn ang="0">
                  <a:pos x="177" y="12"/>
                </a:cxn>
                <a:cxn ang="0">
                  <a:pos x="160" y="18"/>
                </a:cxn>
                <a:cxn ang="0">
                  <a:pos x="144" y="24"/>
                </a:cxn>
                <a:cxn ang="0">
                  <a:pos x="128" y="33"/>
                </a:cxn>
                <a:cxn ang="0">
                  <a:pos x="83" y="62"/>
                </a:cxn>
                <a:cxn ang="0">
                  <a:pos x="48" y="97"/>
                </a:cxn>
                <a:cxn ang="0">
                  <a:pos x="23" y="135"/>
                </a:cxn>
                <a:cxn ang="0">
                  <a:pos x="7" y="178"/>
                </a:cxn>
                <a:cxn ang="0">
                  <a:pos x="0" y="224"/>
                </a:cxn>
                <a:cxn ang="0">
                  <a:pos x="1" y="272"/>
                </a:cxn>
                <a:cxn ang="0">
                  <a:pos x="13" y="324"/>
                </a:cxn>
                <a:cxn ang="0">
                  <a:pos x="32" y="377"/>
                </a:cxn>
              </a:cxnLst>
              <a:rect l="0" t="0" r="r" b="b"/>
              <a:pathLst>
                <a:path w="462" h="377">
                  <a:moveTo>
                    <a:pt x="32" y="377"/>
                  </a:moveTo>
                  <a:lnTo>
                    <a:pt x="29" y="366"/>
                  </a:lnTo>
                  <a:lnTo>
                    <a:pt x="23" y="336"/>
                  </a:lnTo>
                  <a:lnTo>
                    <a:pt x="17" y="292"/>
                  </a:lnTo>
                  <a:lnTo>
                    <a:pt x="16" y="239"/>
                  </a:lnTo>
                  <a:lnTo>
                    <a:pt x="24" y="183"/>
                  </a:lnTo>
                  <a:lnTo>
                    <a:pt x="45" y="128"/>
                  </a:lnTo>
                  <a:lnTo>
                    <a:pt x="81" y="80"/>
                  </a:lnTo>
                  <a:lnTo>
                    <a:pt x="138" y="43"/>
                  </a:lnTo>
                  <a:lnTo>
                    <a:pt x="153" y="37"/>
                  </a:lnTo>
                  <a:lnTo>
                    <a:pt x="169" y="31"/>
                  </a:lnTo>
                  <a:lnTo>
                    <a:pt x="184" y="27"/>
                  </a:lnTo>
                  <a:lnTo>
                    <a:pt x="198" y="23"/>
                  </a:lnTo>
                  <a:lnTo>
                    <a:pt x="213" y="20"/>
                  </a:lnTo>
                  <a:lnTo>
                    <a:pt x="227" y="18"/>
                  </a:lnTo>
                  <a:lnTo>
                    <a:pt x="241" y="15"/>
                  </a:lnTo>
                  <a:lnTo>
                    <a:pt x="255" y="14"/>
                  </a:lnTo>
                  <a:lnTo>
                    <a:pt x="263" y="13"/>
                  </a:lnTo>
                  <a:lnTo>
                    <a:pt x="270" y="13"/>
                  </a:lnTo>
                  <a:lnTo>
                    <a:pt x="278" y="12"/>
                  </a:lnTo>
                  <a:lnTo>
                    <a:pt x="285" y="12"/>
                  </a:lnTo>
                  <a:lnTo>
                    <a:pt x="323" y="14"/>
                  </a:lnTo>
                  <a:lnTo>
                    <a:pt x="356" y="19"/>
                  </a:lnTo>
                  <a:lnTo>
                    <a:pt x="385" y="27"/>
                  </a:lnTo>
                  <a:lnTo>
                    <a:pt x="410" y="35"/>
                  </a:lnTo>
                  <a:lnTo>
                    <a:pt x="430" y="44"/>
                  </a:lnTo>
                  <a:lnTo>
                    <a:pt x="445" y="52"/>
                  </a:lnTo>
                  <a:lnTo>
                    <a:pt x="453" y="57"/>
                  </a:lnTo>
                  <a:lnTo>
                    <a:pt x="456" y="59"/>
                  </a:lnTo>
                  <a:lnTo>
                    <a:pt x="459" y="59"/>
                  </a:lnTo>
                  <a:lnTo>
                    <a:pt x="462" y="59"/>
                  </a:lnTo>
                  <a:lnTo>
                    <a:pt x="461" y="56"/>
                  </a:lnTo>
                  <a:lnTo>
                    <a:pt x="448" y="45"/>
                  </a:lnTo>
                  <a:lnTo>
                    <a:pt x="440" y="41"/>
                  </a:lnTo>
                  <a:lnTo>
                    <a:pt x="427" y="35"/>
                  </a:lnTo>
                  <a:lnTo>
                    <a:pt x="410" y="28"/>
                  </a:lnTo>
                  <a:lnTo>
                    <a:pt x="389" y="21"/>
                  </a:lnTo>
                  <a:lnTo>
                    <a:pt x="366" y="14"/>
                  </a:lnTo>
                  <a:lnTo>
                    <a:pt x="340" y="8"/>
                  </a:lnTo>
                  <a:lnTo>
                    <a:pt x="312" y="3"/>
                  </a:lnTo>
                  <a:lnTo>
                    <a:pt x="282" y="0"/>
                  </a:lnTo>
                  <a:lnTo>
                    <a:pt x="276" y="0"/>
                  </a:lnTo>
                  <a:lnTo>
                    <a:pt x="271" y="0"/>
                  </a:lnTo>
                  <a:lnTo>
                    <a:pt x="265" y="0"/>
                  </a:lnTo>
                  <a:lnTo>
                    <a:pt x="259" y="0"/>
                  </a:lnTo>
                  <a:lnTo>
                    <a:pt x="243" y="0"/>
                  </a:lnTo>
                  <a:lnTo>
                    <a:pt x="227" y="3"/>
                  </a:lnTo>
                  <a:lnTo>
                    <a:pt x="210" y="5"/>
                  </a:lnTo>
                  <a:lnTo>
                    <a:pt x="194" y="7"/>
                  </a:lnTo>
                  <a:lnTo>
                    <a:pt x="177" y="12"/>
                  </a:lnTo>
                  <a:lnTo>
                    <a:pt x="160" y="18"/>
                  </a:lnTo>
                  <a:lnTo>
                    <a:pt x="144" y="24"/>
                  </a:lnTo>
                  <a:lnTo>
                    <a:pt x="128" y="33"/>
                  </a:lnTo>
                  <a:lnTo>
                    <a:pt x="83" y="62"/>
                  </a:lnTo>
                  <a:lnTo>
                    <a:pt x="48" y="97"/>
                  </a:lnTo>
                  <a:lnTo>
                    <a:pt x="23" y="135"/>
                  </a:lnTo>
                  <a:lnTo>
                    <a:pt x="7" y="178"/>
                  </a:lnTo>
                  <a:lnTo>
                    <a:pt x="0" y="224"/>
                  </a:lnTo>
                  <a:lnTo>
                    <a:pt x="1" y="272"/>
                  </a:lnTo>
                  <a:lnTo>
                    <a:pt x="13" y="324"/>
                  </a:lnTo>
                  <a:lnTo>
                    <a:pt x="32" y="37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8" name="Freeform 76"/>
            <p:cNvSpPr>
              <a:spLocks/>
            </p:cNvSpPr>
            <p:nvPr/>
          </p:nvSpPr>
          <p:spPr bwMode="gray">
            <a:xfrm>
              <a:off x="1470" y="2080"/>
              <a:ext cx="65" cy="1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4"/>
                </a:cxn>
                <a:cxn ang="0">
                  <a:pos x="21" y="15"/>
                </a:cxn>
                <a:cxn ang="0">
                  <a:pos x="41" y="35"/>
                </a:cxn>
                <a:cxn ang="0">
                  <a:pos x="64" y="62"/>
                </a:cxn>
                <a:cxn ang="0">
                  <a:pos x="87" y="101"/>
                </a:cxn>
                <a:cxn ang="0">
                  <a:pos x="105" y="149"/>
                </a:cxn>
                <a:cxn ang="0">
                  <a:pos x="116" y="207"/>
                </a:cxn>
                <a:cxn ang="0">
                  <a:pos x="117" y="277"/>
                </a:cxn>
                <a:cxn ang="0">
                  <a:pos x="119" y="279"/>
                </a:cxn>
                <a:cxn ang="0">
                  <a:pos x="124" y="283"/>
                </a:cxn>
                <a:cxn ang="0">
                  <a:pos x="127" y="280"/>
                </a:cxn>
                <a:cxn ang="0">
                  <a:pos x="130" y="266"/>
                </a:cxn>
                <a:cxn ang="0">
                  <a:pos x="130" y="249"/>
                </a:cxn>
                <a:cxn ang="0">
                  <a:pos x="127" y="219"/>
                </a:cxn>
                <a:cxn ang="0">
                  <a:pos x="121" y="181"/>
                </a:cxn>
                <a:cxn ang="0">
                  <a:pos x="112" y="139"/>
                </a:cxn>
                <a:cxn ang="0">
                  <a:pos x="96" y="96"/>
                </a:cxn>
                <a:cxn ang="0">
                  <a:pos x="73" y="56"/>
                </a:cxn>
                <a:cxn ang="0">
                  <a:pos x="42" y="22"/>
                </a:cxn>
                <a:cxn ang="0">
                  <a:pos x="0" y="0"/>
                </a:cxn>
              </a:cxnLst>
              <a:rect l="0" t="0" r="r" b="b"/>
              <a:pathLst>
                <a:path w="130" h="283">
                  <a:moveTo>
                    <a:pt x="0" y="0"/>
                  </a:moveTo>
                  <a:lnTo>
                    <a:pt x="6" y="4"/>
                  </a:lnTo>
                  <a:lnTo>
                    <a:pt x="21" y="15"/>
                  </a:lnTo>
                  <a:lnTo>
                    <a:pt x="41" y="35"/>
                  </a:lnTo>
                  <a:lnTo>
                    <a:pt x="64" y="62"/>
                  </a:lnTo>
                  <a:lnTo>
                    <a:pt x="87" y="101"/>
                  </a:lnTo>
                  <a:lnTo>
                    <a:pt x="105" y="149"/>
                  </a:lnTo>
                  <a:lnTo>
                    <a:pt x="116" y="207"/>
                  </a:lnTo>
                  <a:lnTo>
                    <a:pt x="117" y="277"/>
                  </a:lnTo>
                  <a:lnTo>
                    <a:pt x="119" y="279"/>
                  </a:lnTo>
                  <a:lnTo>
                    <a:pt x="124" y="283"/>
                  </a:lnTo>
                  <a:lnTo>
                    <a:pt x="127" y="280"/>
                  </a:lnTo>
                  <a:lnTo>
                    <a:pt x="130" y="266"/>
                  </a:lnTo>
                  <a:lnTo>
                    <a:pt x="130" y="249"/>
                  </a:lnTo>
                  <a:lnTo>
                    <a:pt x="127" y="219"/>
                  </a:lnTo>
                  <a:lnTo>
                    <a:pt x="121" y="181"/>
                  </a:lnTo>
                  <a:lnTo>
                    <a:pt x="112" y="139"/>
                  </a:lnTo>
                  <a:lnTo>
                    <a:pt x="96" y="96"/>
                  </a:lnTo>
                  <a:lnTo>
                    <a:pt x="73" y="56"/>
                  </a:lnTo>
                  <a:lnTo>
                    <a:pt x="42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69" name="Freeform 77"/>
            <p:cNvSpPr>
              <a:spLocks/>
            </p:cNvSpPr>
            <p:nvPr/>
          </p:nvSpPr>
          <p:spPr bwMode="gray">
            <a:xfrm>
              <a:off x="1540" y="2073"/>
              <a:ext cx="18" cy="1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5"/>
                </a:cxn>
                <a:cxn ang="0">
                  <a:pos x="8" y="20"/>
                </a:cxn>
                <a:cxn ang="0">
                  <a:pos x="15" y="44"/>
                </a:cxn>
                <a:cxn ang="0">
                  <a:pos x="23" y="76"/>
                </a:cxn>
                <a:cxn ang="0">
                  <a:pos x="30" y="114"/>
                </a:cxn>
                <a:cxn ang="0">
                  <a:pos x="34" y="160"/>
                </a:cxn>
                <a:cxn ang="0">
                  <a:pos x="36" y="211"/>
                </a:cxn>
                <a:cxn ang="0">
                  <a:pos x="31" y="266"/>
                </a:cxn>
                <a:cxn ang="0">
                  <a:pos x="30" y="271"/>
                </a:cxn>
                <a:cxn ang="0">
                  <a:pos x="26" y="277"/>
                </a:cxn>
                <a:cxn ang="0">
                  <a:pos x="23" y="276"/>
                </a:cxn>
                <a:cxn ang="0">
                  <a:pos x="23" y="256"/>
                </a:cxn>
                <a:cxn ang="0">
                  <a:pos x="24" y="239"/>
                </a:cxn>
                <a:cxn ang="0">
                  <a:pos x="26" y="216"/>
                </a:cxn>
                <a:cxn ang="0">
                  <a:pos x="26" y="189"/>
                </a:cxn>
                <a:cxn ang="0">
                  <a:pos x="26" y="159"/>
                </a:cxn>
                <a:cxn ang="0">
                  <a:pos x="24" y="125"/>
                </a:cxn>
                <a:cxn ang="0">
                  <a:pos x="20" y="87"/>
                </a:cxn>
                <a:cxn ang="0">
                  <a:pos x="11" y="45"/>
                </a:cxn>
                <a:cxn ang="0">
                  <a:pos x="0" y="0"/>
                </a:cxn>
              </a:cxnLst>
              <a:rect l="0" t="0" r="r" b="b"/>
              <a:pathLst>
                <a:path w="36" h="277">
                  <a:moveTo>
                    <a:pt x="0" y="0"/>
                  </a:moveTo>
                  <a:lnTo>
                    <a:pt x="2" y="5"/>
                  </a:lnTo>
                  <a:lnTo>
                    <a:pt x="8" y="20"/>
                  </a:lnTo>
                  <a:lnTo>
                    <a:pt x="15" y="44"/>
                  </a:lnTo>
                  <a:lnTo>
                    <a:pt x="23" y="76"/>
                  </a:lnTo>
                  <a:lnTo>
                    <a:pt x="30" y="114"/>
                  </a:lnTo>
                  <a:lnTo>
                    <a:pt x="34" y="160"/>
                  </a:lnTo>
                  <a:lnTo>
                    <a:pt x="36" y="211"/>
                  </a:lnTo>
                  <a:lnTo>
                    <a:pt x="31" y="266"/>
                  </a:lnTo>
                  <a:lnTo>
                    <a:pt x="30" y="271"/>
                  </a:lnTo>
                  <a:lnTo>
                    <a:pt x="26" y="277"/>
                  </a:lnTo>
                  <a:lnTo>
                    <a:pt x="23" y="276"/>
                  </a:lnTo>
                  <a:lnTo>
                    <a:pt x="23" y="256"/>
                  </a:lnTo>
                  <a:lnTo>
                    <a:pt x="24" y="239"/>
                  </a:lnTo>
                  <a:lnTo>
                    <a:pt x="26" y="216"/>
                  </a:lnTo>
                  <a:lnTo>
                    <a:pt x="26" y="189"/>
                  </a:lnTo>
                  <a:lnTo>
                    <a:pt x="26" y="159"/>
                  </a:lnTo>
                  <a:lnTo>
                    <a:pt x="24" y="125"/>
                  </a:lnTo>
                  <a:lnTo>
                    <a:pt x="20" y="87"/>
                  </a:lnTo>
                  <a:lnTo>
                    <a:pt x="11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0" name="Freeform 78"/>
            <p:cNvSpPr>
              <a:spLocks/>
            </p:cNvSpPr>
            <p:nvPr/>
          </p:nvSpPr>
          <p:spPr bwMode="gray">
            <a:xfrm>
              <a:off x="1553" y="2092"/>
              <a:ext cx="34" cy="11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4"/>
                </a:cxn>
                <a:cxn ang="0">
                  <a:pos x="11" y="15"/>
                </a:cxn>
                <a:cxn ang="0">
                  <a:pos x="21" y="33"/>
                </a:cxn>
                <a:cxn ang="0">
                  <a:pos x="33" y="57"/>
                </a:cxn>
                <a:cxn ang="0">
                  <a:pos x="44" y="88"/>
                </a:cxn>
                <a:cxn ang="0">
                  <a:pos x="53" y="126"/>
                </a:cxn>
                <a:cxn ang="0">
                  <a:pos x="58" y="169"/>
                </a:cxn>
                <a:cxn ang="0">
                  <a:pos x="57" y="218"/>
                </a:cxn>
                <a:cxn ang="0">
                  <a:pos x="58" y="224"/>
                </a:cxn>
                <a:cxn ang="0">
                  <a:pos x="61" y="233"/>
                </a:cxn>
                <a:cxn ang="0">
                  <a:pos x="65" y="232"/>
                </a:cxn>
                <a:cxn ang="0">
                  <a:pos x="67" y="210"/>
                </a:cxn>
                <a:cxn ang="0">
                  <a:pos x="68" y="190"/>
                </a:cxn>
                <a:cxn ang="0">
                  <a:pos x="68" y="167"/>
                </a:cxn>
                <a:cxn ang="0">
                  <a:pos x="67" y="143"/>
                </a:cxn>
                <a:cxn ang="0">
                  <a:pos x="64" y="117"/>
                </a:cxn>
                <a:cxn ang="0">
                  <a:pos x="56" y="88"/>
                </a:cxn>
                <a:cxn ang="0">
                  <a:pos x="44" y="59"/>
                </a:cxn>
                <a:cxn ang="0">
                  <a:pos x="26" y="30"/>
                </a:cxn>
                <a:cxn ang="0">
                  <a:pos x="0" y="0"/>
                </a:cxn>
              </a:cxnLst>
              <a:rect l="0" t="0" r="r" b="b"/>
              <a:pathLst>
                <a:path w="68" h="233">
                  <a:moveTo>
                    <a:pt x="0" y="0"/>
                  </a:moveTo>
                  <a:lnTo>
                    <a:pt x="4" y="4"/>
                  </a:lnTo>
                  <a:lnTo>
                    <a:pt x="11" y="15"/>
                  </a:lnTo>
                  <a:lnTo>
                    <a:pt x="21" y="33"/>
                  </a:lnTo>
                  <a:lnTo>
                    <a:pt x="33" y="57"/>
                  </a:lnTo>
                  <a:lnTo>
                    <a:pt x="44" y="88"/>
                  </a:lnTo>
                  <a:lnTo>
                    <a:pt x="53" y="126"/>
                  </a:lnTo>
                  <a:lnTo>
                    <a:pt x="58" y="169"/>
                  </a:lnTo>
                  <a:lnTo>
                    <a:pt x="57" y="218"/>
                  </a:lnTo>
                  <a:lnTo>
                    <a:pt x="58" y="224"/>
                  </a:lnTo>
                  <a:lnTo>
                    <a:pt x="61" y="233"/>
                  </a:lnTo>
                  <a:lnTo>
                    <a:pt x="65" y="232"/>
                  </a:lnTo>
                  <a:lnTo>
                    <a:pt x="67" y="210"/>
                  </a:lnTo>
                  <a:lnTo>
                    <a:pt x="68" y="190"/>
                  </a:lnTo>
                  <a:lnTo>
                    <a:pt x="68" y="167"/>
                  </a:lnTo>
                  <a:lnTo>
                    <a:pt x="67" y="143"/>
                  </a:lnTo>
                  <a:lnTo>
                    <a:pt x="64" y="117"/>
                  </a:lnTo>
                  <a:lnTo>
                    <a:pt x="56" y="88"/>
                  </a:lnTo>
                  <a:lnTo>
                    <a:pt x="44" y="59"/>
                  </a:lnTo>
                  <a:lnTo>
                    <a:pt x="26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1" name="Freeform 79"/>
            <p:cNvSpPr>
              <a:spLocks/>
            </p:cNvSpPr>
            <p:nvPr/>
          </p:nvSpPr>
          <p:spPr bwMode="gray">
            <a:xfrm>
              <a:off x="1379" y="2202"/>
              <a:ext cx="214" cy="34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4" y="43"/>
                </a:cxn>
                <a:cxn ang="0">
                  <a:pos x="13" y="45"/>
                </a:cxn>
                <a:cxn ang="0">
                  <a:pos x="27" y="49"/>
                </a:cxn>
                <a:cxn ang="0">
                  <a:pos x="46" y="52"/>
                </a:cxn>
                <a:cxn ang="0">
                  <a:pos x="69" y="57"/>
                </a:cxn>
                <a:cxn ang="0">
                  <a:pos x="97" y="61"/>
                </a:cxn>
                <a:cxn ang="0">
                  <a:pos x="126" y="65"/>
                </a:cxn>
                <a:cxn ang="0">
                  <a:pos x="158" y="67"/>
                </a:cxn>
                <a:cxn ang="0">
                  <a:pos x="193" y="70"/>
                </a:cxn>
                <a:cxn ang="0">
                  <a:pos x="227" y="68"/>
                </a:cxn>
                <a:cxn ang="0">
                  <a:pos x="263" y="66"/>
                </a:cxn>
                <a:cxn ang="0">
                  <a:pos x="299" y="60"/>
                </a:cxn>
                <a:cxn ang="0">
                  <a:pos x="333" y="52"/>
                </a:cxn>
                <a:cxn ang="0">
                  <a:pos x="367" y="41"/>
                </a:cxn>
                <a:cxn ang="0">
                  <a:pos x="398" y="26"/>
                </a:cxn>
                <a:cxn ang="0">
                  <a:pos x="427" y="6"/>
                </a:cxn>
                <a:cxn ang="0">
                  <a:pos x="427" y="5"/>
                </a:cxn>
                <a:cxn ang="0">
                  <a:pos x="428" y="4"/>
                </a:cxn>
                <a:cxn ang="0">
                  <a:pos x="429" y="2"/>
                </a:cxn>
                <a:cxn ang="0">
                  <a:pos x="429" y="0"/>
                </a:cxn>
                <a:cxn ang="0">
                  <a:pos x="427" y="0"/>
                </a:cxn>
                <a:cxn ang="0">
                  <a:pos x="422" y="2"/>
                </a:cxn>
                <a:cxn ang="0">
                  <a:pos x="415" y="6"/>
                </a:cxn>
                <a:cxn ang="0">
                  <a:pos x="404" y="13"/>
                </a:cxn>
                <a:cxn ang="0">
                  <a:pos x="396" y="18"/>
                </a:cxn>
                <a:cxn ang="0">
                  <a:pos x="386" y="22"/>
                </a:cxn>
                <a:cxn ang="0">
                  <a:pos x="374" y="27"/>
                </a:cxn>
                <a:cxn ang="0">
                  <a:pos x="360" y="33"/>
                </a:cxn>
                <a:cxn ang="0">
                  <a:pos x="344" y="37"/>
                </a:cxn>
                <a:cxn ang="0">
                  <a:pos x="325" y="41"/>
                </a:cxn>
                <a:cxn ang="0">
                  <a:pos x="304" y="45"/>
                </a:cxn>
                <a:cxn ang="0">
                  <a:pos x="281" y="48"/>
                </a:cxn>
                <a:cxn ang="0">
                  <a:pos x="255" y="51"/>
                </a:cxn>
                <a:cxn ang="0">
                  <a:pos x="227" y="52"/>
                </a:cxn>
                <a:cxn ang="0">
                  <a:pos x="196" y="53"/>
                </a:cxn>
                <a:cxn ang="0">
                  <a:pos x="163" y="53"/>
                </a:cxn>
                <a:cxn ang="0">
                  <a:pos x="126" y="53"/>
                </a:cxn>
                <a:cxn ang="0">
                  <a:pos x="87" y="51"/>
                </a:cxn>
                <a:cxn ang="0">
                  <a:pos x="45" y="47"/>
                </a:cxn>
                <a:cxn ang="0">
                  <a:pos x="0" y="42"/>
                </a:cxn>
              </a:cxnLst>
              <a:rect l="0" t="0" r="r" b="b"/>
              <a:pathLst>
                <a:path w="429" h="70">
                  <a:moveTo>
                    <a:pt x="0" y="42"/>
                  </a:moveTo>
                  <a:lnTo>
                    <a:pt x="4" y="43"/>
                  </a:lnTo>
                  <a:lnTo>
                    <a:pt x="13" y="45"/>
                  </a:lnTo>
                  <a:lnTo>
                    <a:pt x="27" y="49"/>
                  </a:lnTo>
                  <a:lnTo>
                    <a:pt x="46" y="52"/>
                  </a:lnTo>
                  <a:lnTo>
                    <a:pt x="69" y="57"/>
                  </a:lnTo>
                  <a:lnTo>
                    <a:pt x="97" y="61"/>
                  </a:lnTo>
                  <a:lnTo>
                    <a:pt x="126" y="65"/>
                  </a:lnTo>
                  <a:lnTo>
                    <a:pt x="158" y="67"/>
                  </a:lnTo>
                  <a:lnTo>
                    <a:pt x="193" y="70"/>
                  </a:lnTo>
                  <a:lnTo>
                    <a:pt x="227" y="68"/>
                  </a:lnTo>
                  <a:lnTo>
                    <a:pt x="263" y="66"/>
                  </a:lnTo>
                  <a:lnTo>
                    <a:pt x="299" y="60"/>
                  </a:lnTo>
                  <a:lnTo>
                    <a:pt x="333" y="52"/>
                  </a:lnTo>
                  <a:lnTo>
                    <a:pt x="367" y="41"/>
                  </a:lnTo>
                  <a:lnTo>
                    <a:pt x="398" y="26"/>
                  </a:lnTo>
                  <a:lnTo>
                    <a:pt x="427" y="6"/>
                  </a:lnTo>
                  <a:lnTo>
                    <a:pt x="427" y="5"/>
                  </a:lnTo>
                  <a:lnTo>
                    <a:pt x="428" y="4"/>
                  </a:lnTo>
                  <a:lnTo>
                    <a:pt x="429" y="2"/>
                  </a:lnTo>
                  <a:lnTo>
                    <a:pt x="429" y="0"/>
                  </a:lnTo>
                  <a:lnTo>
                    <a:pt x="427" y="0"/>
                  </a:lnTo>
                  <a:lnTo>
                    <a:pt x="422" y="2"/>
                  </a:lnTo>
                  <a:lnTo>
                    <a:pt x="415" y="6"/>
                  </a:lnTo>
                  <a:lnTo>
                    <a:pt x="404" y="13"/>
                  </a:lnTo>
                  <a:lnTo>
                    <a:pt x="396" y="18"/>
                  </a:lnTo>
                  <a:lnTo>
                    <a:pt x="386" y="22"/>
                  </a:lnTo>
                  <a:lnTo>
                    <a:pt x="374" y="27"/>
                  </a:lnTo>
                  <a:lnTo>
                    <a:pt x="360" y="33"/>
                  </a:lnTo>
                  <a:lnTo>
                    <a:pt x="344" y="37"/>
                  </a:lnTo>
                  <a:lnTo>
                    <a:pt x="325" y="41"/>
                  </a:lnTo>
                  <a:lnTo>
                    <a:pt x="304" y="45"/>
                  </a:lnTo>
                  <a:lnTo>
                    <a:pt x="281" y="48"/>
                  </a:lnTo>
                  <a:lnTo>
                    <a:pt x="255" y="51"/>
                  </a:lnTo>
                  <a:lnTo>
                    <a:pt x="227" y="52"/>
                  </a:lnTo>
                  <a:lnTo>
                    <a:pt x="196" y="53"/>
                  </a:lnTo>
                  <a:lnTo>
                    <a:pt x="163" y="53"/>
                  </a:lnTo>
                  <a:lnTo>
                    <a:pt x="126" y="53"/>
                  </a:lnTo>
                  <a:lnTo>
                    <a:pt x="87" y="51"/>
                  </a:lnTo>
                  <a:lnTo>
                    <a:pt x="45" y="47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2" name="Freeform 80"/>
            <p:cNvSpPr>
              <a:spLocks/>
            </p:cNvSpPr>
            <p:nvPr/>
          </p:nvSpPr>
          <p:spPr bwMode="gray">
            <a:xfrm>
              <a:off x="1331" y="2201"/>
              <a:ext cx="302" cy="61"/>
            </a:xfrm>
            <a:custGeom>
              <a:avLst/>
              <a:gdLst/>
              <a:ahLst/>
              <a:cxnLst>
                <a:cxn ang="0">
                  <a:pos x="0" y="50"/>
                </a:cxn>
                <a:cxn ang="0">
                  <a:pos x="3" y="51"/>
                </a:cxn>
                <a:cxn ang="0">
                  <a:pos x="13" y="53"/>
                </a:cxn>
                <a:cxn ang="0">
                  <a:pos x="31" y="58"/>
                </a:cxn>
                <a:cxn ang="0">
                  <a:pos x="53" y="63"/>
                </a:cxn>
                <a:cxn ang="0">
                  <a:pos x="80" y="70"/>
                </a:cxn>
                <a:cxn ang="0">
                  <a:pos x="110" y="78"/>
                </a:cxn>
                <a:cxn ang="0">
                  <a:pos x="145" y="87"/>
                </a:cxn>
                <a:cxn ang="0">
                  <a:pos x="182" y="93"/>
                </a:cxn>
                <a:cxn ang="0">
                  <a:pos x="221" y="102"/>
                </a:cxn>
                <a:cxn ang="0">
                  <a:pos x="261" y="108"/>
                </a:cxn>
                <a:cxn ang="0">
                  <a:pos x="302" y="114"/>
                </a:cxn>
                <a:cxn ang="0">
                  <a:pos x="342" y="119"/>
                </a:cxn>
                <a:cxn ang="0">
                  <a:pos x="382" y="122"/>
                </a:cxn>
                <a:cxn ang="0">
                  <a:pos x="420" y="123"/>
                </a:cxn>
                <a:cxn ang="0">
                  <a:pos x="456" y="122"/>
                </a:cxn>
                <a:cxn ang="0">
                  <a:pos x="488" y="119"/>
                </a:cxn>
                <a:cxn ang="0">
                  <a:pos x="541" y="108"/>
                </a:cxn>
                <a:cxn ang="0">
                  <a:pos x="578" y="95"/>
                </a:cxn>
                <a:cxn ang="0">
                  <a:pos x="599" y="81"/>
                </a:cxn>
                <a:cxn ang="0">
                  <a:pos x="605" y="65"/>
                </a:cxn>
                <a:cxn ang="0">
                  <a:pos x="595" y="49"/>
                </a:cxn>
                <a:cxn ang="0">
                  <a:pos x="573" y="31"/>
                </a:cxn>
                <a:cxn ang="0">
                  <a:pos x="537" y="15"/>
                </a:cxn>
                <a:cxn ang="0">
                  <a:pos x="488" y="0"/>
                </a:cxn>
                <a:cxn ang="0">
                  <a:pos x="486" y="1"/>
                </a:cxn>
                <a:cxn ang="0">
                  <a:pos x="482" y="5"/>
                </a:cxn>
                <a:cxn ang="0">
                  <a:pos x="482" y="8"/>
                </a:cxn>
                <a:cxn ang="0">
                  <a:pos x="491" y="10"/>
                </a:cxn>
                <a:cxn ang="0">
                  <a:pos x="500" y="12"/>
                </a:cxn>
                <a:cxn ang="0">
                  <a:pos x="515" y="15"/>
                </a:cxn>
                <a:cxn ang="0">
                  <a:pos x="531" y="21"/>
                </a:cxn>
                <a:cxn ang="0">
                  <a:pos x="549" y="28"/>
                </a:cxn>
                <a:cxn ang="0">
                  <a:pos x="565" y="36"/>
                </a:cxn>
                <a:cxn ang="0">
                  <a:pos x="578" y="46"/>
                </a:cxn>
                <a:cxn ang="0">
                  <a:pos x="586" y="59"/>
                </a:cxn>
                <a:cxn ang="0">
                  <a:pos x="587" y="73"/>
                </a:cxn>
                <a:cxn ang="0">
                  <a:pos x="585" y="80"/>
                </a:cxn>
                <a:cxn ang="0">
                  <a:pos x="578" y="87"/>
                </a:cxn>
                <a:cxn ang="0">
                  <a:pos x="569" y="92"/>
                </a:cxn>
                <a:cxn ang="0">
                  <a:pos x="555" y="97"/>
                </a:cxn>
                <a:cxn ang="0">
                  <a:pos x="538" y="102"/>
                </a:cxn>
                <a:cxn ang="0">
                  <a:pos x="516" y="105"/>
                </a:cxn>
                <a:cxn ang="0">
                  <a:pos x="489" y="107"/>
                </a:cxn>
                <a:cxn ang="0">
                  <a:pos x="458" y="108"/>
                </a:cxn>
                <a:cxn ang="0">
                  <a:pos x="421" y="107"/>
                </a:cxn>
                <a:cxn ang="0">
                  <a:pos x="379" y="105"/>
                </a:cxn>
                <a:cxn ang="0">
                  <a:pos x="332" y="102"/>
                </a:cxn>
                <a:cxn ang="0">
                  <a:pos x="278" y="96"/>
                </a:cxn>
                <a:cxn ang="0">
                  <a:pos x="219" y="88"/>
                </a:cxn>
                <a:cxn ang="0">
                  <a:pos x="152" y="77"/>
                </a:cxn>
                <a:cxn ang="0">
                  <a:pos x="79" y="65"/>
                </a:cxn>
                <a:cxn ang="0">
                  <a:pos x="0" y="50"/>
                </a:cxn>
              </a:cxnLst>
              <a:rect l="0" t="0" r="r" b="b"/>
              <a:pathLst>
                <a:path w="605" h="123">
                  <a:moveTo>
                    <a:pt x="0" y="50"/>
                  </a:moveTo>
                  <a:lnTo>
                    <a:pt x="3" y="51"/>
                  </a:lnTo>
                  <a:lnTo>
                    <a:pt x="13" y="53"/>
                  </a:lnTo>
                  <a:lnTo>
                    <a:pt x="31" y="58"/>
                  </a:lnTo>
                  <a:lnTo>
                    <a:pt x="53" y="63"/>
                  </a:lnTo>
                  <a:lnTo>
                    <a:pt x="80" y="70"/>
                  </a:lnTo>
                  <a:lnTo>
                    <a:pt x="110" y="78"/>
                  </a:lnTo>
                  <a:lnTo>
                    <a:pt x="145" y="87"/>
                  </a:lnTo>
                  <a:lnTo>
                    <a:pt x="182" y="93"/>
                  </a:lnTo>
                  <a:lnTo>
                    <a:pt x="221" y="102"/>
                  </a:lnTo>
                  <a:lnTo>
                    <a:pt x="261" y="108"/>
                  </a:lnTo>
                  <a:lnTo>
                    <a:pt x="302" y="114"/>
                  </a:lnTo>
                  <a:lnTo>
                    <a:pt x="342" y="119"/>
                  </a:lnTo>
                  <a:lnTo>
                    <a:pt x="382" y="122"/>
                  </a:lnTo>
                  <a:lnTo>
                    <a:pt x="420" y="123"/>
                  </a:lnTo>
                  <a:lnTo>
                    <a:pt x="456" y="122"/>
                  </a:lnTo>
                  <a:lnTo>
                    <a:pt x="488" y="119"/>
                  </a:lnTo>
                  <a:lnTo>
                    <a:pt x="541" y="108"/>
                  </a:lnTo>
                  <a:lnTo>
                    <a:pt x="578" y="95"/>
                  </a:lnTo>
                  <a:lnTo>
                    <a:pt x="599" y="81"/>
                  </a:lnTo>
                  <a:lnTo>
                    <a:pt x="605" y="65"/>
                  </a:lnTo>
                  <a:lnTo>
                    <a:pt x="595" y="49"/>
                  </a:lnTo>
                  <a:lnTo>
                    <a:pt x="573" y="31"/>
                  </a:lnTo>
                  <a:lnTo>
                    <a:pt x="537" y="15"/>
                  </a:lnTo>
                  <a:lnTo>
                    <a:pt x="488" y="0"/>
                  </a:lnTo>
                  <a:lnTo>
                    <a:pt x="486" y="1"/>
                  </a:lnTo>
                  <a:lnTo>
                    <a:pt x="482" y="5"/>
                  </a:lnTo>
                  <a:lnTo>
                    <a:pt x="482" y="8"/>
                  </a:lnTo>
                  <a:lnTo>
                    <a:pt x="491" y="10"/>
                  </a:lnTo>
                  <a:lnTo>
                    <a:pt x="500" y="12"/>
                  </a:lnTo>
                  <a:lnTo>
                    <a:pt x="515" y="15"/>
                  </a:lnTo>
                  <a:lnTo>
                    <a:pt x="531" y="21"/>
                  </a:lnTo>
                  <a:lnTo>
                    <a:pt x="549" y="28"/>
                  </a:lnTo>
                  <a:lnTo>
                    <a:pt x="565" y="36"/>
                  </a:lnTo>
                  <a:lnTo>
                    <a:pt x="578" y="46"/>
                  </a:lnTo>
                  <a:lnTo>
                    <a:pt x="586" y="59"/>
                  </a:lnTo>
                  <a:lnTo>
                    <a:pt x="587" y="73"/>
                  </a:lnTo>
                  <a:lnTo>
                    <a:pt x="585" y="80"/>
                  </a:lnTo>
                  <a:lnTo>
                    <a:pt x="578" y="87"/>
                  </a:lnTo>
                  <a:lnTo>
                    <a:pt x="569" y="92"/>
                  </a:lnTo>
                  <a:lnTo>
                    <a:pt x="555" y="97"/>
                  </a:lnTo>
                  <a:lnTo>
                    <a:pt x="538" y="102"/>
                  </a:lnTo>
                  <a:lnTo>
                    <a:pt x="516" y="105"/>
                  </a:lnTo>
                  <a:lnTo>
                    <a:pt x="489" y="107"/>
                  </a:lnTo>
                  <a:lnTo>
                    <a:pt x="458" y="108"/>
                  </a:lnTo>
                  <a:lnTo>
                    <a:pt x="421" y="107"/>
                  </a:lnTo>
                  <a:lnTo>
                    <a:pt x="379" y="105"/>
                  </a:lnTo>
                  <a:lnTo>
                    <a:pt x="332" y="102"/>
                  </a:lnTo>
                  <a:lnTo>
                    <a:pt x="278" y="96"/>
                  </a:lnTo>
                  <a:lnTo>
                    <a:pt x="219" y="88"/>
                  </a:lnTo>
                  <a:lnTo>
                    <a:pt x="152" y="77"/>
                  </a:lnTo>
                  <a:lnTo>
                    <a:pt x="79" y="65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3" name="Freeform 81"/>
            <p:cNvSpPr>
              <a:spLocks/>
            </p:cNvSpPr>
            <p:nvPr/>
          </p:nvSpPr>
          <p:spPr bwMode="gray">
            <a:xfrm>
              <a:off x="1320" y="2239"/>
              <a:ext cx="56" cy="95"/>
            </a:xfrm>
            <a:custGeom>
              <a:avLst/>
              <a:gdLst/>
              <a:ahLst/>
              <a:cxnLst>
                <a:cxn ang="0">
                  <a:pos x="101" y="84"/>
                </a:cxn>
                <a:cxn ang="0">
                  <a:pos x="100" y="81"/>
                </a:cxn>
                <a:cxn ang="0">
                  <a:pos x="99" y="73"/>
                </a:cxn>
                <a:cxn ang="0">
                  <a:pos x="94" y="62"/>
                </a:cxn>
                <a:cxn ang="0">
                  <a:pos x="89" y="49"/>
                </a:cxn>
                <a:cxn ang="0">
                  <a:pos x="82" y="37"/>
                </a:cxn>
                <a:cxn ang="0">
                  <a:pos x="71" y="26"/>
                </a:cxn>
                <a:cxn ang="0">
                  <a:pos x="60" y="19"/>
                </a:cxn>
                <a:cxn ang="0">
                  <a:pos x="45" y="17"/>
                </a:cxn>
                <a:cxn ang="0">
                  <a:pos x="31" y="22"/>
                </a:cxn>
                <a:cxn ang="0">
                  <a:pos x="22" y="31"/>
                </a:cxn>
                <a:cxn ang="0">
                  <a:pos x="16" y="44"/>
                </a:cxn>
                <a:cxn ang="0">
                  <a:pos x="16" y="60"/>
                </a:cxn>
                <a:cxn ang="0">
                  <a:pos x="20" y="79"/>
                </a:cxn>
                <a:cxn ang="0">
                  <a:pos x="26" y="97"/>
                </a:cxn>
                <a:cxn ang="0">
                  <a:pos x="38" y="117"/>
                </a:cxn>
                <a:cxn ang="0">
                  <a:pos x="54" y="136"/>
                </a:cxn>
                <a:cxn ang="0">
                  <a:pos x="70" y="153"/>
                </a:cxn>
                <a:cxn ang="0">
                  <a:pos x="85" y="166"/>
                </a:cxn>
                <a:cxn ang="0">
                  <a:pos x="97" y="176"/>
                </a:cxn>
                <a:cxn ang="0">
                  <a:pos x="106" y="183"/>
                </a:cxn>
                <a:cxn ang="0">
                  <a:pos x="111" y="189"/>
                </a:cxn>
                <a:cxn ang="0">
                  <a:pos x="112" y="191"/>
                </a:cxn>
                <a:cxn ang="0">
                  <a:pos x="107" y="191"/>
                </a:cxn>
                <a:cxn ang="0">
                  <a:pos x="98" y="190"/>
                </a:cxn>
                <a:cxn ang="0">
                  <a:pos x="84" y="187"/>
                </a:cxn>
                <a:cxn ang="0">
                  <a:pos x="70" y="179"/>
                </a:cxn>
                <a:cxn ang="0">
                  <a:pos x="55" y="167"/>
                </a:cxn>
                <a:cxn ang="0">
                  <a:pos x="40" y="152"/>
                </a:cxn>
                <a:cxn ang="0">
                  <a:pos x="26" y="134"/>
                </a:cxn>
                <a:cxn ang="0">
                  <a:pos x="15" y="112"/>
                </a:cxn>
                <a:cxn ang="0">
                  <a:pos x="6" y="88"/>
                </a:cxn>
                <a:cxn ang="0">
                  <a:pos x="0" y="61"/>
                </a:cxn>
                <a:cxn ang="0">
                  <a:pos x="1" y="36"/>
                </a:cxn>
                <a:cxn ang="0">
                  <a:pos x="9" y="16"/>
                </a:cxn>
                <a:cxn ang="0">
                  <a:pos x="23" y="5"/>
                </a:cxn>
                <a:cxn ang="0">
                  <a:pos x="40" y="0"/>
                </a:cxn>
                <a:cxn ang="0">
                  <a:pos x="59" y="6"/>
                </a:cxn>
                <a:cxn ang="0">
                  <a:pos x="77" y="21"/>
                </a:cxn>
                <a:cxn ang="0">
                  <a:pos x="92" y="46"/>
                </a:cxn>
                <a:cxn ang="0">
                  <a:pos x="101" y="84"/>
                </a:cxn>
              </a:cxnLst>
              <a:rect l="0" t="0" r="r" b="b"/>
              <a:pathLst>
                <a:path w="112" h="191">
                  <a:moveTo>
                    <a:pt x="101" y="84"/>
                  </a:moveTo>
                  <a:lnTo>
                    <a:pt x="100" y="81"/>
                  </a:lnTo>
                  <a:lnTo>
                    <a:pt x="99" y="73"/>
                  </a:lnTo>
                  <a:lnTo>
                    <a:pt x="94" y="62"/>
                  </a:lnTo>
                  <a:lnTo>
                    <a:pt x="89" y="49"/>
                  </a:lnTo>
                  <a:lnTo>
                    <a:pt x="82" y="37"/>
                  </a:lnTo>
                  <a:lnTo>
                    <a:pt x="71" y="26"/>
                  </a:lnTo>
                  <a:lnTo>
                    <a:pt x="60" y="19"/>
                  </a:lnTo>
                  <a:lnTo>
                    <a:pt x="45" y="17"/>
                  </a:lnTo>
                  <a:lnTo>
                    <a:pt x="31" y="22"/>
                  </a:lnTo>
                  <a:lnTo>
                    <a:pt x="22" y="31"/>
                  </a:lnTo>
                  <a:lnTo>
                    <a:pt x="16" y="44"/>
                  </a:lnTo>
                  <a:lnTo>
                    <a:pt x="16" y="60"/>
                  </a:lnTo>
                  <a:lnTo>
                    <a:pt x="20" y="79"/>
                  </a:lnTo>
                  <a:lnTo>
                    <a:pt x="26" y="97"/>
                  </a:lnTo>
                  <a:lnTo>
                    <a:pt x="38" y="117"/>
                  </a:lnTo>
                  <a:lnTo>
                    <a:pt x="54" y="136"/>
                  </a:lnTo>
                  <a:lnTo>
                    <a:pt x="70" y="153"/>
                  </a:lnTo>
                  <a:lnTo>
                    <a:pt x="85" y="166"/>
                  </a:lnTo>
                  <a:lnTo>
                    <a:pt x="97" y="176"/>
                  </a:lnTo>
                  <a:lnTo>
                    <a:pt x="106" y="183"/>
                  </a:lnTo>
                  <a:lnTo>
                    <a:pt x="111" y="189"/>
                  </a:lnTo>
                  <a:lnTo>
                    <a:pt x="112" y="191"/>
                  </a:lnTo>
                  <a:lnTo>
                    <a:pt x="107" y="191"/>
                  </a:lnTo>
                  <a:lnTo>
                    <a:pt x="98" y="190"/>
                  </a:lnTo>
                  <a:lnTo>
                    <a:pt x="84" y="187"/>
                  </a:lnTo>
                  <a:lnTo>
                    <a:pt x="70" y="179"/>
                  </a:lnTo>
                  <a:lnTo>
                    <a:pt x="55" y="167"/>
                  </a:lnTo>
                  <a:lnTo>
                    <a:pt x="40" y="152"/>
                  </a:lnTo>
                  <a:lnTo>
                    <a:pt x="26" y="134"/>
                  </a:lnTo>
                  <a:lnTo>
                    <a:pt x="15" y="112"/>
                  </a:lnTo>
                  <a:lnTo>
                    <a:pt x="6" y="88"/>
                  </a:lnTo>
                  <a:lnTo>
                    <a:pt x="0" y="61"/>
                  </a:lnTo>
                  <a:lnTo>
                    <a:pt x="1" y="36"/>
                  </a:lnTo>
                  <a:lnTo>
                    <a:pt x="9" y="16"/>
                  </a:lnTo>
                  <a:lnTo>
                    <a:pt x="23" y="5"/>
                  </a:lnTo>
                  <a:lnTo>
                    <a:pt x="40" y="0"/>
                  </a:lnTo>
                  <a:lnTo>
                    <a:pt x="59" y="6"/>
                  </a:lnTo>
                  <a:lnTo>
                    <a:pt x="77" y="21"/>
                  </a:lnTo>
                  <a:lnTo>
                    <a:pt x="92" y="46"/>
                  </a:lnTo>
                  <a:lnTo>
                    <a:pt x="101" y="8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4" name="Freeform 82"/>
            <p:cNvSpPr>
              <a:spLocks/>
            </p:cNvSpPr>
            <p:nvPr/>
          </p:nvSpPr>
          <p:spPr bwMode="gray">
            <a:xfrm>
              <a:off x="1373" y="2229"/>
              <a:ext cx="30" cy="7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7" y="3"/>
                </a:cxn>
                <a:cxn ang="0">
                  <a:pos x="15" y="11"/>
                </a:cxn>
                <a:cxn ang="0">
                  <a:pos x="14" y="25"/>
                </a:cxn>
                <a:cxn ang="0">
                  <a:pos x="13" y="41"/>
                </a:cxn>
                <a:cxn ang="0">
                  <a:pos x="14" y="61"/>
                </a:cxn>
                <a:cxn ang="0">
                  <a:pos x="18" y="80"/>
                </a:cxn>
                <a:cxn ang="0">
                  <a:pos x="26" y="101"/>
                </a:cxn>
                <a:cxn ang="0">
                  <a:pos x="41" y="121"/>
                </a:cxn>
                <a:cxn ang="0">
                  <a:pos x="54" y="135"/>
                </a:cxn>
                <a:cxn ang="0">
                  <a:pos x="59" y="143"/>
                </a:cxn>
                <a:cxn ang="0">
                  <a:pos x="58" y="144"/>
                </a:cxn>
                <a:cxn ang="0">
                  <a:pos x="52" y="140"/>
                </a:cxn>
                <a:cxn ang="0">
                  <a:pos x="43" y="135"/>
                </a:cxn>
                <a:cxn ang="0">
                  <a:pos x="32" y="126"/>
                </a:cxn>
                <a:cxn ang="0">
                  <a:pos x="23" y="118"/>
                </a:cxn>
                <a:cxn ang="0">
                  <a:pos x="15" y="110"/>
                </a:cxn>
                <a:cxn ang="0">
                  <a:pos x="5" y="92"/>
                </a:cxn>
                <a:cxn ang="0">
                  <a:pos x="0" y="65"/>
                </a:cxn>
                <a:cxn ang="0">
                  <a:pos x="3" y="34"/>
                </a:cxn>
                <a:cxn ang="0">
                  <a:pos x="18" y="0"/>
                </a:cxn>
              </a:cxnLst>
              <a:rect l="0" t="0" r="r" b="b"/>
              <a:pathLst>
                <a:path w="59" h="144">
                  <a:moveTo>
                    <a:pt x="18" y="0"/>
                  </a:moveTo>
                  <a:lnTo>
                    <a:pt x="17" y="3"/>
                  </a:lnTo>
                  <a:lnTo>
                    <a:pt x="15" y="11"/>
                  </a:lnTo>
                  <a:lnTo>
                    <a:pt x="14" y="25"/>
                  </a:lnTo>
                  <a:lnTo>
                    <a:pt x="13" y="41"/>
                  </a:lnTo>
                  <a:lnTo>
                    <a:pt x="14" y="61"/>
                  </a:lnTo>
                  <a:lnTo>
                    <a:pt x="18" y="80"/>
                  </a:lnTo>
                  <a:lnTo>
                    <a:pt x="26" y="101"/>
                  </a:lnTo>
                  <a:lnTo>
                    <a:pt x="41" y="121"/>
                  </a:lnTo>
                  <a:lnTo>
                    <a:pt x="54" y="135"/>
                  </a:lnTo>
                  <a:lnTo>
                    <a:pt x="59" y="143"/>
                  </a:lnTo>
                  <a:lnTo>
                    <a:pt x="58" y="144"/>
                  </a:lnTo>
                  <a:lnTo>
                    <a:pt x="52" y="140"/>
                  </a:lnTo>
                  <a:lnTo>
                    <a:pt x="43" y="135"/>
                  </a:lnTo>
                  <a:lnTo>
                    <a:pt x="32" y="126"/>
                  </a:lnTo>
                  <a:lnTo>
                    <a:pt x="23" y="118"/>
                  </a:lnTo>
                  <a:lnTo>
                    <a:pt x="15" y="110"/>
                  </a:lnTo>
                  <a:lnTo>
                    <a:pt x="5" y="92"/>
                  </a:lnTo>
                  <a:lnTo>
                    <a:pt x="0" y="65"/>
                  </a:lnTo>
                  <a:lnTo>
                    <a:pt x="3" y="3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5" name="Freeform 83"/>
            <p:cNvSpPr>
              <a:spLocks/>
            </p:cNvSpPr>
            <p:nvPr/>
          </p:nvSpPr>
          <p:spPr bwMode="gray">
            <a:xfrm>
              <a:off x="1393" y="2343"/>
              <a:ext cx="156" cy="11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3"/>
                </a:cxn>
                <a:cxn ang="0">
                  <a:pos x="1" y="11"/>
                </a:cxn>
                <a:cxn ang="0">
                  <a:pos x="1" y="24"/>
                </a:cxn>
                <a:cxn ang="0">
                  <a:pos x="4" y="40"/>
                </a:cxn>
                <a:cxn ang="0">
                  <a:pos x="8" y="59"/>
                </a:cxn>
                <a:cxn ang="0">
                  <a:pos x="17" y="79"/>
                </a:cxn>
                <a:cxn ang="0">
                  <a:pos x="30" y="100"/>
                </a:cxn>
                <a:cxn ang="0">
                  <a:pos x="48" y="120"/>
                </a:cxn>
                <a:cxn ang="0">
                  <a:pos x="59" y="129"/>
                </a:cxn>
                <a:cxn ang="0">
                  <a:pos x="70" y="138"/>
                </a:cxn>
                <a:cxn ang="0">
                  <a:pos x="83" y="147"/>
                </a:cxn>
                <a:cxn ang="0">
                  <a:pos x="96" y="155"/>
                </a:cxn>
                <a:cxn ang="0">
                  <a:pos x="108" y="164"/>
                </a:cxn>
                <a:cxn ang="0">
                  <a:pos x="121" y="172"/>
                </a:cxn>
                <a:cxn ang="0">
                  <a:pos x="135" y="177"/>
                </a:cxn>
                <a:cxn ang="0">
                  <a:pos x="149" y="184"/>
                </a:cxn>
                <a:cxn ang="0">
                  <a:pos x="163" y="190"/>
                </a:cxn>
                <a:cxn ang="0">
                  <a:pos x="176" y="195"/>
                </a:cxn>
                <a:cxn ang="0">
                  <a:pos x="190" y="199"/>
                </a:cxn>
                <a:cxn ang="0">
                  <a:pos x="204" y="204"/>
                </a:cxn>
                <a:cxn ang="0">
                  <a:pos x="217" y="206"/>
                </a:cxn>
                <a:cxn ang="0">
                  <a:pos x="231" y="208"/>
                </a:cxn>
                <a:cxn ang="0">
                  <a:pos x="243" y="210"/>
                </a:cxn>
                <a:cxn ang="0">
                  <a:pos x="256" y="211"/>
                </a:cxn>
                <a:cxn ang="0">
                  <a:pos x="277" y="211"/>
                </a:cxn>
                <a:cxn ang="0">
                  <a:pos x="293" y="212"/>
                </a:cxn>
                <a:cxn ang="0">
                  <a:pos x="303" y="212"/>
                </a:cxn>
                <a:cxn ang="0">
                  <a:pos x="309" y="213"/>
                </a:cxn>
                <a:cxn ang="0">
                  <a:pos x="311" y="214"/>
                </a:cxn>
                <a:cxn ang="0">
                  <a:pos x="310" y="217"/>
                </a:cxn>
                <a:cxn ang="0">
                  <a:pos x="307" y="219"/>
                </a:cxn>
                <a:cxn ang="0">
                  <a:pos x="302" y="223"/>
                </a:cxn>
                <a:cxn ang="0">
                  <a:pos x="294" y="227"/>
                </a:cxn>
                <a:cxn ang="0">
                  <a:pos x="282" y="230"/>
                </a:cxn>
                <a:cxn ang="0">
                  <a:pos x="267" y="230"/>
                </a:cxn>
                <a:cxn ang="0">
                  <a:pos x="249" y="229"/>
                </a:cxn>
                <a:cxn ang="0">
                  <a:pos x="228" y="225"/>
                </a:cxn>
                <a:cxn ang="0">
                  <a:pos x="204" y="219"/>
                </a:cxn>
                <a:cxn ang="0">
                  <a:pos x="176" y="210"/>
                </a:cxn>
                <a:cxn ang="0">
                  <a:pos x="146" y="198"/>
                </a:cxn>
                <a:cxn ang="0">
                  <a:pos x="115" y="184"/>
                </a:cxn>
                <a:cxn ang="0">
                  <a:pos x="87" y="168"/>
                </a:cxn>
                <a:cxn ang="0">
                  <a:pos x="60" y="151"/>
                </a:cxn>
                <a:cxn ang="0">
                  <a:pos x="37" y="130"/>
                </a:cxn>
                <a:cxn ang="0">
                  <a:pos x="19" y="106"/>
                </a:cxn>
                <a:cxn ang="0">
                  <a:pos x="6" y="77"/>
                </a:cxn>
                <a:cxn ang="0">
                  <a:pos x="0" y="41"/>
                </a:cxn>
                <a:cxn ang="0">
                  <a:pos x="1" y="0"/>
                </a:cxn>
              </a:cxnLst>
              <a:rect l="0" t="0" r="r" b="b"/>
              <a:pathLst>
                <a:path w="311" h="230">
                  <a:moveTo>
                    <a:pt x="1" y="0"/>
                  </a:moveTo>
                  <a:lnTo>
                    <a:pt x="1" y="3"/>
                  </a:lnTo>
                  <a:lnTo>
                    <a:pt x="1" y="11"/>
                  </a:lnTo>
                  <a:lnTo>
                    <a:pt x="1" y="24"/>
                  </a:lnTo>
                  <a:lnTo>
                    <a:pt x="4" y="40"/>
                  </a:lnTo>
                  <a:lnTo>
                    <a:pt x="8" y="59"/>
                  </a:lnTo>
                  <a:lnTo>
                    <a:pt x="17" y="79"/>
                  </a:lnTo>
                  <a:lnTo>
                    <a:pt x="30" y="100"/>
                  </a:lnTo>
                  <a:lnTo>
                    <a:pt x="48" y="120"/>
                  </a:lnTo>
                  <a:lnTo>
                    <a:pt x="59" y="129"/>
                  </a:lnTo>
                  <a:lnTo>
                    <a:pt x="70" y="138"/>
                  </a:lnTo>
                  <a:lnTo>
                    <a:pt x="83" y="147"/>
                  </a:lnTo>
                  <a:lnTo>
                    <a:pt x="96" y="155"/>
                  </a:lnTo>
                  <a:lnTo>
                    <a:pt x="108" y="164"/>
                  </a:lnTo>
                  <a:lnTo>
                    <a:pt x="121" y="172"/>
                  </a:lnTo>
                  <a:lnTo>
                    <a:pt x="135" y="177"/>
                  </a:lnTo>
                  <a:lnTo>
                    <a:pt x="149" y="184"/>
                  </a:lnTo>
                  <a:lnTo>
                    <a:pt x="163" y="190"/>
                  </a:lnTo>
                  <a:lnTo>
                    <a:pt x="176" y="195"/>
                  </a:lnTo>
                  <a:lnTo>
                    <a:pt x="190" y="199"/>
                  </a:lnTo>
                  <a:lnTo>
                    <a:pt x="204" y="204"/>
                  </a:lnTo>
                  <a:lnTo>
                    <a:pt x="217" y="206"/>
                  </a:lnTo>
                  <a:lnTo>
                    <a:pt x="231" y="208"/>
                  </a:lnTo>
                  <a:lnTo>
                    <a:pt x="243" y="210"/>
                  </a:lnTo>
                  <a:lnTo>
                    <a:pt x="256" y="211"/>
                  </a:lnTo>
                  <a:lnTo>
                    <a:pt x="277" y="211"/>
                  </a:lnTo>
                  <a:lnTo>
                    <a:pt x="293" y="212"/>
                  </a:lnTo>
                  <a:lnTo>
                    <a:pt x="303" y="212"/>
                  </a:lnTo>
                  <a:lnTo>
                    <a:pt x="309" y="213"/>
                  </a:lnTo>
                  <a:lnTo>
                    <a:pt x="311" y="214"/>
                  </a:lnTo>
                  <a:lnTo>
                    <a:pt x="310" y="217"/>
                  </a:lnTo>
                  <a:lnTo>
                    <a:pt x="307" y="219"/>
                  </a:lnTo>
                  <a:lnTo>
                    <a:pt x="302" y="223"/>
                  </a:lnTo>
                  <a:lnTo>
                    <a:pt x="294" y="227"/>
                  </a:lnTo>
                  <a:lnTo>
                    <a:pt x="282" y="230"/>
                  </a:lnTo>
                  <a:lnTo>
                    <a:pt x="267" y="230"/>
                  </a:lnTo>
                  <a:lnTo>
                    <a:pt x="249" y="229"/>
                  </a:lnTo>
                  <a:lnTo>
                    <a:pt x="228" y="225"/>
                  </a:lnTo>
                  <a:lnTo>
                    <a:pt x="204" y="219"/>
                  </a:lnTo>
                  <a:lnTo>
                    <a:pt x="176" y="210"/>
                  </a:lnTo>
                  <a:lnTo>
                    <a:pt x="146" y="198"/>
                  </a:lnTo>
                  <a:lnTo>
                    <a:pt x="115" y="184"/>
                  </a:lnTo>
                  <a:lnTo>
                    <a:pt x="87" y="168"/>
                  </a:lnTo>
                  <a:lnTo>
                    <a:pt x="60" y="151"/>
                  </a:lnTo>
                  <a:lnTo>
                    <a:pt x="37" y="130"/>
                  </a:lnTo>
                  <a:lnTo>
                    <a:pt x="19" y="106"/>
                  </a:lnTo>
                  <a:lnTo>
                    <a:pt x="6" y="77"/>
                  </a:lnTo>
                  <a:lnTo>
                    <a:pt x="0" y="4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6" name="Freeform 84"/>
            <p:cNvSpPr>
              <a:spLocks/>
            </p:cNvSpPr>
            <p:nvPr/>
          </p:nvSpPr>
          <p:spPr bwMode="gray">
            <a:xfrm>
              <a:off x="1557" y="2250"/>
              <a:ext cx="12" cy="89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1" y="4"/>
                </a:cxn>
                <a:cxn ang="0">
                  <a:pos x="12" y="14"/>
                </a:cxn>
                <a:cxn ang="0">
                  <a:pos x="4" y="35"/>
                </a:cxn>
                <a:cxn ang="0">
                  <a:pos x="0" y="67"/>
                </a:cxn>
                <a:cxn ang="0">
                  <a:pos x="3" y="104"/>
                </a:cxn>
                <a:cxn ang="0">
                  <a:pos x="4" y="135"/>
                </a:cxn>
                <a:cxn ang="0">
                  <a:pos x="5" y="160"/>
                </a:cxn>
                <a:cxn ang="0">
                  <a:pos x="4" y="178"/>
                </a:cxn>
                <a:cxn ang="0">
                  <a:pos x="5" y="173"/>
                </a:cxn>
                <a:cxn ang="0">
                  <a:pos x="7" y="159"/>
                </a:cxn>
                <a:cxn ang="0">
                  <a:pos x="10" y="139"/>
                </a:cxn>
                <a:cxn ang="0">
                  <a:pos x="7" y="111"/>
                </a:cxn>
                <a:cxn ang="0">
                  <a:pos x="5" y="80"/>
                </a:cxn>
                <a:cxn ang="0">
                  <a:pos x="6" y="51"/>
                </a:cxn>
                <a:cxn ang="0">
                  <a:pos x="12" y="23"/>
                </a:cxn>
                <a:cxn ang="0">
                  <a:pos x="25" y="0"/>
                </a:cxn>
              </a:cxnLst>
              <a:rect l="0" t="0" r="r" b="b"/>
              <a:pathLst>
                <a:path w="25" h="178">
                  <a:moveTo>
                    <a:pt x="25" y="0"/>
                  </a:moveTo>
                  <a:lnTo>
                    <a:pt x="21" y="4"/>
                  </a:lnTo>
                  <a:lnTo>
                    <a:pt x="12" y="14"/>
                  </a:lnTo>
                  <a:lnTo>
                    <a:pt x="4" y="35"/>
                  </a:lnTo>
                  <a:lnTo>
                    <a:pt x="0" y="67"/>
                  </a:lnTo>
                  <a:lnTo>
                    <a:pt x="3" y="104"/>
                  </a:lnTo>
                  <a:lnTo>
                    <a:pt x="4" y="135"/>
                  </a:lnTo>
                  <a:lnTo>
                    <a:pt x="5" y="160"/>
                  </a:lnTo>
                  <a:lnTo>
                    <a:pt x="4" y="178"/>
                  </a:lnTo>
                  <a:lnTo>
                    <a:pt x="5" y="173"/>
                  </a:lnTo>
                  <a:lnTo>
                    <a:pt x="7" y="159"/>
                  </a:lnTo>
                  <a:lnTo>
                    <a:pt x="10" y="139"/>
                  </a:lnTo>
                  <a:lnTo>
                    <a:pt x="7" y="111"/>
                  </a:lnTo>
                  <a:lnTo>
                    <a:pt x="5" y="80"/>
                  </a:lnTo>
                  <a:lnTo>
                    <a:pt x="6" y="51"/>
                  </a:lnTo>
                  <a:lnTo>
                    <a:pt x="12" y="2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7" name="Freeform 85"/>
            <p:cNvSpPr>
              <a:spLocks/>
            </p:cNvSpPr>
            <p:nvPr/>
          </p:nvSpPr>
          <p:spPr bwMode="gray">
            <a:xfrm>
              <a:off x="1263" y="2311"/>
              <a:ext cx="79" cy="155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12" y="4"/>
                </a:cxn>
                <a:cxn ang="0">
                  <a:pos x="99" y="15"/>
                </a:cxn>
                <a:cxn ang="0">
                  <a:pos x="83" y="33"/>
                </a:cxn>
                <a:cxn ang="0">
                  <a:pos x="64" y="56"/>
                </a:cxn>
                <a:cxn ang="0">
                  <a:pos x="47" y="84"/>
                </a:cxn>
                <a:cxn ang="0">
                  <a:pos x="34" y="118"/>
                </a:cxn>
                <a:cxn ang="0">
                  <a:pos x="29" y="156"/>
                </a:cxn>
                <a:cxn ang="0">
                  <a:pos x="33" y="197"/>
                </a:cxn>
                <a:cxn ang="0">
                  <a:pos x="47" y="235"/>
                </a:cxn>
                <a:cxn ang="0">
                  <a:pos x="64" y="262"/>
                </a:cxn>
                <a:cxn ang="0">
                  <a:pos x="84" y="280"/>
                </a:cxn>
                <a:cxn ang="0">
                  <a:pos x="105" y="292"/>
                </a:cxn>
                <a:cxn ang="0">
                  <a:pos x="123" y="299"/>
                </a:cxn>
                <a:cxn ang="0">
                  <a:pos x="139" y="301"/>
                </a:cxn>
                <a:cxn ang="0">
                  <a:pos x="151" y="301"/>
                </a:cxn>
                <a:cxn ang="0">
                  <a:pos x="154" y="301"/>
                </a:cxn>
                <a:cxn ang="0">
                  <a:pos x="154" y="301"/>
                </a:cxn>
                <a:cxn ang="0">
                  <a:pos x="155" y="302"/>
                </a:cxn>
                <a:cxn ang="0">
                  <a:pos x="157" y="305"/>
                </a:cxn>
                <a:cxn ang="0">
                  <a:pos x="157" y="306"/>
                </a:cxn>
                <a:cxn ang="0">
                  <a:pos x="154" y="308"/>
                </a:cxn>
                <a:cxn ang="0">
                  <a:pos x="150" y="309"/>
                </a:cxn>
                <a:cxn ang="0">
                  <a:pos x="142" y="309"/>
                </a:cxn>
                <a:cxn ang="0">
                  <a:pos x="129" y="309"/>
                </a:cxn>
                <a:cxn ang="0">
                  <a:pos x="112" y="306"/>
                </a:cxn>
                <a:cxn ang="0">
                  <a:pos x="92" y="299"/>
                </a:cxn>
                <a:cxn ang="0">
                  <a:pos x="72" y="286"/>
                </a:cxn>
                <a:cxn ang="0">
                  <a:pos x="52" y="270"/>
                </a:cxn>
                <a:cxn ang="0">
                  <a:pos x="32" y="252"/>
                </a:cxn>
                <a:cxn ang="0">
                  <a:pos x="17" y="229"/>
                </a:cxn>
                <a:cxn ang="0">
                  <a:pos x="6" y="202"/>
                </a:cxn>
                <a:cxn ang="0">
                  <a:pos x="0" y="173"/>
                </a:cxn>
                <a:cxn ang="0">
                  <a:pos x="1" y="143"/>
                </a:cxn>
                <a:cxn ang="0">
                  <a:pos x="7" y="116"/>
                </a:cxn>
                <a:cxn ang="0">
                  <a:pos x="18" y="90"/>
                </a:cxn>
                <a:cxn ang="0">
                  <a:pos x="33" y="67"/>
                </a:cxn>
                <a:cxn ang="0">
                  <a:pos x="52" y="46"/>
                </a:cxn>
                <a:cxn ang="0">
                  <a:pos x="72" y="28"/>
                </a:cxn>
                <a:cxn ang="0">
                  <a:pos x="94" y="13"/>
                </a:cxn>
                <a:cxn ang="0">
                  <a:pos x="116" y="0"/>
                </a:cxn>
              </a:cxnLst>
              <a:rect l="0" t="0" r="r" b="b"/>
              <a:pathLst>
                <a:path w="157" h="309">
                  <a:moveTo>
                    <a:pt x="116" y="0"/>
                  </a:moveTo>
                  <a:lnTo>
                    <a:pt x="112" y="4"/>
                  </a:lnTo>
                  <a:lnTo>
                    <a:pt x="99" y="15"/>
                  </a:lnTo>
                  <a:lnTo>
                    <a:pt x="83" y="33"/>
                  </a:lnTo>
                  <a:lnTo>
                    <a:pt x="64" y="56"/>
                  </a:lnTo>
                  <a:lnTo>
                    <a:pt x="47" y="84"/>
                  </a:lnTo>
                  <a:lnTo>
                    <a:pt x="34" y="118"/>
                  </a:lnTo>
                  <a:lnTo>
                    <a:pt x="29" y="156"/>
                  </a:lnTo>
                  <a:lnTo>
                    <a:pt x="33" y="197"/>
                  </a:lnTo>
                  <a:lnTo>
                    <a:pt x="47" y="235"/>
                  </a:lnTo>
                  <a:lnTo>
                    <a:pt x="64" y="262"/>
                  </a:lnTo>
                  <a:lnTo>
                    <a:pt x="84" y="280"/>
                  </a:lnTo>
                  <a:lnTo>
                    <a:pt x="105" y="292"/>
                  </a:lnTo>
                  <a:lnTo>
                    <a:pt x="123" y="299"/>
                  </a:lnTo>
                  <a:lnTo>
                    <a:pt x="139" y="301"/>
                  </a:lnTo>
                  <a:lnTo>
                    <a:pt x="151" y="301"/>
                  </a:lnTo>
                  <a:lnTo>
                    <a:pt x="154" y="301"/>
                  </a:lnTo>
                  <a:lnTo>
                    <a:pt x="154" y="301"/>
                  </a:lnTo>
                  <a:lnTo>
                    <a:pt x="155" y="302"/>
                  </a:lnTo>
                  <a:lnTo>
                    <a:pt x="157" y="305"/>
                  </a:lnTo>
                  <a:lnTo>
                    <a:pt x="157" y="306"/>
                  </a:lnTo>
                  <a:lnTo>
                    <a:pt x="154" y="308"/>
                  </a:lnTo>
                  <a:lnTo>
                    <a:pt x="150" y="309"/>
                  </a:lnTo>
                  <a:lnTo>
                    <a:pt x="142" y="309"/>
                  </a:lnTo>
                  <a:lnTo>
                    <a:pt x="129" y="309"/>
                  </a:lnTo>
                  <a:lnTo>
                    <a:pt x="112" y="306"/>
                  </a:lnTo>
                  <a:lnTo>
                    <a:pt x="92" y="299"/>
                  </a:lnTo>
                  <a:lnTo>
                    <a:pt x="72" y="286"/>
                  </a:lnTo>
                  <a:lnTo>
                    <a:pt x="52" y="270"/>
                  </a:lnTo>
                  <a:lnTo>
                    <a:pt x="32" y="252"/>
                  </a:lnTo>
                  <a:lnTo>
                    <a:pt x="17" y="229"/>
                  </a:lnTo>
                  <a:lnTo>
                    <a:pt x="6" y="202"/>
                  </a:lnTo>
                  <a:lnTo>
                    <a:pt x="0" y="173"/>
                  </a:lnTo>
                  <a:lnTo>
                    <a:pt x="1" y="143"/>
                  </a:lnTo>
                  <a:lnTo>
                    <a:pt x="7" y="116"/>
                  </a:lnTo>
                  <a:lnTo>
                    <a:pt x="18" y="90"/>
                  </a:lnTo>
                  <a:lnTo>
                    <a:pt x="33" y="67"/>
                  </a:lnTo>
                  <a:lnTo>
                    <a:pt x="52" y="46"/>
                  </a:lnTo>
                  <a:lnTo>
                    <a:pt x="72" y="28"/>
                  </a:lnTo>
                  <a:lnTo>
                    <a:pt x="94" y="13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8" name="Freeform 86"/>
            <p:cNvSpPr>
              <a:spLocks/>
            </p:cNvSpPr>
            <p:nvPr/>
          </p:nvSpPr>
          <p:spPr bwMode="gray">
            <a:xfrm>
              <a:off x="1295" y="2348"/>
              <a:ext cx="70" cy="90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7" y="2"/>
                </a:cxn>
                <a:cxn ang="0">
                  <a:pos x="15" y="8"/>
                </a:cxn>
                <a:cxn ang="0">
                  <a:pos x="12" y="16"/>
                </a:cxn>
                <a:cxn ang="0">
                  <a:pos x="8" y="29"/>
                </a:cxn>
                <a:cxn ang="0">
                  <a:pos x="5" y="42"/>
                </a:cxn>
                <a:cxn ang="0">
                  <a:pos x="1" y="58"/>
                </a:cxn>
                <a:cxn ang="0">
                  <a:pos x="0" y="74"/>
                </a:cxn>
                <a:cxn ang="0">
                  <a:pos x="0" y="90"/>
                </a:cxn>
                <a:cxn ang="0">
                  <a:pos x="4" y="107"/>
                </a:cxn>
                <a:cxn ang="0">
                  <a:pos x="9" y="123"/>
                </a:cxn>
                <a:cxn ang="0">
                  <a:pos x="18" y="138"/>
                </a:cxn>
                <a:cxn ang="0">
                  <a:pos x="32" y="152"/>
                </a:cxn>
                <a:cxn ang="0">
                  <a:pos x="51" y="164"/>
                </a:cxn>
                <a:cxn ang="0">
                  <a:pos x="75" y="173"/>
                </a:cxn>
                <a:cxn ang="0">
                  <a:pos x="105" y="178"/>
                </a:cxn>
                <a:cxn ang="0">
                  <a:pos x="142" y="180"/>
                </a:cxn>
                <a:cxn ang="0">
                  <a:pos x="139" y="180"/>
                </a:cxn>
                <a:cxn ang="0">
                  <a:pos x="134" y="180"/>
                </a:cxn>
                <a:cxn ang="0">
                  <a:pos x="125" y="180"/>
                </a:cxn>
                <a:cxn ang="0">
                  <a:pos x="113" y="179"/>
                </a:cxn>
                <a:cxn ang="0">
                  <a:pos x="100" y="176"/>
                </a:cxn>
                <a:cxn ang="0">
                  <a:pos x="85" y="173"/>
                </a:cxn>
                <a:cxn ang="0">
                  <a:pos x="70" y="168"/>
                </a:cxn>
                <a:cxn ang="0">
                  <a:pos x="57" y="160"/>
                </a:cxn>
                <a:cxn ang="0">
                  <a:pos x="42" y="152"/>
                </a:cxn>
                <a:cxn ang="0">
                  <a:pos x="29" y="140"/>
                </a:cxn>
                <a:cxn ang="0">
                  <a:pos x="18" y="126"/>
                </a:cxn>
                <a:cxn ang="0">
                  <a:pos x="10" y="108"/>
                </a:cxn>
                <a:cxn ang="0">
                  <a:pos x="6" y="87"/>
                </a:cxn>
                <a:cxn ang="0">
                  <a:pos x="6" y="62"/>
                </a:cxn>
                <a:cxn ang="0">
                  <a:pos x="9" y="34"/>
                </a:cxn>
                <a:cxn ang="0">
                  <a:pos x="18" y="0"/>
                </a:cxn>
              </a:cxnLst>
              <a:rect l="0" t="0" r="r" b="b"/>
              <a:pathLst>
                <a:path w="142" h="180">
                  <a:moveTo>
                    <a:pt x="18" y="0"/>
                  </a:moveTo>
                  <a:lnTo>
                    <a:pt x="17" y="2"/>
                  </a:lnTo>
                  <a:lnTo>
                    <a:pt x="15" y="8"/>
                  </a:lnTo>
                  <a:lnTo>
                    <a:pt x="12" y="16"/>
                  </a:lnTo>
                  <a:lnTo>
                    <a:pt x="8" y="29"/>
                  </a:lnTo>
                  <a:lnTo>
                    <a:pt x="5" y="42"/>
                  </a:lnTo>
                  <a:lnTo>
                    <a:pt x="1" y="58"/>
                  </a:lnTo>
                  <a:lnTo>
                    <a:pt x="0" y="74"/>
                  </a:lnTo>
                  <a:lnTo>
                    <a:pt x="0" y="90"/>
                  </a:lnTo>
                  <a:lnTo>
                    <a:pt x="4" y="107"/>
                  </a:lnTo>
                  <a:lnTo>
                    <a:pt x="9" y="123"/>
                  </a:lnTo>
                  <a:lnTo>
                    <a:pt x="18" y="138"/>
                  </a:lnTo>
                  <a:lnTo>
                    <a:pt x="32" y="152"/>
                  </a:lnTo>
                  <a:lnTo>
                    <a:pt x="51" y="164"/>
                  </a:lnTo>
                  <a:lnTo>
                    <a:pt x="75" y="173"/>
                  </a:lnTo>
                  <a:lnTo>
                    <a:pt x="105" y="178"/>
                  </a:lnTo>
                  <a:lnTo>
                    <a:pt x="142" y="180"/>
                  </a:lnTo>
                  <a:lnTo>
                    <a:pt x="139" y="180"/>
                  </a:lnTo>
                  <a:lnTo>
                    <a:pt x="134" y="180"/>
                  </a:lnTo>
                  <a:lnTo>
                    <a:pt x="125" y="180"/>
                  </a:lnTo>
                  <a:lnTo>
                    <a:pt x="113" y="179"/>
                  </a:lnTo>
                  <a:lnTo>
                    <a:pt x="100" y="176"/>
                  </a:lnTo>
                  <a:lnTo>
                    <a:pt x="85" y="173"/>
                  </a:lnTo>
                  <a:lnTo>
                    <a:pt x="70" y="168"/>
                  </a:lnTo>
                  <a:lnTo>
                    <a:pt x="57" y="160"/>
                  </a:lnTo>
                  <a:lnTo>
                    <a:pt x="42" y="152"/>
                  </a:lnTo>
                  <a:lnTo>
                    <a:pt x="29" y="140"/>
                  </a:lnTo>
                  <a:lnTo>
                    <a:pt x="18" y="126"/>
                  </a:lnTo>
                  <a:lnTo>
                    <a:pt x="10" y="108"/>
                  </a:lnTo>
                  <a:lnTo>
                    <a:pt x="6" y="87"/>
                  </a:lnTo>
                  <a:lnTo>
                    <a:pt x="6" y="62"/>
                  </a:lnTo>
                  <a:lnTo>
                    <a:pt x="9" y="3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79" name="Freeform 87"/>
            <p:cNvSpPr>
              <a:spLocks/>
            </p:cNvSpPr>
            <p:nvPr/>
          </p:nvSpPr>
          <p:spPr bwMode="gray">
            <a:xfrm>
              <a:off x="1036" y="2339"/>
              <a:ext cx="339" cy="335"/>
            </a:xfrm>
            <a:custGeom>
              <a:avLst/>
              <a:gdLst/>
              <a:ahLst/>
              <a:cxnLst>
                <a:cxn ang="0">
                  <a:pos x="672" y="0"/>
                </a:cxn>
                <a:cxn ang="0">
                  <a:pos x="673" y="8"/>
                </a:cxn>
                <a:cxn ang="0">
                  <a:pos x="675" y="30"/>
                </a:cxn>
                <a:cxn ang="0">
                  <a:pos x="676" y="62"/>
                </a:cxn>
                <a:cxn ang="0">
                  <a:pos x="673" y="104"/>
                </a:cxn>
                <a:cxn ang="0">
                  <a:pos x="662" y="150"/>
                </a:cxn>
                <a:cxn ang="0">
                  <a:pos x="643" y="199"/>
                </a:cxn>
                <a:cxn ang="0">
                  <a:pos x="611" y="249"/>
                </a:cxn>
                <a:cxn ang="0">
                  <a:pos x="564" y="295"/>
                </a:cxn>
                <a:cxn ang="0">
                  <a:pos x="536" y="317"/>
                </a:cxn>
                <a:cxn ang="0">
                  <a:pos x="503" y="339"/>
                </a:cxn>
                <a:cxn ang="0">
                  <a:pos x="469" y="359"/>
                </a:cxn>
                <a:cxn ang="0">
                  <a:pos x="433" y="381"/>
                </a:cxn>
                <a:cxn ang="0">
                  <a:pos x="395" y="402"/>
                </a:cxn>
                <a:cxn ang="0">
                  <a:pos x="356" y="424"/>
                </a:cxn>
                <a:cxn ang="0">
                  <a:pos x="317" y="445"/>
                </a:cxn>
                <a:cxn ang="0">
                  <a:pos x="278" y="467"/>
                </a:cxn>
                <a:cxn ang="0">
                  <a:pos x="237" y="490"/>
                </a:cxn>
                <a:cxn ang="0">
                  <a:pos x="198" y="513"/>
                </a:cxn>
                <a:cxn ang="0">
                  <a:pos x="160" y="536"/>
                </a:cxn>
                <a:cxn ang="0">
                  <a:pos x="123" y="561"/>
                </a:cxn>
                <a:cxn ang="0">
                  <a:pos x="89" y="586"/>
                </a:cxn>
                <a:cxn ang="0">
                  <a:pos x="56" y="613"/>
                </a:cxn>
                <a:cxn ang="0">
                  <a:pos x="26" y="641"/>
                </a:cxn>
                <a:cxn ang="0">
                  <a:pos x="0" y="669"/>
                </a:cxn>
                <a:cxn ang="0">
                  <a:pos x="1" y="667"/>
                </a:cxn>
                <a:cxn ang="0">
                  <a:pos x="7" y="662"/>
                </a:cxn>
                <a:cxn ang="0">
                  <a:pos x="14" y="653"/>
                </a:cxn>
                <a:cxn ang="0">
                  <a:pos x="24" y="642"/>
                </a:cxn>
                <a:cxn ang="0">
                  <a:pos x="38" y="628"/>
                </a:cxn>
                <a:cxn ang="0">
                  <a:pos x="54" y="612"/>
                </a:cxn>
                <a:cxn ang="0">
                  <a:pos x="72" y="593"/>
                </a:cxn>
                <a:cxn ang="0">
                  <a:pos x="93" y="574"/>
                </a:cxn>
                <a:cxn ang="0">
                  <a:pos x="116" y="554"/>
                </a:cxn>
                <a:cxn ang="0">
                  <a:pos x="140" y="533"/>
                </a:cxn>
                <a:cxn ang="0">
                  <a:pos x="168" y="512"/>
                </a:cxn>
                <a:cxn ang="0">
                  <a:pos x="196" y="491"/>
                </a:cxn>
                <a:cxn ang="0">
                  <a:pos x="227" y="470"/>
                </a:cxn>
                <a:cxn ang="0">
                  <a:pos x="258" y="450"/>
                </a:cxn>
                <a:cxn ang="0">
                  <a:pos x="291" y="433"/>
                </a:cxn>
                <a:cxn ang="0">
                  <a:pos x="326" y="416"/>
                </a:cxn>
                <a:cxn ang="0">
                  <a:pos x="361" y="400"/>
                </a:cxn>
                <a:cxn ang="0">
                  <a:pos x="394" y="384"/>
                </a:cxn>
                <a:cxn ang="0">
                  <a:pos x="427" y="366"/>
                </a:cxn>
                <a:cxn ang="0">
                  <a:pos x="458" y="349"/>
                </a:cxn>
                <a:cxn ang="0">
                  <a:pos x="490" y="329"/>
                </a:cxn>
                <a:cxn ang="0">
                  <a:pos x="517" y="310"/>
                </a:cxn>
                <a:cxn ang="0">
                  <a:pos x="545" y="288"/>
                </a:cxn>
                <a:cxn ang="0">
                  <a:pos x="570" y="265"/>
                </a:cxn>
                <a:cxn ang="0">
                  <a:pos x="592" y="241"/>
                </a:cxn>
                <a:cxn ang="0">
                  <a:pos x="613" y="214"/>
                </a:cxn>
                <a:cxn ang="0">
                  <a:pos x="630" y="184"/>
                </a:cxn>
                <a:cxn ang="0">
                  <a:pos x="645" y="153"/>
                </a:cxn>
                <a:cxn ang="0">
                  <a:pos x="657" y="120"/>
                </a:cxn>
                <a:cxn ang="0">
                  <a:pos x="666" y="83"/>
                </a:cxn>
                <a:cxn ang="0">
                  <a:pos x="670" y="42"/>
                </a:cxn>
                <a:cxn ang="0">
                  <a:pos x="672" y="0"/>
                </a:cxn>
              </a:cxnLst>
              <a:rect l="0" t="0" r="r" b="b"/>
              <a:pathLst>
                <a:path w="676" h="669">
                  <a:moveTo>
                    <a:pt x="672" y="0"/>
                  </a:moveTo>
                  <a:lnTo>
                    <a:pt x="673" y="8"/>
                  </a:lnTo>
                  <a:lnTo>
                    <a:pt x="675" y="30"/>
                  </a:lnTo>
                  <a:lnTo>
                    <a:pt x="676" y="62"/>
                  </a:lnTo>
                  <a:lnTo>
                    <a:pt x="673" y="104"/>
                  </a:lnTo>
                  <a:lnTo>
                    <a:pt x="662" y="150"/>
                  </a:lnTo>
                  <a:lnTo>
                    <a:pt x="643" y="199"/>
                  </a:lnTo>
                  <a:lnTo>
                    <a:pt x="611" y="249"/>
                  </a:lnTo>
                  <a:lnTo>
                    <a:pt x="564" y="295"/>
                  </a:lnTo>
                  <a:lnTo>
                    <a:pt x="536" y="317"/>
                  </a:lnTo>
                  <a:lnTo>
                    <a:pt x="503" y="339"/>
                  </a:lnTo>
                  <a:lnTo>
                    <a:pt x="469" y="359"/>
                  </a:lnTo>
                  <a:lnTo>
                    <a:pt x="433" y="381"/>
                  </a:lnTo>
                  <a:lnTo>
                    <a:pt x="395" y="402"/>
                  </a:lnTo>
                  <a:lnTo>
                    <a:pt x="356" y="424"/>
                  </a:lnTo>
                  <a:lnTo>
                    <a:pt x="317" y="445"/>
                  </a:lnTo>
                  <a:lnTo>
                    <a:pt x="278" y="467"/>
                  </a:lnTo>
                  <a:lnTo>
                    <a:pt x="237" y="490"/>
                  </a:lnTo>
                  <a:lnTo>
                    <a:pt x="198" y="513"/>
                  </a:lnTo>
                  <a:lnTo>
                    <a:pt x="160" y="536"/>
                  </a:lnTo>
                  <a:lnTo>
                    <a:pt x="123" y="561"/>
                  </a:lnTo>
                  <a:lnTo>
                    <a:pt x="89" y="586"/>
                  </a:lnTo>
                  <a:lnTo>
                    <a:pt x="56" y="613"/>
                  </a:lnTo>
                  <a:lnTo>
                    <a:pt x="26" y="641"/>
                  </a:lnTo>
                  <a:lnTo>
                    <a:pt x="0" y="669"/>
                  </a:lnTo>
                  <a:lnTo>
                    <a:pt x="1" y="667"/>
                  </a:lnTo>
                  <a:lnTo>
                    <a:pt x="7" y="662"/>
                  </a:lnTo>
                  <a:lnTo>
                    <a:pt x="14" y="653"/>
                  </a:lnTo>
                  <a:lnTo>
                    <a:pt x="24" y="642"/>
                  </a:lnTo>
                  <a:lnTo>
                    <a:pt x="38" y="628"/>
                  </a:lnTo>
                  <a:lnTo>
                    <a:pt x="54" y="612"/>
                  </a:lnTo>
                  <a:lnTo>
                    <a:pt x="72" y="593"/>
                  </a:lnTo>
                  <a:lnTo>
                    <a:pt x="93" y="574"/>
                  </a:lnTo>
                  <a:lnTo>
                    <a:pt x="116" y="554"/>
                  </a:lnTo>
                  <a:lnTo>
                    <a:pt x="140" y="533"/>
                  </a:lnTo>
                  <a:lnTo>
                    <a:pt x="168" y="512"/>
                  </a:lnTo>
                  <a:lnTo>
                    <a:pt x="196" y="491"/>
                  </a:lnTo>
                  <a:lnTo>
                    <a:pt x="227" y="470"/>
                  </a:lnTo>
                  <a:lnTo>
                    <a:pt x="258" y="450"/>
                  </a:lnTo>
                  <a:lnTo>
                    <a:pt x="291" y="433"/>
                  </a:lnTo>
                  <a:lnTo>
                    <a:pt x="326" y="416"/>
                  </a:lnTo>
                  <a:lnTo>
                    <a:pt x="361" y="400"/>
                  </a:lnTo>
                  <a:lnTo>
                    <a:pt x="394" y="384"/>
                  </a:lnTo>
                  <a:lnTo>
                    <a:pt x="427" y="366"/>
                  </a:lnTo>
                  <a:lnTo>
                    <a:pt x="458" y="349"/>
                  </a:lnTo>
                  <a:lnTo>
                    <a:pt x="490" y="329"/>
                  </a:lnTo>
                  <a:lnTo>
                    <a:pt x="517" y="310"/>
                  </a:lnTo>
                  <a:lnTo>
                    <a:pt x="545" y="288"/>
                  </a:lnTo>
                  <a:lnTo>
                    <a:pt x="570" y="265"/>
                  </a:lnTo>
                  <a:lnTo>
                    <a:pt x="592" y="241"/>
                  </a:lnTo>
                  <a:lnTo>
                    <a:pt x="613" y="214"/>
                  </a:lnTo>
                  <a:lnTo>
                    <a:pt x="630" y="184"/>
                  </a:lnTo>
                  <a:lnTo>
                    <a:pt x="645" y="153"/>
                  </a:lnTo>
                  <a:lnTo>
                    <a:pt x="657" y="120"/>
                  </a:lnTo>
                  <a:lnTo>
                    <a:pt x="666" y="83"/>
                  </a:lnTo>
                  <a:lnTo>
                    <a:pt x="670" y="42"/>
                  </a:lnTo>
                  <a:lnTo>
                    <a:pt x="672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0" name="Freeform 88"/>
            <p:cNvSpPr>
              <a:spLocks/>
            </p:cNvSpPr>
            <p:nvPr/>
          </p:nvSpPr>
          <p:spPr bwMode="gray">
            <a:xfrm>
              <a:off x="1333" y="2450"/>
              <a:ext cx="144" cy="1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1" y="17"/>
                </a:cxn>
                <a:cxn ang="0">
                  <a:pos x="3" y="29"/>
                </a:cxn>
                <a:cxn ang="0">
                  <a:pos x="6" y="43"/>
                </a:cxn>
                <a:cxn ang="0">
                  <a:pos x="12" y="59"/>
                </a:cxn>
                <a:cxn ang="0">
                  <a:pos x="20" y="77"/>
                </a:cxn>
                <a:cxn ang="0">
                  <a:pos x="31" y="95"/>
                </a:cxn>
                <a:cxn ang="0">
                  <a:pos x="45" y="114"/>
                </a:cxn>
                <a:cxn ang="0">
                  <a:pos x="64" y="133"/>
                </a:cxn>
                <a:cxn ang="0">
                  <a:pos x="86" y="151"/>
                </a:cxn>
                <a:cxn ang="0">
                  <a:pos x="113" y="168"/>
                </a:cxn>
                <a:cxn ang="0">
                  <a:pos x="145" y="184"/>
                </a:cxn>
                <a:cxn ang="0">
                  <a:pos x="183" y="198"/>
                </a:cxn>
                <a:cxn ang="0">
                  <a:pos x="228" y="210"/>
                </a:cxn>
                <a:cxn ang="0">
                  <a:pos x="279" y="218"/>
                </a:cxn>
                <a:cxn ang="0">
                  <a:pos x="283" y="220"/>
                </a:cxn>
                <a:cxn ang="0">
                  <a:pos x="288" y="224"/>
                </a:cxn>
                <a:cxn ang="0">
                  <a:pos x="288" y="227"/>
                </a:cxn>
                <a:cxn ang="0">
                  <a:pos x="279" y="227"/>
                </a:cxn>
                <a:cxn ang="0">
                  <a:pos x="272" y="227"/>
                </a:cxn>
                <a:cxn ang="0">
                  <a:pos x="260" y="225"/>
                </a:cxn>
                <a:cxn ang="0">
                  <a:pos x="243" y="223"/>
                </a:cxn>
                <a:cxn ang="0">
                  <a:pos x="224" y="219"/>
                </a:cxn>
                <a:cxn ang="0">
                  <a:pos x="202" y="214"/>
                </a:cxn>
                <a:cxn ang="0">
                  <a:pos x="178" y="208"/>
                </a:cxn>
                <a:cxn ang="0">
                  <a:pos x="152" y="199"/>
                </a:cxn>
                <a:cxn ang="0">
                  <a:pos x="127" y="188"/>
                </a:cxn>
                <a:cxn ang="0">
                  <a:pos x="102" y="175"/>
                </a:cxn>
                <a:cxn ang="0">
                  <a:pos x="77" y="160"/>
                </a:cxn>
                <a:cxn ang="0">
                  <a:pos x="56" y="142"/>
                </a:cxn>
                <a:cxn ang="0">
                  <a:pos x="36" y="120"/>
                </a:cxn>
                <a:cxn ang="0">
                  <a:pos x="20" y="96"/>
                </a:cxn>
                <a:cxn ang="0">
                  <a:pos x="8" y="67"/>
                </a:cxn>
                <a:cxn ang="0">
                  <a:pos x="1" y="36"/>
                </a:cxn>
                <a:cxn ang="0">
                  <a:pos x="0" y="0"/>
                </a:cxn>
              </a:cxnLst>
              <a:rect l="0" t="0" r="r" b="b"/>
              <a:pathLst>
                <a:path w="288" h="227">
                  <a:moveTo>
                    <a:pt x="0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1" y="17"/>
                  </a:lnTo>
                  <a:lnTo>
                    <a:pt x="3" y="29"/>
                  </a:lnTo>
                  <a:lnTo>
                    <a:pt x="6" y="43"/>
                  </a:lnTo>
                  <a:lnTo>
                    <a:pt x="12" y="59"/>
                  </a:lnTo>
                  <a:lnTo>
                    <a:pt x="20" y="77"/>
                  </a:lnTo>
                  <a:lnTo>
                    <a:pt x="31" y="95"/>
                  </a:lnTo>
                  <a:lnTo>
                    <a:pt x="45" y="114"/>
                  </a:lnTo>
                  <a:lnTo>
                    <a:pt x="64" y="133"/>
                  </a:lnTo>
                  <a:lnTo>
                    <a:pt x="86" y="151"/>
                  </a:lnTo>
                  <a:lnTo>
                    <a:pt x="113" y="168"/>
                  </a:lnTo>
                  <a:lnTo>
                    <a:pt x="145" y="184"/>
                  </a:lnTo>
                  <a:lnTo>
                    <a:pt x="183" y="198"/>
                  </a:lnTo>
                  <a:lnTo>
                    <a:pt x="228" y="210"/>
                  </a:lnTo>
                  <a:lnTo>
                    <a:pt x="279" y="218"/>
                  </a:lnTo>
                  <a:lnTo>
                    <a:pt x="283" y="220"/>
                  </a:lnTo>
                  <a:lnTo>
                    <a:pt x="288" y="224"/>
                  </a:lnTo>
                  <a:lnTo>
                    <a:pt x="288" y="227"/>
                  </a:lnTo>
                  <a:lnTo>
                    <a:pt x="279" y="227"/>
                  </a:lnTo>
                  <a:lnTo>
                    <a:pt x="272" y="227"/>
                  </a:lnTo>
                  <a:lnTo>
                    <a:pt x="260" y="225"/>
                  </a:lnTo>
                  <a:lnTo>
                    <a:pt x="243" y="223"/>
                  </a:lnTo>
                  <a:lnTo>
                    <a:pt x="224" y="219"/>
                  </a:lnTo>
                  <a:lnTo>
                    <a:pt x="202" y="214"/>
                  </a:lnTo>
                  <a:lnTo>
                    <a:pt x="178" y="208"/>
                  </a:lnTo>
                  <a:lnTo>
                    <a:pt x="152" y="199"/>
                  </a:lnTo>
                  <a:lnTo>
                    <a:pt x="127" y="188"/>
                  </a:lnTo>
                  <a:lnTo>
                    <a:pt x="102" y="175"/>
                  </a:lnTo>
                  <a:lnTo>
                    <a:pt x="77" y="160"/>
                  </a:lnTo>
                  <a:lnTo>
                    <a:pt x="56" y="142"/>
                  </a:lnTo>
                  <a:lnTo>
                    <a:pt x="36" y="120"/>
                  </a:lnTo>
                  <a:lnTo>
                    <a:pt x="20" y="96"/>
                  </a:lnTo>
                  <a:lnTo>
                    <a:pt x="8" y="67"/>
                  </a:lnTo>
                  <a:lnTo>
                    <a:pt x="1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1" name="Freeform 89"/>
            <p:cNvSpPr>
              <a:spLocks/>
            </p:cNvSpPr>
            <p:nvPr/>
          </p:nvSpPr>
          <p:spPr bwMode="gray">
            <a:xfrm>
              <a:off x="1292" y="2481"/>
              <a:ext cx="168" cy="21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3" y="8"/>
                </a:cxn>
                <a:cxn ang="0">
                  <a:pos x="2" y="16"/>
                </a:cxn>
                <a:cxn ang="0">
                  <a:pos x="0" y="31"/>
                </a:cxn>
                <a:cxn ang="0">
                  <a:pos x="0" y="50"/>
                </a:cxn>
                <a:cxn ang="0">
                  <a:pos x="2" y="73"/>
                </a:cxn>
                <a:cxn ang="0">
                  <a:pos x="6" y="99"/>
                </a:cxn>
                <a:cxn ang="0">
                  <a:pos x="13" y="129"/>
                </a:cxn>
                <a:cxn ang="0">
                  <a:pos x="25" y="160"/>
                </a:cxn>
                <a:cxn ang="0">
                  <a:pos x="40" y="195"/>
                </a:cxn>
                <a:cxn ang="0">
                  <a:pos x="60" y="230"/>
                </a:cxn>
                <a:cxn ang="0">
                  <a:pos x="87" y="265"/>
                </a:cxn>
                <a:cxn ang="0">
                  <a:pos x="120" y="301"/>
                </a:cxn>
                <a:cxn ang="0">
                  <a:pos x="162" y="337"/>
                </a:cxn>
                <a:cxn ang="0">
                  <a:pos x="210" y="371"/>
                </a:cxn>
                <a:cxn ang="0">
                  <a:pos x="268" y="404"/>
                </a:cxn>
                <a:cxn ang="0">
                  <a:pos x="336" y="435"/>
                </a:cxn>
                <a:cxn ang="0">
                  <a:pos x="335" y="433"/>
                </a:cxn>
                <a:cxn ang="0">
                  <a:pos x="329" y="431"/>
                </a:cxn>
                <a:cxn ang="0">
                  <a:pos x="322" y="428"/>
                </a:cxn>
                <a:cxn ang="0">
                  <a:pos x="312" y="422"/>
                </a:cxn>
                <a:cxn ang="0">
                  <a:pos x="300" y="415"/>
                </a:cxn>
                <a:cxn ang="0">
                  <a:pos x="286" y="408"/>
                </a:cxn>
                <a:cxn ang="0">
                  <a:pos x="271" y="399"/>
                </a:cxn>
                <a:cxn ang="0">
                  <a:pos x="254" y="390"/>
                </a:cxn>
                <a:cxn ang="0">
                  <a:pos x="238" y="378"/>
                </a:cxn>
                <a:cxn ang="0">
                  <a:pos x="219" y="368"/>
                </a:cxn>
                <a:cxn ang="0">
                  <a:pos x="202" y="355"/>
                </a:cxn>
                <a:cxn ang="0">
                  <a:pos x="185" y="342"/>
                </a:cxn>
                <a:cxn ang="0">
                  <a:pos x="168" y="330"/>
                </a:cxn>
                <a:cxn ang="0">
                  <a:pos x="151" y="317"/>
                </a:cxn>
                <a:cxn ang="0">
                  <a:pos x="136" y="303"/>
                </a:cxn>
                <a:cxn ang="0">
                  <a:pos x="124" y="289"/>
                </a:cxn>
                <a:cxn ang="0">
                  <a:pos x="101" y="262"/>
                </a:cxn>
                <a:cxn ang="0">
                  <a:pos x="81" y="233"/>
                </a:cxn>
                <a:cxn ang="0">
                  <a:pos x="64" y="204"/>
                </a:cxn>
                <a:cxn ang="0">
                  <a:pos x="50" y="175"/>
                </a:cxn>
                <a:cxn ang="0">
                  <a:pos x="37" y="147"/>
                </a:cxn>
                <a:cxn ang="0">
                  <a:pos x="28" y="119"/>
                </a:cxn>
                <a:cxn ang="0">
                  <a:pos x="22" y="92"/>
                </a:cxn>
                <a:cxn ang="0">
                  <a:pos x="18" y="68"/>
                </a:cxn>
                <a:cxn ang="0">
                  <a:pos x="14" y="30"/>
                </a:cxn>
                <a:cxn ang="0">
                  <a:pos x="13" y="8"/>
                </a:cxn>
                <a:cxn ang="0">
                  <a:pos x="10" y="0"/>
                </a:cxn>
                <a:cxn ang="0">
                  <a:pos x="3" y="5"/>
                </a:cxn>
              </a:cxnLst>
              <a:rect l="0" t="0" r="r" b="b"/>
              <a:pathLst>
                <a:path w="336" h="435">
                  <a:moveTo>
                    <a:pt x="3" y="5"/>
                  </a:moveTo>
                  <a:lnTo>
                    <a:pt x="3" y="8"/>
                  </a:lnTo>
                  <a:lnTo>
                    <a:pt x="2" y="16"/>
                  </a:lnTo>
                  <a:lnTo>
                    <a:pt x="0" y="31"/>
                  </a:lnTo>
                  <a:lnTo>
                    <a:pt x="0" y="50"/>
                  </a:lnTo>
                  <a:lnTo>
                    <a:pt x="2" y="73"/>
                  </a:lnTo>
                  <a:lnTo>
                    <a:pt x="6" y="99"/>
                  </a:lnTo>
                  <a:lnTo>
                    <a:pt x="13" y="129"/>
                  </a:lnTo>
                  <a:lnTo>
                    <a:pt x="25" y="160"/>
                  </a:lnTo>
                  <a:lnTo>
                    <a:pt x="40" y="195"/>
                  </a:lnTo>
                  <a:lnTo>
                    <a:pt x="60" y="230"/>
                  </a:lnTo>
                  <a:lnTo>
                    <a:pt x="87" y="265"/>
                  </a:lnTo>
                  <a:lnTo>
                    <a:pt x="120" y="301"/>
                  </a:lnTo>
                  <a:lnTo>
                    <a:pt x="162" y="337"/>
                  </a:lnTo>
                  <a:lnTo>
                    <a:pt x="210" y="371"/>
                  </a:lnTo>
                  <a:lnTo>
                    <a:pt x="268" y="404"/>
                  </a:lnTo>
                  <a:lnTo>
                    <a:pt x="336" y="435"/>
                  </a:lnTo>
                  <a:lnTo>
                    <a:pt x="335" y="433"/>
                  </a:lnTo>
                  <a:lnTo>
                    <a:pt x="329" y="431"/>
                  </a:lnTo>
                  <a:lnTo>
                    <a:pt x="322" y="428"/>
                  </a:lnTo>
                  <a:lnTo>
                    <a:pt x="312" y="422"/>
                  </a:lnTo>
                  <a:lnTo>
                    <a:pt x="300" y="415"/>
                  </a:lnTo>
                  <a:lnTo>
                    <a:pt x="286" y="408"/>
                  </a:lnTo>
                  <a:lnTo>
                    <a:pt x="271" y="399"/>
                  </a:lnTo>
                  <a:lnTo>
                    <a:pt x="254" y="390"/>
                  </a:lnTo>
                  <a:lnTo>
                    <a:pt x="238" y="378"/>
                  </a:lnTo>
                  <a:lnTo>
                    <a:pt x="219" y="368"/>
                  </a:lnTo>
                  <a:lnTo>
                    <a:pt x="202" y="355"/>
                  </a:lnTo>
                  <a:lnTo>
                    <a:pt x="185" y="342"/>
                  </a:lnTo>
                  <a:lnTo>
                    <a:pt x="168" y="330"/>
                  </a:lnTo>
                  <a:lnTo>
                    <a:pt x="151" y="317"/>
                  </a:lnTo>
                  <a:lnTo>
                    <a:pt x="136" y="303"/>
                  </a:lnTo>
                  <a:lnTo>
                    <a:pt x="124" y="289"/>
                  </a:lnTo>
                  <a:lnTo>
                    <a:pt x="101" y="262"/>
                  </a:lnTo>
                  <a:lnTo>
                    <a:pt x="81" y="233"/>
                  </a:lnTo>
                  <a:lnTo>
                    <a:pt x="64" y="204"/>
                  </a:lnTo>
                  <a:lnTo>
                    <a:pt x="50" y="175"/>
                  </a:lnTo>
                  <a:lnTo>
                    <a:pt x="37" y="147"/>
                  </a:lnTo>
                  <a:lnTo>
                    <a:pt x="28" y="119"/>
                  </a:lnTo>
                  <a:lnTo>
                    <a:pt x="22" y="92"/>
                  </a:lnTo>
                  <a:lnTo>
                    <a:pt x="18" y="68"/>
                  </a:lnTo>
                  <a:lnTo>
                    <a:pt x="14" y="30"/>
                  </a:lnTo>
                  <a:lnTo>
                    <a:pt x="13" y="8"/>
                  </a:lnTo>
                  <a:lnTo>
                    <a:pt x="10" y="0"/>
                  </a:lnTo>
                  <a:lnTo>
                    <a:pt x="3" y="5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2" name="Freeform 90"/>
            <p:cNvSpPr>
              <a:spLocks/>
            </p:cNvSpPr>
            <p:nvPr/>
          </p:nvSpPr>
          <p:spPr bwMode="gray">
            <a:xfrm>
              <a:off x="1440" y="2554"/>
              <a:ext cx="24" cy="154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42" y="7"/>
                </a:cxn>
                <a:cxn ang="0">
                  <a:pos x="32" y="24"/>
                </a:cxn>
                <a:cxn ang="0">
                  <a:pos x="19" y="53"/>
                </a:cxn>
                <a:cxn ang="0">
                  <a:pos x="6" y="91"/>
                </a:cxn>
                <a:cxn ang="0">
                  <a:pos x="0" y="137"/>
                </a:cxn>
                <a:cxn ang="0">
                  <a:pos x="1" y="189"/>
                </a:cxn>
                <a:cxn ang="0">
                  <a:pos x="13" y="245"/>
                </a:cxn>
                <a:cxn ang="0">
                  <a:pos x="41" y="306"/>
                </a:cxn>
                <a:cxn ang="0">
                  <a:pos x="38" y="299"/>
                </a:cxn>
                <a:cxn ang="0">
                  <a:pos x="31" y="281"/>
                </a:cxn>
                <a:cxn ang="0">
                  <a:pos x="21" y="252"/>
                </a:cxn>
                <a:cxn ang="0">
                  <a:pos x="13" y="213"/>
                </a:cxn>
                <a:cxn ang="0">
                  <a:pos x="9" y="168"/>
                </a:cxn>
                <a:cxn ang="0">
                  <a:pos x="11" y="116"/>
                </a:cxn>
                <a:cxn ang="0">
                  <a:pos x="23" y="60"/>
                </a:cxn>
                <a:cxn ang="0">
                  <a:pos x="47" y="0"/>
                </a:cxn>
              </a:cxnLst>
              <a:rect l="0" t="0" r="r" b="b"/>
              <a:pathLst>
                <a:path w="47" h="306">
                  <a:moveTo>
                    <a:pt x="47" y="0"/>
                  </a:moveTo>
                  <a:lnTo>
                    <a:pt x="42" y="7"/>
                  </a:lnTo>
                  <a:lnTo>
                    <a:pt x="32" y="24"/>
                  </a:lnTo>
                  <a:lnTo>
                    <a:pt x="19" y="53"/>
                  </a:lnTo>
                  <a:lnTo>
                    <a:pt x="6" y="91"/>
                  </a:lnTo>
                  <a:lnTo>
                    <a:pt x="0" y="137"/>
                  </a:lnTo>
                  <a:lnTo>
                    <a:pt x="1" y="189"/>
                  </a:lnTo>
                  <a:lnTo>
                    <a:pt x="13" y="245"/>
                  </a:lnTo>
                  <a:lnTo>
                    <a:pt x="41" y="306"/>
                  </a:lnTo>
                  <a:lnTo>
                    <a:pt x="38" y="299"/>
                  </a:lnTo>
                  <a:lnTo>
                    <a:pt x="31" y="281"/>
                  </a:lnTo>
                  <a:lnTo>
                    <a:pt x="21" y="252"/>
                  </a:lnTo>
                  <a:lnTo>
                    <a:pt x="13" y="213"/>
                  </a:lnTo>
                  <a:lnTo>
                    <a:pt x="9" y="168"/>
                  </a:lnTo>
                  <a:lnTo>
                    <a:pt x="11" y="116"/>
                  </a:lnTo>
                  <a:lnTo>
                    <a:pt x="23" y="6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3" name="Freeform 91"/>
            <p:cNvSpPr>
              <a:spLocks/>
            </p:cNvSpPr>
            <p:nvPr/>
          </p:nvSpPr>
          <p:spPr bwMode="gray">
            <a:xfrm>
              <a:off x="1486" y="2543"/>
              <a:ext cx="49" cy="1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9" y="24"/>
                </a:cxn>
                <a:cxn ang="0">
                  <a:pos x="38" y="54"/>
                </a:cxn>
                <a:cxn ang="0">
                  <a:pos x="58" y="95"/>
                </a:cxn>
                <a:cxn ang="0">
                  <a:pos x="76" y="147"/>
                </a:cxn>
                <a:cxn ang="0">
                  <a:pos x="88" y="208"/>
                </a:cxn>
                <a:cxn ang="0">
                  <a:pos x="91" y="280"/>
                </a:cxn>
                <a:cxn ang="0">
                  <a:pos x="80" y="359"/>
                </a:cxn>
                <a:cxn ang="0">
                  <a:pos x="83" y="350"/>
                </a:cxn>
                <a:cxn ang="0">
                  <a:pos x="89" y="323"/>
                </a:cxn>
                <a:cxn ang="0">
                  <a:pos x="95" y="284"/>
                </a:cxn>
                <a:cxn ang="0">
                  <a:pos x="98" y="235"/>
                </a:cxn>
                <a:cxn ang="0">
                  <a:pos x="93" y="178"/>
                </a:cxn>
                <a:cxn ang="0">
                  <a:pos x="77" y="117"/>
                </a:cxn>
                <a:cxn ang="0">
                  <a:pos x="47" y="57"/>
                </a:cxn>
                <a:cxn ang="0">
                  <a:pos x="0" y="0"/>
                </a:cxn>
              </a:cxnLst>
              <a:rect l="0" t="0" r="r" b="b"/>
              <a:pathLst>
                <a:path w="98" h="359">
                  <a:moveTo>
                    <a:pt x="0" y="0"/>
                  </a:moveTo>
                  <a:lnTo>
                    <a:pt x="5" y="5"/>
                  </a:lnTo>
                  <a:lnTo>
                    <a:pt x="19" y="24"/>
                  </a:lnTo>
                  <a:lnTo>
                    <a:pt x="38" y="54"/>
                  </a:lnTo>
                  <a:lnTo>
                    <a:pt x="58" y="95"/>
                  </a:lnTo>
                  <a:lnTo>
                    <a:pt x="76" y="147"/>
                  </a:lnTo>
                  <a:lnTo>
                    <a:pt x="88" y="208"/>
                  </a:lnTo>
                  <a:lnTo>
                    <a:pt x="91" y="280"/>
                  </a:lnTo>
                  <a:lnTo>
                    <a:pt x="80" y="359"/>
                  </a:lnTo>
                  <a:lnTo>
                    <a:pt x="83" y="350"/>
                  </a:lnTo>
                  <a:lnTo>
                    <a:pt x="89" y="323"/>
                  </a:lnTo>
                  <a:lnTo>
                    <a:pt x="95" y="284"/>
                  </a:lnTo>
                  <a:lnTo>
                    <a:pt x="98" y="235"/>
                  </a:lnTo>
                  <a:lnTo>
                    <a:pt x="93" y="178"/>
                  </a:lnTo>
                  <a:lnTo>
                    <a:pt x="77" y="117"/>
                  </a:lnTo>
                  <a:lnTo>
                    <a:pt x="47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4" name="Freeform 92"/>
            <p:cNvSpPr>
              <a:spLocks/>
            </p:cNvSpPr>
            <p:nvPr/>
          </p:nvSpPr>
          <p:spPr bwMode="gray">
            <a:xfrm>
              <a:off x="1531" y="2541"/>
              <a:ext cx="57" cy="160"/>
            </a:xfrm>
            <a:custGeom>
              <a:avLst/>
              <a:gdLst/>
              <a:ahLst/>
              <a:cxnLst>
                <a:cxn ang="0">
                  <a:pos x="12" y="319"/>
                </a:cxn>
                <a:cxn ang="0">
                  <a:pos x="15" y="316"/>
                </a:cxn>
                <a:cxn ang="0">
                  <a:pos x="19" y="306"/>
                </a:cxn>
                <a:cxn ang="0">
                  <a:pos x="25" y="289"/>
                </a:cxn>
                <a:cxn ang="0">
                  <a:pos x="32" y="265"/>
                </a:cxn>
                <a:cxn ang="0">
                  <a:pos x="37" y="235"/>
                </a:cxn>
                <a:cxn ang="0">
                  <a:pos x="38" y="200"/>
                </a:cxn>
                <a:cxn ang="0">
                  <a:pos x="35" y="157"/>
                </a:cxn>
                <a:cxn ang="0">
                  <a:pos x="27" y="107"/>
                </a:cxn>
                <a:cxn ang="0">
                  <a:pos x="26" y="104"/>
                </a:cxn>
                <a:cxn ang="0">
                  <a:pos x="22" y="95"/>
                </a:cxn>
                <a:cxn ang="0">
                  <a:pos x="17" y="82"/>
                </a:cxn>
                <a:cxn ang="0">
                  <a:pos x="11" y="66"/>
                </a:cxn>
                <a:cxn ang="0">
                  <a:pos x="5" y="49"/>
                </a:cxn>
                <a:cxn ang="0">
                  <a:pos x="2" y="32"/>
                </a:cxn>
                <a:cxn ang="0">
                  <a:pos x="0" y="20"/>
                </a:cxn>
                <a:cxn ang="0">
                  <a:pos x="2" y="9"/>
                </a:cxn>
                <a:cxn ang="0">
                  <a:pos x="5" y="4"/>
                </a:cxn>
                <a:cxn ang="0">
                  <a:pos x="9" y="0"/>
                </a:cxn>
                <a:cxn ang="0">
                  <a:pos x="12" y="0"/>
                </a:cxn>
                <a:cxn ang="0">
                  <a:pos x="16" y="2"/>
                </a:cxn>
                <a:cxn ang="0">
                  <a:pos x="20" y="6"/>
                </a:cxn>
                <a:cxn ang="0">
                  <a:pos x="26" y="12"/>
                </a:cxn>
                <a:cxn ang="0">
                  <a:pos x="33" y="20"/>
                </a:cxn>
                <a:cxn ang="0">
                  <a:pos x="41" y="28"/>
                </a:cxn>
                <a:cxn ang="0">
                  <a:pos x="50" y="38"/>
                </a:cxn>
                <a:cxn ang="0">
                  <a:pos x="61" y="50"/>
                </a:cxn>
                <a:cxn ang="0">
                  <a:pos x="70" y="65"/>
                </a:cxn>
                <a:cxn ang="0">
                  <a:pos x="79" y="82"/>
                </a:cxn>
                <a:cxn ang="0">
                  <a:pos x="88" y="103"/>
                </a:cxn>
                <a:cxn ang="0">
                  <a:pos x="96" y="128"/>
                </a:cxn>
                <a:cxn ang="0">
                  <a:pos x="104" y="157"/>
                </a:cxn>
                <a:cxn ang="0">
                  <a:pos x="113" y="190"/>
                </a:cxn>
                <a:cxn ang="0">
                  <a:pos x="111" y="191"/>
                </a:cxn>
                <a:cxn ang="0">
                  <a:pos x="109" y="194"/>
                </a:cxn>
                <a:cxn ang="0">
                  <a:pos x="106" y="191"/>
                </a:cxn>
                <a:cxn ang="0">
                  <a:pos x="104" y="182"/>
                </a:cxn>
                <a:cxn ang="0">
                  <a:pos x="103" y="172"/>
                </a:cxn>
                <a:cxn ang="0">
                  <a:pos x="99" y="156"/>
                </a:cxn>
                <a:cxn ang="0">
                  <a:pos x="93" y="137"/>
                </a:cxn>
                <a:cxn ang="0">
                  <a:pos x="85" y="117"/>
                </a:cxn>
                <a:cxn ang="0">
                  <a:pos x="76" y="97"/>
                </a:cxn>
                <a:cxn ang="0">
                  <a:pos x="66" y="77"/>
                </a:cxn>
                <a:cxn ang="0">
                  <a:pos x="57" y="61"/>
                </a:cxn>
                <a:cxn ang="0">
                  <a:pos x="48" y="49"/>
                </a:cxn>
                <a:cxn ang="0">
                  <a:pos x="40" y="39"/>
                </a:cxn>
                <a:cxn ang="0">
                  <a:pos x="32" y="32"/>
                </a:cxn>
                <a:cxn ang="0">
                  <a:pos x="26" y="28"/>
                </a:cxn>
                <a:cxn ang="0">
                  <a:pos x="22" y="26"/>
                </a:cxn>
                <a:cxn ang="0">
                  <a:pos x="18" y="27"/>
                </a:cxn>
                <a:cxn ang="0">
                  <a:pos x="17" y="30"/>
                </a:cxn>
                <a:cxn ang="0">
                  <a:pos x="18" y="36"/>
                </a:cxn>
                <a:cxn ang="0">
                  <a:pos x="20" y="46"/>
                </a:cxn>
                <a:cxn ang="0">
                  <a:pos x="26" y="64"/>
                </a:cxn>
                <a:cxn ang="0">
                  <a:pos x="34" y="91"/>
                </a:cxn>
                <a:cxn ang="0">
                  <a:pos x="42" y="127"/>
                </a:cxn>
                <a:cxn ang="0">
                  <a:pos x="48" y="166"/>
                </a:cxn>
                <a:cxn ang="0">
                  <a:pos x="49" y="208"/>
                </a:cxn>
                <a:cxn ang="0">
                  <a:pos x="46" y="249"/>
                </a:cxn>
                <a:cxn ang="0">
                  <a:pos x="34" y="287"/>
                </a:cxn>
                <a:cxn ang="0">
                  <a:pos x="12" y="319"/>
                </a:cxn>
              </a:cxnLst>
              <a:rect l="0" t="0" r="r" b="b"/>
              <a:pathLst>
                <a:path w="113" h="319">
                  <a:moveTo>
                    <a:pt x="12" y="319"/>
                  </a:moveTo>
                  <a:lnTo>
                    <a:pt x="15" y="316"/>
                  </a:lnTo>
                  <a:lnTo>
                    <a:pt x="19" y="306"/>
                  </a:lnTo>
                  <a:lnTo>
                    <a:pt x="25" y="289"/>
                  </a:lnTo>
                  <a:lnTo>
                    <a:pt x="32" y="265"/>
                  </a:lnTo>
                  <a:lnTo>
                    <a:pt x="37" y="235"/>
                  </a:lnTo>
                  <a:lnTo>
                    <a:pt x="38" y="200"/>
                  </a:lnTo>
                  <a:lnTo>
                    <a:pt x="35" y="157"/>
                  </a:lnTo>
                  <a:lnTo>
                    <a:pt x="27" y="107"/>
                  </a:lnTo>
                  <a:lnTo>
                    <a:pt x="26" y="104"/>
                  </a:lnTo>
                  <a:lnTo>
                    <a:pt x="22" y="95"/>
                  </a:lnTo>
                  <a:lnTo>
                    <a:pt x="17" y="82"/>
                  </a:lnTo>
                  <a:lnTo>
                    <a:pt x="11" y="66"/>
                  </a:lnTo>
                  <a:lnTo>
                    <a:pt x="5" y="49"/>
                  </a:lnTo>
                  <a:lnTo>
                    <a:pt x="2" y="32"/>
                  </a:lnTo>
                  <a:lnTo>
                    <a:pt x="0" y="20"/>
                  </a:lnTo>
                  <a:lnTo>
                    <a:pt x="2" y="9"/>
                  </a:lnTo>
                  <a:lnTo>
                    <a:pt x="5" y="4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6" y="12"/>
                  </a:lnTo>
                  <a:lnTo>
                    <a:pt x="33" y="20"/>
                  </a:lnTo>
                  <a:lnTo>
                    <a:pt x="41" y="28"/>
                  </a:lnTo>
                  <a:lnTo>
                    <a:pt x="50" y="38"/>
                  </a:lnTo>
                  <a:lnTo>
                    <a:pt x="61" y="50"/>
                  </a:lnTo>
                  <a:lnTo>
                    <a:pt x="70" y="65"/>
                  </a:lnTo>
                  <a:lnTo>
                    <a:pt x="79" y="82"/>
                  </a:lnTo>
                  <a:lnTo>
                    <a:pt x="88" y="103"/>
                  </a:lnTo>
                  <a:lnTo>
                    <a:pt x="96" y="128"/>
                  </a:lnTo>
                  <a:lnTo>
                    <a:pt x="104" y="157"/>
                  </a:lnTo>
                  <a:lnTo>
                    <a:pt x="113" y="190"/>
                  </a:lnTo>
                  <a:lnTo>
                    <a:pt x="111" y="191"/>
                  </a:lnTo>
                  <a:lnTo>
                    <a:pt x="109" y="194"/>
                  </a:lnTo>
                  <a:lnTo>
                    <a:pt x="106" y="191"/>
                  </a:lnTo>
                  <a:lnTo>
                    <a:pt x="104" y="182"/>
                  </a:lnTo>
                  <a:lnTo>
                    <a:pt x="103" y="172"/>
                  </a:lnTo>
                  <a:lnTo>
                    <a:pt x="99" y="156"/>
                  </a:lnTo>
                  <a:lnTo>
                    <a:pt x="93" y="137"/>
                  </a:lnTo>
                  <a:lnTo>
                    <a:pt x="85" y="117"/>
                  </a:lnTo>
                  <a:lnTo>
                    <a:pt x="76" y="97"/>
                  </a:lnTo>
                  <a:lnTo>
                    <a:pt x="66" y="77"/>
                  </a:lnTo>
                  <a:lnTo>
                    <a:pt x="57" y="61"/>
                  </a:lnTo>
                  <a:lnTo>
                    <a:pt x="48" y="49"/>
                  </a:lnTo>
                  <a:lnTo>
                    <a:pt x="40" y="39"/>
                  </a:lnTo>
                  <a:lnTo>
                    <a:pt x="32" y="32"/>
                  </a:lnTo>
                  <a:lnTo>
                    <a:pt x="26" y="28"/>
                  </a:lnTo>
                  <a:lnTo>
                    <a:pt x="22" y="26"/>
                  </a:lnTo>
                  <a:lnTo>
                    <a:pt x="18" y="27"/>
                  </a:lnTo>
                  <a:lnTo>
                    <a:pt x="17" y="30"/>
                  </a:lnTo>
                  <a:lnTo>
                    <a:pt x="18" y="36"/>
                  </a:lnTo>
                  <a:lnTo>
                    <a:pt x="20" y="46"/>
                  </a:lnTo>
                  <a:lnTo>
                    <a:pt x="26" y="64"/>
                  </a:lnTo>
                  <a:lnTo>
                    <a:pt x="34" y="91"/>
                  </a:lnTo>
                  <a:lnTo>
                    <a:pt x="42" y="127"/>
                  </a:lnTo>
                  <a:lnTo>
                    <a:pt x="48" y="166"/>
                  </a:lnTo>
                  <a:lnTo>
                    <a:pt x="49" y="208"/>
                  </a:lnTo>
                  <a:lnTo>
                    <a:pt x="46" y="249"/>
                  </a:lnTo>
                  <a:lnTo>
                    <a:pt x="34" y="287"/>
                  </a:lnTo>
                  <a:lnTo>
                    <a:pt x="12" y="31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5" name="Freeform 93"/>
            <p:cNvSpPr>
              <a:spLocks/>
            </p:cNvSpPr>
            <p:nvPr/>
          </p:nvSpPr>
          <p:spPr bwMode="gray">
            <a:xfrm>
              <a:off x="1496" y="2496"/>
              <a:ext cx="100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6" y="2"/>
                </a:cxn>
                <a:cxn ang="0">
                  <a:pos x="13" y="5"/>
                </a:cxn>
                <a:cxn ang="0">
                  <a:pos x="21" y="9"/>
                </a:cxn>
                <a:cxn ang="0">
                  <a:pos x="32" y="15"/>
                </a:cxn>
                <a:cxn ang="0">
                  <a:pos x="45" y="22"/>
                </a:cxn>
                <a:cxn ang="0">
                  <a:pos x="59" y="30"/>
                </a:cxn>
                <a:cxn ang="0">
                  <a:pos x="74" y="40"/>
                </a:cxn>
                <a:cxn ang="0">
                  <a:pos x="89" y="53"/>
                </a:cxn>
                <a:cxn ang="0">
                  <a:pos x="105" y="67"/>
                </a:cxn>
                <a:cxn ang="0">
                  <a:pos x="122" y="82"/>
                </a:cxn>
                <a:cxn ang="0">
                  <a:pos x="138" y="100"/>
                </a:cxn>
                <a:cxn ang="0">
                  <a:pos x="155" y="120"/>
                </a:cxn>
                <a:cxn ang="0">
                  <a:pos x="170" y="142"/>
                </a:cxn>
                <a:cxn ang="0">
                  <a:pos x="185" y="167"/>
                </a:cxn>
                <a:cxn ang="0">
                  <a:pos x="198" y="194"/>
                </a:cxn>
                <a:cxn ang="0">
                  <a:pos x="200" y="194"/>
                </a:cxn>
                <a:cxn ang="0">
                  <a:pos x="202" y="193"/>
                </a:cxn>
                <a:cxn ang="0">
                  <a:pos x="201" y="185"/>
                </a:cxn>
                <a:cxn ang="0">
                  <a:pos x="193" y="165"/>
                </a:cxn>
                <a:cxn ang="0">
                  <a:pos x="189" y="158"/>
                </a:cxn>
                <a:cxn ang="0">
                  <a:pos x="183" y="149"/>
                </a:cxn>
                <a:cxn ang="0">
                  <a:pos x="178" y="138"/>
                </a:cxn>
                <a:cxn ang="0">
                  <a:pos x="170" y="127"/>
                </a:cxn>
                <a:cxn ang="0">
                  <a:pos x="160" y="115"/>
                </a:cxn>
                <a:cxn ang="0">
                  <a:pos x="151" y="103"/>
                </a:cxn>
                <a:cxn ang="0">
                  <a:pos x="140" y="89"/>
                </a:cxn>
                <a:cxn ang="0">
                  <a:pos x="128" y="76"/>
                </a:cxn>
                <a:cxn ang="0">
                  <a:pos x="115" y="64"/>
                </a:cxn>
                <a:cxn ang="0">
                  <a:pos x="102" y="51"/>
                </a:cxn>
                <a:cxn ang="0">
                  <a:pos x="87" y="39"/>
                </a:cxn>
                <a:cxn ang="0">
                  <a:pos x="70" y="28"/>
                </a:cxn>
                <a:cxn ang="0">
                  <a:pos x="54" y="19"/>
                </a:cxn>
                <a:cxn ang="0">
                  <a:pos x="37" y="11"/>
                </a:cxn>
                <a:cxn ang="0">
                  <a:pos x="19" y="5"/>
                </a:cxn>
                <a:cxn ang="0">
                  <a:pos x="0" y="0"/>
                </a:cxn>
              </a:cxnLst>
              <a:rect l="0" t="0" r="r" b="b"/>
              <a:pathLst>
                <a:path w="202" h="194">
                  <a:moveTo>
                    <a:pt x="0" y="0"/>
                  </a:moveTo>
                  <a:lnTo>
                    <a:pt x="1" y="0"/>
                  </a:lnTo>
                  <a:lnTo>
                    <a:pt x="6" y="2"/>
                  </a:lnTo>
                  <a:lnTo>
                    <a:pt x="13" y="5"/>
                  </a:lnTo>
                  <a:lnTo>
                    <a:pt x="21" y="9"/>
                  </a:lnTo>
                  <a:lnTo>
                    <a:pt x="32" y="15"/>
                  </a:lnTo>
                  <a:lnTo>
                    <a:pt x="45" y="22"/>
                  </a:lnTo>
                  <a:lnTo>
                    <a:pt x="59" y="30"/>
                  </a:lnTo>
                  <a:lnTo>
                    <a:pt x="74" y="40"/>
                  </a:lnTo>
                  <a:lnTo>
                    <a:pt x="89" y="53"/>
                  </a:lnTo>
                  <a:lnTo>
                    <a:pt x="105" y="67"/>
                  </a:lnTo>
                  <a:lnTo>
                    <a:pt x="122" y="82"/>
                  </a:lnTo>
                  <a:lnTo>
                    <a:pt x="138" y="100"/>
                  </a:lnTo>
                  <a:lnTo>
                    <a:pt x="155" y="120"/>
                  </a:lnTo>
                  <a:lnTo>
                    <a:pt x="170" y="142"/>
                  </a:lnTo>
                  <a:lnTo>
                    <a:pt x="185" y="167"/>
                  </a:lnTo>
                  <a:lnTo>
                    <a:pt x="198" y="194"/>
                  </a:lnTo>
                  <a:lnTo>
                    <a:pt x="200" y="194"/>
                  </a:lnTo>
                  <a:lnTo>
                    <a:pt x="202" y="193"/>
                  </a:lnTo>
                  <a:lnTo>
                    <a:pt x="201" y="185"/>
                  </a:lnTo>
                  <a:lnTo>
                    <a:pt x="193" y="165"/>
                  </a:lnTo>
                  <a:lnTo>
                    <a:pt x="189" y="158"/>
                  </a:lnTo>
                  <a:lnTo>
                    <a:pt x="183" y="149"/>
                  </a:lnTo>
                  <a:lnTo>
                    <a:pt x="178" y="138"/>
                  </a:lnTo>
                  <a:lnTo>
                    <a:pt x="170" y="127"/>
                  </a:lnTo>
                  <a:lnTo>
                    <a:pt x="160" y="115"/>
                  </a:lnTo>
                  <a:lnTo>
                    <a:pt x="151" y="103"/>
                  </a:lnTo>
                  <a:lnTo>
                    <a:pt x="140" y="89"/>
                  </a:lnTo>
                  <a:lnTo>
                    <a:pt x="128" y="76"/>
                  </a:lnTo>
                  <a:lnTo>
                    <a:pt x="115" y="64"/>
                  </a:lnTo>
                  <a:lnTo>
                    <a:pt x="102" y="51"/>
                  </a:lnTo>
                  <a:lnTo>
                    <a:pt x="87" y="39"/>
                  </a:lnTo>
                  <a:lnTo>
                    <a:pt x="70" y="28"/>
                  </a:lnTo>
                  <a:lnTo>
                    <a:pt x="54" y="19"/>
                  </a:lnTo>
                  <a:lnTo>
                    <a:pt x="37" y="11"/>
                  </a:lnTo>
                  <a:lnTo>
                    <a:pt x="1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6" name="Freeform 94"/>
            <p:cNvSpPr>
              <a:spLocks/>
            </p:cNvSpPr>
            <p:nvPr/>
          </p:nvSpPr>
          <p:spPr bwMode="gray">
            <a:xfrm>
              <a:off x="1543" y="2534"/>
              <a:ext cx="162" cy="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9" y="5"/>
                </a:cxn>
                <a:cxn ang="0">
                  <a:pos x="19" y="10"/>
                </a:cxn>
                <a:cxn ang="0">
                  <a:pos x="34" y="16"/>
                </a:cxn>
                <a:cxn ang="0">
                  <a:pos x="52" y="25"/>
                </a:cxn>
                <a:cxn ang="0">
                  <a:pos x="71" y="35"/>
                </a:cxn>
                <a:cxn ang="0">
                  <a:pos x="93" y="46"/>
                </a:cxn>
                <a:cxn ang="0">
                  <a:pos x="117" y="59"/>
                </a:cxn>
                <a:cxn ang="0">
                  <a:pos x="143" y="73"/>
                </a:cxn>
                <a:cxn ang="0">
                  <a:pos x="168" y="88"/>
                </a:cxn>
                <a:cxn ang="0">
                  <a:pos x="195" y="104"/>
                </a:cxn>
                <a:cxn ang="0">
                  <a:pos x="221" y="120"/>
                </a:cxn>
                <a:cxn ang="0">
                  <a:pos x="246" y="137"/>
                </a:cxn>
                <a:cxn ang="0">
                  <a:pos x="271" y="156"/>
                </a:cxn>
                <a:cxn ang="0">
                  <a:pos x="294" y="174"/>
                </a:cxn>
                <a:cxn ang="0">
                  <a:pos x="314" y="193"/>
                </a:cxn>
                <a:cxn ang="0">
                  <a:pos x="316" y="193"/>
                </a:cxn>
                <a:cxn ang="0">
                  <a:pos x="319" y="194"/>
                </a:cxn>
                <a:cxn ang="0">
                  <a:pos x="321" y="194"/>
                </a:cxn>
                <a:cxn ang="0">
                  <a:pos x="324" y="193"/>
                </a:cxn>
                <a:cxn ang="0">
                  <a:pos x="324" y="189"/>
                </a:cxn>
                <a:cxn ang="0">
                  <a:pos x="319" y="185"/>
                </a:cxn>
                <a:cxn ang="0">
                  <a:pos x="310" y="177"/>
                </a:cxn>
                <a:cxn ang="0">
                  <a:pos x="295" y="164"/>
                </a:cxn>
                <a:cxn ang="0">
                  <a:pos x="284" y="156"/>
                </a:cxn>
                <a:cxn ang="0">
                  <a:pos x="273" y="146"/>
                </a:cxn>
                <a:cxn ang="0">
                  <a:pos x="258" y="135"/>
                </a:cxn>
                <a:cxn ang="0">
                  <a:pos x="243" y="123"/>
                </a:cxn>
                <a:cxn ang="0">
                  <a:pos x="227" y="110"/>
                </a:cxn>
                <a:cxn ang="0">
                  <a:pos x="208" y="97"/>
                </a:cxn>
                <a:cxn ang="0">
                  <a:pos x="189" y="83"/>
                </a:cxn>
                <a:cxn ang="0">
                  <a:pos x="169" y="69"/>
                </a:cxn>
                <a:cxn ang="0">
                  <a:pos x="148" y="57"/>
                </a:cxn>
                <a:cxn ang="0">
                  <a:pos x="128" y="45"/>
                </a:cxn>
                <a:cxn ang="0">
                  <a:pos x="106" y="34"/>
                </a:cxn>
                <a:cxn ang="0">
                  <a:pos x="85" y="23"/>
                </a:cxn>
                <a:cxn ang="0">
                  <a:pos x="63" y="14"/>
                </a:cxn>
                <a:cxn ang="0">
                  <a:pos x="41" y="7"/>
                </a:cxn>
                <a:cxn ang="0">
                  <a:pos x="21" y="3"/>
                </a:cxn>
                <a:cxn ang="0">
                  <a:pos x="0" y="0"/>
                </a:cxn>
              </a:cxnLst>
              <a:rect l="0" t="0" r="r" b="b"/>
              <a:pathLst>
                <a:path w="324" h="194">
                  <a:moveTo>
                    <a:pt x="0" y="0"/>
                  </a:moveTo>
                  <a:lnTo>
                    <a:pt x="2" y="2"/>
                  </a:lnTo>
                  <a:lnTo>
                    <a:pt x="9" y="5"/>
                  </a:lnTo>
                  <a:lnTo>
                    <a:pt x="19" y="10"/>
                  </a:lnTo>
                  <a:lnTo>
                    <a:pt x="34" y="16"/>
                  </a:lnTo>
                  <a:lnTo>
                    <a:pt x="52" y="25"/>
                  </a:lnTo>
                  <a:lnTo>
                    <a:pt x="71" y="35"/>
                  </a:lnTo>
                  <a:lnTo>
                    <a:pt x="93" y="46"/>
                  </a:lnTo>
                  <a:lnTo>
                    <a:pt x="117" y="59"/>
                  </a:lnTo>
                  <a:lnTo>
                    <a:pt x="143" y="73"/>
                  </a:lnTo>
                  <a:lnTo>
                    <a:pt x="168" y="88"/>
                  </a:lnTo>
                  <a:lnTo>
                    <a:pt x="195" y="104"/>
                  </a:lnTo>
                  <a:lnTo>
                    <a:pt x="221" y="120"/>
                  </a:lnTo>
                  <a:lnTo>
                    <a:pt x="246" y="137"/>
                  </a:lnTo>
                  <a:lnTo>
                    <a:pt x="271" y="156"/>
                  </a:lnTo>
                  <a:lnTo>
                    <a:pt x="294" y="174"/>
                  </a:lnTo>
                  <a:lnTo>
                    <a:pt x="314" y="193"/>
                  </a:lnTo>
                  <a:lnTo>
                    <a:pt x="316" y="193"/>
                  </a:lnTo>
                  <a:lnTo>
                    <a:pt x="319" y="194"/>
                  </a:lnTo>
                  <a:lnTo>
                    <a:pt x="321" y="194"/>
                  </a:lnTo>
                  <a:lnTo>
                    <a:pt x="324" y="193"/>
                  </a:lnTo>
                  <a:lnTo>
                    <a:pt x="324" y="189"/>
                  </a:lnTo>
                  <a:lnTo>
                    <a:pt x="319" y="185"/>
                  </a:lnTo>
                  <a:lnTo>
                    <a:pt x="310" y="177"/>
                  </a:lnTo>
                  <a:lnTo>
                    <a:pt x="295" y="164"/>
                  </a:lnTo>
                  <a:lnTo>
                    <a:pt x="284" y="156"/>
                  </a:lnTo>
                  <a:lnTo>
                    <a:pt x="273" y="146"/>
                  </a:lnTo>
                  <a:lnTo>
                    <a:pt x="258" y="135"/>
                  </a:lnTo>
                  <a:lnTo>
                    <a:pt x="243" y="123"/>
                  </a:lnTo>
                  <a:lnTo>
                    <a:pt x="227" y="110"/>
                  </a:lnTo>
                  <a:lnTo>
                    <a:pt x="208" y="97"/>
                  </a:lnTo>
                  <a:lnTo>
                    <a:pt x="189" y="83"/>
                  </a:lnTo>
                  <a:lnTo>
                    <a:pt x="169" y="69"/>
                  </a:lnTo>
                  <a:lnTo>
                    <a:pt x="148" y="57"/>
                  </a:lnTo>
                  <a:lnTo>
                    <a:pt x="128" y="45"/>
                  </a:lnTo>
                  <a:lnTo>
                    <a:pt x="106" y="34"/>
                  </a:lnTo>
                  <a:lnTo>
                    <a:pt x="85" y="23"/>
                  </a:lnTo>
                  <a:lnTo>
                    <a:pt x="63" y="14"/>
                  </a:lnTo>
                  <a:lnTo>
                    <a:pt x="41" y="7"/>
                  </a:lnTo>
                  <a:lnTo>
                    <a:pt x="2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7" name="Freeform 95"/>
            <p:cNvSpPr>
              <a:spLocks/>
            </p:cNvSpPr>
            <p:nvPr/>
          </p:nvSpPr>
          <p:spPr bwMode="gray">
            <a:xfrm>
              <a:off x="1629" y="2613"/>
              <a:ext cx="59" cy="13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6"/>
                </a:cxn>
                <a:cxn ang="0">
                  <a:pos x="15" y="22"/>
                </a:cxn>
                <a:cxn ang="0">
                  <a:pos x="33" y="49"/>
                </a:cxn>
                <a:cxn ang="0">
                  <a:pos x="51" y="82"/>
                </a:cxn>
                <a:cxn ang="0">
                  <a:pos x="72" y="121"/>
                </a:cxn>
                <a:cxn ang="0">
                  <a:pos x="91" y="165"/>
                </a:cxn>
                <a:cxn ang="0">
                  <a:pos x="108" y="213"/>
                </a:cxn>
                <a:cxn ang="0">
                  <a:pos x="119" y="262"/>
                </a:cxn>
                <a:cxn ang="0">
                  <a:pos x="117" y="254"/>
                </a:cxn>
                <a:cxn ang="0">
                  <a:pos x="109" y="233"/>
                </a:cxn>
                <a:cxn ang="0">
                  <a:pos x="96" y="202"/>
                </a:cxn>
                <a:cxn ang="0">
                  <a:pos x="81" y="163"/>
                </a:cxn>
                <a:cxn ang="0">
                  <a:pos x="63" y="120"/>
                </a:cxn>
                <a:cxn ang="0">
                  <a:pos x="42" y="77"/>
                </a:cxn>
                <a:cxn ang="0">
                  <a:pos x="21" y="36"/>
                </a:cxn>
                <a:cxn ang="0">
                  <a:pos x="0" y="0"/>
                </a:cxn>
              </a:cxnLst>
              <a:rect l="0" t="0" r="r" b="b"/>
              <a:pathLst>
                <a:path w="119" h="262">
                  <a:moveTo>
                    <a:pt x="0" y="0"/>
                  </a:moveTo>
                  <a:lnTo>
                    <a:pt x="5" y="6"/>
                  </a:lnTo>
                  <a:lnTo>
                    <a:pt x="15" y="22"/>
                  </a:lnTo>
                  <a:lnTo>
                    <a:pt x="33" y="49"/>
                  </a:lnTo>
                  <a:lnTo>
                    <a:pt x="51" y="82"/>
                  </a:lnTo>
                  <a:lnTo>
                    <a:pt x="72" y="121"/>
                  </a:lnTo>
                  <a:lnTo>
                    <a:pt x="91" y="165"/>
                  </a:lnTo>
                  <a:lnTo>
                    <a:pt x="108" y="213"/>
                  </a:lnTo>
                  <a:lnTo>
                    <a:pt x="119" y="262"/>
                  </a:lnTo>
                  <a:lnTo>
                    <a:pt x="117" y="254"/>
                  </a:lnTo>
                  <a:lnTo>
                    <a:pt x="109" y="233"/>
                  </a:lnTo>
                  <a:lnTo>
                    <a:pt x="96" y="202"/>
                  </a:lnTo>
                  <a:lnTo>
                    <a:pt x="81" y="163"/>
                  </a:lnTo>
                  <a:lnTo>
                    <a:pt x="63" y="120"/>
                  </a:lnTo>
                  <a:lnTo>
                    <a:pt x="42" y="77"/>
                  </a:lnTo>
                  <a:lnTo>
                    <a:pt x="21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8" name="Freeform 96"/>
            <p:cNvSpPr>
              <a:spLocks/>
            </p:cNvSpPr>
            <p:nvPr/>
          </p:nvSpPr>
          <p:spPr bwMode="gray">
            <a:xfrm>
              <a:off x="1096" y="2643"/>
              <a:ext cx="294" cy="291"/>
            </a:xfrm>
            <a:custGeom>
              <a:avLst/>
              <a:gdLst/>
              <a:ahLst/>
              <a:cxnLst>
                <a:cxn ang="0">
                  <a:pos x="3" y="25"/>
                </a:cxn>
                <a:cxn ang="0">
                  <a:pos x="28" y="18"/>
                </a:cxn>
                <a:cxn ang="0">
                  <a:pos x="76" y="8"/>
                </a:cxn>
                <a:cxn ang="0">
                  <a:pos x="139" y="1"/>
                </a:cxn>
                <a:cxn ang="0">
                  <a:pos x="215" y="2"/>
                </a:cxn>
                <a:cxn ang="0">
                  <a:pos x="300" y="16"/>
                </a:cxn>
                <a:cxn ang="0">
                  <a:pos x="389" y="48"/>
                </a:cxn>
                <a:cxn ang="0">
                  <a:pos x="479" y="105"/>
                </a:cxn>
                <a:cxn ang="0">
                  <a:pos x="527" y="149"/>
                </a:cxn>
                <a:cxn ang="0">
                  <a:pos x="559" y="189"/>
                </a:cxn>
                <a:cxn ang="0">
                  <a:pos x="586" y="254"/>
                </a:cxn>
                <a:cxn ang="0">
                  <a:pos x="572" y="325"/>
                </a:cxn>
                <a:cxn ang="0">
                  <a:pos x="533" y="361"/>
                </a:cxn>
                <a:cxn ang="0">
                  <a:pos x="503" y="381"/>
                </a:cxn>
                <a:cxn ang="0">
                  <a:pos x="472" y="414"/>
                </a:cxn>
                <a:cxn ang="0">
                  <a:pos x="466" y="447"/>
                </a:cxn>
                <a:cxn ang="0">
                  <a:pos x="507" y="471"/>
                </a:cxn>
                <a:cxn ang="0">
                  <a:pos x="547" y="499"/>
                </a:cxn>
                <a:cxn ang="0">
                  <a:pos x="569" y="531"/>
                </a:cxn>
                <a:cxn ang="0">
                  <a:pos x="561" y="566"/>
                </a:cxn>
                <a:cxn ang="0">
                  <a:pos x="544" y="582"/>
                </a:cxn>
                <a:cxn ang="0">
                  <a:pos x="554" y="569"/>
                </a:cxn>
                <a:cxn ang="0">
                  <a:pos x="561" y="549"/>
                </a:cxn>
                <a:cxn ang="0">
                  <a:pos x="550" y="523"/>
                </a:cxn>
                <a:cxn ang="0">
                  <a:pos x="515" y="498"/>
                </a:cxn>
                <a:cxn ang="0">
                  <a:pos x="474" y="475"/>
                </a:cxn>
                <a:cxn ang="0">
                  <a:pos x="447" y="449"/>
                </a:cxn>
                <a:cxn ang="0">
                  <a:pos x="444" y="421"/>
                </a:cxn>
                <a:cxn ang="0">
                  <a:pos x="477" y="386"/>
                </a:cxn>
                <a:cxn ang="0">
                  <a:pos x="522" y="348"/>
                </a:cxn>
                <a:cxn ang="0">
                  <a:pos x="552" y="300"/>
                </a:cxn>
                <a:cxn ang="0">
                  <a:pos x="542" y="232"/>
                </a:cxn>
                <a:cxn ang="0">
                  <a:pos x="499" y="164"/>
                </a:cxn>
                <a:cxn ang="0">
                  <a:pos x="455" y="121"/>
                </a:cxn>
                <a:cxn ang="0">
                  <a:pos x="403" y="85"/>
                </a:cxn>
                <a:cxn ang="0">
                  <a:pos x="343" y="58"/>
                </a:cxn>
                <a:cxn ang="0">
                  <a:pos x="275" y="37"/>
                </a:cxn>
                <a:cxn ang="0">
                  <a:pos x="202" y="24"/>
                </a:cxn>
                <a:cxn ang="0">
                  <a:pos x="124" y="18"/>
                </a:cxn>
                <a:cxn ang="0">
                  <a:pos x="42" y="22"/>
                </a:cxn>
              </a:cxnLst>
              <a:rect l="0" t="0" r="r" b="b"/>
              <a:pathLst>
                <a:path w="586" h="583">
                  <a:moveTo>
                    <a:pt x="0" y="27"/>
                  </a:moveTo>
                  <a:lnTo>
                    <a:pt x="3" y="25"/>
                  </a:lnTo>
                  <a:lnTo>
                    <a:pt x="12" y="22"/>
                  </a:lnTo>
                  <a:lnTo>
                    <a:pt x="28" y="18"/>
                  </a:lnTo>
                  <a:lnTo>
                    <a:pt x="49" y="13"/>
                  </a:lnTo>
                  <a:lnTo>
                    <a:pt x="76" y="8"/>
                  </a:lnTo>
                  <a:lnTo>
                    <a:pt x="106" y="5"/>
                  </a:lnTo>
                  <a:lnTo>
                    <a:pt x="139" y="1"/>
                  </a:lnTo>
                  <a:lnTo>
                    <a:pt x="176" y="0"/>
                  </a:lnTo>
                  <a:lnTo>
                    <a:pt x="215" y="2"/>
                  </a:lnTo>
                  <a:lnTo>
                    <a:pt x="258" y="7"/>
                  </a:lnTo>
                  <a:lnTo>
                    <a:pt x="300" y="16"/>
                  </a:lnTo>
                  <a:lnTo>
                    <a:pt x="345" y="30"/>
                  </a:lnTo>
                  <a:lnTo>
                    <a:pt x="389" y="48"/>
                  </a:lnTo>
                  <a:lnTo>
                    <a:pt x="434" y="74"/>
                  </a:lnTo>
                  <a:lnTo>
                    <a:pt x="479" y="105"/>
                  </a:lnTo>
                  <a:lnTo>
                    <a:pt x="522" y="143"/>
                  </a:lnTo>
                  <a:lnTo>
                    <a:pt x="527" y="149"/>
                  </a:lnTo>
                  <a:lnTo>
                    <a:pt x="541" y="165"/>
                  </a:lnTo>
                  <a:lnTo>
                    <a:pt x="559" y="189"/>
                  </a:lnTo>
                  <a:lnTo>
                    <a:pt x="575" y="219"/>
                  </a:lnTo>
                  <a:lnTo>
                    <a:pt x="586" y="254"/>
                  </a:lnTo>
                  <a:lnTo>
                    <a:pt x="586" y="289"/>
                  </a:lnTo>
                  <a:lnTo>
                    <a:pt x="572" y="325"/>
                  </a:lnTo>
                  <a:lnTo>
                    <a:pt x="538" y="357"/>
                  </a:lnTo>
                  <a:lnTo>
                    <a:pt x="533" y="361"/>
                  </a:lnTo>
                  <a:lnTo>
                    <a:pt x="521" y="369"/>
                  </a:lnTo>
                  <a:lnTo>
                    <a:pt x="503" y="381"/>
                  </a:lnTo>
                  <a:lnTo>
                    <a:pt x="486" y="398"/>
                  </a:lnTo>
                  <a:lnTo>
                    <a:pt x="472" y="414"/>
                  </a:lnTo>
                  <a:lnTo>
                    <a:pt x="464" y="431"/>
                  </a:lnTo>
                  <a:lnTo>
                    <a:pt x="466" y="447"/>
                  </a:lnTo>
                  <a:lnTo>
                    <a:pt x="482" y="460"/>
                  </a:lnTo>
                  <a:lnTo>
                    <a:pt x="507" y="471"/>
                  </a:lnTo>
                  <a:lnTo>
                    <a:pt x="529" y="485"/>
                  </a:lnTo>
                  <a:lnTo>
                    <a:pt x="547" y="499"/>
                  </a:lnTo>
                  <a:lnTo>
                    <a:pt x="562" y="515"/>
                  </a:lnTo>
                  <a:lnTo>
                    <a:pt x="569" y="531"/>
                  </a:lnTo>
                  <a:lnTo>
                    <a:pt x="570" y="549"/>
                  </a:lnTo>
                  <a:lnTo>
                    <a:pt x="561" y="566"/>
                  </a:lnTo>
                  <a:lnTo>
                    <a:pt x="541" y="583"/>
                  </a:lnTo>
                  <a:lnTo>
                    <a:pt x="544" y="582"/>
                  </a:lnTo>
                  <a:lnTo>
                    <a:pt x="548" y="576"/>
                  </a:lnTo>
                  <a:lnTo>
                    <a:pt x="554" y="569"/>
                  </a:lnTo>
                  <a:lnTo>
                    <a:pt x="559" y="560"/>
                  </a:lnTo>
                  <a:lnTo>
                    <a:pt x="561" y="549"/>
                  </a:lnTo>
                  <a:lnTo>
                    <a:pt x="559" y="536"/>
                  </a:lnTo>
                  <a:lnTo>
                    <a:pt x="550" y="523"/>
                  </a:lnTo>
                  <a:lnTo>
                    <a:pt x="535" y="511"/>
                  </a:lnTo>
                  <a:lnTo>
                    <a:pt x="515" y="498"/>
                  </a:lnTo>
                  <a:lnTo>
                    <a:pt x="494" y="486"/>
                  </a:lnTo>
                  <a:lnTo>
                    <a:pt x="474" y="475"/>
                  </a:lnTo>
                  <a:lnTo>
                    <a:pt x="458" y="462"/>
                  </a:lnTo>
                  <a:lnTo>
                    <a:pt x="447" y="449"/>
                  </a:lnTo>
                  <a:lnTo>
                    <a:pt x="441" y="436"/>
                  </a:lnTo>
                  <a:lnTo>
                    <a:pt x="444" y="421"/>
                  </a:lnTo>
                  <a:lnTo>
                    <a:pt x="457" y="403"/>
                  </a:lnTo>
                  <a:lnTo>
                    <a:pt x="477" y="386"/>
                  </a:lnTo>
                  <a:lnTo>
                    <a:pt x="500" y="368"/>
                  </a:lnTo>
                  <a:lnTo>
                    <a:pt x="522" y="348"/>
                  </a:lnTo>
                  <a:lnTo>
                    <a:pt x="539" y="326"/>
                  </a:lnTo>
                  <a:lnTo>
                    <a:pt x="552" y="300"/>
                  </a:lnTo>
                  <a:lnTo>
                    <a:pt x="553" y="269"/>
                  </a:lnTo>
                  <a:lnTo>
                    <a:pt x="542" y="232"/>
                  </a:lnTo>
                  <a:lnTo>
                    <a:pt x="517" y="187"/>
                  </a:lnTo>
                  <a:lnTo>
                    <a:pt x="499" y="164"/>
                  </a:lnTo>
                  <a:lnTo>
                    <a:pt x="478" y="142"/>
                  </a:lnTo>
                  <a:lnTo>
                    <a:pt x="455" y="121"/>
                  </a:lnTo>
                  <a:lnTo>
                    <a:pt x="429" y="103"/>
                  </a:lnTo>
                  <a:lnTo>
                    <a:pt x="403" y="85"/>
                  </a:lnTo>
                  <a:lnTo>
                    <a:pt x="373" y="71"/>
                  </a:lnTo>
                  <a:lnTo>
                    <a:pt x="343" y="58"/>
                  </a:lnTo>
                  <a:lnTo>
                    <a:pt x="310" y="46"/>
                  </a:lnTo>
                  <a:lnTo>
                    <a:pt x="275" y="37"/>
                  </a:lnTo>
                  <a:lnTo>
                    <a:pt x="239" y="30"/>
                  </a:lnTo>
                  <a:lnTo>
                    <a:pt x="202" y="24"/>
                  </a:lnTo>
                  <a:lnTo>
                    <a:pt x="164" y="21"/>
                  </a:lnTo>
                  <a:lnTo>
                    <a:pt x="124" y="18"/>
                  </a:lnTo>
                  <a:lnTo>
                    <a:pt x="84" y="20"/>
                  </a:lnTo>
                  <a:lnTo>
                    <a:pt x="42" y="2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89" name="Freeform 97"/>
            <p:cNvSpPr>
              <a:spLocks/>
            </p:cNvSpPr>
            <p:nvPr/>
          </p:nvSpPr>
          <p:spPr bwMode="gray">
            <a:xfrm>
              <a:off x="1021" y="2697"/>
              <a:ext cx="241" cy="421"/>
            </a:xfrm>
            <a:custGeom>
              <a:avLst/>
              <a:gdLst/>
              <a:ahLst/>
              <a:cxnLst>
                <a:cxn ang="0">
                  <a:pos x="29" y="280"/>
                </a:cxn>
                <a:cxn ang="0">
                  <a:pos x="18" y="217"/>
                </a:cxn>
                <a:cxn ang="0">
                  <a:pos x="12" y="149"/>
                </a:cxn>
                <a:cxn ang="0">
                  <a:pos x="12" y="76"/>
                </a:cxn>
                <a:cxn ang="0">
                  <a:pos x="17" y="0"/>
                </a:cxn>
                <a:cxn ang="0">
                  <a:pos x="14" y="14"/>
                </a:cxn>
                <a:cxn ang="0">
                  <a:pos x="7" y="54"/>
                </a:cxn>
                <a:cxn ang="0">
                  <a:pos x="1" y="116"/>
                </a:cxn>
                <a:cxn ang="0">
                  <a:pos x="0" y="194"/>
                </a:cxn>
                <a:cxn ang="0">
                  <a:pos x="2" y="231"/>
                </a:cxn>
                <a:cxn ang="0">
                  <a:pos x="7" y="269"/>
                </a:cxn>
                <a:cxn ang="0">
                  <a:pos x="14" y="309"/>
                </a:cxn>
                <a:cxn ang="0">
                  <a:pos x="24" y="351"/>
                </a:cxn>
                <a:cxn ang="0">
                  <a:pos x="37" y="393"/>
                </a:cxn>
                <a:cxn ang="0">
                  <a:pos x="53" y="436"/>
                </a:cxn>
                <a:cxn ang="0">
                  <a:pos x="72" y="480"/>
                </a:cxn>
                <a:cxn ang="0">
                  <a:pos x="98" y="524"/>
                </a:cxn>
                <a:cxn ang="0">
                  <a:pos x="125" y="567"/>
                </a:cxn>
                <a:cxn ang="0">
                  <a:pos x="160" y="611"/>
                </a:cxn>
                <a:cxn ang="0">
                  <a:pos x="198" y="654"/>
                </a:cxn>
                <a:cxn ang="0">
                  <a:pos x="243" y="694"/>
                </a:cxn>
                <a:cxn ang="0">
                  <a:pos x="292" y="734"/>
                </a:cxn>
                <a:cxn ang="0">
                  <a:pos x="349" y="772"/>
                </a:cxn>
                <a:cxn ang="0">
                  <a:pos x="412" y="809"/>
                </a:cxn>
                <a:cxn ang="0">
                  <a:pos x="481" y="843"/>
                </a:cxn>
                <a:cxn ang="0">
                  <a:pos x="477" y="842"/>
                </a:cxn>
                <a:cxn ang="0">
                  <a:pos x="465" y="836"/>
                </a:cxn>
                <a:cxn ang="0">
                  <a:pos x="447" y="827"/>
                </a:cxn>
                <a:cxn ang="0">
                  <a:pos x="423" y="814"/>
                </a:cxn>
                <a:cxn ang="0">
                  <a:pos x="394" y="797"/>
                </a:cxn>
                <a:cxn ang="0">
                  <a:pos x="360" y="776"/>
                </a:cxn>
                <a:cxn ang="0">
                  <a:pos x="325" y="749"/>
                </a:cxn>
                <a:cxn ang="0">
                  <a:pos x="287" y="718"/>
                </a:cxn>
                <a:cxn ang="0">
                  <a:pos x="247" y="684"/>
                </a:cxn>
                <a:cxn ang="0">
                  <a:pos x="208" y="642"/>
                </a:cxn>
                <a:cxn ang="0">
                  <a:pos x="170" y="596"/>
                </a:cxn>
                <a:cxn ang="0">
                  <a:pos x="135" y="545"/>
                </a:cxn>
                <a:cxn ang="0">
                  <a:pos x="101" y="488"/>
                </a:cxn>
                <a:cxn ang="0">
                  <a:pos x="72" y="424"/>
                </a:cxn>
                <a:cxn ang="0">
                  <a:pos x="47" y="355"/>
                </a:cxn>
                <a:cxn ang="0">
                  <a:pos x="29" y="280"/>
                </a:cxn>
              </a:cxnLst>
              <a:rect l="0" t="0" r="r" b="b"/>
              <a:pathLst>
                <a:path w="481" h="843">
                  <a:moveTo>
                    <a:pt x="29" y="280"/>
                  </a:moveTo>
                  <a:lnTo>
                    <a:pt x="18" y="217"/>
                  </a:lnTo>
                  <a:lnTo>
                    <a:pt x="12" y="149"/>
                  </a:lnTo>
                  <a:lnTo>
                    <a:pt x="12" y="76"/>
                  </a:lnTo>
                  <a:lnTo>
                    <a:pt x="17" y="0"/>
                  </a:lnTo>
                  <a:lnTo>
                    <a:pt x="14" y="14"/>
                  </a:lnTo>
                  <a:lnTo>
                    <a:pt x="7" y="54"/>
                  </a:lnTo>
                  <a:lnTo>
                    <a:pt x="1" y="116"/>
                  </a:lnTo>
                  <a:lnTo>
                    <a:pt x="0" y="194"/>
                  </a:lnTo>
                  <a:lnTo>
                    <a:pt x="2" y="231"/>
                  </a:lnTo>
                  <a:lnTo>
                    <a:pt x="7" y="269"/>
                  </a:lnTo>
                  <a:lnTo>
                    <a:pt x="14" y="309"/>
                  </a:lnTo>
                  <a:lnTo>
                    <a:pt x="24" y="351"/>
                  </a:lnTo>
                  <a:lnTo>
                    <a:pt x="37" y="393"/>
                  </a:lnTo>
                  <a:lnTo>
                    <a:pt x="53" y="436"/>
                  </a:lnTo>
                  <a:lnTo>
                    <a:pt x="72" y="480"/>
                  </a:lnTo>
                  <a:lnTo>
                    <a:pt x="98" y="524"/>
                  </a:lnTo>
                  <a:lnTo>
                    <a:pt x="125" y="567"/>
                  </a:lnTo>
                  <a:lnTo>
                    <a:pt x="160" y="611"/>
                  </a:lnTo>
                  <a:lnTo>
                    <a:pt x="198" y="654"/>
                  </a:lnTo>
                  <a:lnTo>
                    <a:pt x="243" y="694"/>
                  </a:lnTo>
                  <a:lnTo>
                    <a:pt x="292" y="734"/>
                  </a:lnTo>
                  <a:lnTo>
                    <a:pt x="349" y="772"/>
                  </a:lnTo>
                  <a:lnTo>
                    <a:pt x="412" y="809"/>
                  </a:lnTo>
                  <a:lnTo>
                    <a:pt x="481" y="843"/>
                  </a:lnTo>
                  <a:lnTo>
                    <a:pt x="477" y="842"/>
                  </a:lnTo>
                  <a:lnTo>
                    <a:pt x="465" y="836"/>
                  </a:lnTo>
                  <a:lnTo>
                    <a:pt x="447" y="827"/>
                  </a:lnTo>
                  <a:lnTo>
                    <a:pt x="423" y="814"/>
                  </a:lnTo>
                  <a:lnTo>
                    <a:pt x="394" y="797"/>
                  </a:lnTo>
                  <a:lnTo>
                    <a:pt x="360" y="776"/>
                  </a:lnTo>
                  <a:lnTo>
                    <a:pt x="325" y="749"/>
                  </a:lnTo>
                  <a:lnTo>
                    <a:pt x="287" y="718"/>
                  </a:lnTo>
                  <a:lnTo>
                    <a:pt x="247" y="684"/>
                  </a:lnTo>
                  <a:lnTo>
                    <a:pt x="208" y="642"/>
                  </a:lnTo>
                  <a:lnTo>
                    <a:pt x="170" y="596"/>
                  </a:lnTo>
                  <a:lnTo>
                    <a:pt x="135" y="545"/>
                  </a:lnTo>
                  <a:lnTo>
                    <a:pt x="101" y="488"/>
                  </a:lnTo>
                  <a:lnTo>
                    <a:pt x="72" y="424"/>
                  </a:lnTo>
                  <a:lnTo>
                    <a:pt x="47" y="355"/>
                  </a:lnTo>
                  <a:lnTo>
                    <a:pt x="29" y="28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0" name="Freeform 98"/>
            <p:cNvSpPr>
              <a:spLocks/>
            </p:cNvSpPr>
            <p:nvPr/>
          </p:nvSpPr>
          <p:spPr bwMode="gray">
            <a:xfrm>
              <a:off x="1221" y="2933"/>
              <a:ext cx="212" cy="255"/>
            </a:xfrm>
            <a:custGeom>
              <a:avLst/>
              <a:gdLst/>
              <a:ahLst/>
              <a:cxnLst>
                <a:cxn ang="0">
                  <a:pos x="420" y="8"/>
                </a:cxn>
                <a:cxn ang="0">
                  <a:pos x="397" y="6"/>
                </a:cxn>
                <a:cxn ang="0">
                  <a:pos x="357" y="5"/>
                </a:cxn>
                <a:cxn ang="0">
                  <a:pos x="303" y="9"/>
                </a:cxn>
                <a:cxn ang="0">
                  <a:pos x="243" y="23"/>
                </a:cxn>
                <a:cxn ang="0">
                  <a:pos x="181" y="50"/>
                </a:cxn>
                <a:cxn ang="0">
                  <a:pos x="122" y="93"/>
                </a:cxn>
                <a:cxn ang="0">
                  <a:pos x="72" y="157"/>
                </a:cxn>
                <a:cxn ang="0">
                  <a:pos x="37" y="242"/>
                </a:cxn>
                <a:cxn ang="0">
                  <a:pos x="24" y="320"/>
                </a:cxn>
                <a:cxn ang="0">
                  <a:pos x="32" y="383"/>
                </a:cxn>
                <a:cxn ang="0">
                  <a:pos x="56" y="431"/>
                </a:cxn>
                <a:cxn ang="0">
                  <a:pos x="94" y="464"/>
                </a:cxn>
                <a:cxn ang="0">
                  <a:pos x="141" y="484"/>
                </a:cxn>
                <a:cxn ang="0">
                  <a:pos x="193" y="492"/>
                </a:cxn>
                <a:cxn ang="0">
                  <a:pos x="246" y="486"/>
                </a:cxn>
                <a:cxn ang="0">
                  <a:pos x="269" y="482"/>
                </a:cxn>
                <a:cxn ang="0">
                  <a:pos x="253" y="492"/>
                </a:cxn>
                <a:cxn ang="0">
                  <a:pos x="219" y="505"/>
                </a:cxn>
                <a:cxn ang="0">
                  <a:pos x="161" y="508"/>
                </a:cxn>
                <a:cxn ang="0">
                  <a:pos x="105" y="497"/>
                </a:cxn>
                <a:cxn ang="0">
                  <a:pos x="67" y="474"/>
                </a:cxn>
                <a:cxn ang="0">
                  <a:pos x="35" y="438"/>
                </a:cxn>
                <a:cxn ang="0">
                  <a:pos x="12" y="392"/>
                </a:cxn>
                <a:cxn ang="0">
                  <a:pos x="1" y="336"/>
                </a:cxn>
                <a:cxn ang="0">
                  <a:pos x="4" y="275"/>
                </a:cxn>
                <a:cxn ang="0">
                  <a:pos x="24" y="210"/>
                </a:cxn>
                <a:cxn ang="0">
                  <a:pos x="65" y="143"/>
                </a:cxn>
                <a:cxn ang="0">
                  <a:pos x="117" y="86"/>
                </a:cxn>
                <a:cxn ang="0">
                  <a:pos x="163" y="51"/>
                </a:cxn>
                <a:cxn ang="0">
                  <a:pos x="209" y="25"/>
                </a:cxn>
                <a:cxn ang="0">
                  <a:pos x="256" y="10"/>
                </a:cxn>
                <a:cxn ang="0">
                  <a:pos x="299" y="2"/>
                </a:cxn>
                <a:cxn ang="0">
                  <a:pos x="341" y="0"/>
                </a:cxn>
                <a:cxn ang="0">
                  <a:pos x="378" y="1"/>
                </a:cxn>
                <a:cxn ang="0">
                  <a:pos x="410" y="6"/>
                </a:cxn>
              </a:cxnLst>
              <a:rect l="0" t="0" r="r" b="b"/>
              <a:pathLst>
                <a:path w="424" h="508">
                  <a:moveTo>
                    <a:pt x="424" y="8"/>
                  </a:moveTo>
                  <a:lnTo>
                    <a:pt x="420" y="8"/>
                  </a:lnTo>
                  <a:lnTo>
                    <a:pt x="411" y="7"/>
                  </a:lnTo>
                  <a:lnTo>
                    <a:pt x="397" y="6"/>
                  </a:lnTo>
                  <a:lnTo>
                    <a:pt x="379" y="5"/>
                  </a:lnTo>
                  <a:lnTo>
                    <a:pt x="357" y="5"/>
                  </a:lnTo>
                  <a:lnTo>
                    <a:pt x="330" y="7"/>
                  </a:lnTo>
                  <a:lnTo>
                    <a:pt x="303" y="9"/>
                  </a:lnTo>
                  <a:lnTo>
                    <a:pt x="273" y="15"/>
                  </a:lnTo>
                  <a:lnTo>
                    <a:pt x="243" y="23"/>
                  </a:lnTo>
                  <a:lnTo>
                    <a:pt x="211" y="35"/>
                  </a:lnTo>
                  <a:lnTo>
                    <a:pt x="181" y="50"/>
                  </a:lnTo>
                  <a:lnTo>
                    <a:pt x="150" y="69"/>
                  </a:lnTo>
                  <a:lnTo>
                    <a:pt x="122" y="93"/>
                  </a:lnTo>
                  <a:lnTo>
                    <a:pt x="95" y="122"/>
                  </a:lnTo>
                  <a:lnTo>
                    <a:pt x="72" y="157"/>
                  </a:lnTo>
                  <a:lnTo>
                    <a:pt x="53" y="197"/>
                  </a:lnTo>
                  <a:lnTo>
                    <a:pt x="37" y="242"/>
                  </a:lnTo>
                  <a:lnTo>
                    <a:pt x="27" y="283"/>
                  </a:lnTo>
                  <a:lnTo>
                    <a:pt x="24" y="320"/>
                  </a:lnTo>
                  <a:lnTo>
                    <a:pt x="25" y="354"/>
                  </a:lnTo>
                  <a:lnTo>
                    <a:pt x="32" y="383"/>
                  </a:lnTo>
                  <a:lnTo>
                    <a:pt x="42" y="409"/>
                  </a:lnTo>
                  <a:lnTo>
                    <a:pt x="56" y="431"/>
                  </a:lnTo>
                  <a:lnTo>
                    <a:pt x="75" y="449"/>
                  </a:lnTo>
                  <a:lnTo>
                    <a:pt x="94" y="464"/>
                  </a:lnTo>
                  <a:lnTo>
                    <a:pt x="117" y="476"/>
                  </a:lnTo>
                  <a:lnTo>
                    <a:pt x="141" y="484"/>
                  </a:lnTo>
                  <a:lnTo>
                    <a:pt x="167" y="490"/>
                  </a:lnTo>
                  <a:lnTo>
                    <a:pt x="193" y="492"/>
                  </a:lnTo>
                  <a:lnTo>
                    <a:pt x="220" y="491"/>
                  </a:lnTo>
                  <a:lnTo>
                    <a:pt x="246" y="486"/>
                  </a:lnTo>
                  <a:lnTo>
                    <a:pt x="272" y="479"/>
                  </a:lnTo>
                  <a:lnTo>
                    <a:pt x="269" y="482"/>
                  </a:lnTo>
                  <a:lnTo>
                    <a:pt x="264" y="486"/>
                  </a:lnTo>
                  <a:lnTo>
                    <a:pt x="253" y="492"/>
                  </a:lnTo>
                  <a:lnTo>
                    <a:pt x="238" y="499"/>
                  </a:lnTo>
                  <a:lnTo>
                    <a:pt x="219" y="505"/>
                  </a:lnTo>
                  <a:lnTo>
                    <a:pt x="193" y="508"/>
                  </a:lnTo>
                  <a:lnTo>
                    <a:pt x="161" y="508"/>
                  </a:lnTo>
                  <a:lnTo>
                    <a:pt x="124" y="502"/>
                  </a:lnTo>
                  <a:lnTo>
                    <a:pt x="105" y="497"/>
                  </a:lnTo>
                  <a:lnTo>
                    <a:pt x="85" y="486"/>
                  </a:lnTo>
                  <a:lnTo>
                    <a:pt x="67" y="474"/>
                  </a:lnTo>
                  <a:lnTo>
                    <a:pt x="49" y="457"/>
                  </a:lnTo>
                  <a:lnTo>
                    <a:pt x="35" y="438"/>
                  </a:lnTo>
                  <a:lnTo>
                    <a:pt x="22" y="416"/>
                  </a:lnTo>
                  <a:lnTo>
                    <a:pt x="12" y="392"/>
                  </a:lnTo>
                  <a:lnTo>
                    <a:pt x="4" y="365"/>
                  </a:lnTo>
                  <a:lnTo>
                    <a:pt x="1" y="336"/>
                  </a:lnTo>
                  <a:lnTo>
                    <a:pt x="0" y="307"/>
                  </a:lnTo>
                  <a:lnTo>
                    <a:pt x="4" y="275"/>
                  </a:lnTo>
                  <a:lnTo>
                    <a:pt x="11" y="243"/>
                  </a:lnTo>
                  <a:lnTo>
                    <a:pt x="24" y="210"/>
                  </a:lnTo>
                  <a:lnTo>
                    <a:pt x="42" y="176"/>
                  </a:lnTo>
                  <a:lnTo>
                    <a:pt x="65" y="143"/>
                  </a:lnTo>
                  <a:lnTo>
                    <a:pt x="94" y="108"/>
                  </a:lnTo>
                  <a:lnTo>
                    <a:pt x="117" y="86"/>
                  </a:lnTo>
                  <a:lnTo>
                    <a:pt x="140" y="67"/>
                  </a:lnTo>
                  <a:lnTo>
                    <a:pt x="163" y="51"/>
                  </a:lnTo>
                  <a:lnTo>
                    <a:pt x="186" y="37"/>
                  </a:lnTo>
                  <a:lnTo>
                    <a:pt x="209" y="25"/>
                  </a:lnTo>
                  <a:lnTo>
                    <a:pt x="232" y="17"/>
                  </a:lnTo>
                  <a:lnTo>
                    <a:pt x="256" y="10"/>
                  </a:lnTo>
                  <a:lnTo>
                    <a:pt x="279" y="6"/>
                  </a:lnTo>
                  <a:lnTo>
                    <a:pt x="299" y="2"/>
                  </a:lnTo>
                  <a:lnTo>
                    <a:pt x="321" y="0"/>
                  </a:lnTo>
                  <a:lnTo>
                    <a:pt x="341" y="0"/>
                  </a:lnTo>
                  <a:lnTo>
                    <a:pt x="360" y="0"/>
                  </a:lnTo>
                  <a:lnTo>
                    <a:pt x="378" y="1"/>
                  </a:lnTo>
                  <a:lnTo>
                    <a:pt x="395" y="3"/>
                  </a:lnTo>
                  <a:lnTo>
                    <a:pt x="410" y="6"/>
                  </a:lnTo>
                  <a:lnTo>
                    <a:pt x="424" y="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1" name="Freeform 99"/>
            <p:cNvSpPr>
              <a:spLocks/>
            </p:cNvSpPr>
            <p:nvPr/>
          </p:nvSpPr>
          <p:spPr bwMode="gray">
            <a:xfrm>
              <a:off x="1334" y="2968"/>
              <a:ext cx="114" cy="183"/>
            </a:xfrm>
            <a:custGeom>
              <a:avLst/>
              <a:gdLst/>
              <a:ahLst/>
              <a:cxnLst>
                <a:cxn ang="0">
                  <a:pos x="230" y="0"/>
                </a:cxn>
                <a:cxn ang="0">
                  <a:pos x="226" y="2"/>
                </a:cxn>
                <a:cxn ang="0">
                  <a:pos x="215" y="7"/>
                </a:cxn>
                <a:cxn ang="0">
                  <a:pos x="199" y="16"/>
                </a:cxn>
                <a:cxn ang="0">
                  <a:pos x="178" y="29"/>
                </a:cxn>
                <a:cxn ang="0">
                  <a:pos x="154" y="44"/>
                </a:cxn>
                <a:cxn ang="0">
                  <a:pos x="128" y="62"/>
                </a:cxn>
                <a:cxn ang="0">
                  <a:pos x="102" y="83"/>
                </a:cxn>
                <a:cxn ang="0">
                  <a:pos x="76" y="107"/>
                </a:cxn>
                <a:cxn ang="0">
                  <a:pos x="52" y="133"/>
                </a:cxn>
                <a:cxn ang="0">
                  <a:pos x="32" y="160"/>
                </a:cxn>
                <a:cxn ang="0">
                  <a:pos x="15" y="190"/>
                </a:cxn>
                <a:cxn ang="0">
                  <a:pos x="5" y="221"/>
                </a:cxn>
                <a:cxn ang="0">
                  <a:pos x="0" y="254"/>
                </a:cxn>
                <a:cxn ang="0">
                  <a:pos x="5" y="288"/>
                </a:cxn>
                <a:cxn ang="0">
                  <a:pos x="19" y="324"/>
                </a:cxn>
                <a:cxn ang="0">
                  <a:pos x="43" y="360"/>
                </a:cxn>
                <a:cxn ang="0">
                  <a:pos x="48" y="363"/>
                </a:cxn>
                <a:cxn ang="0">
                  <a:pos x="56" y="367"/>
                </a:cxn>
                <a:cxn ang="0">
                  <a:pos x="60" y="362"/>
                </a:cxn>
                <a:cxn ang="0">
                  <a:pos x="52" y="338"/>
                </a:cxn>
                <a:cxn ang="0">
                  <a:pos x="48" y="329"/>
                </a:cxn>
                <a:cxn ang="0">
                  <a:pos x="42" y="317"/>
                </a:cxn>
                <a:cxn ang="0">
                  <a:pos x="36" y="304"/>
                </a:cxn>
                <a:cxn ang="0">
                  <a:pos x="32" y="289"/>
                </a:cxn>
                <a:cxn ang="0">
                  <a:pos x="27" y="273"/>
                </a:cxn>
                <a:cxn ang="0">
                  <a:pos x="25" y="256"/>
                </a:cxn>
                <a:cxn ang="0">
                  <a:pos x="25" y="236"/>
                </a:cxn>
                <a:cxn ang="0">
                  <a:pos x="27" y="216"/>
                </a:cxn>
                <a:cxn ang="0">
                  <a:pos x="34" y="194"/>
                </a:cxn>
                <a:cxn ang="0">
                  <a:pos x="44" y="171"/>
                </a:cxn>
                <a:cxn ang="0">
                  <a:pos x="59" y="145"/>
                </a:cxn>
                <a:cxn ang="0">
                  <a:pos x="80" y="119"/>
                </a:cxn>
                <a:cxn ang="0">
                  <a:pos x="108" y="91"/>
                </a:cxn>
                <a:cxn ang="0">
                  <a:pos x="141" y="62"/>
                </a:cxn>
                <a:cxn ang="0">
                  <a:pos x="181" y="32"/>
                </a:cxn>
                <a:cxn ang="0">
                  <a:pos x="230" y="0"/>
                </a:cxn>
              </a:cxnLst>
              <a:rect l="0" t="0" r="r" b="b"/>
              <a:pathLst>
                <a:path w="230" h="367">
                  <a:moveTo>
                    <a:pt x="230" y="0"/>
                  </a:moveTo>
                  <a:lnTo>
                    <a:pt x="226" y="2"/>
                  </a:lnTo>
                  <a:lnTo>
                    <a:pt x="215" y="7"/>
                  </a:lnTo>
                  <a:lnTo>
                    <a:pt x="199" y="16"/>
                  </a:lnTo>
                  <a:lnTo>
                    <a:pt x="178" y="29"/>
                  </a:lnTo>
                  <a:lnTo>
                    <a:pt x="154" y="44"/>
                  </a:lnTo>
                  <a:lnTo>
                    <a:pt x="128" y="62"/>
                  </a:lnTo>
                  <a:lnTo>
                    <a:pt x="102" y="83"/>
                  </a:lnTo>
                  <a:lnTo>
                    <a:pt x="76" y="107"/>
                  </a:lnTo>
                  <a:lnTo>
                    <a:pt x="52" y="133"/>
                  </a:lnTo>
                  <a:lnTo>
                    <a:pt x="32" y="160"/>
                  </a:lnTo>
                  <a:lnTo>
                    <a:pt x="15" y="190"/>
                  </a:lnTo>
                  <a:lnTo>
                    <a:pt x="5" y="221"/>
                  </a:lnTo>
                  <a:lnTo>
                    <a:pt x="0" y="254"/>
                  </a:lnTo>
                  <a:lnTo>
                    <a:pt x="5" y="288"/>
                  </a:lnTo>
                  <a:lnTo>
                    <a:pt x="19" y="324"/>
                  </a:lnTo>
                  <a:lnTo>
                    <a:pt x="43" y="360"/>
                  </a:lnTo>
                  <a:lnTo>
                    <a:pt x="48" y="363"/>
                  </a:lnTo>
                  <a:lnTo>
                    <a:pt x="56" y="367"/>
                  </a:lnTo>
                  <a:lnTo>
                    <a:pt x="60" y="362"/>
                  </a:lnTo>
                  <a:lnTo>
                    <a:pt x="52" y="338"/>
                  </a:lnTo>
                  <a:lnTo>
                    <a:pt x="48" y="329"/>
                  </a:lnTo>
                  <a:lnTo>
                    <a:pt x="42" y="317"/>
                  </a:lnTo>
                  <a:lnTo>
                    <a:pt x="36" y="304"/>
                  </a:lnTo>
                  <a:lnTo>
                    <a:pt x="32" y="289"/>
                  </a:lnTo>
                  <a:lnTo>
                    <a:pt x="27" y="273"/>
                  </a:lnTo>
                  <a:lnTo>
                    <a:pt x="25" y="256"/>
                  </a:lnTo>
                  <a:lnTo>
                    <a:pt x="25" y="236"/>
                  </a:lnTo>
                  <a:lnTo>
                    <a:pt x="27" y="216"/>
                  </a:lnTo>
                  <a:lnTo>
                    <a:pt x="34" y="194"/>
                  </a:lnTo>
                  <a:lnTo>
                    <a:pt x="44" y="171"/>
                  </a:lnTo>
                  <a:lnTo>
                    <a:pt x="59" y="145"/>
                  </a:lnTo>
                  <a:lnTo>
                    <a:pt x="80" y="119"/>
                  </a:lnTo>
                  <a:lnTo>
                    <a:pt x="108" y="91"/>
                  </a:lnTo>
                  <a:lnTo>
                    <a:pt x="141" y="62"/>
                  </a:lnTo>
                  <a:lnTo>
                    <a:pt x="181" y="32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2" name="Freeform 100"/>
            <p:cNvSpPr>
              <a:spLocks/>
            </p:cNvSpPr>
            <p:nvPr/>
          </p:nvSpPr>
          <p:spPr bwMode="gray">
            <a:xfrm>
              <a:off x="1390" y="2979"/>
              <a:ext cx="396" cy="41"/>
            </a:xfrm>
            <a:custGeom>
              <a:avLst/>
              <a:gdLst/>
              <a:ahLst/>
              <a:cxnLst>
                <a:cxn ang="0">
                  <a:pos x="1" y="68"/>
                </a:cxn>
                <a:cxn ang="0">
                  <a:pos x="13" y="60"/>
                </a:cxn>
                <a:cxn ang="0">
                  <a:pos x="36" y="46"/>
                </a:cxn>
                <a:cxn ang="0">
                  <a:pos x="71" y="31"/>
                </a:cxn>
                <a:cxn ang="0">
                  <a:pos x="116" y="15"/>
                </a:cxn>
                <a:cxn ang="0">
                  <a:pos x="170" y="5"/>
                </a:cxn>
                <a:cxn ang="0">
                  <a:pos x="235" y="0"/>
                </a:cxn>
                <a:cxn ang="0">
                  <a:pos x="310" y="6"/>
                </a:cxn>
                <a:cxn ang="0">
                  <a:pos x="392" y="21"/>
                </a:cxn>
                <a:cxn ang="0">
                  <a:pos x="467" y="37"/>
                </a:cxn>
                <a:cxn ang="0">
                  <a:pos x="533" y="50"/>
                </a:cxn>
                <a:cxn ang="0">
                  <a:pos x="591" y="59"/>
                </a:cxn>
                <a:cxn ang="0">
                  <a:pos x="643" y="63"/>
                </a:cxn>
                <a:cxn ang="0">
                  <a:pos x="691" y="62"/>
                </a:cxn>
                <a:cxn ang="0">
                  <a:pos x="733" y="56"/>
                </a:cxn>
                <a:cxn ang="0">
                  <a:pos x="772" y="44"/>
                </a:cxn>
                <a:cxn ang="0">
                  <a:pos x="791" y="36"/>
                </a:cxn>
                <a:cxn ang="0">
                  <a:pos x="785" y="42"/>
                </a:cxn>
                <a:cxn ang="0">
                  <a:pos x="770" y="52"/>
                </a:cxn>
                <a:cxn ang="0">
                  <a:pos x="747" y="63"/>
                </a:cxn>
                <a:cxn ang="0">
                  <a:pos x="711" y="74"/>
                </a:cxn>
                <a:cxn ang="0">
                  <a:pos x="665" y="81"/>
                </a:cxn>
                <a:cxn ang="0">
                  <a:pos x="604" y="81"/>
                </a:cxn>
                <a:cxn ang="0">
                  <a:pos x="528" y="74"/>
                </a:cxn>
                <a:cxn ang="0">
                  <a:pos x="440" y="56"/>
                </a:cxn>
                <a:cxn ang="0">
                  <a:pos x="361" y="43"/>
                </a:cxn>
                <a:cxn ang="0">
                  <a:pos x="292" y="31"/>
                </a:cxn>
                <a:cxn ang="0">
                  <a:pos x="232" y="24"/>
                </a:cxn>
                <a:cxn ang="0">
                  <a:pos x="178" y="23"/>
                </a:cxn>
                <a:cxn ang="0">
                  <a:pos x="126" y="28"/>
                </a:cxn>
                <a:cxn ang="0">
                  <a:pos x="78" y="39"/>
                </a:cxn>
                <a:cxn ang="0">
                  <a:pos x="27" y="58"/>
                </a:cxn>
              </a:cxnLst>
              <a:rect l="0" t="0" r="r" b="b"/>
              <a:pathLst>
                <a:path w="792" h="82">
                  <a:moveTo>
                    <a:pt x="0" y="69"/>
                  </a:moveTo>
                  <a:lnTo>
                    <a:pt x="1" y="68"/>
                  </a:lnTo>
                  <a:lnTo>
                    <a:pt x="6" y="65"/>
                  </a:lnTo>
                  <a:lnTo>
                    <a:pt x="13" y="60"/>
                  </a:lnTo>
                  <a:lnTo>
                    <a:pt x="23" y="53"/>
                  </a:lnTo>
                  <a:lnTo>
                    <a:pt x="36" y="46"/>
                  </a:lnTo>
                  <a:lnTo>
                    <a:pt x="52" y="38"/>
                  </a:lnTo>
                  <a:lnTo>
                    <a:pt x="71" y="31"/>
                  </a:lnTo>
                  <a:lnTo>
                    <a:pt x="91" y="23"/>
                  </a:lnTo>
                  <a:lnTo>
                    <a:pt x="116" y="15"/>
                  </a:lnTo>
                  <a:lnTo>
                    <a:pt x="141" y="9"/>
                  </a:lnTo>
                  <a:lnTo>
                    <a:pt x="170" y="5"/>
                  </a:lnTo>
                  <a:lnTo>
                    <a:pt x="202" y="1"/>
                  </a:lnTo>
                  <a:lnTo>
                    <a:pt x="235" y="0"/>
                  </a:lnTo>
                  <a:lnTo>
                    <a:pt x="272" y="1"/>
                  </a:lnTo>
                  <a:lnTo>
                    <a:pt x="310" y="6"/>
                  </a:lnTo>
                  <a:lnTo>
                    <a:pt x="352" y="13"/>
                  </a:lnTo>
                  <a:lnTo>
                    <a:pt x="392" y="21"/>
                  </a:lnTo>
                  <a:lnTo>
                    <a:pt x="431" y="29"/>
                  </a:lnTo>
                  <a:lnTo>
                    <a:pt x="467" y="37"/>
                  </a:lnTo>
                  <a:lnTo>
                    <a:pt x="502" y="44"/>
                  </a:lnTo>
                  <a:lnTo>
                    <a:pt x="533" y="50"/>
                  </a:lnTo>
                  <a:lnTo>
                    <a:pt x="563" y="54"/>
                  </a:lnTo>
                  <a:lnTo>
                    <a:pt x="591" y="59"/>
                  </a:lnTo>
                  <a:lnTo>
                    <a:pt x="618" y="61"/>
                  </a:lnTo>
                  <a:lnTo>
                    <a:pt x="643" y="63"/>
                  </a:lnTo>
                  <a:lnTo>
                    <a:pt x="667" y="63"/>
                  </a:lnTo>
                  <a:lnTo>
                    <a:pt x="691" y="62"/>
                  </a:lnTo>
                  <a:lnTo>
                    <a:pt x="712" y="60"/>
                  </a:lnTo>
                  <a:lnTo>
                    <a:pt x="733" y="56"/>
                  </a:lnTo>
                  <a:lnTo>
                    <a:pt x="753" y="51"/>
                  </a:lnTo>
                  <a:lnTo>
                    <a:pt x="772" y="44"/>
                  </a:lnTo>
                  <a:lnTo>
                    <a:pt x="792" y="35"/>
                  </a:lnTo>
                  <a:lnTo>
                    <a:pt x="791" y="36"/>
                  </a:lnTo>
                  <a:lnTo>
                    <a:pt x="788" y="38"/>
                  </a:lnTo>
                  <a:lnTo>
                    <a:pt x="785" y="42"/>
                  </a:lnTo>
                  <a:lnTo>
                    <a:pt x="778" y="46"/>
                  </a:lnTo>
                  <a:lnTo>
                    <a:pt x="770" y="52"/>
                  </a:lnTo>
                  <a:lnTo>
                    <a:pt x="760" y="58"/>
                  </a:lnTo>
                  <a:lnTo>
                    <a:pt x="747" y="63"/>
                  </a:lnTo>
                  <a:lnTo>
                    <a:pt x="731" y="69"/>
                  </a:lnTo>
                  <a:lnTo>
                    <a:pt x="711" y="74"/>
                  </a:lnTo>
                  <a:lnTo>
                    <a:pt x="691" y="77"/>
                  </a:lnTo>
                  <a:lnTo>
                    <a:pt x="665" y="81"/>
                  </a:lnTo>
                  <a:lnTo>
                    <a:pt x="636" y="82"/>
                  </a:lnTo>
                  <a:lnTo>
                    <a:pt x="604" y="81"/>
                  </a:lnTo>
                  <a:lnTo>
                    <a:pt x="568" y="78"/>
                  </a:lnTo>
                  <a:lnTo>
                    <a:pt x="528" y="74"/>
                  </a:lnTo>
                  <a:lnTo>
                    <a:pt x="484" y="66"/>
                  </a:lnTo>
                  <a:lnTo>
                    <a:pt x="440" y="56"/>
                  </a:lnTo>
                  <a:lnTo>
                    <a:pt x="399" y="50"/>
                  </a:lnTo>
                  <a:lnTo>
                    <a:pt x="361" y="43"/>
                  </a:lnTo>
                  <a:lnTo>
                    <a:pt x="325" y="36"/>
                  </a:lnTo>
                  <a:lnTo>
                    <a:pt x="292" y="31"/>
                  </a:lnTo>
                  <a:lnTo>
                    <a:pt x="261" y="28"/>
                  </a:lnTo>
                  <a:lnTo>
                    <a:pt x="232" y="24"/>
                  </a:lnTo>
                  <a:lnTo>
                    <a:pt x="204" y="23"/>
                  </a:lnTo>
                  <a:lnTo>
                    <a:pt x="178" y="23"/>
                  </a:lnTo>
                  <a:lnTo>
                    <a:pt x="151" y="25"/>
                  </a:lnTo>
                  <a:lnTo>
                    <a:pt x="126" y="28"/>
                  </a:lnTo>
                  <a:lnTo>
                    <a:pt x="102" y="32"/>
                  </a:lnTo>
                  <a:lnTo>
                    <a:pt x="78" y="39"/>
                  </a:lnTo>
                  <a:lnTo>
                    <a:pt x="52" y="47"/>
                  </a:lnTo>
                  <a:lnTo>
                    <a:pt x="27" y="58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3" name="Freeform 101"/>
            <p:cNvSpPr>
              <a:spLocks/>
            </p:cNvSpPr>
            <p:nvPr/>
          </p:nvSpPr>
          <p:spPr bwMode="gray">
            <a:xfrm>
              <a:off x="1375" y="3050"/>
              <a:ext cx="470" cy="110"/>
            </a:xfrm>
            <a:custGeom>
              <a:avLst/>
              <a:gdLst/>
              <a:ahLst/>
              <a:cxnLst>
                <a:cxn ang="0">
                  <a:pos x="1" y="204"/>
                </a:cxn>
                <a:cxn ang="0">
                  <a:pos x="12" y="206"/>
                </a:cxn>
                <a:cxn ang="0">
                  <a:pos x="32" y="210"/>
                </a:cxn>
                <a:cxn ang="0">
                  <a:pos x="62" y="213"/>
                </a:cxn>
                <a:cxn ang="0">
                  <a:pos x="102" y="217"/>
                </a:cxn>
                <a:cxn ang="0">
                  <a:pos x="148" y="219"/>
                </a:cxn>
                <a:cxn ang="0">
                  <a:pos x="201" y="219"/>
                </a:cxn>
                <a:cxn ang="0">
                  <a:pos x="262" y="218"/>
                </a:cxn>
                <a:cxn ang="0">
                  <a:pos x="327" y="213"/>
                </a:cxn>
                <a:cxn ang="0">
                  <a:pos x="399" y="204"/>
                </a:cxn>
                <a:cxn ang="0">
                  <a:pos x="475" y="190"/>
                </a:cxn>
                <a:cxn ang="0">
                  <a:pos x="554" y="172"/>
                </a:cxn>
                <a:cxn ang="0">
                  <a:pos x="637" y="146"/>
                </a:cxn>
                <a:cxn ang="0">
                  <a:pos x="723" y="114"/>
                </a:cxn>
                <a:cxn ang="0">
                  <a:pos x="809" y="75"/>
                </a:cxn>
                <a:cxn ang="0">
                  <a:pos x="898" y="28"/>
                </a:cxn>
                <a:cxn ang="0">
                  <a:pos x="940" y="1"/>
                </a:cxn>
                <a:cxn ang="0">
                  <a:pos x="931" y="6"/>
                </a:cxn>
                <a:cxn ang="0">
                  <a:pos x="914" y="15"/>
                </a:cxn>
                <a:cxn ang="0">
                  <a:pos x="887" y="29"/>
                </a:cxn>
                <a:cxn ang="0">
                  <a:pos x="853" y="45"/>
                </a:cxn>
                <a:cxn ang="0">
                  <a:pos x="811" y="63"/>
                </a:cxn>
                <a:cxn ang="0">
                  <a:pos x="762" y="84"/>
                </a:cxn>
                <a:cxn ang="0">
                  <a:pos x="707" y="105"/>
                </a:cxn>
                <a:cxn ang="0">
                  <a:pos x="643" y="126"/>
                </a:cxn>
                <a:cxn ang="0">
                  <a:pos x="575" y="145"/>
                </a:cxn>
                <a:cxn ang="0">
                  <a:pos x="500" y="164"/>
                </a:cxn>
                <a:cxn ang="0">
                  <a:pos x="420" y="180"/>
                </a:cxn>
                <a:cxn ang="0">
                  <a:pos x="334" y="192"/>
                </a:cxn>
                <a:cxn ang="0">
                  <a:pos x="245" y="202"/>
                </a:cxn>
                <a:cxn ang="0">
                  <a:pos x="150" y="207"/>
                </a:cxn>
                <a:cxn ang="0">
                  <a:pos x="51" y="206"/>
                </a:cxn>
              </a:cxnLst>
              <a:rect l="0" t="0" r="r" b="b"/>
              <a:pathLst>
                <a:path w="942" h="219">
                  <a:moveTo>
                    <a:pt x="0" y="204"/>
                  </a:moveTo>
                  <a:lnTo>
                    <a:pt x="1" y="204"/>
                  </a:lnTo>
                  <a:lnTo>
                    <a:pt x="6" y="205"/>
                  </a:lnTo>
                  <a:lnTo>
                    <a:pt x="12" y="206"/>
                  </a:lnTo>
                  <a:lnTo>
                    <a:pt x="21" y="207"/>
                  </a:lnTo>
                  <a:lnTo>
                    <a:pt x="32" y="210"/>
                  </a:lnTo>
                  <a:lnTo>
                    <a:pt x="46" y="211"/>
                  </a:lnTo>
                  <a:lnTo>
                    <a:pt x="62" y="213"/>
                  </a:lnTo>
                  <a:lnTo>
                    <a:pt x="81" y="214"/>
                  </a:lnTo>
                  <a:lnTo>
                    <a:pt x="102" y="217"/>
                  </a:lnTo>
                  <a:lnTo>
                    <a:pt x="124" y="218"/>
                  </a:lnTo>
                  <a:lnTo>
                    <a:pt x="148" y="219"/>
                  </a:lnTo>
                  <a:lnTo>
                    <a:pt x="173" y="219"/>
                  </a:lnTo>
                  <a:lnTo>
                    <a:pt x="201" y="219"/>
                  </a:lnTo>
                  <a:lnTo>
                    <a:pt x="231" y="219"/>
                  </a:lnTo>
                  <a:lnTo>
                    <a:pt x="262" y="218"/>
                  </a:lnTo>
                  <a:lnTo>
                    <a:pt x="294" y="215"/>
                  </a:lnTo>
                  <a:lnTo>
                    <a:pt x="327" y="213"/>
                  </a:lnTo>
                  <a:lnTo>
                    <a:pt x="362" y="209"/>
                  </a:lnTo>
                  <a:lnTo>
                    <a:pt x="399" y="204"/>
                  </a:lnTo>
                  <a:lnTo>
                    <a:pt x="436" y="198"/>
                  </a:lnTo>
                  <a:lnTo>
                    <a:pt x="475" y="190"/>
                  </a:lnTo>
                  <a:lnTo>
                    <a:pt x="514" y="182"/>
                  </a:lnTo>
                  <a:lnTo>
                    <a:pt x="554" y="172"/>
                  </a:lnTo>
                  <a:lnTo>
                    <a:pt x="595" y="160"/>
                  </a:lnTo>
                  <a:lnTo>
                    <a:pt x="637" y="146"/>
                  </a:lnTo>
                  <a:lnTo>
                    <a:pt x="679" y="131"/>
                  </a:lnTo>
                  <a:lnTo>
                    <a:pt x="723" y="114"/>
                  </a:lnTo>
                  <a:lnTo>
                    <a:pt x="765" y="96"/>
                  </a:lnTo>
                  <a:lnTo>
                    <a:pt x="809" y="75"/>
                  </a:lnTo>
                  <a:lnTo>
                    <a:pt x="853" y="52"/>
                  </a:lnTo>
                  <a:lnTo>
                    <a:pt x="898" y="28"/>
                  </a:lnTo>
                  <a:lnTo>
                    <a:pt x="942" y="0"/>
                  </a:lnTo>
                  <a:lnTo>
                    <a:pt x="940" y="1"/>
                  </a:lnTo>
                  <a:lnTo>
                    <a:pt x="937" y="2"/>
                  </a:lnTo>
                  <a:lnTo>
                    <a:pt x="931" y="6"/>
                  </a:lnTo>
                  <a:lnTo>
                    <a:pt x="923" y="10"/>
                  </a:lnTo>
                  <a:lnTo>
                    <a:pt x="914" y="15"/>
                  </a:lnTo>
                  <a:lnTo>
                    <a:pt x="901" y="22"/>
                  </a:lnTo>
                  <a:lnTo>
                    <a:pt x="887" y="29"/>
                  </a:lnTo>
                  <a:lnTo>
                    <a:pt x="871" y="37"/>
                  </a:lnTo>
                  <a:lnTo>
                    <a:pt x="853" y="45"/>
                  </a:lnTo>
                  <a:lnTo>
                    <a:pt x="833" y="54"/>
                  </a:lnTo>
                  <a:lnTo>
                    <a:pt x="811" y="63"/>
                  </a:lnTo>
                  <a:lnTo>
                    <a:pt x="787" y="74"/>
                  </a:lnTo>
                  <a:lnTo>
                    <a:pt x="762" y="84"/>
                  </a:lnTo>
                  <a:lnTo>
                    <a:pt x="735" y="94"/>
                  </a:lnTo>
                  <a:lnTo>
                    <a:pt x="707" y="105"/>
                  </a:lnTo>
                  <a:lnTo>
                    <a:pt x="675" y="115"/>
                  </a:lnTo>
                  <a:lnTo>
                    <a:pt x="643" y="126"/>
                  </a:lnTo>
                  <a:lnTo>
                    <a:pt x="610" y="135"/>
                  </a:lnTo>
                  <a:lnTo>
                    <a:pt x="575" y="145"/>
                  </a:lnTo>
                  <a:lnTo>
                    <a:pt x="538" y="154"/>
                  </a:lnTo>
                  <a:lnTo>
                    <a:pt x="500" y="164"/>
                  </a:lnTo>
                  <a:lnTo>
                    <a:pt x="461" y="172"/>
                  </a:lnTo>
                  <a:lnTo>
                    <a:pt x="420" y="180"/>
                  </a:lnTo>
                  <a:lnTo>
                    <a:pt x="378" y="187"/>
                  </a:lnTo>
                  <a:lnTo>
                    <a:pt x="334" y="192"/>
                  </a:lnTo>
                  <a:lnTo>
                    <a:pt x="289" y="198"/>
                  </a:lnTo>
                  <a:lnTo>
                    <a:pt x="245" y="202"/>
                  </a:lnTo>
                  <a:lnTo>
                    <a:pt x="197" y="205"/>
                  </a:lnTo>
                  <a:lnTo>
                    <a:pt x="150" y="207"/>
                  </a:lnTo>
                  <a:lnTo>
                    <a:pt x="100" y="207"/>
                  </a:lnTo>
                  <a:lnTo>
                    <a:pt x="51" y="206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4" name="Freeform 102"/>
            <p:cNvSpPr>
              <a:spLocks/>
            </p:cNvSpPr>
            <p:nvPr/>
          </p:nvSpPr>
          <p:spPr bwMode="gray">
            <a:xfrm>
              <a:off x="1870" y="2358"/>
              <a:ext cx="43" cy="97"/>
            </a:xfrm>
            <a:custGeom>
              <a:avLst/>
              <a:gdLst/>
              <a:ahLst/>
              <a:cxnLst>
                <a:cxn ang="0">
                  <a:pos x="85" y="0"/>
                </a:cxn>
                <a:cxn ang="0">
                  <a:pos x="82" y="4"/>
                </a:cxn>
                <a:cxn ang="0">
                  <a:pos x="74" y="16"/>
                </a:cxn>
                <a:cxn ang="0">
                  <a:pos x="62" y="36"/>
                </a:cxn>
                <a:cxn ang="0">
                  <a:pos x="49" y="60"/>
                </a:cxn>
                <a:cxn ang="0">
                  <a:pos x="35" y="90"/>
                </a:cxn>
                <a:cxn ang="0">
                  <a:pos x="20" y="122"/>
                </a:cxn>
                <a:cxn ang="0">
                  <a:pos x="8" y="158"/>
                </a:cxn>
                <a:cxn ang="0">
                  <a:pos x="0" y="193"/>
                </a:cxn>
                <a:cxn ang="0">
                  <a:pos x="1" y="188"/>
                </a:cxn>
                <a:cxn ang="0">
                  <a:pos x="5" y="170"/>
                </a:cxn>
                <a:cxn ang="0">
                  <a:pos x="11" y="145"/>
                </a:cxn>
                <a:cxn ang="0">
                  <a:pos x="19" y="115"/>
                </a:cxn>
                <a:cxn ang="0">
                  <a:pos x="30" y="83"/>
                </a:cxn>
                <a:cxn ang="0">
                  <a:pos x="45" y="52"/>
                </a:cxn>
                <a:cxn ang="0">
                  <a:pos x="64" y="23"/>
                </a:cxn>
                <a:cxn ang="0">
                  <a:pos x="85" y="0"/>
                </a:cxn>
              </a:cxnLst>
              <a:rect l="0" t="0" r="r" b="b"/>
              <a:pathLst>
                <a:path w="85" h="193">
                  <a:moveTo>
                    <a:pt x="85" y="0"/>
                  </a:moveTo>
                  <a:lnTo>
                    <a:pt x="82" y="4"/>
                  </a:lnTo>
                  <a:lnTo>
                    <a:pt x="74" y="16"/>
                  </a:lnTo>
                  <a:lnTo>
                    <a:pt x="62" y="36"/>
                  </a:lnTo>
                  <a:lnTo>
                    <a:pt x="49" y="60"/>
                  </a:lnTo>
                  <a:lnTo>
                    <a:pt x="35" y="90"/>
                  </a:lnTo>
                  <a:lnTo>
                    <a:pt x="20" y="122"/>
                  </a:lnTo>
                  <a:lnTo>
                    <a:pt x="8" y="158"/>
                  </a:lnTo>
                  <a:lnTo>
                    <a:pt x="0" y="193"/>
                  </a:lnTo>
                  <a:lnTo>
                    <a:pt x="1" y="188"/>
                  </a:lnTo>
                  <a:lnTo>
                    <a:pt x="5" y="170"/>
                  </a:lnTo>
                  <a:lnTo>
                    <a:pt x="11" y="145"/>
                  </a:lnTo>
                  <a:lnTo>
                    <a:pt x="19" y="115"/>
                  </a:lnTo>
                  <a:lnTo>
                    <a:pt x="30" y="83"/>
                  </a:lnTo>
                  <a:lnTo>
                    <a:pt x="45" y="52"/>
                  </a:lnTo>
                  <a:lnTo>
                    <a:pt x="64" y="23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5" name="Freeform 103"/>
            <p:cNvSpPr>
              <a:spLocks/>
            </p:cNvSpPr>
            <p:nvPr/>
          </p:nvSpPr>
          <p:spPr bwMode="gray">
            <a:xfrm>
              <a:off x="1763" y="2431"/>
              <a:ext cx="90" cy="76"/>
            </a:xfrm>
            <a:custGeom>
              <a:avLst/>
              <a:gdLst/>
              <a:ahLst/>
              <a:cxnLst>
                <a:cxn ang="0">
                  <a:pos x="180" y="146"/>
                </a:cxn>
                <a:cxn ang="0">
                  <a:pos x="174" y="145"/>
                </a:cxn>
                <a:cxn ang="0">
                  <a:pos x="157" y="142"/>
                </a:cxn>
                <a:cxn ang="0">
                  <a:pos x="134" y="134"/>
                </a:cxn>
                <a:cxn ang="0">
                  <a:pos x="105" y="121"/>
                </a:cxn>
                <a:cxn ang="0">
                  <a:pos x="74" y="103"/>
                </a:cxn>
                <a:cxn ang="0">
                  <a:pos x="45" y="77"/>
                </a:cxn>
                <a:cxn ang="0">
                  <a:pos x="18" y="43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2" y="14"/>
                </a:cxn>
                <a:cxn ang="0">
                  <a:pos x="6" y="28"/>
                </a:cxn>
                <a:cxn ang="0">
                  <a:pos x="14" y="46"/>
                </a:cxn>
                <a:cxn ang="0">
                  <a:pos x="25" y="66"/>
                </a:cxn>
                <a:cxn ang="0">
                  <a:pos x="42" y="88"/>
                </a:cxn>
                <a:cxn ang="0">
                  <a:pos x="66" y="107"/>
                </a:cxn>
                <a:cxn ang="0">
                  <a:pos x="97" y="126"/>
                </a:cxn>
                <a:cxn ang="0">
                  <a:pos x="100" y="128"/>
                </a:cxn>
                <a:cxn ang="0">
                  <a:pos x="109" y="131"/>
                </a:cxn>
                <a:cxn ang="0">
                  <a:pos x="123" y="137"/>
                </a:cxn>
                <a:cxn ang="0">
                  <a:pos x="138" y="144"/>
                </a:cxn>
                <a:cxn ang="0">
                  <a:pos x="153" y="149"/>
                </a:cxn>
                <a:cxn ang="0">
                  <a:pos x="167" y="152"/>
                </a:cxn>
                <a:cxn ang="0">
                  <a:pos x="176" y="151"/>
                </a:cxn>
                <a:cxn ang="0">
                  <a:pos x="180" y="146"/>
                </a:cxn>
              </a:cxnLst>
              <a:rect l="0" t="0" r="r" b="b"/>
              <a:pathLst>
                <a:path w="180" h="152">
                  <a:moveTo>
                    <a:pt x="180" y="146"/>
                  </a:moveTo>
                  <a:lnTo>
                    <a:pt x="174" y="145"/>
                  </a:lnTo>
                  <a:lnTo>
                    <a:pt x="157" y="142"/>
                  </a:lnTo>
                  <a:lnTo>
                    <a:pt x="134" y="134"/>
                  </a:lnTo>
                  <a:lnTo>
                    <a:pt x="105" y="121"/>
                  </a:lnTo>
                  <a:lnTo>
                    <a:pt x="74" y="103"/>
                  </a:lnTo>
                  <a:lnTo>
                    <a:pt x="45" y="77"/>
                  </a:lnTo>
                  <a:lnTo>
                    <a:pt x="18" y="43"/>
                  </a:lnTo>
                  <a:lnTo>
                    <a:pt x="0" y="0"/>
                  </a:lnTo>
                  <a:lnTo>
                    <a:pt x="0" y="4"/>
                  </a:lnTo>
                  <a:lnTo>
                    <a:pt x="2" y="14"/>
                  </a:lnTo>
                  <a:lnTo>
                    <a:pt x="6" y="28"/>
                  </a:lnTo>
                  <a:lnTo>
                    <a:pt x="14" y="46"/>
                  </a:lnTo>
                  <a:lnTo>
                    <a:pt x="25" y="66"/>
                  </a:lnTo>
                  <a:lnTo>
                    <a:pt x="42" y="88"/>
                  </a:lnTo>
                  <a:lnTo>
                    <a:pt x="66" y="107"/>
                  </a:lnTo>
                  <a:lnTo>
                    <a:pt x="97" y="126"/>
                  </a:lnTo>
                  <a:lnTo>
                    <a:pt x="100" y="128"/>
                  </a:lnTo>
                  <a:lnTo>
                    <a:pt x="109" y="131"/>
                  </a:lnTo>
                  <a:lnTo>
                    <a:pt x="123" y="137"/>
                  </a:lnTo>
                  <a:lnTo>
                    <a:pt x="138" y="144"/>
                  </a:lnTo>
                  <a:lnTo>
                    <a:pt x="153" y="149"/>
                  </a:lnTo>
                  <a:lnTo>
                    <a:pt x="167" y="152"/>
                  </a:lnTo>
                  <a:lnTo>
                    <a:pt x="176" y="151"/>
                  </a:lnTo>
                  <a:lnTo>
                    <a:pt x="180" y="146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6" name="Freeform 104"/>
            <p:cNvSpPr>
              <a:spLocks/>
            </p:cNvSpPr>
            <p:nvPr/>
          </p:nvSpPr>
          <p:spPr bwMode="gray">
            <a:xfrm>
              <a:off x="1768" y="2412"/>
              <a:ext cx="103" cy="48"/>
            </a:xfrm>
            <a:custGeom>
              <a:avLst/>
              <a:gdLst/>
              <a:ahLst/>
              <a:cxnLst>
                <a:cxn ang="0">
                  <a:pos x="33" y="97"/>
                </a:cxn>
                <a:cxn ang="0">
                  <a:pos x="31" y="95"/>
                </a:cxn>
                <a:cxn ang="0">
                  <a:pos x="24" y="86"/>
                </a:cxn>
                <a:cxn ang="0">
                  <a:pos x="17" y="76"/>
                </a:cxn>
                <a:cxn ang="0">
                  <a:pos x="10" y="62"/>
                </a:cxn>
                <a:cxn ang="0">
                  <a:pos x="7" y="48"/>
                </a:cxn>
                <a:cxn ang="0">
                  <a:pos x="9" y="35"/>
                </a:cxn>
                <a:cxn ang="0">
                  <a:pos x="20" y="23"/>
                </a:cxn>
                <a:cxn ang="0">
                  <a:pos x="39" y="14"/>
                </a:cxn>
                <a:cxn ang="0">
                  <a:pos x="66" y="10"/>
                </a:cxn>
                <a:cxn ang="0">
                  <a:pos x="93" y="13"/>
                </a:cxn>
                <a:cxn ang="0">
                  <a:pos x="121" y="20"/>
                </a:cxn>
                <a:cxn ang="0">
                  <a:pos x="146" y="29"/>
                </a:cxn>
                <a:cxn ang="0">
                  <a:pos x="168" y="38"/>
                </a:cxn>
                <a:cxn ang="0">
                  <a:pos x="186" y="48"/>
                </a:cxn>
                <a:cxn ang="0">
                  <a:pos x="197" y="55"/>
                </a:cxn>
                <a:cxn ang="0">
                  <a:pos x="202" y="58"/>
                </a:cxn>
                <a:cxn ang="0">
                  <a:pos x="204" y="57"/>
                </a:cxn>
                <a:cxn ang="0">
                  <a:pos x="206" y="54"/>
                </a:cxn>
                <a:cxn ang="0">
                  <a:pos x="205" y="48"/>
                </a:cxn>
                <a:cxn ang="0">
                  <a:pos x="195" y="39"/>
                </a:cxn>
                <a:cxn ang="0">
                  <a:pos x="184" y="32"/>
                </a:cxn>
                <a:cxn ang="0">
                  <a:pos x="169" y="25"/>
                </a:cxn>
                <a:cxn ang="0">
                  <a:pos x="152" y="17"/>
                </a:cxn>
                <a:cxn ang="0">
                  <a:pos x="133" y="10"/>
                </a:cxn>
                <a:cxn ang="0">
                  <a:pos x="111" y="5"/>
                </a:cxn>
                <a:cxn ang="0">
                  <a:pos x="89" y="1"/>
                </a:cxn>
                <a:cxn ang="0">
                  <a:pos x="67" y="0"/>
                </a:cxn>
                <a:cxn ang="0">
                  <a:pos x="46" y="2"/>
                </a:cxn>
                <a:cxn ang="0">
                  <a:pos x="28" y="8"/>
                </a:cxn>
                <a:cxn ang="0">
                  <a:pos x="14" y="15"/>
                </a:cxn>
                <a:cxn ang="0">
                  <a:pos x="5" y="25"/>
                </a:cxn>
                <a:cxn ang="0">
                  <a:pos x="0" y="37"/>
                </a:cxn>
                <a:cxn ang="0">
                  <a:pos x="0" y="51"/>
                </a:cxn>
                <a:cxn ang="0">
                  <a:pos x="6" y="66"/>
                </a:cxn>
                <a:cxn ang="0">
                  <a:pos x="16" y="81"/>
                </a:cxn>
                <a:cxn ang="0">
                  <a:pos x="33" y="97"/>
                </a:cxn>
              </a:cxnLst>
              <a:rect l="0" t="0" r="r" b="b"/>
              <a:pathLst>
                <a:path w="206" h="97">
                  <a:moveTo>
                    <a:pt x="33" y="97"/>
                  </a:moveTo>
                  <a:lnTo>
                    <a:pt x="31" y="95"/>
                  </a:lnTo>
                  <a:lnTo>
                    <a:pt x="24" y="86"/>
                  </a:lnTo>
                  <a:lnTo>
                    <a:pt x="17" y="76"/>
                  </a:lnTo>
                  <a:lnTo>
                    <a:pt x="10" y="62"/>
                  </a:lnTo>
                  <a:lnTo>
                    <a:pt x="7" y="48"/>
                  </a:lnTo>
                  <a:lnTo>
                    <a:pt x="9" y="35"/>
                  </a:lnTo>
                  <a:lnTo>
                    <a:pt x="20" y="23"/>
                  </a:lnTo>
                  <a:lnTo>
                    <a:pt x="39" y="14"/>
                  </a:lnTo>
                  <a:lnTo>
                    <a:pt x="66" y="10"/>
                  </a:lnTo>
                  <a:lnTo>
                    <a:pt x="93" y="13"/>
                  </a:lnTo>
                  <a:lnTo>
                    <a:pt x="121" y="20"/>
                  </a:lnTo>
                  <a:lnTo>
                    <a:pt x="146" y="29"/>
                  </a:lnTo>
                  <a:lnTo>
                    <a:pt x="168" y="38"/>
                  </a:lnTo>
                  <a:lnTo>
                    <a:pt x="186" y="48"/>
                  </a:lnTo>
                  <a:lnTo>
                    <a:pt x="197" y="55"/>
                  </a:lnTo>
                  <a:lnTo>
                    <a:pt x="202" y="58"/>
                  </a:lnTo>
                  <a:lnTo>
                    <a:pt x="204" y="57"/>
                  </a:lnTo>
                  <a:lnTo>
                    <a:pt x="206" y="54"/>
                  </a:lnTo>
                  <a:lnTo>
                    <a:pt x="205" y="48"/>
                  </a:lnTo>
                  <a:lnTo>
                    <a:pt x="195" y="39"/>
                  </a:lnTo>
                  <a:lnTo>
                    <a:pt x="184" y="32"/>
                  </a:lnTo>
                  <a:lnTo>
                    <a:pt x="169" y="25"/>
                  </a:lnTo>
                  <a:lnTo>
                    <a:pt x="152" y="17"/>
                  </a:lnTo>
                  <a:lnTo>
                    <a:pt x="133" y="10"/>
                  </a:lnTo>
                  <a:lnTo>
                    <a:pt x="111" y="5"/>
                  </a:lnTo>
                  <a:lnTo>
                    <a:pt x="89" y="1"/>
                  </a:lnTo>
                  <a:lnTo>
                    <a:pt x="67" y="0"/>
                  </a:lnTo>
                  <a:lnTo>
                    <a:pt x="46" y="2"/>
                  </a:lnTo>
                  <a:lnTo>
                    <a:pt x="28" y="8"/>
                  </a:lnTo>
                  <a:lnTo>
                    <a:pt x="14" y="15"/>
                  </a:lnTo>
                  <a:lnTo>
                    <a:pt x="5" y="25"/>
                  </a:lnTo>
                  <a:lnTo>
                    <a:pt x="0" y="37"/>
                  </a:lnTo>
                  <a:lnTo>
                    <a:pt x="0" y="51"/>
                  </a:lnTo>
                  <a:lnTo>
                    <a:pt x="6" y="66"/>
                  </a:lnTo>
                  <a:lnTo>
                    <a:pt x="16" y="81"/>
                  </a:lnTo>
                  <a:lnTo>
                    <a:pt x="33" y="97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7" name="Freeform 105"/>
            <p:cNvSpPr>
              <a:spLocks/>
            </p:cNvSpPr>
            <p:nvPr/>
          </p:nvSpPr>
          <p:spPr bwMode="gray">
            <a:xfrm>
              <a:off x="1856" y="2354"/>
              <a:ext cx="216" cy="177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3" y="53"/>
                </a:cxn>
                <a:cxn ang="0">
                  <a:pos x="24" y="106"/>
                </a:cxn>
                <a:cxn ang="0">
                  <a:pos x="76" y="176"/>
                </a:cxn>
                <a:cxn ang="0">
                  <a:pos x="142" y="234"/>
                </a:cxn>
                <a:cxn ang="0">
                  <a:pos x="188" y="267"/>
                </a:cxn>
                <a:cxn ang="0">
                  <a:pos x="232" y="294"/>
                </a:cxn>
                <a:cxn ang="0">
                  <a:pos x="274" y="314"/>
                </a:cxn>
                <a:cxn ang="0">
                  <a:pos x="312" y="326"/>
                </a:cxn>
                <a:cxn ang="0">
                  <a:pos x="345" y="331"/>
                </a:cxn>
                <a:cxn ang="0">
                  <a:pos x="373" y="326"/>
                </a:cxn>
                <a:cxn ang="0">
                  <a:pos x="396" y="313"/>
                </a:cxn>
                <a:cxn ang="0">
                  <a:pos x="413" y="278"/>
                </a:cxn>
                <a:cxn ang="0">
                  <a:pos x="398" y="213"/>
                </a:cxn>
                <a:cxn ang="0">
                  <a:pos x="356" y="144"/>
                </a:cxn>
                <a:cxn ang="0">
                  <a:pos x="304" y="86"/>
                </a:cxn>
                <a:cxn ang="0">
                  <a:pos x="256" y="52"/>
                </a:cxn>
                <a:cxn ang="0">
                  <a:pos x="198" y="25"/>
                </a:cxn>
                <a:cxn ang="0">
                  <a:pos x="142" y="17"/>
                </a:cxn>
                <a:cxn ang="0">
                  <a:pos x="109" y="41"/>
                </a:cxn>
                <a:cxn ang="0">
                  <a:pos x="114" y="101"/>
                </a:cxn>
                <a:cxn ang="0">
                  <a:pos x="144" y="154"/>
                </a:cxn>
                <a:cxn ang="0">
                  <a:pos x="185" y="190"/>
                </a:cxn>
                <a:cxn ang="0">
                  <a:pos x="224" y="213"/>
                </a:cxn>
                <a:cxn ang="0">
                  <a:pos x="241" y="221"/>
                </a:cxn>
                <a:cxn ang="0">
                  <a:pos x="246" y="228"/>
                </a:cxn>
                <a:cxn ang="0">
                  <a:pos x="224" y="226"/>
                </a:cxn>
                <a:cxn ang="0">
                  <a:pos x="192" y="210"/>
                </a:cxn>
                <a:cxn ang="0">
                  <a:pos x="154" y="183"/>
                </a:cxn>
                <a:cxn ang="0">
                  <a:pos x="120" y="152"/>
                </a:cxn>
                <a:cxn ang="0">
                  <a:pos x="99" y="118"/>
                </a:cxn>
                <a:cxn ang="0">
                  <a:pos x="92" y="79"/>
                </a:cxn>
                <a:cxn ang="0">
                  <a:pos x="97" y="41"/>
                </a:cxn>
                <a:cxn ang="0">
                  <a:pos x="118" y="12"/>
                </a:cxn>
                <a:cxn ang="0">
                  <a:pos x="144" y="1"/>
                </a:cxn>
                <a:cxn ang="0">
                  <a:pos x="167" y="0"/>
                </a:cxn>
                <a:cxn ang="0">
                  <a:pos x="192" y="4"/>
                </a:cxn>
                <a:cxn ang="0">
                  <a:pos x="221" y="15"/>
                </a:cxn>
                <a:cxn ang="0">
                  <a:pos x="251" y="31"/>
                </a:cxn>
                <a:cxn ang="0">
                  <a:pos x="283" y="52"/>
                </a:cxn>
                <a:cxn ang="0">
                  <a:pos x="314" y="77"/>
                </a:cxn>
                <a:cxn ang="0">
                  <a:pos x="346" y="108"/>
                </a:cxn>
                <a:cxn ang="0">
                  <a:pos x="388" y="160"/>
                </a:cxn>
                <a:cxn ang="0">
                  <a:pos x="421" y="221"/>
                </a:cxn>
                <a:cxn ang="0">
                  <a:pos x="430" y="272"/>
                </a:cxn>
                <a:cxn ang="0">
                  <a:pos x="420" y="312"/>
                </a:cxn>
                <a:cxn ang="0">
                  <a:pos x="402" y="336"/>
                </a:cxn>
                <a:cxn ang="0">
                  <a:pos x="381" y="348"/>
                </a:cxn>
                <a:cxn ang="0">
                  <a:pos x="354" y="354"/>
                </a:cxn>
                <a:cxn ang="0">
                  <a:pos x="322" y="352"/>
                </a:cxn>
                <a:cxn ang="0">
                  <a:pos x="284" y="343"/>
                </a:cxn>
                <a:cxn ang="0">
                  <a:pos x="240" y="324"/>
                </a:cxn>
                <a:cxn ang="0">
                  <a:pos x="192" y="295"/>
                </a:cxn>
                <a:cxn ang="0">
                  <a:pos x="140" y="253"/>
                </a:cxn>
                <a:cxn ang="0">
                  <a:pos x="107" y="223"/>
                </a:cxn>
                <a:cxn ang="0">
                  <a:pos x="73" y="190"/>
                </a:cxn>
                <a:cxn ang="0">
                  <a:pos x="28" y="131"/>
                </a:cxn>
                <a:cxn ang="0">
                  <a:pos x="0" y="57"/>
                </a:cxn>
              </a:cxnLst>
              <a:rect l="0" t="0" r="r" b="b"/>
              <a:pathLst>
                <a:path w="430" h="354">
                  <a:moveTo>
                    <a:pt x="0" y="18"/>
                  </a:moveTo>
                  <a:lnTo>
                    <a:pt x="0" y="23"/>
                  </a:lnTo>
                  <a:lnTo>
                    <a:pt x="0" y="34"/>
                  </a:lnTo>
                  <a:lnTo>
                    <a:pt x="3" y="53"/>
                  </a:lnTo>
                  <a:lnTo>
                    <a:pt x="11" y="77"/>
                  </a:lnTo>
                  <a:lnTo>
                    <a:pt x="24" y="106"/>
                  </a:lnTo>
                  <a:lnTo>
                    <a:pt x="46" y="139"/>
                  </a:lnTo>
                  <a:lnTo>
                    <a:pt x="76" y="176"/>
                  </a:lnTo>
                  <a:lnTo>
                    <a:pt x="118" y="214"/>
                  </a:lnTo>
                  <a:lnTo>
                    <a:pt x="142" y="234"/>
                  </a:lnTo>
                  <a:lnTo>
                    <a:pt x="165" y="251"/>
                  </a:lnTo>
                  <a:lnTo>
                    <a:pt x="188" y="267"/>
                  </a:lnTo>
                  <a:lnTo>
                    <a:pt x="212" y="281"/>
                  </a:lnTo>
                  <a:lnTo>
                    <a:pt x="232" y="294"/>
                  </a:lnTo>
                  <a:lnTo>
                    <a:pt x="254" y="305"/>
                  </a:lnTo>
                  <a:lnTo>
                    <a:pt x="274" y="314"/>
                  </a:lnTo>
                  <a:lnTo>
                    <a:pt x="293" y="321"/>
                  </a:lnTo>
                  <a:lnTo>
                    <a:pt x="312" y="326"/>
                  </a:lnTo>
                  <a:lnTo>
                    <a:pt x="329" y="329"/>
                  </a:lnTo>
                  <a:lnTo>
                    <a:pt x="345" y="331"/>
                  </a:lnTo>
                  <a:lnTo>
                    <a:pt x="360" y="329"/>
                  </a:lnTo>
                  <a:lnTo>
                    <a:pt x="373" y="326"/>
                  </a:lnTo>
                  <a:lnTo>
                    <a:pt x="386" y="321"/>
                  </a:lnTo>
                  <a:lnTo>
                    <a:pt x="396" y="313"/>
                  </a:lnTo>
                  <a:lnTo>
                    <a:pt x="404" y="303"/>
                  </a:lnTo>
                  <a:lnTo>
                    <a:pt x="413" y="278"/>
                  </a:lnTo>
                  <a:lnTo>
                    <a:pt x="410" y="246"/>
                  </a:lnTo>
                  <a:lnTo>
                    <a:pt x="398" y="213"/>
                  </a:lnTo>
                  <a:lnTo>
                    <a:pt x="379" y="177"/>
                  </a:lnTo>
                  <a:lnTo>
                    <a:pt x="356" y="144"/>
                  </a:lnTo>
                  <a:lnTo>
                    <a:pt x="330" y="112"/>
                  </a:lnTo>
                  <a:lnTo>
                    <a:pt x="304" y="86"/>
                  </a:lnTo>
                  <a:lnTo>
                    <a:pt x="281" y="67"/>
                  </a:lnTo>
                  <a:lnTo>
                    <a:pt x="256" y="52"/>
                  </a:lnTo>
                  <a:lnTo>
                    <a:pt x="228" y="37"/>
                  </a:lnTo>
                  <a:lnTo>
                    <a:pt x="198" y="25"/>
                  </a:lnTo>
                  <a:lnTo>
                    <a:pt x="169" y="18"/>
                  </a:lnTo>
                  <a:lnTo>
                    <a:pt x="142" y="17"/>
                  </a:lnTo>
                  <a:lnTo>
                    <a:pt x="122" y="24"/>
                  </a:lnTo>
                  <a:lnTo>
                    <a:pt x="109" y="41"/>
                  </a:lnTo>
                  <a:lnTo>
                    <a:pt x="107" y="69"/>
                  </a:lnTo>
                  <a:lnTo>
                    <a:pt x="114" y="101"/>
                  </a:lnTo>
                  <a:lnTo>
                    <a:pt x="126" y="130"/>
                  </a:lnTo>
                  <a:lnTo>
                    <a:pt x="144" y="154"/>
                  </a:lnTo>
                  <a:lnTo>
                    <a:pt x="164" y="174"/>
                  </a:lnTo>
                  <a:lnTo>
                    <a:pt x="185" y="190"/>
                  </a:lnTo>
                  <a:lnTo>
                    <a:pt x="206" y="203"/>
                  </a:lnTo>
                  <a:lnTo>
                    <a:pt x="224" y="213"/>
                  </a:lnTo>
                  <a:lnTo>
                    <a:pt x="239" y="219"/>
                  </a:lnTo>
                  <a:lnTo>
                    <a:pt x="241" y="221"/>
                  </a:lnTo>
                  <a:lnTo>
                    <a:pt x="246" y="225"/>
                  </a:lnTo>
                  <a:lnTo>
                    <a:pt x="246" y="228"/>
                  </a:lnTo>
                  <a:lnTo>
                    <a:pt x="236" y="228"/>
                  </a:lnTo>
                  <a:lnTo>
                    <a:pt x="224" y="226"/>
                  </a:lnTo>
                  <a:lnTo>
                    <a:pt x="209" y="219"/>
                  </a:lnTo>
                  <a:lnTo>
                    <a:pt x="192" y="210"/>
                  </a:lnTo>
                  <a:lnTo>
                    <a:pt x="173" y="197"/>
                  </a:lnTo>
                  <a:lnTo>
                    <a:pt x="154" y="183"/>
                  </a:lnTo>
                  <a:lnTo>
                    <a:pt x="137" y="168"/>
                  </a:lnTo>
                  <a:lnTo>
                    <a:pt x="120" y="152"/>
                  </a:lnTo>
                  <a:lnTo>
                    <a:pt x="108" y="136"/>
                  </a:lnTo>
                  <a:lnTo>
                    <a:pt x="99" y="118"/>
                  </a:lnTo>
                  <a:lnTo>
                    <a:pt x="94" y="99"/>
                  </a:lnTo>
                  <a:lnTo>
                    <a:pt x="92" y="79"/>
                  </a:lnTo>
                  <a:lnTo>
                    <a:pt x="93" y="60"/>
                  </a:lnTo>
                  <a:lnTo>
                    <a:pt x="97" y="41"/>
                  </a:lnTo>
                  <a:lnTo>
                    <a:pt x="107" y="25"/>
                  </a:lnTo>
                  <a:lnTo>
                    <a:pt x="118" y="12"/>
                  </a:lnTo>
                  <a:lnTo>
                    <a:pt x="134" y="3"/>
                  </a:lnTo>
                  <a:lnTo>
                    <a:pt x="144" y="1"/>
                  </a:lnTo>
                  <a:lnTo>
                    <a:pt x="155" y="0"/>
                  </a:lnTo>
                  <a:lnTo>
                    <a:pt x="167" y="0"/>
                  </a:lnTo>
                  <a:lnTo>
                    <a:pt x="179" y="1"/>
                  </a:lnTo>
                  <a:lnTo>
                    <a:pt x="192" y="4"/>
                  </a:lnTo>
                  <a:lnTo>
                    <a:pt x="206" y="9"/>
                  </a:lnTo>
                  <a:lnTo>
                    <a:pt x="221" y="15"/>
                  </a:lnTo>
                  <a:lnTo>
                    <a:pt x="236" y="22"/>
                  </a:lnTo>
                  <a:lnTo>
                    <a:pt x="251" y="31"/>
                  </a:lnTo>
                  <a:lnTo>
                    <a:pt x="267" y="40"/>
                  </a:lnTo>
                  <a:lnTo>
                    <a:pt x="283" y="52"/>
                  </a:lnTo>
                  <a:lnTo>
                    <a:pt x="299" y="64"/>
                  </a:lnTo>
                  <a:lnTo>
                    <a:pt x="314" y="77"/>
                  </a:lnTo>
                  <a:lnTo>
                    <a:pt x="330" y="92"/>
                  </a:lnTo>
                  <a:lnTo>
                    <a:pt x="346" y="108"/>
                  </a:lnTo>
                  <a:lnTo>
                    <a:pt x="361" y="125"/>
                  </a:lnTo>
                  <a:lnTo>
                    <a:pt x="388" y="160"/>
                  </a:lnTo>
                  <a:lnTo>
                    <a:pt x="407" y="191"/>
                  </a:lnTo>
                  <a:lnTo>
                    <a:pt x="421" y="221"/>
                  </a:lnTo>
                  <a:lnTo>
                    <a:pt x="428" y="248"/>
                  </a:lnTo>
                  <a:lnTo>
                    <a:pt x="430" y="272"/>
                  </a:lnTo>
                  <a:lnTo>
                    <a:pt x="428" y="294"/>
                  </a:lnTo>
                  <a:lnTo>
                    <a:pt x="420" y="312"/>
                  </a:lnTo>
                  <a:lnTo>
                    <a:pt x="409" y="329"/>
                  </a:lnTo>
                  <a:lnTo>
                    <a:pt x="402" y="336"/>
                  </a:lnTo>
                  <a:lnTo>
                    <a:pt x="392" y="343"/>
                  </a:lnTo>
                  <a:lnTo>
                    <a:pt x="381" y="348"/>
                  </a:lnTo>
                  <a:lnTo>
                    <a:pt x="368" y="351"/>
                  </a:lnTo>
                  <a:lnTo>
                    <a:pt x="354" y="354"/>
                  </a:lnTo>
                  <a:lnTo>
                    <a:pt x="339" y="354"/>
                  </a:lnTo>
                  <a:lnTo>
                    <a:pt x="322" y="352"/>
                  </a:lnTo>
                  <a:lnTo>
                    <a:pt x="304" y="349"/>
                  </a:lnTo>
                  <a:lnTo>
                    <a:pt x="284" y="343"/>
                  </a:lnTo>
                  <a:lnTo>
                    <a:pt x="263" y="335"/>
                  </a:lnTo>
                  <a:lnTo>
                    <a:pt x="240" y="324"/>
                  </a:lnTo>
                  <a:lnTo>
                    <a:pt x="217" y="311"/>
                  </a:lnTo>
                  <a:lnTo>
                    <a:pt x="192" y="295"/>
                  </a:lnTo>
                  <a:lnTo>
                    <a:pt x="167" y="275"/>
                  </a:lnTo>
                  <a:lnTo>
                    <a:pt x="140" y="253"/>
                  </a:lnTo>
                  <a:lnTo>
                    <a:pt x="112" y="228"/>
                  </a:lnTo>
                  <a:lnTo>
                    <a:pt x="107" y="223"/>
                  </a:lnTo>
                  <a:lnTo>
                    <a:pt x="93" y="210"/>
                  </a:lnTo>
                  <a:lnTo>
                    <a:pt x="73" y="190"/>
                  </a:lnTo>
                  <a:lnTo>
                    <a:pt x="50" y="162"/>
                  </a:lnTo>
                  <a:lnTo>
                    <a:pt x="28" y="131"/>
                  </a:lnTo>
                  <a:lnTo>
                    <a:pt x="11" y="95"/>
                  </a:lnTo>
                  <a:lnTo>
                    <a:pt x="0" y="57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8" name="Freeform 106"/>
            <p:cNvSpPr>
              <a:spLocks/>
            </p:cNvSpPr>
            <p:nvPr/>
          </p:nvSpPr>
          <p:spPr bwMode="gray">
            <a:xfrm>
              <a:off x="1985" y="2437"/>
              <a:ext cx="15" cy="30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11" y="2"/>
                </a:cxn>
                <a:cxn ang="0">
                  <a:pos x="16" y="8"/>
                </a:cxn>
                <a:cxn ang="0">
                  <a:pos x="22" y="16"/>
                </a:cxn>
                <a:cxn ang="0">
                  <a:pos x="26" y="25"/>
                </a:cxn>
                <a:cxn ang="0">
                  <a:pos x="28" y="35"/>
                </a:cxn>
                <a:cxn ang="0">
                  <a:pos x="26" y="46"/>
                </a:cxn>
                <a:cxn ang="0">
                  <a:pos x="17" y="54"/>
                </a:cxn>
                <a:cxn ang="0">
                  <a:pos x="0" y="59"/>
                </a:cxn>
                <a:cxn ang="0">
                  <a:pos x="2" y="59"/>
                </a:cxn>
                <a:cxn ang="0">
                  <a:pos x="5" y="56"/>
                </a:cxn>
                <a:cxn ang="0">
                  <a:pos x="11" y="54"/>
                </a:cxn>
                <a:cxn ang="0">
                  <a:pos x="17" y="49"/>
                </a:cxn>
                <a:cxn ang="0">
                  <a:pos x="20" y="41"/>
                </a:cxn>
                <a:cxn ang="0">
                  <a:pos x="22" y="31"/>
                </a:cxn>
                <a:cxn ang="0">
                  <a:pos x="18" y="17"/>
                </a:cxn>
                <a:cxn ang="0">
                  <a:pos x="9" y="0"/>
                </a:cxn>
              </a:cxnLst>
              <a:rect l="0" t="0" r="r" b="b"/>
              <a:pathLst>
                <a:path w="28" h="59">
                  <a:moveTo>
                    <a:pt x="9" y="0"/>
                  </a:moveTo>
                  <a:lnTo>
                    <a:pt x="11" y="2"/>
                  </a:lnTo>
                  <a:lnTo>
                    <a:pt x="16" y="8"/>
                  </a:lnTo>
                  <a:lnTo>
                    <a:pt x="22" y="16"/>
                  </a:lnTo>
                  <a:lnTo>
                    <a:pt x="26" y="25"/>
                  </a:lnTo>
                  <a:lnTo>
                    <a:pt x="28" y="35"/>
                  </a:lnTo>
                  <a:lnTo>
                    <a:pt x="26" y="46"/>
                  </a:lnTo>
                  <a:lnTo>
                    <a:pt x="17" y="54"/>
                  </a:lnTo>
                  <a:lnTo>
                    <a:pt x="0" y="59"/>
                  </a:lnTo>
                  <a:lnTo>
                    <a:pt x="2" y="59"/>
                  </a:lnTo>
                  <a:lnTo>
                    <a:pt x="5" y="56"/>
                  </a:lnTo>
                  <a:lnTo>
                    <a:pt x="11" y="54"/>
                  </a:lnTo>
                  <a:lnTo>
                    <a:pt x="17" y="49"/>
                  </a:lnTo>
                  <a:lnTo>
                    <a:pt x="20" y="41"/>
                  </a:lnTo>
                  <a:lnTo>
                    <a:pt x="22" y="31"/>
                  </a:lnTo>
                  <a:lnTo>
                    <a:pt x="18" y="17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099" name="Freeform 107"/>
            <p:cNvSpPr>
              <a:spLocks/>
            </p:cNvSpPr>
            <p:nvPr/>
          </p:nvSpPr>
          <p:spPr bwMode="gray">
            <a:xfrm>
              <a:off x="1948" y="2450"/>
              <a:ext cx="61" cy="74"/>
            </a:xfrm>
            <a:custGeom>
              <a:avLst/>
              <a:gdLst/>
              <a:ahLst/>
              <a:cxnLst>
                <a:cxn ang="0">
                  <a:pos x="122" y="0"/>
                </a:cxn>
                <a:cxn ang="0">
                  <a:pos x="118" y="2"/>
                </a:cxn>
                <a:cxn ang="0">
                  <a:pos x="108" y="10"/>
                </a:cxn>
                <a:cxn ang="0">
                  <a:pos x="93" y="22"/>
                </a:cxn>
                <a:cxn ang="0">
                  <a:pos x="75" y="39"/>
                </a:cxn>
                <a:cxn ang="0">
                  <a:pos x="55" y="60"/>
                </a:cxn>
                <a:cxn ang="0">
                  <a:pos x="34" y="85"/>
                </a:cxn>
                <a:cxn ang="0">
                  <a:pos x="16" y="115"/>
                </a:cxn>
                <a:cxn ang="0">
                  <a:pos x="0" y="149"/>
                </a:cxn>
                <a:cxn ang="0">
                  <a:pos x="2" y="145"/>
                </a:cxn>
                <a:cxn ang="0">
                  <a:pos x="9" y="135"/>
                </a:cxn>
                <a:cxn ang="0">
                  <a:pos x="19" y="120"/>
                </a:cxn>
                <a:cxn ang="0">
                  <a:pos x="34" y="100"/>
                </a:cxn>
                <a:cxn ang="0">
                  <a:pos x="53" y="77"/>
                </a:cxn>
                <a:cxn ang="0">
                  <a:pos x="73" y="52"/>
                </a:cxn>
                <a:cxn ang="0">
                  <a:pos x="97" y="25"/>
                </a:cxn>
                <a:cxn ang="0">
                  <a:pos x="122" y="0"/>
                </a:cxn>
              </a:cxnLst>
              <a:rect l="0" t="0" r="r" b="b"/>
              <a:pathLst>
                <a:path w="122" h="149">
                  <a:moveTo>
                    <a:pt x="122" y="0"/>
                  </a:moveTo>
                  <a:lnTo>
                    <a:pt x="118" y="2"/>
                  </a:lnTo>
                  <a:lnTo>
                    <a:pt x="108" y="10"/>
                  </a:lnTo>
                  <a:lnTo>
                    <a:pt x="93" y="22"/>
                  </a:lnTo>
                  <a:lnTo>
                    <a:pt x="75" y="39"/>
                  </a:lnTo>
                  <a:lnTo>
                    <a:pt x="55" y="60"/>
                  </a:lnTo>
                  <a:lnTo>
                    <a:pt x="34" y="85"/>
                  </a:lnTo>
                  <a:lnTo>
                    <a:pt x="16" y="115"/>
                  </a:lnTo>
                  <a:lnTo>
                    <a:pt x="0" y="149"/>
                  </a:lnTo>
                  <a:lnTo>
                    <a:pt x="2" y="145"/>
                  </a:lnTo>
                  <a:lnTo>
                    <a:pt x="9" y="135"/>
                  </a:lnTo>
                  <a:lnTo>
                    <a:pt x="19" y="120"/>
                  </a:lnTo>
                  <a:lnTo>
                    <a:pt x="34" y="100"/>
                  </a:lnTo>
                  <a:lnTo>
                    <a:pt x="53" y="77"/>
                  </a:lnTo>
                  <a:lnTo>
                    <a:pt x="73" y="52"/>
                  </a:lnTo>
                  <a:lnTo>
                    <a:pt x="97" y="25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00" name="Freeform 108"/>
            <p:cNvSpPr>
              <a:spLocks/>
            </p:cNvSpPr>
            <p:nvPr/>
          </p:nvSpPr>
          <p:spPr bwMode="gray">
            <a:xfrm>
              <a:off x="1615" y="2699"/>
              <a:ext cx="368" cy="284"/>
            </a:xfrm>
            <a:custGeom>
              <a:avLst/>
              <a:gdLst/>
              <a:ahLst/>
              <a:cxnLst>
                <a:cxn ang="0">
                  <a:pos x="0" y="568"/>
                </a:cxn>
                <a:cxn ang="0">
                  <a:pos x="2" y="567"/>
                </a:cxn>
                <a:cxn ang="0">
                  <a:pos x="10" y="565"/>
                </a:cxn>
                <a:cxn ang="0">
                  <a:pos x="22" y="561"/>
                </a:cxn>
                <a:cxn ang="0">
                  <a:pos x="39" y="555"/>
                </a:cxn>
                <a:cxn ang="0">
                  <a:pos x="58" y="547"/>
                </a:cxn>
                <a:cxn ang="0">
                  <a:pos x="83" y="537"/>
                </a:cxn>
                <a:cxn ang="0">
                  <a:pos x="109" y="525"/>
                </a:cxn>
                <a:cxn ang="0">
                  <a:pos x="139" y="510"/>
                </a:cxn>
                <a:cxn ang="0">
                  <a:pos x="171" y="494"/>
                </a:cxn>
                <a:cxn ang="0">
                  <a:pos x="206" y="475"/>
                </a:cxn>
                <a:cxn ang="0">
                  <a:pos x="242" y="452"/>
                </a:cxn>
                <a:cxn ang="0">
                  <a:pos x="279" y="427"/>
                </a:cxn>
                <a:cxn ang="0">
                  <a:pos x="317" y="399"/>
                </a:cxn>
                <a:cxn ang="0">
                  <a:pos x="356" y="368"/>
                </a:cxn>
                <a:cxn ang="0">
                  <a:pos x="394" y="334"/>
                </a:cxn>
                <a:cxn ang="0">
                  <a:pos x="433" y="296"/>
                </a:cxn>
                <a:cxn ang="0">
                  <a:pos x="470" y="258"/>
                </a:cxn>
                <a:cxn ang="0">
                  <a:pos x="504" y="224"/>
                </a:cxn>
                <a:cxn ang="0">
                  <a:pos x="537" y="191"/>
                </a:cxn>
                <a:cxn ang="0">
                  <a:pos x="565" y="161"/>
                </a:cxn>
                <a:cxn ang="0">
                  <a:pos x="592" y="135"/>
                </a:cxn>
                <a:cxn ang="0">
                  <a:pos x="616" y="111"/>
                </a:cxn>
                <a:cxn ang="0">
                  <a:pos x="638" y="89"/>
                </a:cxn>
                <a:cxn ang="0">
                  <a:pos x="658" y="69"/>
                </a:cxn>
                <a:cxn ang="0">
                  <a:pos x="675" y="53"/>
                </a:cxn>
                <a:cxn ang="0">
                  <a:pos x="690" y="38"/>
                </a:cxn>
                <a:cxn ang="0">
                  <a:pos x="703" y="26"/>
                </a:cxn>
                <a:cxn ang="0">
                  <a:pos x="713" y="17"/>
                </a:cxn>
                <a:cxn ang="0">
                  <a:pos x="720" y="9"/>
                </a:cxn>
                <a:cxn ang="0">
                  <a:pos x="726" y="5"/>
                </a:cxn>
                <a:cxn ang="0">
                  <a:pos x="729" y="1"/>
                </a:cxn>
                <a:cxn ang="0">
                  <a:pos x="730" y="0"/>
                </a:cxn>
                <a:cxn ang="0">
                  <a:pos x="733" y="0"/>
                </a:cxn>
                <a:cxn ang="0">
                  <a:pos x="735" y="0"/>
                </a:cxn>
                <a:cxn ang="0">
                  <a:pos x="736" y="3"/>
                </a:cxn>
                <a:cxn ang="0">
                  <a:pos x="731" y="10"/>
                </a:cxn>
                <a:cxn ang="0">
                  <a:pos x="724" y="18"/>
                </a:cxn>
                <a:cxn ang="0">
                  <a:pos x="710" y="37"/>
                </a:cxn>
                <a:cxn ang="0">
                  <a:pos x="685" y="63"/>
                </a:cxn>
                <a:cxn ang="0">
                  <a:pos x="655" y="98"/>
                </a:cxn>
                <a:cxn ang="0">
                  <a:pos x="617" y="138"/>
                </a:cxn>
                <a:cxn ang="0">
                  <a:pos x="575" y="183"/>
                </a:cxn>
                <a:cxn ang="0">
                  <a:pos x="526" y="230"/>
                </a:cxn>
                <a:cxn ang="0">
                  <a:pos x="474" y="280"/>
                </a:cxn>
                <a:cxn ang="0">
                  <a:pos x="419" y="330"/>
                </a:cxn>
                <a:cxn ang="0">
                  <a:pos x="360" y="379"/>
                </a:cxn>
                <a:cxn ang="0">
                  <a:pos x="300" y="425"/>
                </a:cxn>
                <a:cxn ang="0">
                  <a:pos x="239" y="467"/>
                </a:cxn>
                <a:cxn ang="0">
                  <a:pos x="178" y="504"/>
                </a:cxn>
                <a:cxn ang="0">
                  <a:pos x="117" y="534"/>
                </a:cxn>
                <a:cxn ang="0">
                  <a:pos x="57" y="555"/>
                </a:cxn>
                <a:cxn ang="0">
                  <a:pos x="0" y="568"/>
                </a:cxn>
              </a:cxnLst>
              <a:rect l="0" t="0" r="r" b="b"/>
              <a:pathLst>
                <a:path w="736" h="568">
                  <a:moveTo>
                    <a:pt x="0" y="568"/>
                  </a:moveTo>
                  <a:lnTo>
                    <a:pt x="2" y="567"/>
                  </a:lnTo>
                  <a:lnTo>
                    <a:pt x="10" y="565"/>
                  </a:lnTo>
                  <a:lnTo>
                    <a:pt x="22" y="561"/>
                  </a:lnTo>
                  <a:lnTo>
                    <a:pt x="39" y="555"/>
                  </a:lnTo>
                  <a:lnTo>
                    <a:pt x="58" y="547"/>
                  </a:lnTo>
                  <a:lnTo>
                    <a:pt x="83" y="537"/>
                  </a:lnTo>
                  <a:lnTo>
                    <a:pt x="109" y="525"/>
                  </a:lnTo>
                  <a:lnTo>
                    <a:pt x="139" y="510"/>
                  </a:lnTo>
                  <a:lnTo>
                    <a:pt x="171" y="494"/>
                  </a:lnTo>
                  <a:lnTo>
                    <a:pt x="206" y="475"/>
                  </a:lnTo>
                  <a:lnTo>
                    <a:pt x="242" y="452"/>
                  </a:lnTo>
                  <a:lnTo>
                    <a:pt x="279" y="427"/>
                  </a:lnTo>
                  <a:lnTo>
                    <a:pt x="317" y="399"/>
                  </a:lnTo>
                  <a:lnTo>
                    <a:pt x="356" y="368"/>
                  </a:lnTo>
                  <a:lnTo>
                    <a:pt x="394" y="334"/>
                  </a:lnTo>
                  <a:lnTo>
                    <a:pt x="433" y="296"/>
                  </a:lnTo>
                  <a:lnTo>
                    <a:pt x="470" y="258"/>
                  </a:lnTo>
                  <a:lnTo>
                    <a:pt x="504" y="224"/>
                  </a:lnTo>
                  <a:lnTo>
                    <a:pt x="537" y="191"/>
                  </a:lnTo>
                  <a:lnTo>
                    <a:pt x="565" y="161"/>
                  </a:lnTo>
                  <a:lnTo>
                    <a:pt x="592" y="135"/>
                  </a:lnTo>
                  <a:lnTo>
                    <a:pt x="616" y="111"/>
                  </a:lnTo>
                  <a:lnTo>
                    <a:pt x="638" y="89"/>
                  </a:lnTo>
                  <a:lnTo>
                    <a:pt x="658" y="69"/>
                  </a:lnTo>
                  <a:lnTo>
                    <a:pt x="675" y="53"/>
                  </a:lnTo>
                  <a:lnTo>
                    <a:pt x="690" y="38"/>
                  </a:lnTo>
                  <a:lnTo>
                    <a:pt x="703" y="26"/>
                  </a:lnTo>
                  <a:lnTo>
                    <a:pt x="713" y="17"/>
                  </a:lnTo>
                  <a:lnTo>
                    <a:pt x="720" y="9"/>
                  </a:lnTo>
                  <a:lnTo>
                    <a:pt x="726" y="5"/>
                  </a:lnTo>
                  <a:lnTo>
                    <a:pt x="729" y="1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5" y="0"/>
                  </a:lnTo>
                  <a:lnTo>
                    <a:pt x="736" y="3"/>
                  </a:lnTo>
                  <a:lnTo>
                    <a:pt x="731" y="10"/>
                  </a:lnTo>
                  <a:lnTo>
                    <a:pt x="724" y="18"/>
                  </a:lnTo>
                  <a:lnTo>
                    <a:pt x="710" y="37"/>
                  </a:lnTo>
                  <a:lnTo>
                    <a:pt x="685" y="63"/>
                  </a:lnTo>
                  <a:lnTo>
                    <a:pt x="655" y="98"/>
                  </a:lnTo>
                  <a:lnTo>
                    <a:pt x="617" y="138"/>
                  </a:lnTo>
                  <a:lnTo>
                    <a:pt x="575" y="183"/>
                  </a:lnTo>
                  <a:lnTo>
                    <a:pt x="526" y="230"/>
                  </a:lnTo>
                  <a:lnTo>
                    <a:pt x="474" y="280"/>
                  </a:lnTo>
                  <a:lnTo>
                    <a:pt x="419" y="330"/>
                  </a:lnTo>
                  <a:lnTo>
                    <a:pt x="360" y="379"/>
                  </a:lnTo>
                  <a:lnTo>
                    <a:pt x="300" y="425"/>
                  </a:lnTo>
                  <a:lnTo>
                    <a:pt x="239" y="467"/>
                  </a:lnTo>
                  <a:lnTo>
                    <a:pt x="178" y="504"/>
                  </a:lnTo>
                  <a:lnTo>
                    <a:pt x="117" y="534"/>
                  </a:lnTo>
                  <a:lnTo>
                    <a:pt x="57" y="555"/>
                  </a:lnTo>
                  <a:lnTo>
                    <a:pt x="0" y="568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01" name="Freeform 109"/>
            <p:cNvSpPr>
              <a:spLocks/>
            </p:cNvSpPr>
            <p:nvPr/>
          </p:nvSpPr>
          <p:spPr bwMode="gray">
            <a:xfrm>
              <a:off x="1989" y="2766"/>
              <a:ext cx="55" cy="46"/>
            </a:xfrm>
            <a:custGeom>
              <a:avLst/>
              <a:gdLst/>
              <a:ahLst/>
              <a:cxnLst>
                <a:cxn ang="0">
                  <a:pos x="110" y="0"/>
                </a:cxn>
                <a:cxn ang="0">
                  <a:pos x="0" y="91"/>
                </a:cxn>
                <a:cxn ang="0">
                  <a:pos x="3" y="87"/>
                </a:cxn>
                <a:cxn ang="0">
                  <a:pos x="11" y="77"/>
                </a:cxn>
                <a:cxn ang="0">
                  <a:pos x="24" y="62"/>
                </a:cxn>
                <a:cxn ang="0">
                  <a:pos x="40" y="45"/>
                </a:cxn>
                <a:cxn ang="0">
                  <a:pos x="57" y="29"/>
                </a:cxn>
                <a:cxn ang="0">
                  <a:pos x="76" y="14"/>
                </a:cxn>
                <a:cxn ang="0">
                  <a:pos x="94" y="3"/>
                </a:cxn>
                <a:cxn ang="0">
                  <a:pos x="110" y="0"/>
                </a:cxn>
              </a:cxnLst>
              <a:rect l="0" t="0" r="r" b="b"/>
              <a:pathLst>
                <a:path w="110" h="91">
                  <a:moveTo>
                    <a:pt x="110" y="0"/>
                  </a:moveTo>
                  <a:lnTo>
                    <a:pt x="0" y="91"/>
                  </a:lnTo>
                  <a:lnTo>
                    <a:pt x="3" y="87"/>
                  </a:lnTo>
                  <a:lnTo>
                    <a:pt x="11" y="77"/>
                  </a:lnTo>
                  <a:lnTo>
                    <a:pt x="24" y="62"/>
                  </a:lnTo>
                  <a:lnTo>
                    <a:pt x="40" y="45"/>
                  </a:lnTo>
                  <a:lnTo>
                    <a:pt x="57" y="29"/>
                  </a:lnTo>
                  <a:lnTo>
                    <a:pt x="76" y="14"/>
                  </a:lnTo>
                  <a:lnTo>
                    <a:pt x="94" y="3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02" name="Freeform 110"/>
            <p:cNvSpPr>
              <a:spLocks/>
            </p:cNvSpPr>
            <p:nvPr/>
          </p:nvSpPr>
          <p:spPr bwMode="gray">
            <a:xfrm>
              <a:off x="1900" y="2836"/>
              <a:ext cx="206" cy="111"/>
            </a:xfrm>
            <a:custGeom>
              <a:avLst/>
              <a:gdLst/>
              <a:ahLst/>
              <a:cxnLst>
                <a:cxn ang="0">
                  <a:pos x="0" y="221"/>
                </a:cxn>
                <a:cxn ang="0">
                  <a:pos x="2" y="219"/>
                </a:cxn>
                <a:cxn ang="0">
                  <a:pos x="9" y="213"/>
                </a:cxn>
                <a:cxn ang="0">
                  <a:pos x="21" y="205"/>
                </a:cxn>
                <a:cxn ang="0">
                  <a:pos x="36" y="193"/>
                </a:cxn>
                <a:cxn ang="0">
                  <a:pos x="54" y="179"/>
                </a:cxn>
                <a:cxn ang="0">
                  <a:pos x="76" y="163"/>
                </a:cxn>
                <a:cxn ang="0">
                  <a:pos x="100" y="145"/>
                </a:cxn>
                <a:cxn ang="0">
                  <a:pos x="129" y="127"/>
                </a:cxn>
                <a:cxn ang="0">
                  <a:pos x="159" y="109"/>
                </a:cxn>
                <a:cxn ang="0">
                  <a:pos x="191" y="89"/>
                </a:cxn>
                <a:cxn ang="0">
                  <a:pos x="225" y="71"/>
                </a:cxn>
                <a:cxn ang="0">
                  <a:pos x="260" y="53"/>
                </a:cxn>
                <a:cxn ang="0">
                  <a:pos x="297" y="37"/>
                </a:cxn>
                <a:cxn ang="0">
                  <a:pos x="335" y="22"/>
                </a:cxn>
                <a:cxn ang="0">
                  <a:pos x="373" y="9"/>
                </a:cxn>
                <a:cxn ang="0">
                  <a:pos x="413" y="0"/>
                </a:cxn>
                <a:cxn ang="0">
                  <a:pos x="410" y="1"/>
                </a:cxn>
                <a:cxn ang="0">
                  <a:pos x="402" y="4"/>
                </a:cxn>
                <a:cxn ang="0">
                  <a:pos x="390" y="8"/>
                </a:cxn>
                <a:cxn ang="0">
                  <a:pos x="373" y="15"/>
                </a:cxn>
                <a:cxn ang="0">
                  <a:pos x="353" y="23"/>
                </a:cxn>
                <a:cxn ang="0">
                  <a:pos x="328" y="32"/>
                </a:cxn>
                <a:cxn ang="0">
                  <a:pos x="302" y="44"/>
                </a:cxn>
                <a:cxn ang="0">
                  <a:pos x="273" y="57"/>
                </a:cxn>
                <a:cxn ang="0">
                  <a:pos x="242" y="72"/>
                </a:cxn>
                <a:cxn ang="0">
                  <a:pos x="209" y="89"/>
                </a:cxn>
                <a:cxn ang="0">
                  <a:pos x="174" y="107"/>
                </a:cxn>
                <a:cxn ang="0">
                  <a:pos x="140" y="127"/>
                </a:cxn>
                <a:cxn ang="0">
                  <a:pos x="104" y="148"/>
                </a:cxn>
                <a:cxn ang="0">
                  <a:pos x="69" y="171"/>
                </a:cxn>
                <a:cxn ang="0">
                  <a:pos x="33" y="195"/>
                </a:cxn>
                <a:cxn ang="0">
                  <a:pos x="0" y="221"/>
                </a:cxn>
              </a:cxnLst>
              <a:rect l="0" t="0" r="r" b="b"/>
              <a:pathLst>
                <a:path w="413" h="221">
                  <a:moveTo>
                    <a:pt x="0" y="221"/>
                  </a:moveTo>
                  <a:lnTo>
                    <a:pt x="2" y="219"/>
                  </a:lnTo>
                  <a:lnTo>
                    <a:pt x="9" y="213"/>
                  </a:lnTo>
                  <a:lnTo>
                    <a:pt x="21" y="205"/>
                  </a:lnTo>
                  <a:lnTo>
                    <a:pt x="36" y="193"/>
                  </a:lnTo>
                  <a:lnTo>
                    <a:pt x="54" y="179"/>
                  </a:lnTo>
                  <a:lnTo>
                    <a:pt x="76" y="163"/>
                  </a:lnTo>
                  <a:lnTo>
                    <a:pt x="100" y="145"/>
                  </a:lnTo>
                  <a:lnTo>
                    <a:pt x="129" y="127"/>
                  </a:lnTo>
                  <a:lnTo>
                    <a:pt x="159" y="109"/>
                  </a:lnTo>
                  <a:lnTo>
                    <a:pt x="191" y="89"/>
                  </a:lnTo>
                  <a:lnTo>
                    <a:pt x="225" y="71"/>
                  </a:lnTo>
                  <a:lnTo>
                    <a:pt x="260" y="53"/>
                  </a:lnTo>
                  <a:lnTo>
                    <a:pt x="297" y="37"/>
                  </a:lnTo>
                  <a:lnTo>
                    <a:pt x="335" y="22"/>
                  </a:lnTo>
                  <a:lnTo>
                    <a:pt x="373" y="9"/>
                  </a:lnTo>
                  <a:lnTo>
                    <a:pt x="413" y="0"/>
                  </a:lnTo>
                  <a:lnTo>
                    <a:pt x="410" y="1"/>
                  </a:lnTo>
                  <a:lnTo>
                    <a:pt x="402" y="4"/>
                  </a:lnTo>
                  <a:lnTo>
                    <a:pt x="390" y="8"/>
                  </a:lnTo>
                  <a:lnTo>
                    <a:pt x="373" y="15"/>
                  </a:lnTo>
                  <a:lnTo>
                    <a:pt x="353" y="23"/>
                  </a:lnTo>
                  <a:lnTo>
                    <a:pt x="328" y="32"/>
                  </a:lnTo>
                  <a:lnTo>
                    <a:pt x="302" y="44"/>
                  </a:lnTo>
                  <a:lnTo>
                    <a:pt x="273" y="57"/>
                  </a:lnTo>
                  <a:lnTo>
                    <a:pt x="242" y="72"/>
                  </a:lnTo>
                  <a:lnTo>
                    <a:pt x="209" y="89"/>
                  </a:lnTo>
                  <a:lnTo>
                    <a:pt x="174" y="107"/>
                  </a:lnTo>
                  <a:lnTo>
                    <a:pt x="140" y="127"/>
                  </a:lnTo>
                  <a:lnTo>
                    <a:pt x="104" y="148"/>
                  </a:lnTo>
                  <a:lnTo>
                    <a:pt x="69" y="171"/>
                  </a:lnTo>
                  <a:lnTo>
                    <a:pt x="33" y="195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14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25103" name="Text Box 111"/>
          <p:cNvSpPr txBox="1">
            <a:spLocks noChangeArrowheads="1"/>
          </p:cNvSpPr>
          <p:nvPr/>
        </p:nvSpPr>
        <p:spPr bwMode="gray">
          <a:xfrm>
            <a:off x="2048513" y="5318125"/>
            <a:ext cx="1199367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fr-FR" dirty="0" smtClean="0"/>
              <a:t>Développeur</a:t>
            </a:r>
            <a:endParaRPr lang="fr-FR" dirty="0"/>
          </a:p>
        </p:txBody>
      </p:sp>
      <p:grpSp>
        <p:nvGrpSpPr>
          <p:cNvPr id="725104" name="Group 112"/>
          <p:cNvGrpSpPr>
            <a:grpSpLocks/>
          </p:cNvGrpSpPr>
          <p:nvPr/>
        </p:nvGrpSpPr>
        <p:grpSpPr bwMode="gray">
          <a:xfrm>
            <a:off x="5575300" y="3002725"/>
            <a:ext cx="1828800" cy="2185988"/>
            <a:chOff x="3438" y="1884"/>
            <a:chExt cx="1152" cy="1377"/>
          </a:xfrm>
        </p:grpSpPr>
        <p:sp>
          <p:nvSpPr>
            <p:cNvPr id="725105" name="Freeform 113"/>
            <p:cNvSpPr>
              <a:spLocks/>
            </p:cNvSpPr>
            <p:nvPr/>
          </p:nvSpPr>
          <p:spPr bwMode="gray">
            <a:xfrm>
              <a:off x="3656" y="2843"/>
              <a:ext cx="453" cy="411"/>
            </a:xfrm>
            <a:custGeom>
              <a:avLst/>
              <a:gdLst/>
              <a:ahLst/>
              <a:cxnLst>
                <a:cxn ang="0">
                  <a:pos x="105" y="660"/>
                </a:cxn>
                <a:cxn ang="0">
                  <a:pos x="125" y="663"/>
                </a:cxn>
                <a:cxn ang="0">
                  <a:pos x="164" y="663"/>
                </a:cxn>
                <a:cxn ang="0">
                  <a:pos x="215" y="660"/>
                </a:cxn>
                <a:cxn ang="0">
                  <a:pos x="274" y="650"/>
                </a:cxn>
                <a:cxn ang="0">
                  <a:pos x="336" y="630"/>
                </a:cxn>
                <a:cxn ang="0">
                  <a:pos x="397" y="597"/>
                </a:cxn>
                <a:cxn ang="0">
                  <a:pos x="453" y="546"/>
                </a:cxn>
                <a:cxn ang="0">
                  <a:pos x="520" y="451"/>
                </a:cxn>
                <a:cxn ang="0">
                  <a:pos x="571" y="353"/>
                </a:cxn>
                <a:cxn ang="0">
                  <a:pos x="602" y="282"/>
                </a:cxn>
                <a:cxn ang="0">
                  <a:pos x="635" y="227"/>
                </a:cxn>
                <a:cxn ang="0">
                  <a:pos x="688" y="172"/>
                </a:cxn>
                <a:cxn ang="0">
                  <a:pos x="743" y="110"/>
                </a:cxn>
                <a:cxn ang="0">
                  <a:pos x="793" y="52"/>
                </a:cxn>
                <a:cxn ang="0">
                  <a:pos x="833" y="12"/>
                </a:cxn>
                <a:cxn ang="0">
                  <a:pos x="860" y="1"/>
                </a:cxn>
                <a:cxn ang="0">
                  <a:pos x="888" y="3"/>
                </a:cxn>
                <a:cxn ang="0">
                  <a:pos x="906" y="18"/>
                </a:cxn>
                <a:cxn ang="0">
                  <a:pos x="899" y="51"/>
                </a:cxn>
                <a:cxn ang="0">
                  <a:pos x="860" y="112"/>
                </a:cxn>
                <a:cxn ang="0">
                  <a:pos x="801" y="227"/>
                </a:cxn>
                <a:cxn ang="0">
                  <a:pos x="739" y="364"/>
                </a:cxn>
                <a:cxn ang="0">
                  <a:pos x="691" y="479"/>
                </a:cxn>
                <a:cxn ang="0">
                  <a:pos x="669" y="532"/>
                </a:cxn>
                <a:cxn ang="0">
                  <a:pos x="642" y="570"/>
                </a:cxn>
                <a:cxn ang="0">
                  <a:pos x="604" y="615"/>
                </a:cxn>
                <a:cxn ang="0">
                  <a:pos x="554" y="663"/>
                </a:cxn>
                <a:cxn ang="0">
                  <a:pos x="495" y="710"/>
                </a:cxn>
                <a:cxn ang="0">
                  <a:pos x="426" y="752"/>
                </a:cxn>
                <a:cxn ang="0">
                  <a:pos x="350" y="787"/>
                </a:cxn>
                <a:cxn ang="0">
                  <a:pos x="269" y="812"/>
                </a:cxn>
                <a:cxn ang="0">
                  <a:pos x="185" y="821"/>
                </a:cxn>
                <a:cxn ang="0">
                  <a:pos x="113" y="814"/>
                </a:cxn>
                <a:cxn ang="0">
                  <a:pos x="59" y="795"/>
                </a:cxn>
                <a:cxn ang="0">
                  <a:pos x="21" y="766"/>
                </a:cxn>
                <a:cxn ang="0">
                  <a:pos x="3" y="734"/>
                </a:cxn>
                <a:cxn ang="0">
                  <a:pos x="4" y="704"/>
                </a:cxn>
                <a:cxn ang="0">
                  <a:pos x="26" y="678"/>
                </a:cxn>
                <a:cxn ang="0">
                  <a:pos x="70" y="663"/>
                </a:cxn>
              </a:cxnLst>
              <a:rect l="0" t="0" r="r" b="b"/>
              <a:pathLst>
                <a:path w="906" h="821">
                  <a:moveTo>
                    <a:pt x="102" y="660"/>
                  </a:moveTo>
                  <a:lnTo>
                    <a:pt x="105" y="660"/>
                  </a:lnTo>
                  <a:lnTo>
                    <a:pt x="113" y="661"/>
                  </a:lnTo>
                  <a:lnTo>
                    <a:pt x="125" y="663"/>
                  </a:lnTo>
                  <a:lnTo>
                    <a:pt x="143" y="663"/>
                  </a:lnTo>
                  <a:lnTo>
                    <a:pt x="164" y="663"/>
                  </a:lnTo>
                  <a:lnTo>
                    <a:pt x="189" y="663"/>
                  </a:lnTo>
                  <a:lnTo>
                    <a:pt x="215" y="660"/>
                  </a:lnTo>
                  <a:lnTo>
                    <a:pt x="244" y="656"/>
                  </a:lnTo>
                  <a:lnTo>
                    <a:pt x="274" y="650"/>
                  </a:lnTo>
                  <a:lnTo>
                    <a:pt x="305" y="641"/>
                  </a:lnTo>
                  <a:lnTo>
                    <a:pt x="336" y="630"/>
                  </a:lnTo>
                  <a:lnTo>
                    <a:pt x="367" y="615"/>
                  </a:lnTo>
                  <a:lnTo>
                    <a:pt x="397" y="597"/>
                  </a:lnTo>
                  <a:lnTo>
                    <a:pt x="426" y="573"/>
                  </a:lnTo>
                  <a:lnTo>
                    <a:pt x="453" y="546"/>
                  </a:lnTo>
                  <a:lnTo>
                    <a:pt x="478" y="514"/>
                  </a:lnTo>
                  <a:lnTo>
                    <a:pt x="520" y="451"/>
                  </a:lnTo>
                  <a:lnTo>
                    <a:pt x="549" y="397"/>
                  </a:lnTo>
                  <a:lnTo>
                    <a:pt x="571" y="353"/>
                  </a:lnTo>
                  <a:lnTo>
                    <a:pt x="589" y="316"/>
                  </a:lnTo>
                  <a:lnTo>
                    <a:pt x="602" y="282"/>
                  </a:lnTo>
                  <a:lnTo>
                    <a:pt x="618" y="255"/>
                  </a:lnTo>
                  <a:lnTo>
                    <a:pt x="635" y="227"/>
                  </a:lnTo>
                  <a:lnTo>
                    <a:pt x="660" y="201"/>
                  </a:lnTo>
                  <a:lnTo>
                    <a:pt x="688" y="172"/>
                  </a:lnTo>
                  <a:lnTo>
                    <a:pt x="717" y="142"/>
                  </a:lnTo>
                  <a:lnTo>
                    <a:pt x="743" y="110"/>
                  </a:lnTo>
                  <a:lnTo>
                    <a:pt x="769" y="80"/>
                  </a:lnTo>
                  <a:lnTo>
                    <a:pt x="793" y="52"/>
                  </a:lnTo>
                  <a:lnTo>
                    <a:pt x="813" y="29"/>
                  </a:lnTo>
                  <a:lnTo>
                    <a:pt x="833" y="12"/>
                  </a:lnTo>
                  <a:lnTo>
                    <a:pt x="846" y="4"/>
                  </a:lnTo>
                  <a:lnTo>
                    <a:pt x="860" y="1"/>
                  </a:lnTo>
                  <a:lnTo>
                    <a:pt x="874" y="0"/>
                  </a:lnTo>
                  <a:lnTo>
                    <a:pt x="888" y="3"/>
                  </a:lnTo>
                  <a:lnTo>
                    <a:pt x="899" y="8"/>
                  </a:lnTo>
                  <a:lnTo>
                    <a:pt x="906" y="18"/>
                  </a:lnTo>
                  <a:lnTo>
                    <a:pt x="906" y="32"/>
                  </a:lnTo>
                  <a:lnTo>
                    <a:pt x="899" y="51"/>
                  </a:lnTo>
                  <a:lnTo>
                    <a:pt x="884" y="76"/>
                  </a:lnTo>
                  <a:lnTo>
                    <a:pt x="860" y="112"/>
                  </a:lnTo>
                  <a:lnTo>
                    <a:pt x="831" y="164"/>
                  </a:lnTo>
                  <a:lnTo>
                    <a:pt x="801" y="227"/>
                  </a:lnTo>
                  <a:lnTo>
                    <a:pt x="769" y="295"/>
                  </a:lnTo>
                  <a:lnTo>
                    <a:pt x="739" y="364"/>
                  </a:lnTo>
                  <a:lnTo>
                    <a:pt x="713" y="427"/>
                  </a:lnTo>
                  <a:lnTo>
                    <a:pt x="691" y="479"/>
                  </a:lnTo>
                  <a:lnTo>
                    <a:pt x="675" y="517"/>
                  </a:lnTo>
                  <a:lnTo>
                    <a:pt x="669" y="532"/>
                  </a:lnTo>
                  <a:lnTo>
                    <a:pt x="658" y="550"/>
                  </a:lnTo>
                  <a:lnTo>
                    <a:pt x="642" y="570"/>
                  </a:lnTo>
                  <a:lnTo>
                    <a:pt x="624" y="592"/>
                  </a:lnTo>
                  <a:lnTo>
                    <a:pt x="604" y="615"/>
                  </a:lnTo>
                  <a:lnTo>
                    <a:pt x="580" y="638"/>
                  </a:lnTo>
                  <a:lnTo>
                    <a:pt x="554" y="663"/>
                  </a:lnTo>
                  <a:lnTo>
                    <a:pt x="525" y="686"/>
                  </a:lnTo>
                  <a:lnTo>
                    <a:pt x="495" y="710"/>
                  </a:lnTo>
                  <a:lnTo>
                    <a:pt x="462" y="732"/>
                  </a:lnTo>
                  <a:lnTo>
                    <a:pt x="426" y="752"/>
                  </a:lnTo>
                  <a:lnTo>
                    <a:pt x="389" y="770"/>
                  </a:lnTo>
                  <a:lnTo>
                    <a:pt x="350" y="787"/>
                  </a:lnTo>
                  <a:lnTo>
                    <a:pt x="310" y="801"/>
                  </a:lnTo>
                  <a:lnTo>
                    <a:pt x="269" y="812"/>
                  </a:lnTo>
                  <a:lnTo>
                    <a:pt x="226" y="818"/>
                  </a:lnTo>
                  <a:lnTo>
                    <a:pt x="185" y="821"/>
                  </a:lnTo>
                  <a:lnTo>
                    <a:pt x="147" y="820"/>
                  </a:lnTo>
                  <a:lnTo>
                    <a:pt x="113" y="814"/>
                  </a:lnTo>
                  <a:lnTo>
                    <a:pt x="84" y="806"/>
                  </a:lnTo>
                  <a:lnTo>
                    <a:pt x="59" y="795"/>
                  </a:lnTo>
                  <a:lnTo>
                    <a:pt x="37" y="781"/>
                  </a:lnTo>
                  <a:lnTo>
                    <a:pt x="21" y="766"/>
                  </a:lnTo>
                  <a:lnTo>
                    <a:pt x="10" y="751"/>
                  </a:lnTo>
                  <a:lnTo>
                    <a:pt x="3" y="734"/>
                  </a:lnTo>
                  <a:lnTo>
                    <a:pt x="0" y="719"/>
                  </a:lnTo>
                  <a:lnTo>
                    <a:pt x="4" y="704"/>
                  </a:lnTo>
                  <a:lnTo>
                    <a:pt x="12" y="690"/>
                  </a:lnTo>
                  <a:lnTo>
                    <a:pt x="26" y="678"/>
                  </a:lnTo>
                  <a:lnTo>
                    <a:pt x="45" y="670"/>
                  </a:lnTo>
                  <a:lnTo>
                    <a:pt x="70" y="663"/>
                  </a:lnTo>
                  <a:lnTo>
                    <a:pt x="102" y="66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06" name="Freeform 114"/>
            <p:cNvSpPr>
              <a:spLocks/>
            </p:cNvSpPr>
            <p:nvPr/>
          </p:nvSpPr>
          <p:spPr bwMode="gray">
            <a:xfrm>
              <a:off x="3664" y="2846"/>
              <a:ext cx="442" cy="403"/>
            </a:xfrm>
            <a:custGeom>
              <a:avLst/>
              <a:gdLst/>
              <a:ahLst/>
              <a:cxnLst>
                <a:cxn ang="0">
                  <a:pos x="101" y="654"/>
                </a:cxn>
                <a:cxn ang="0">
                  <a:pos x="121" y="656"/>
                </a:cxn>
                <a:cxn ang="0">
                  <a:pos x="159" y="656"/>
                </a:cxn>
                <a:cxn ang="0">
                  <a:pos x="210" y="652"/>
                </a:cxn>
                <a:cxn ang="0">
                  <a:pos x="266" y="641"/>
                </a:cxn>
                <a:cxn ang="0">
                  <a:pos x="328" y="620"/>
                </a:cxn>
                <a:cxn ang="0">
                  <a:pos x="389" y="585"/>
                </a:cxn>
                <a:cxn ang="0">
                  <a:pos x="443" y="537"/>
                </a:cxn>
                <a:cxn ang="0">
                  <a:pos x="474" y="495"/>
                </a:cxn>
                <a:cxn ang="0">
                  <a:pos x="488" y="474"/>
                </a:cxn>
                <a:cxn ang="0">
                  <a:pos x="525" y="412"/>
                </a:cxn>
                <a:cxn ang="0">
                  <a:pos x="564" y="331"/>
                </a:cxn>
                <a:cxn ang="0">
                  <a:pos x="590" y="270"/>
                </a:cxn>
                <a:cxn ang="0">
                  <a:pos x="620" y="222"/>
                </a:cxn>
                <a:cxn ang="0">
                  <a:pos x="647" y="194"/>
                </a:cxn>
                <a:cxn ang="0">
                  <a:pos x="655" y="186"/>
                </a:cxn>
                <a:cxn ang="0">
                  <a:pos x="685" y="154"/>
                </a:cxn>
                <a:cxn ang="0">
                  <a:pos x="733" y="98"/>
                </a:cxn>
                <a:cxn ang="0">
                  <a:pos x="778" y="45"/>
                </a:cxn>
                <a:cxn ang="0">
                  <a:pos x="812" y="11"/>
                </a:cxn>
                <a:cxn ang="0">
                  <a:pos x="840" y="0"/>
                </a:cxn>
                <a:cxn ang="0">
                  <a:pos x="866" y="1"/>
                </a:cxn>
                <a:cxn ang="0">
                  <a:pos x="882" y="16"/>
                </a:cxn>
                <a:cxn ang="0">
                  <a:pos x="877" y="49"/>
                </a:cxn>
                <a:cxn ang="0">
                  <a:pos x="838" y="109"/>
                </a:cxn>
                <a:cxn ang="0">
                  <a:pos x="782" y="222"/>
                </a:cxn>
                <a:cxn ang="0">
                  <a:pos x="721" y="354"/>
                </a:cxn>
                <a:cxn ang="0">
                  <a:pos x="673" y="468"/>
                </a:cxn>
                <a:cxn ang="0">
                  <a:pos x="651" y="521"/>
                </a:cxn>
                <a:cxn ang="0">
                  <a:pos x="626" y="558"/>
                </a:cxn>
                <a:cxn ang="0">
                  <a:pos x="589" y="602"/>
                </a:cxn>
                <a:cxn ang="0">
                  <a:pos x="540" y="647"/>
                </a:cxn>
                <a:cxn ang="0">
                  <a:pos x="483" y="694"/>
                </a:cxn>
                <a:cxn ang="0">
                  <a:pos x="416" y="737"/>
                </a:cxn>
                <a:cxn ang="0">
                  <a:pos x="343" y="771"/>
                </a:cxn>
                <a:cxn ang="0">
                  <a:pos x="263" y="796"/>
                </a:cxn>
                <a:cxn ang="0">
                  <a:pos x="212" y="805"/>
                </a:cxn>
                <a:cxn ang="0">
                  <a:pos x="196" y="806"/>
                </a:cxn>
                <a:cxn ang="0">
                  <a:pos x="152" y="806"/>
                </a:cxn>
                <a:cxn ang="0">
                  <a:pos x="91" y="795"/>
                </a:cxn>
                <a:cxn ang="0">
                  <a:pos x="44" y="776"/>
                </a:cxn>
                <a:cxn ang="0">
                  <a:pos x="14" y="749"/>
                </a:cxn>
                <a:cxn ang="0">
                  <a:pos x="0" y="721"/>
                </a:cxn>
                <a:cxn ang="0">
                  <a:pos x="4" y="693"/>
                </a:cxn>
                <a:cxn ang="0">
                  <a:pos x="26" y="671"/>
                </a:cxn>
                <a:cxn ang="0">
                  <a:pos x="69" y="657"/>
                </a:cxn>
              </a:cxnLst>
              <a:rect l="0" t="0" r="r" b="b"/>
              <a:pathLst>
                <a:path w="884" h="806">
                  <a:moveTo>
                    <a:pt x="98" y="654"/>
                  </a:moveTo>
                  <a:lnTo>
                    <a:pt x="101" y="654"/>
                  </a:lnTo>
                  <a:lnTo>
                    <a:pt x="109" y="656"/>
                  </a:lnTo>
                  <a:lnTo>
                    <a:pt x="121" y="656"/>
                  </a:lnTo>
                  <a:lnTo>
                    <a:pt x="139" y="656"/>
                  </a:lnTo>
                  <a:lnTo>
                    <a:pt x="159" y="656"/>
                  </a:lnTo>
                  <a:lnTo>
                    <a:pt x="183" y="654"/>
                  </a:lnTo>
                  <a:lnTo>
                    <a:pt x="210" y="652"/>
                  </a:lnTo>
                  <a:lnTo>
                    <a:pt x="237" y="647"/>
                  </a:lnTo>
                  <a:lnTo>
                    <a:pt x="266" y="641"/>
                  </a:lnTo>
                  <a:lnTo>
                    <a:pt x="298" y="631"/>
                  </a:lnTo>
                  <a:lnTo>
                    <a:pt x="328" y="620"/>
                  </a:lnTo>
                  <a:lnTo>
                    <a:pt x="358" y="605"/>
                  </a:lnTo>
                  <a:lnTo>
                    <a:pt x="389" y="585"/>
                  </a:lnTo>
                  <a:lnTo>
                    <a:pt x="416" y="563"/>
                  </a:lnTo>
                  <a:lnTo>
                    <a:pt x="443" y="537"/>
                  </a:lnTo>
                  <a:lnTo>
                    <a:pt x="467" y="506"/>
                  </a:lnTo>
                  <a:lnTo>
                    <a:pt x="474" y="495"/>
                  </a:lnTo>
                  <a:lnTo>
                    <a:pt x="481" y="484"/>
                  </a:lnTo>
                  <a:lnTo>
                    <a:pt x="488" y="474"/>
                  </a:lnTo>
                  <a:lnTo>
                    <a:pt x="495" y="463"/>
                  </a:lnTo>
                  <a:lnTo>
                    <a:pt x="525" y="412"/>
                  </a:lnTo>
                  <a:lnTo>
                    <a:pt x="547" y="368"/>
                  </a:lnTo>
                  <a:lnTo>
                    <a:pt x="564" y="331"/>
                  </a:lnTo>
                  <a:lnTo>
                    <a:pt x="578" y="299"/>
                  </a:lnTo>
                  <a:lnTo>
                    <a:pt x="590" y="270"/>
                  </a:lnTo>
                  <a:lnTo>
                    <a:pt x="604" y="245"/>
                  </a:lnTo>
                  <a:lnTo>
                    <a:pt x="620" y="222"/>
                  </a:lnTo>
                  <a:lnTo>
                    <a:pt x="643" y="198"/>
                  </a:lnTo>
                  <a:lnTo>
                    <a:pt x="647" y="194"/>
                  </a:lnTo>
                  <a:lnTo>
                    <a:pt x="651" y="190"/>
                  </a:lnTo>
                  <a:lnTo>
                    <a:pt x="655" y="186"/>
                  </a:lnTo>
                  <a:lnTo>
                    <a:pt x="659" y="182"/>
                  </a:lnTo>
                  <a:lnTo>
                    <a:pt x="685" y="154"/>
                  </a:lnTo>
                  <a:lnTo>
                    <a:pt x="710" y="125"/>
                  </a:lnTo>
                  <a:lnTo>
                    <a:pt x="733" y="98"/>
                  </a:lnTo>
                  <a:lnTo>
                    <a:pt x="757" y="70"/>
                  </a:lnTo>
                  <a:lnTo>
                    <a:pt x="778" y="45"/>
                  </a:lnTo>
                  <a:lnTo>
                    <a:pt x="796" y="26"/>
                  </a:lnTo>
                  <a:lnTo>
                    <a:pt x="812" y="11"/>
                  </a:lnTo>
                  <a:lnTo>
                    <a:pt x="826" y="4"/>
                  </a:lnTo>
                  <a:lnTo>
                    <a:pt x="840" y="0"/>
                  </a:lnTo>
                  <a:lnTo>
                    <a:pt x="853" y="0"/>
                  </a:lnTo>
                  <a:lnTo>
                    <a:pt x="866" y="1"/>
                  </a:lnTo>
                  <a:lnTo>
                    <a:pt x="877" y="7"/>
                  </a:lnTo>
                  <a:lnTo>
                    <a:pt x="882" y="16"/>
                  </a:lnTo>
                  <a:lnTo>
                    <a:pt x="884" y="30"/>
                  </a:lnTo>
                  <a:lnTo>
                    <a:pt x="877" y="49"/>
                  </a:lnTo>
                  <a:lnTo>
                    <a:pt x="862" y="73"/>
                  </a:lnTo>
                  <a:lnTo>
                    <a:pt x="838" y="109"/>
                  </a:lnTo>
                  <a:lnTo>
                    <a:pt x="811" y="160"/>
                  </a:lnTo>
                  <a:lnTo>
                    <a:pt x="782" y="222"/>
                  </a:lnTo>
                  <a:lnTo>
                    <a:pt x="750" y="288"/>
                  </a:lnTo>
                  <a:lnTo>
                    <a:pt x="721" y="354"/>
                  </a:lnTo>
                  <a:lnTo>
                    <a:pt x="695" y="416"/>
                  </a:lnTo>
                  <a:lnTo>
                    <a:pt x="673" y="468"/>
                  </a:lnTo>
                  <a:lnTo>
                    <a:pt x="658" y="506"/>
                  </a:lnTo>
                  <a:lnTo>
                    <a:pt x="651" y="521"/>
                  </a:lnTo>
                  <a:lnTo>
                    <a:pt x="640" y="539"/>
                  </a:lnTo>
                  <a:lnTo>
                    <a:pt x="626" y="558"/>
                  </a:lnTo>
                  <a:lnTo>
                    <a:pt x="609" y="579"/>
                  </a:lnTo>
                  <a:lnTo>
                    <a:pt x="589" y="602"/>
                  </a:lnTo>
                  <a:lnTo>
                    <a:pt x="567" y="624"/>
                  </a:lnTo>
                  <a:lnTo>
                    <a:pt x="540" y="647"/>
                  </a:lnTo>
                  <a:lnTo>
                    <a:pt x="513" y="671"/>
                  </a:lnTo>
                  <a:lnTo>
                    <a:pt x="483" y="694"/>
                  </a:lnTo>
                  <a:lnTo>
                    <a:pt x="451" y="716"/>
                  </a:lnTo>
                  <a:lnTo>
                    <a:pt x="416" y="737"/>
                  </a:lnTo>
                  <a:lnTo>
                    <a:pt x="381" y="755"/>
                  </a:lnTo>
                  <a:lnTo>
                    <a:pt x="343" y="771"/>
                  </a:lnTo>
                  <a:lnTo>
                    <a:pt x="303" y="785"/>
                  </a:lnTo>
                  <a:lnTo>
                    <a:pt x="263" y="796"/>
                  </a:lnTo>
                  <a:lnTo>
                    <a:pt x="222" y="803"/>
                  </a:lnTo>
                  <a:lnTo>
                    <a:pt x="212" y="805"/>
                  </a:lnTo>
                  <a:lnTo>
                    <a:pt x="204" y="805"/>
                  </a:lnTo>
                  <a:lnTo>
                    <a:pt x="196" y="806"/>
                  </a:lnTo>
                  <a:lnTo>
                    <a:pt x="188" y="806"/>
                  </a:lnTo>
                  <a:lnTo>
                    <a:pt x="152" y="806"/>
                  </a:lnTo>
                  <a:lnTo>
                    <a:pt x="120" y="802"/>
                  </a:lnTo>
                  <a:lnTo>
                    <a:pt x="91" y="795"/>
                  </a:lnTo>
                  <a:lnTo>
                    <a:pt x="66" y="787"/>
                  </a:lnTo>
                  <a:lnTo>
                    <a:pt x="44" y="776"/>
                  </a:lnTo>
                  <a:lnTo>
                    <a:pt x="28" y="763"/>
                  </a:lnTo>
                  <a:lnTo>
                    <a:pt x="14" y="749"/>
                  </a:lnTo>
                  <a:lnTo>
                    <a:pt x="4" y="734"/>
                  </a:lnTo>
                  <a:lnTo>
                    <a:pt x="0" y="721"/>
                  </a:lnTo>
                  <a:lnTo>
                    <a:pt x="0" y="707"/>
                  </a:lnTo>
                  <a:lnTo>
                    <a:pt x="4" y="693"/>
                  </a:lnTo>
                  <a:lnTo>
                    <a:pt x="12" y="681"/>
                  </a:lnTo>
                  <a:lnTo>
                    <a:pt x="26" y="671"/>
                  </a:lnTo>
                  <a:lnTo>
                    <a:pt x="46" y="663"/>
                  </a:lnTo>
                  <a:lnTo>
                    <a:pt x="69" y="657"/>
                  </a:lnTo>
                  <a:lnTo>
                    <a:pt x="98" y="654"/>
                  </a:lnTo>
                  <a:close/>
                </a:path>
              </a:pathLst>
            </a:custGeom>
            <a:solidFill>
              <a:srgbClr val="F9ED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07" name="Freeform 115"/>
            <p:cNvSpPr>
              <a:spLocks/>
            </p:cNvSpPr>
            <p:nvPr/>
          </p:nvSpPr>
          <p:spPr bwMode="gray">
            <a:xfrm>
              <a:off x="3671" y="2851"/>
              <a:ext cx="431" cy="396"/>
            </a:xfrm>
            <a:custGeom>
              <a:avLst/>
              <a:gdLst/>
              <a:ahLst/>
              <a:cxnLst>
                <a:cxn ang="0">
                  <a:pos x="98" y="649"/>
                </a:cxn>
                <a:cxn ang="0">
                  <a:pos x="118" y="650"/>
                </a:cxn>
                <a:cxn ang="0">
                  <a:pos x="156" y="649"/>
                </a:cxn>
                <a:cxn ang="0">
                  <a:pos x="204" y="645"/>
                </a:cxn>
                <a:cxn ang="0">
                  <a:pos x="260" y="633"/>
                </a:cxn>
                <a:cxn ang="0">
                  <a:pos x="321" y="612"/>
                </a:cxn>
                <a:cxn ang="0">
                  <a:pos x="380" y="579"/>
                </a:cxn>
                <a:cxn ang="0">
                  <a:pos x="434" y="531"/>
                </a:cxn>
                <a:cxn ang="0">
                  <a:pos x="464" y="489"/>
                </a:cxn>
                <a:cxn ang="0">
                  <a:pos x="477" y="469"/>
                </a:cxn>
                <a:cxn ang="0">
                  <a:pos x="513" y="407"/>
                </a:cxn>
                <a:cxn ang="0">
                  <a:pos x="551" y="327"/>
                </a:cxn>
                <a:cxn ang="0">
                  <a:pos x="577" y="269"/>
                </a:cxn>
                <a:cxn ang="0">
                  <a:pos x="606" y="221"/>
                </a:cxn>
                <a:cxn ang="0">
                  <a:pos x="630" y="193"/>
                </a:cxn>
                <a:cxn ang="0">
                  <a:pos x="638" y="185"/>
                </a:cxn>
                <a:cxn ang="0">
                  <a:pos x="667" y="153"/>
                </a:cxn>
                <a:cxn ang="0">
                  <a:pos x="715" y="98"/>
                </a:cxn>
                <a:cxn ang="0">
                  <a:pos x="758" y="47"/>
                </a:cxn>
                <a:cxn ang="0">
                  <a:pos x="793" y="13"/>
                </a:cxn>
                <a:cxn ang="0">
                  <a:pos x="817" y="2"/>
                </a:cxn>
                <a:cxn ang="0">
                  <a:pos x="844" y="3"/>
                </a:cxn>
                <a:cxn ang="0">
                  <a:pos x="861" y="17"/>
                </a:cxn>
                <a:cxn ang="0">
                  <a:pos x="856" y="48"/>
                </a:cxn>
                <a:cxn ang="0">
                  <a:pos x="819" y="106"/>
                </a:cxn>
                <a:cxn ang="0">
                  <a:pos x="762" y="216"/>
                </a:cxn>
                <a:cxn ang="0">
                  <a:pos x="703" y="347"/>
                </a:cxn>
                <a:cxn ang="0">
                  <a:pos x="655" y="459"/>
                </a:cxn>
                <a:cxn ang="0">
                  <a:pos x="634" y="510"/>
                </a:cxn>
                <a:cxn ang="0">
                  <a:pos x="611" y="546"/>
                </a:cxn>
                <a:cxn ang="0">
                  <a:pos x="575" y="588"/>
                </a:cxn>
                <a:cxn ang="0">
                  <a:pos x="528" y="635"/>
                </a:cxn>
                <a:cxn ang="0">
                  <a:pos x="471" y="681"/>
                </a:cxn>
                <a:cxn ang="0">
                  <a:pos x="408" y="724"/>
                </a:cxn>
                <a:cxn ang="0">
                  <a:pos x="336" y="758"/>
                </a:cxn>
                <a:cxn ang="0">
                  <a:pos x="259" y="783"/>
                </a:cxn>
                <a:cxn ang="0">
                  <a:pos x="211" y="791"/>
                </a:cxn>
                <a:cxn ang="0">
                  <a:pos x="194" y="792"/>
                </a:cxn>
                <a:cxn ang="0">
                  <a:pos x="150" y="794"/>
                </a:cxn>
                <a:cxn ang="0">
                  <a:pos x="91" y="784"/>
                </a:cxn>
                <a:cxn ang="0">
                  <a:pos x="44" y="766"/>
                </a:cxn>
                <a:cxn ang="0">
                  <a:pos x="14" y="740"/>
                </a:cxn>
                <a:cxn ang="0">
                  <a:pos x="0" y="714"/>
                </a:cxn>
                <a:cxn ang="0">
                  <a:pos x="4" y="688"/>
                </a:cxn>
                <a:cxn ang="0">
                  <a:pos x="26" y="666"/>
                </a:cxn>
                <a:cxn ang="0">
                  <a:pos x="67" y="652"/>
                </a:cxn>
              </a:cxnLst>
              <a:rect l="0" t="0" r="r" b="b"/>
              <a:pathLst>
                <a:path w="861" h="794">
                  <a:moveTo>
                    <a:pt x="95" y="649"/>
                  </a:moveTo>
                  <a:lnTo>
                    <a:pt x="98" y="649"/>
                  </a:lnTo>
                  <a:lnTo>
                    <a:pt x="106" y="650"/>
                  </a:lnTo>
                  <a:lnTo>
                    <a:pt x="118" y="650"/>
                  </a:lnTo>
                  <a:lnTo>
                    <a:pt x="135" y="650"/>
                  </a:lnTo>
                  <a:lnTo>
                    <a:pt x="156" y="649"/>
                  </a:lnTo>
                  <a:lnTo>
                    <a:pt x="179" y="648"/>
                  </a:lnTo>
                  <a:lnTo>
                    <a:pt x="204" y="645"/>
                  </a:lnTo>
                  <a:lnTo>
                    <a:pt x="231" y="639"/>
                  </a:lnTo>
                  <a:lnTo>
                    <a:pt x="260" y="633"/>
                  </a:lnTo>
                  <a:lnTo>
                    <a:pt x="291" y="624"/>
                  </a:lnTo>
                  <a:lnTo>
                    <a:pt x="321" y="612"/>
                  </a:lnTo>
                  <a:lnTo>
                    <a:pt x="351" y="597"/>
                  </a:lnTo>
                  <a:lnTo>
                    <a:pt x="380" y="579"/>
                  </a:lnTo>
                  <a:lnTo>
                    <a:pt x="408" y="557"/>
                  </a:lnTo>
                  <a:lnTo>
                    <a:pt x="434" y="531"/>
                  </a:lnTo>
                  <a:lnTo>
                    <a:pt x="458" y="500"/>
                  </a:lnTo>
                  <a:lnTo>
                    <a:pt x="464" y="489"/>
                  </a:lnTo>
                  <a:lnTo>
                    <a:pt x="471" y="478"/>
                  </a:lnTo>
                  <a:lnTo>
                    <a:pt x="477" y="469"/>
                  </a:lnTo>
                  <a:lnTo>
                    <a:pt x="484" y="458"/>
                  </a:lnTo>
                  <a:lnTo>
                    <a:pt x="513" y="407"/>
                  </a:lnTo>
                  <a:lnTo>
                    <a:pt x="535" y="364"/>
                  </a:lnTo>
                  <a:lnTo>
                    <a:pt x="551" y="327"/>
                  </a:lnTo>
                  <a:lnTo>
                    <a:pt x="565" y="296"/>
                  </a:lnTo>
                  <a:lnTo>
                    <a:pt x="577" y="269"/>
                  </a:lnTo>
                  <a:lnTo>
                    <a:pt x="590" y="244"/>
                  </a:lnTo>
                  <a:lnTo>
                    <a:pt x="606" y="221"/>
                  </a:lnTo>
                  <a:lnTo>
                    <a:pt x="627" y="197"/>
                  </a:lnTo>
                  <a:lnTo>
                    <a:pt x="630" y="193"/>
                  </a:lnTo>
                  <a:lnTo>
                    <a:pt x="634" y="189"/>
                  </a:lnTo>
                  <a:lnTo>
                    <a:pt x="638" y="185"/>
                  </a:lnTo>
                  <a:lnTo>
                    <a:pt x="642" y="181"/>
                  </a:lnTo>
                  <a:lnTo>
                    <a:pt x="667" y="153"/>
                  </a:lnTo>
                  <a:lnTo>
                    <a:pt x="692" y="126"/>
                  </a:lnTo>
                  <a:lnTo>
                    <a:pt x="715" y="98"/>
                  </a:lnTo>
                  <a:lnTo>
                    <a:pt x="737" y="70"/>
                  </a:lnTo>
                  <a:lnTo>
                    <a:pt x="758" y="47"/>
                  </a:lnTo>
                  <a:lnTo>
                    <a:pt x="776" y="26"/>
                  </a:lnTo>
                  <a:lnTo>
                    <a:pt x="793" y="13"/>
                  </a:lnTo>
                  <a:lnTo>
                    <a:pt x="805" y="4"/>
                  </a:lnTo>
                  <a:lnTo>
                    <a:pt x="817" y="2"/>
                  </a:lnTo>
                  <a:lnTo>
                    <a:pt x="831" y="0"/>
                  </a:lnTo>
                  <a:lnTo>
                    <a:pt x="844" y="3"/>
                  </a:lnTo>
                  <a:lnTo>
                    <a:pt x="855" y="7"/>
                  </a:lnTo>
                  <a:lnTo>
                    <a:pt x="861" y="17"/>
                  </a:lnTo>
                  <a:lnTo>
                    <a:pt x="861" y="30"/>
                  </a:lnTo>
                  <a:lnTo>
                    <a:pt x="856" y="48"/>
                  </a:lnTo>
                  <a:lnTo>
                    <a:pt x="841" y="72"/>
                  </a:lnTo>
                  <a:lnTo>
                    <a:pt x="819" y="106"/>
                  </a:lnTo>
                  <a:lnTo>
                    <a:pt x="791" y="157"/>
                  </a:lnTo>
                  <a:lnTo>
                    <a:pt x="762" y="216"/>
                  </a:lnTo>
                  <a:lnTo>
                    <a:pt x="732" y="281"/>
                  </a:lnTo>
                  <a:lnTo>
                    <a:pt x="703" y="347"/>
                  </a:lnTo>
                  <a:lnTo>
                    <a:pt x="677" y="408"/>
                  </a:lnTo>
                  <a:lnTo>
                    <a:pt x="655" y="459"/>
                  </a:lnTo>
                  <a:lnTo>
                    <a:pt x="641" y="495"/>
                  </a:lnTo>
                  <a:lnTo>
                    <a:pt x="634" y="510"/>
                  </a:lnTo>
                  <a:lnTo>
                    <a:pt x="624" y="526"/>
                  </a:lnTo>
                  <a:lnTo>
                    <a:pt x="611" y="546"/>
                  </a:lnTo>
                  <a:lnTo>
                    <a:pt x="594" y="566"/>
                  </a:lnTo>
                  <a:lnTo>
                    <a:pt x="575" y="588"/>
                  </a:lnTo>
                  <a:lnTo>
                    <a:pt x="553" y="612"/>
                  </a:lnTo>
                  <a:lnTo>
                    <a:pt x="528" y="635"/>
                  </a:lnTo>
                  <a:lnTo>
                    <a:pt x="500" y="659"/>
                  </a:lnTo>
                  <a:lnTo>
                    <a:pt x="471" y="681"/>
                  </a:lnTo>
                  <a:lnTo>
                    <a:pt x="441" y="703"/>
                  </a:lnTo>
                  <a:lnTo>
                    <a:pt x="408" y="724"/>
                  </a:lnTo>
                  <a:lnTo>
                    <a:pt x="372" y="741"/>
                  </a:lnTo>
                  <a:lnTo>
                    <a:pt x="336" y="758"/>
                  </a:lnTo>
                  <a:lnTo>
                    <a:pt x="298" y="772"/>
                  </a:lnTo>
                  <a:lnTo>
                    <a:pt x="259" y="783"/>
                  </a:lnTo>
                  <a:lnTo>
                    <a:pt x="219" y="790"/>
                  </a:lnTo>
                  <a:lnTo>
                    <a:pt x="211" y="791"/>
                  </a:lnTo>
                  <a:lnTo>
                    <a:pt x="202" y="791"/>
                  </a:lnTo>
                  <a:lnTo>
                    <a:pt x="194" y="792"/>
                  </a:lnTo>
                  <a:lnTo>
                    <a:pt x="186" y="794"/>
                  </a:lnTo>
                  <a:lnTo>
                    <a:pt x="150" y="794"/>
                  </a:lnTo>
                  <a:lnTo>
                    <a:pt x="118" y="791"/>
                  </a:lnTo>
                  <a:lnTo>
                    <a:pt x="91" y="784"/>
                  </a:lnTo>
                  <a:lnTo>
                    <a:pt x="66" y="776"/>
                  </a:lnTo>
                  <a:lnTo>
                    <a:pt x="44" y="766"/>
                  </a:lnTo>
                  <a:lnTo>
                    <a:pt x="27" y="754"/>
                  </a:lnTo>
                  <a:lnTo>
                    <a:pt x="14" y="740"/>
                  </a:lnTo>
                  <a:lnTo>
                    <a:pt x="5" y="728"/>
                  </a:lnTo>
                  <a:lnTo>
                    <a:pt x="0" y="714"/>
                  </a:lnTo>
                  <a:lnTo>
                    <a:pt x="0" y="700"/>
                  </a:lnTo>
                  <a:lnTo>
                    <a:pt x="4" y="688"/>
                  </a:lnTo>
                  <a:lnTo>
                    <a:pt x="12" y="675"/>
                  </a:lnTo>
                  <a:lnTo>
                    <a:pt x="26" y="666"/>
                  </a:lnTo>
                  <a:lnTo>
                    <a:pt x="44" y="657"/>
                  </a:lnTo>
                  <a:lnTo>
                    <a:pt x="67" y="652"/>
                  </a:lnTo>
                  <a:lnTo>
                    <a:pt x="95" y="649"/>
                  </a:lnTo>
                  <a:close/>
                </a:path>
              </a:pathLst>
            </a:custGeom>
            <a:solidFill>
              <a:srgbClr val="F4D8C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08" name="Freeform 116"/>
            <p:cNvSpPr>
              <a:spLocks/>
            </p:cNvSpPr>
            <p:nvPr/>
          </p:nvSpPr>
          <p:spPr bwMode="gray">
            <a:xfrm>
              <a:off x="3678" y="2855"/>
              <a:ext cx="420" cy="390"/>
            </a:xfrm>
            <a:custGeom>
              <a:avLst/>
              <a:gdLst/>
              <a:ahLst/>
              <a:cxnLst>
                <a:cxn ang="0">
                  <a:pos x="96" y="645"/>
                </a:cxn>
                <a:cxn ang="0">
                  <a:pos x="117" y="645"/>
                </a:cxn>
                <a:cxn ang="0">
                  <a:pos x="153" y="644"/>
                </a:cxn>
                <a:cxn ang="0">
                  <a:pos x="200" y="638"/>
                </a:cxn>
                <a:cxn ang="0">
                  <a:pos x="255" y="625"/>
                </a:cxn>
                <a:cxn ang="0">
                  <a:pos x="314" y="604"/>
                </a:cxn>
                <a:cxn ang="0">
                  <a:pos x="372" y="569"/>
                </a:cxn>
                <a:cxn ang="0">
                  <a:pos x="423" y="523"/>
                </a:cxn>
                <a:cxn ang="0">
                  <a:pos x="453" y="484"/>
                </a:cxn>
                <a:cxn ang="0">
                  <a:pos x="466" y="463"/>
                </a:cxn>
                <a:cxn ang="0">
                  <a:pos x="501" y="403"/>
                </a:cxn>
                <a:cxn ang="0">
                  <a:pos x="539" y="324"/>
                </a:cxn>
                <a:cxn ang="0">
                  <a:pos x="563" y="266"/>
                </a:cxn>
                <a:cxn ang="0">
                  <a:pos x="591" y="219"/>
                </a:cxn>
                <a:cxn ang="0">
                  <a:pos x="615" y="192"/>
                </a:cxn>
                <a:cxn ang="0">
                  <a:pos x="623" y="184"/>
                </a:cxn>
                <a:cxn ang="0">
                  <a:pos x="652" y="153"/>
                </a:cxn>
                <a:cxn ang="0">
                  <a:pos x="697" y="97"/>
                </a:cxn>
                <a:cxn ang="0">
                  <a:pos x="740" y="47"/>
                </a:cxn>
                <a:cxn ang="0">
                  <a:pos x="772" y="13"/>
                </a:cxn>
                <a:cxn ang="0">
                  <a:pos x="796" y="2"/>
                </a:cxn>
                <a:cxn ang="0">
                  <a:pos x="823" y="2"/>
                </a:cxn>
                <a:cxn ang="0">
                  <a:pos x="839" y="17"/>
                </a:cxn>
                <a:cxn ang="0">
                  <a:pos x="834" y="47"/>
                </a:cxn>
                <a:cxn ang="0">
                  <a:pos x="798" y="105"/>
                </a:cxn>
                <a:cxn ang="0">
                  <a:pos x="744" y="213"/>
                </a:cxn>
                <a:cxn ang="0">
                  <a:pos x="685" y="341"/>
                </a:cxn>
                <a:cxn ang="0">
                  <a:pos x="638" y="450"/>
                </a:cxn>
                <a:cxn ang="0">
                  <a:pos x="617" y="499"/>
                </a:cxn>
                <a:cxn ang="0">
                  <a:pos x="595" y="535"/>
                </a:cxn>
                <a:cxn ang="0">
                  <a:pos x="561" y="576"/>
                </a:cxn>
                <a:cxn ang="0">
                  <a:pos x="515" y="622"/>
                </a:cxn>
                <a:cxn ang="0">
                  <a:pos x="461" y="667"/>
                </a:cxn>
                <a:cxn ang="0">
                  <a:pos x="399" y="709"/>
                </a:cxn>
                <a:cxn ang="0">
                  <a:pos x="330" y="743"/>
                </a:cxn>
                <a:cxn ang="0">
                  <a:pos x="255" y="768"/>
                </a:cxn>
                <a:cxn ang="0">
                  <a:pos x="208" y="778"/>
                </a:cxn>
                <a:cxn ang="0">
                  <a:pos x="191" y="779"/>
                </a:cxn>
                <a:cxn ang="0">
                  <a:pos x="150" y="782"/>
                </a:cxn>
                <a:cxn ang="0">
                  <a:pos x="91" y="773"/>
                </a:cxn>
                <a:cxn ang="0">
                  <a:pos x="45" y="757"/>
                </a:cxn>
                <a:cxn ang="0">
                  <a:pos x="15" y="733"/>
                </a:cxn>
                <a:cxn ang="0">
                  <a:pos x="1" y="707"/>
                </a:cxn>
                <a:cxn ang="0">
                  <a:pos x="4" y="682"/>
                </a:cxn>
                <a:cxn ang="0">
                  <a:pos x="26" y="662"/>
                </a:cxn>
                <a:cxn ang="0">
                  <a:pos x="66" y="648"/>
                </a:cxn>
              </a:cxnLst>
              <a:rect l="0" t="0" r="r" b="b"/>
              <a:pathLst>
                <a:path w="839" h="782">
                  <a:moveTo>
                    <a:pt x="93" y="645"/>
                  </a:moveTo>
                  <a:lnTo>
                    <a:pt x="96" y="645"/>
                  </a:lnTo>
                  <a:lnTo>
                    <a:pt x="104" y="645"/>
                  </a:lnTo>
                  <a:lnTo>
                    <a:pt x="117" y="645"/>
                  </a:lnTo>
                  <a:lnTo>
                    <a:pt x="132" y="645"/>
                  </a:lnTo>
                  <a:lnTo>
                    <a:pt x="153" y="644"/>
                  </a:lnTo>
                  <a:lnTo>
                    <a:pt x="175" y="641"/>
                  </a:lnTo>
                  <a:lnTo>
                    <a:pt x="200" y="638"/>
                  </a:lnTo>
                  <a:lnTo>
                    <a:pt x="227" y="633"/>
                  </a:lnTo>
                  <a:lnTo>
                    <a:pt x="255" y="625"/>
                  </a:lnTo>
                  <a:lnTo>
                    <a:pt x="285" y="615"/>
                  </a:lnTo>
                  <a:lnTo>
                    <a:pt x="314" y="604"/>
                  </a:lnTo>
                  <a:lnTo>
                    <a:pt x="343" y="589"/>
                  </a:lnTo>
                  <a:lnTo>
                    <a:pt x="372" y="569"/>
                  </a:lnTo>
                  <a:lnTo>
                    <a:pt x="398" y="549"/>
                  </a:lnTo>
                  <a:lnTo>
                    <a:pt x="423" y="523"/>
                  </a:lnTo>
                  <a:lnTo>
                    <a:pt x="446" y="494"/>
                  </a:lnTo>
                  <a:lnTo>
                    <a:pt x="453" y="484"/>
                  </a:lnTo>
                  <a:lnTo>
                    <a:pt x="460" y="473"/>
                  </a:lnTo>
                  <a:lnTo>
                    <a:pt x="466" y="463"/>
                  </a:lnTo>
                  <a:lnTo>
                    <a:pt x="473" y="454"/>
                  </a:lnTo>
                  <a:lnTo>
                    <a:pt x="501" y="403"/>
                  </a:lnTo>
                  <a:lnTo>
                    <a:pt x="522" y="360"/>
                  </a:lnTo>
                  <a:lnTo>
                    <a:pt x="539" y="324"/>
                  </a:lnTo>
                  <a:lnTo>
                    <a:pt x="552" y="294"/>
                  </a:lnTo>
                  <a:lnTo>
                    <a:pt x="563" y="266"/>
                  </a:lnTo>
                  <a:lnTo>
                    <a:pt x="576" y="242"/>
                  </a:lnTo>
                  <a:lnTo>
                    <a:pt x="591" y="219"/>
                  </a:lnTo>
                  <a:lnTo>
                    <a:pt x="610" y="196"/>
                  </a:lnTo>
                  <a:lnTo>
                    <a:pt x="615" y="192"/>
                  </a:lnTo>
                  <a:lnTo>
                    <a:pt x="619" y="188"/>
                  </a:lnTo>
                  <a:lnTo>
                    <a:pt x="623" y="184"/>
                  </a:lnTo>
                  <a:lnTo>
                    <a:pt x="627" y="180"/>
                  </a:lnTo>
                  <a:lnTo>
                    <a:pt x="652" y="153"/>
                  </a:lnTo>
                  <a:lnTo>
                    <a:pt x="675" y="126"/>
                  </a:lnTo>
                  <a:lnTo>
                    <a:pt x="697" y="97"/>
                  </a:lnTo>
                  <a:lnTo>
                    <a:pt x="719" y="71"/>
                  </a:lnTo>
                  <a:lnTo>
                    <a:pt x="740" y="47"/>
                  </a:lnTo>
                  <a:lnTo>
                    <a:pt x="757" y="27"/>
                  </a:lnTo>
                  <a:lnTo>
                    <a:pt x="772" y="13"/>
                  </a:lnTo>
                  <a:lnTo>
                    <a:pt x="784" y="5"/>
                  </a:lnTo>
                  <a:lnTo>
                    <a:pt x="796" y="2"/>
                  </a:lnTo>
                  <a:lnTo>
                    <a:pt x="810" y="0"/>
                  </a:lnTo>
                  <a:lnTo>
                    <a:pt x="823" y="2"/>
                  </a:lnTo>
                  <a:lnTo>
                    <a:pt x="832" y="7"/>
                  </a:lnTo>
                  <a:lnTo>
                    <a:pt x="839" y="17"/>
                  </a:lnTo>
                  <a:lnTo>
                    <a:pt x="839" y="29"/>
                  </a:lnTo>
                  <a:lnTo>
                    <a:pt x="834" y="47"/>
                  </a:lnTo>
                  <a:lnTo>
                    <a:pt x="820" y="71"/>
                  </a:lnTo>
                  <a:lnTo>
                    <a:pt x="798" y="105"/>
                  </a:lnTo>
                  <a:lnTo>
                    <a:pt x="772" y="155"/>
                  </a:lnTo>
                  <a:lnTo>
                    <a:pt x="744" y="213"/>
                  </a:lnTo>
                  <a:lnTo>
                    <a:pt x="714" y="277"/>
                  </a:lnTo>
                  <a:lnTo>
                    <a:pt x="685" y="341"/>
                  </a:lnTo>
                  <a:lnTo>
                    <a:pt x="660" y="400"/>
                  </a:lnTo>
                  <a:lnTo>
                    <a:pt x="638" y="450"/>
                  </a:lnTo>
                  <a:lnTo>
                    <a:pt x="624" y="484"/>
                  </a:lnTo>
                  <a:lnTo>
                    <a:pt x="617" y="499"/>
                  </a:lnTo>
                  <a:lnTo>
                    <a:pt x="608" y="516"/>
                  </a:lnTo>
                  <a:lnTo>
                    <a:pt x="595" y="535"/>
                  </a:lnTo>
                  <a:lnTo>
                    <a:pt x="579" y="554"/>
                  </a:lnTo>
                  <a:lnTo>
                    <a:pt x="561" y="576"/>
                  </a:lnTo>
                  <a:lnTo>
                    <a:pt x="539" y="598"/>
                  </a:lnTo>
                  <a:lnTo>
                    <a:pt x="515" y="622"/>
                  </a:lnTo>
                  <a:lnTo>
                    <a:pt x="489" y="644"/>
                  </a:lnTo>
                  <a:lnTo>
                    <a:pt x="461" y="667"/>
                  </a:lnTo>
                  <a:lnTo>
                    <a:pt x="431" y="688"/>
                  </a:lnTo>
                  <a:lnTo>
                    <a:pt x="399" y="709"/>
                  </a:lnTo>
                  <a:lnTo>
                    <a:pt x="365" y="727"/>
                  </a:lnTo>
                  <a:lnTo>
                    <a:pt x="330" y="743"/>
                  </a:lnTo>
                  <a:lnTo>
                    <a:pt x="293" y="757"/>
                  </a:lnTo>
                  <a:lnTo>
                    <a:pt x="255" y="768"/>
                  </a:lnTo>
                  <a:lnTo>
                    <a:pt x="216" y="776"/>
                  </a:lnTo>
                  <a:lnTo>
                    <a:pt x="208" y="778"/>
                  </a:lnTo>
                  <a:lnTo>
                    <a:pt x="200" y="779"/>
                  </a:lnTo>
                  <a:lnTo>
                    <a:pt x="191" y="779"/>
                  </a:lnTo>
                  <a:lnTo>
                    <a:pt x="184" y="780"/>
                  </a:lnTo>
                  <a:lnTo>
                    <a:pt x="150" y="782"/>
                  </a:lnTo>
                  <a:lnTo>
                    <a:pt x="118" y="779"/>
                  </a:lnTo>
                  <a:lnTo>
                    <a:pt x="91" y="773"/>
                  </a:lnTo>
                  <a:lnTo>
                    <a:pt x="66" y="767"/>
                  </a:lnTo>
                  <a:lnTo>
                    <a:pt x="45" y="757"/>
                  </a:lnTo>
                  <a:lnTo>
                    <a:pt x="27" y="746"/>
                  </a:lnTo>
                  <a:lnTo>
                    <a:pt x="15" y="733"/>
                  </a:lnTo>
                  <a:lnTo>
                    <a:pt x="5" y="721"/>
                  </a:lnTo>
                  <a:lnTo>
                    <a:pt x="1" y="707"/>
                  </a:lnTo>
                  <a:lnTo>
                    <a:pt x="0" y="695"/>
                  </a:lnTo>
                  <a:lnTo>
                    <a:pt x="4" y="682"/>
                  </a:lnTo>
                  <a:lnTo>
                    <a:pt x="12" y="671"/>
                  </a:lnTo>
                  <a:lnTo>
                    <a:pt x="26" y="662"/>
                  </a:lnTo>
                  <a:lnTo>
                    <a:pt x="42" y="654"/>
                  </a:lnTo>
                  <a:lnTo>
                    <a:pt x="66" y="648"/>
                  </a:lnTo>
                  <a:lnTo>
                    <a:pt x="93" y="645"/>
                  </a:lnTo>
                  <a:close/>
                </a:path>
              </a:pathLst>
            </a:custGeom>
            <a:solidFill>
              <a:srgbClr val="F2C9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09" name="Freeform 117"/>
            <p:cNvSpPr>
              <a:spLocks/>
            </p:cNvSpPr>
            <p:nvPr/>
          </p:nvSpPr>
          <p:spPr bwMode="gray">
            <a:xfrm>
              <a:off x="3685" y="2860"/>
              <a:ext cx="409" cy="384"/>
            </a:xfrm>
            <a:custGeom>
              <a:avLst/>
              <a:gdLst/>
              <a:ahLst/>
              <a:cxnLst>
                <a:cxn ang="0">
                  <a:pos x="94" y="640"/>
                </a:cxn>
                <a:cxn ang="0">
                  <a:pos x="113" y="640"/>
                </a:cxn>
                <a:cxn ang="0">
                  <a:pos x="149" y="637"/>
                </a:cxn>
                <a:cxn ang="0">
                  <a:pos x="196" y="630"/>
                </a:cxn>
                <a:cxn ang="0">
                  <a:pos x="250" y="616"/>
                </a:cxn>
                <a:cxn ang="0">
                  <a:pos x="308" y="594"/>
                </a:cxn>
                <a:cxn ang="0">
                  <a:pos x="364" y="561"/>
                </a:cxn>
                <a:cxn ang="0">
                  <a:pos x="415" y="516"/>
                </a:cxn>
                <a:cxn ang="0">
                  <a:pos x="444" y="477"/>
                </a:cxn>
                <a:cxn ang="0">
                  <a:pos x="457" y="458"/>
                </a:cxn>
                <a:cxn ang="0">
                  <a:pos x="490" y="399"/>
                </a:cxn>
                <a:cxn ang="0">
                  <a:pos x="527" y="320"/>
                </a:cxn>
                <a:cxn ang="0">
                  <a:pos x="550" y="262"/>
                </a:cxn>
                <a:cxn ang="0">
                  <a:pos x="577" y="215"/>
                </a:cxn>
                <a:cxn ang="0">
                  <a:pos x="599" y="191"/>
                </a:cxn>
                <a:cxn ang="0">
                  <a:pos x="607" y="182"/>
                </a:cxn>
                <a:cxn ang="0">
                  <a:pos x="635" y="151"/>
                </a:cxn>
                <a:cxn ang="0">
                  <a:pos x="680" y="96"/>
                </a:cxn>
                <a:cxn ang="0">
                  <a:pos x="721" y="46"/>
                </a:cxn>
                <a:cxn ang="0">
                  <a:pos x="753" y="13"/>
                </a:cxn>
                <a:cxn ang="0">
                  <a:pos x="778" y="2"/>
                </a:cxn>
                <a:cxn ang="0">
                  <a:pos x="803" y="2"/>
                </a:cxn>
                <a:cxn ang="0">
                  <a:pos x="818" y="16"/>
                </a:cxn>
                <a:cxn ang="0">
                  <a:pos x="814" y="46"/>
                </a:cxn>
                <a:cxn ang="0">
                  <a:pos x="779" y="102"/>
                </a:cxn>
                <a:cxn ang="0">
                  <a:pos x="726" y="207"/>
                </a:cxn>
                <a:cxn ang="0">
                  <a:pos x="668" y="331"/>
                </a:cxn>
                <a:cxn ang="0">
                  <a:pos x="622" y="439"/>
                </a:cxn>
                <a:cxn ang="0">
                  <a:pos x="602" y="487"/>
                </a:cxn>
                <a:cxn ang="0">
                  <a:pos x="581" y="521"/>
                </a:cxn>
                <a:cxn ang="0">
                  <a:pos x="548" y="563"/>
                </a:cxn>
                <a:cxn ang="0">
                  <a:pos x="504" y="608"/>
                </a:cxn>
                <a:cxn ang="0">
                  <a:pos x="451" y="652"/>
                </a:cxn>
                <a:cxn ang="0">
                  <a:pos x="391" y="694"/>
                </a:cxn>
                <a:cxn ang="0">
                  <a:pos x="324" y="729"/>
                </a:cxn>
                <a:cxn ang="0">
                  <a:pos x="251" y="754"/>
                </a:cxn>
                <a:cxn ang="0">
                  <a:pos x="206" y="764"/>
                </a:cxn>
                <a:cxn ang="0">
                  <a:pos x="191" y="765"/>
                </a:cxn>
                <a:cxn ang="0">
                  <a:pos x="149" y="768"/>
                </a:cxn>
                <a:cxn ang="0">
                  <a:pos x="90" y="761"/>
                </a:cxn>
                <a:cxn ang="0">
                  <a:pos x="46" y="746"/>
                </a:cxn>
                <a:cxn ang="0">
                  <a:pos x="16" y="724"/>
                </a:cxn>
                <a:cxn ang="0">
                  <a:pos x="2" y="699"/>
                </a:cxn>
                <a:cxn ang="0">
                  <a:pos x="5" y="676"/>
                </a:cxn>
                <a:cxn ang="0">
                  <a:pos x="25" y="655"/>
                </a:cxn>
                <a:cxn ang="0">
                  <a:pos x="64" y="643"/>
                </a:cxn>
              </a:cxnLst>
              <a:rect l="0" t="0" r="r" b="b"/>
              <a:pathLst>
                <a:path w="819" h="768">
                  <a:moveTo>
                    <a:pt x="91" y="640"/>
                  </a:moveTo>
                  <a:lnTo>
                    <a:pt x="94" y="640"/>
                  </a:lnTo>
                  <a:lnTo>
                    <a:pt x="101" y="640"/>
                  </a:lnTo>
                  <a:lnTo>
                    <a:pt x="113" y="640"/>
                  </a:lnTo>
                  <a:lnTo>
                    <a:pt x="130" y="638"/>
                  </a:lnTo>
                  <a:lnTo>
                    <a:pt x="149" y="637"/>
                  </a:lnTo>
                  <a:lnTo>
                    <a:pt x="171" y="634"/>
                  </a:lnTo>
                  <a:lnTo>
                    <a:pt x="196" y="630"/>
                  </a:lnTo>
                  <a:lnTo>
                    <a:pt x="222" y="625"/>
                  </a:lnTo>
                  <a:lnTo>
                    <a:pt x="250" y="616"/>
                  </a:lnTo>
                  <a:lnTo>
                    <a:pt x="279" y="607"/>
                  </a:lnTo>
                  <a:lnTo>
                    <a:pt x="308" y="594"/>
                  </a:lnTo>
                  <a:lnTo>
                    <a:pt x="337" y="579"/>
                  </a:lnTo>
                  <a:lnTo>
                    <a:pt x="364" y="561"/>
                  </a:lnTo>
                  <a:lnTo>
                    <a:pt x="391" y="541"/>
                  </a:lnTo>
                  <a:lnTo>
                    <a:pt x="415" y="516"/>
                  </a:lnTo>
                  <a:lnTo>
                    <a:pt x="437" y="487"/>
                  </a:lnTo>
                  <a:lnTo>
                    <a:pt x="444" y="477"/>
                  </a:lnTo>
                  <a:lnTo>
                    <a:pt x="451" y="468"/>
                  </a:lnTo>
                  <a:lnTo>
                    <a:pt x="457" y="458"/>
                  </a:lnTo>
                  <a:lnTo>
                    <a:pt x="462" y="448"/>
                  </a:lnTo>
                  <a:lnTo>
                    <a:pt x="490" y="399"/>
                  </a:lnTo>
                  <a:lnTo>
                    <a:pt x="511" y="356"/>
                  </a:lnTo>
                  <a:lnTo>
                    <a:pt x="527" y="320"/>
                  </a:lnTo>
                  <a:lnTo>
                    <a:pt x="539" y="290"/>
                  </a:lnTo>
                  <a:lnTo>
                    <a:pt x="550" y="262"/>
                  </a:lnTo>
                  <a:lnTo>
                    <a:pt x="563" y="239"/>
                  </a:lnTo>
                  <a:lnTo>
                    <a:pt x="577" y="215"/>
                  </a:lnTo>
                  <a:lnTo>
                    <a:pt x="596" y="193"/>
                  </a:lnTo>
                  <a:lnTo>
                    <a:pt x="599" y="191"/>
                  </a:lnTo>
                  <a:lnTo>
                    <a:pt x="603" y="186"/>
                  </a:lnTo>
                  <a:lnTo>
                    <a:pt x="607" y="182"/>
                  </a:lnTo>
                  <a:lnTo>
                    <a:pt x="611" y="177"/>
                  </a:lnTo>
                  <a:lnTo>
                    <a:pt x="635" y="151"/>
                  </a:lnTo>
                  <a:lnTo>
                    <a:pt x="658" y="123"/>
                  </a:lnTo>
                  <a:lnTo>
                    <a:pt x="680" y="96"/>
                  </a:lnTo>
                  <a:lnTo>
                    <a:pt x="702" y="69"/>
                  </a:lnTo>
                  <a:lnTo>
                    <a:pt x="721" y="46"/>
                  </a:lnTo>
                  <a:lnTo>
                    <a:pt x="739" y="27"/>
                  </a:lnTo>
                  <a:lnTo>
                    <a:pt x="753" y="13"/>
                  </a:lnTo>
                  <a:lnTo>
                    <a:pt x="766" y="5"/>
                  </a:lnTo>
                  <a:lnTo>
                    <a:pt x="778" y="2"/>
                  </a:lnTo>
                  <a:lnTo>
                    <a:pt x="790" y="0"/>
                  </a:lnTo>
                  <a:lnTo>
                    <a:pt x="803" y="2"/>
                  </a:lnTo>
                  <a:lnTo>
                    <a:pt x="812" y="7"/>
                  </a:lnTo>
                  <a:lnTo>
                    <a:pt x="818" y="16"/>
                  </a:lnTo>
                  <a:lnTo>
                    <a:pt x="819" y="28"/>
                  </a:lnTo>
                  <a:lnTo>
                    <a:pt x="814" y="46"/>
                  </a:lnTo>
                  <a:lnTo>
                    <a:pt x="800" y="68"/>
                  </a:lnTo>
                  <a:lnTo>
                    <a:pt x="779" y="102"/>
                  </a:lnTo>
                  <a:lnTo>
                    <a:pt x="753" y="149"/>
                  </a:lnTo>
                  <a:lnTo>
                    <a:pt x="726" y="207"/>
                  </a:lnTo>
                  <a:lnTo>
                    <a:pt x="697" y="269"/>
                  </a:lnTo>
                  <a:lnTo>
                    <a:pt x="668" y="331"/>
                  </a:lnTo>
                  <a:lnTo>
                    <a:pt x="643" y="389"/>
                  </a:lnTo>
                  <a:lnTo>
                    <a:pt x="622" y="439"/>
                  </a:lnTo>
                  <a:lnTo>
                    <a:pt x="608" y="473"/>
                  </a:lnTo>
                  <a:lnTo>
                    <a:pt x="602" y="487"/>
                  </a:lnTo>
                  <a:lnTo>
                    <a:pt x="593" y="503"/>
                  </a:lnTo>
                  <a:lnTo>
                    <a:pt x="581" y="521"/>
                  </a:lnTo>
                  <a:lnTo>
                    <a:pt x="566" y="542"/>
                  </a:lnTo>
                  <a:lnTo>
                    <a:pt x="548" y="563"/>
                  </a:lnTo>
                  <a:lnTo>
                    <a:pt x="527" y="585"/>
                  </a:lnTo>
                  <a:lnTo>
                    <a:pt x="504" y="608"/>
                  </a:lnTo>
                  <a:lnTo>
                    <a:pt x="479" y="630"/>
                  </a:lnTo>
                  <a:lnTo>
                    <a:pt x="451" y="652"/>
                  </a:lnTo>
                  <a:lnTo>
                    <a:pt x="422" y="673"/>
                  </a:lnTo>
                  <a:lnTo>
                    <a:pt x="391" y="694"/>
                  </a:lnTo>
                  <a:lnTo>
                    <a:pt x="359" y="713"/>
                  </a:lnTo>
                  <a:lnTo>
                    <a:pt x="324" y="729"/>
                  </a:lnTo>
                  <a:lnTo>
                    <a:pt x="289" y="743"/>
                  </a:lnTo>
                  <a:lnTo>
                    <a:pt x="251" y="754"/>
                  </a:lnTo>
                  <a:lnTo>
                    <a:pt x="214" y="762"/>
                  </a:lnTo>
                  <a:lnTo>
                    <a:pt x="206" y="764"/>
                  </a:lnTo>
                  <a:lnTo>
                    <a:pt x="199" y="764"/>
                  </a:lnTo>
                  <a:lnTo>
                    <a:pt x="191" y="765"/>
                  </a:lnTo>
                  <a:lnTo>
                    <a:pt x="184" y="767"/>
                  </a:lnTo>
                  <a:lnTo>
                    <a:pt x="149" y="768"/>
                  </a:lnTo>
                  <a:lnTo>
                    <a:pt x="118" y="765"/>
                  </a:lnTo>
                  <a:lnTo>
                    <a:pt x="90" y="761"/>
                  </a:lnTo>
                  <a:lnTo>
                    <a:pt x="67" y="754"/>
                  </a:lnTo>
                  <a:lnTo>
                    <a:pt x="46" y="746"/>
                  </a:lnTo>
                  <a:lnTo>
                    <a:pt x="28" y="735"/>
                  </a:lnTo>
                  <a:lnTo>
                    <a:pt x="16" y="724"/>
                  </a:lnTo>
                  <a:lnTo>
                    <a:pt x="6" y="711"/>
                  </a:lnTo>
                  <a:lnTo>
                    <a:pt x="2" y="699"/>
                  </a:lnTo>
                  <a:lnTo>
                    <a:pt x="0" y="687"/>
                  </a:lnTo>
                  <a:lnTo>
                    <a:pt x="5" y="676"/>
                  </a:lnTo>
                  <a:lnTo>
                    <a:pt x="11" y="665"/>
                  </a:lnTo>
                  <a:lnTo>
                    <a:pt x="25" y="655"/>
                  </a:lnTo>
                  <a:lnTo>
                    <a:pt x="42" y="648"/>
                  </a:lnTo>
                  <a:lnTo>
                    <a:pt x="64" y="643"/>
                  </a:lnTo>
                  <a:lnTo>
                    <a:pt x="91" y="640"/>
                  </a:lnTo>
                  <a:close/>
                </a:path>
              </a:pathLst>
            </a:custGeom>
            <a:solidFill>
              <a:srgbClr val="EDB5A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0" name="Freeform 118"/>
            <p:cNvSpPr>
              <a:spLocks/>
            </p:cNvSpPr>
            <p:nvPr/>
          </p:nvSpPr>
          <p:spPr bwMode="gray">
            <a:xfrm>
              <a:off x="3692" y="2864"/>
              <a:ext cx="399" cy="376"/>
            </a:xfrm>
            <a:custGeom>
              <a:avLst/>
              <a:gdLst/>
              <a:ahLst/>
              <a:cxnLst>
                <a:cxn ang="0">
                  <a:pos x="93" y="633"/>
                </a:cxn>
                <a:cxn ang="0">
                  <a:pos x="112" y="633"/>
                </a:cxn>
                <a:cxn ang="0">
                  <a:pos x="146" y="629"/>
                </a:cxn>
                <a:cxn ang="0">
                  <a:pos x="192" y="622"/>
                </a:cxn>
                <a:cxn ang="0">
                  <a:pos x="246" y="607"/>
                </a:cxn>
                <a:cxn ang="0">
                  <a:pos x="301" y="585"/>
                </a:cxn>
                <a:cxn ang="0">
                  <a:pos x="356" y="553"/>
                </a:cxn>
                <a:cxn ang="0">
                  <a:pos x="406" y="507"/>
                </a:cxn>
                <a:cxn ang="0">
                  <a:pos x="433" y="470"/>
                </a:cxn>
                <a:cxn ang="0">
                  <a:pos x="446" y="452"/>
                </a:cxn>
                <a:cxn ang="0">
                  <a:pos x="479" y="393"/>
                </a:cxn>
                <a:cxn ang="0">
                  <a:pos x="514" y="316"/>
                </a:cxn>
                <a:cxn ang="0">
                  <a:pos x="538" y="259"/>
                </a:cxn>
                <a:cxn ang="0">
                  <a:pos x="561" y="214"/>
                </a:cxn>
                <a:cxn ang="0">
                  <a:pos x="583" y="188"/>
                </a:cxn>
                <a:cxn ang="0">
                  <a:pos x="590" y="179"/>
                </a:cxn>
                <a:cxn ang="0">
                  <a:pos x="618" y="149"/>
                </a:cxn>
                <a:cxn ang="0">
                  <a:pos x="662" y="95"/>
                </a:cxn>
                <a:cxn ang="0">
                  <a:pos x="702" y="46"/>
                </a:cxn>
                <a:cxn ang="0">
                  <a:pos x="732" y="13"/>
                </a:cxn>
                <a:cxn ang="0">
                  <a:pos x="757" y="2"/>
                </a:cxn>
                <a:cxn ang="0">
                  <a:pos x="782" y="2"/>
                </a:cxn>
                <a:cxn ang="0">
                  <a:pos x="797" y="15"/>
                </a:cxn>
                <a:cxn ang="0">
                  <a:pos x="793" y="44"/>
                </a:cxn>
                <a:cxn ang="0">
                  <a:pos x="758" y="100"/>
                </a:cxn>
                <a:cxn ang="0">
                  <a:pos x="706" y="203"/>
                </a:cxn>
                <a:cxn ang="0">
                  <a:pos x="650" y="324"/>
                </a:cxn>
                <a:cxn ang="0">
                  <a:pos x="605" y="427"/>
                </a:cxn>
                <a:cxn ang="0">
                  <a:pos x="586" y="474"/>
                </a:cxn>
                <a:cxn ang="0">
                  <a:pos x="565" y="509"/>
                </a:cxn>
                <a:cxn ang="0">
                  <a:pos x="534" y="549"/>
                </a:cxn>
                <a:cxn ang="0">
                  <a:pos x="491" y="593"/>
                </a:cxn>
                <a:cxn ang="0">
                  <a:pos x="440" y="638"/>
                </a:cxn>
                <a:cxn ang="0">
                  <a:pos x="382" y="678"/>
                </a:cxn>
                <a:cxn ang="0">
                  <a:pos x="317" y="714"/>
                </a:cxn>
                <a:cxn ang="0">
                  <a:pos x="247" y="739"/>
                </a:cxn>
                <a:cxn ang="0">
                  <a:pos x="204" y="749"/>
                </a:cxn>
                <a:cxn ang="0">
                  <a:pos x="188" y="751"/>
                </a:cxn>
                <a:cxn ang="0">
                  <a:pos x="148" y="753"/>
                </a:cxn>
                <a:cxn ang="0">
                  <a:pos x="90" y="749"/>
                </a:cxn>
                <a:cxn ang="0">
                  <a:pos x="46" y="735"/>
                </a:cxn>
                <a:cxn ang="0">
                  <a:pos x="15" y="714"/>
                </a:cxn>
                <a:cxn ang="0">
                  <a:pos x="2" y="691"/>
                </a:cxn>
                <a:cxn ang="0">
                  <a:pos x="4" y="669"/>
                </a:cxn>
                <a:cxn ang="0">
                  <a:pos x="24" y="649"/>
                </a:cxn>
                <a:cxn ang="0">
                  <a:pos x="64" y="636"/>
                </a:cxn>
              </a:cxnLst>
              <a:rect l="0" t="0" r="r" b="b"/>
              <a:pathLst>
                <a:path w="798" h="753">
                  <a:moveTo>
                    <a:pt x="90" y="633"/>
                  </a:moveTo>
                  <a:lnTo>
                    <a:pt x="93" y="633"/>
                  </a:lnTo>
                  <a:lnTo>
                    <a:pt x="99" y="633"/>
                  </a:lnTo>
                  <a:lnTo>
                    <a:pt x="112" y="633"/>
                  </a:lnTo>
                  <a:lnTo>
                    <a:pt x="127" y="631"/>
                  </a:lnTo>
                  <a:lnTo>
                    <a:pt x="146" y="629"/>
                  </a:lnTo>
                  <a:lnTo>
                    <a:pt x="168" y="626"/>
                  </a:lnTo>
                  <a:lnTo>
                    <a:pt x="192" y="622"/>
                  </a:lnTo>
                  <a:lnTo>
                    <a:pt x="218" y="615"/>
                  </a:lnTo>
                  <a:lnTo>
                    <a:pt x="246" y="607"/>
                  </a:lnTo>
                  <a:lnTo>
                    <a:pt x="273" y="597"/>
                  </a:lnTo>
                  <a:lnTo>
                    <a:pt x="301" y="585"/>
                  </a:lnTo>
                  <a:lnTo>
                    <a:pt x="328" y="569"/>
                  </a:lnTo>
                  <a:lnTo>
                    <a:pt x="356" y="553"/>
                  </a:lnTo>
                  <a:lnTo>
                    <a:pt x="382" y="531"/>
                  </a:lnTo>
                  <a:lnTo>
                    <a:pt x="406" y="507"/>
                  </a:lnTo>
                  <a:lnTo>
                    <a:pt x="428" y="480"/>
                  </a:lnTo>
                  <a:lnTo>
                    <a:pt x="433" y="470"/>
                  </a:lnTo>
                  <a:lnTo>
                    <a:pt x="440" y="461"/>
                  </a:lnTo>
                  <a:lnTo>
                    <a:pt x="446" y="452"/>
                  </a:lnTo>
                  <a:lnTo>
                    <a:pt x="451" y="443"/>
                  </a:lnTo>
                  <a:lnTo>
                    <a:pt x="479" y="393"/>
                  </a:lnTo>
                  <a:lnTo>
                    <a:pt x="499" y="352"/>
                  </a:lnTo>
                  <a:lnTo>
                    <a:pt x="514" y="316"/>
                  </a:lnTo>
                  <a:lnTo>
                    <a:pt x="527" y="286"/>
                  </a:lnTo>
                  <a:lnTo>
                    <a:pt x="538" y="259"/>
                  </a:lnTo>
                  <a:lnTo>
                    <a:pt x="549" y="236"/>
                  </a:lnTo>
                  <a:lnTo>
                    <a:pt x="561" y="214"/>
                  </a:lnTo>
                  <a:lnTo>
                    <a:pt x="579" y="192"/>
                  </a:lnTo>
                  <a:lnTo>
                    <a:pt x="583" y="188"/>
                  </a:lnTo>
                  <a:lnTo>
                    <a:pt x="588" y="184"/>
                  </a:lnTo>
                  <a:lnTo>
                    <a:pt x="590" y="179"/>
                  </a:lnTo>
                  <a:lnTo>
                    <a:pt x="594" y="175"/>
                  </a:lnTo>
                  <a:lnTo>
                    <a:pt x="618" y="149"/>
                  </a:lnTo>
                  <a:lnTo>
                    <a:pt x="640" y="122"/>
                  </a:lnTo>
                  <a:lnTo>
                    <a:pt x="662" y="95"/>
                  </a:lnTo>
                  <a:lnTo>
                    <a:pt x="683" y="69"/>
                  </a:lnTo>
                  <a:lnTo>
                    <a:pt x="702" y="46"/>
                  </a:lnTo>
                  <a:lnTo>
                    <a:pt x="718" y="27"/>
                  </a:lnTo>
                  <a:lnTo>
                    <a:pt x="732" y="13"/>
                  </a:lnTo>
                  <a:lnTo>
                    <a:pt x="745" y="4"/>
                  </a:lnTo>
                  <a:lnTo>
                    <a:pt x="757" y="2"/>
                  </a:lnTo>
                  <a:lnTo>
                    <a:pt x="769" y="0"/>
                  </a:lnTo>
                  <a:lnTo>
                    <a:pt x="782" y="2"/>
                  </a:lnTo>
                  <a:lnTo>
                    <a:pt x="792" y="6"/>
                  </a:lnTo>
                  <a:lnTo>
                    <a:pt x="797" y="15"/>
                  </a:lnTo>
                  <a:lnTo>
                    <a:pt x="798" y="28"/>
                  </a:lnTo>
                  <a:lnTo>
                    <a:pt x="793" y="44"/>
                  </a:lnTo>
                  <a:lnTo>
                    <a:pt x="779" y="66"/>
                  </a:lnTo>
                  <a:lnTo>
                    <a:pt x="758" y="100"/>
                  </a:lnTo>
                  <a:lnTo>
                    <a:pt x="734" y="146"/>
                  </a:lnTo>
                  <a:lnTo>
                    <a:pt x="706" y="203"/>
                  </a:lnTo>
                  <a:lnTo>
                    <a:pt x="678" y="263"/>
                  </a:lnTo>
                  <a:lnTo>
                    <a:pt x="650" y="324"/>
                  </a:lnTo>
                  <a:lnTo>
                    <a:pt x="626" y="379"/>
                  </a:lnTo>
                  <a:lnTo>
                    <a:pt x="605" y="427"/>
                  </a:lnTo>
                  <a:lnTo>
                    <a:pt x="593" y="461"/>
                  </a:lnTo>
                  <a:lnTo>
                    <a:pt x="586" y="474"/>
                  </a:lnTo>
                  <a:lnTo>
                    <a:pt x="578" y="491"/>
                  </a:lnTo>
                  <a:lnTo>
                    <a:pt x="565" y="509"/>
                  </a:lnTo>
                  <a:lnTo>
                    <a:pt x="550" y="528"/>
                  </a:lnTo>
                  <a:lnTo>
                    <a:pt x="534" y="549"/>
                  </a:lnTo>
                  <a:lnTo>
                    <a:pt x="513" y="571"/>
                  </a:lnTo>
                  <a:lnTo>
                    <a:pt x="491" y="593"/>
                  </a:lnTo>
                  <a:lnTo>
                    <a:pt x="466" y="616"/>
                  </a:lnTo>
                  <a:lnTo>
                    <a:pt x="440" y="638"/>
                  </a:lnTo>
                  <a:lnTo>
                    <a:pt x="412" y="659"/>
                  </a:lnTo>
                  <a:lnTo>
                    <a:pt x="382" y="678"/>
                  </a:lnTo>
                  <a:lnTo>
                    <a:pt x="350" y="698"/>
                  </a:lnTo>
                  <a:lnTo>
                    <a:pt x="317" y="714"/>
                  </a:lnTo>
                  <a:lnTo>
                    <a:pt x="283" y="728"/>
                  </a:lnTo>
                  <a:lnTo>
                    <a:pt x="247" y="739"/>
                  </a:lnTo>
                  <a:lnTo>
                    <a:pt x="211" y="747"/>
                  </a:lnTo>
                  <a:lnTo>
                    <a:pt x="204" y="749"/>
                  </a:lnTo>
                  <a:lnTo>
                    <a:pt x="196" y="750"/>
                  </a:lnTo>
                  <a:lnTo>
                    <a:pt x="188" y="751"/>
                  </a:lnTo>
                  <a:lnTo>
                    <a:pt x="181" y="751"/>
                  </a:lnTo>
                  <a:lnTo>
                    <a:pt x="148" y="753"/>
                  </a:lnTo>
                  <a:lnTo>
                    <a:pt x="116" y="753"/>
                  </a:lnTo>
                  <a:lnTo>
                    <a:pt x="90" y="749"/>
                  </a:lnTo>
                  <a:lnTo>
                    <a:pt x="65" y="742"/>
                  </a:lnTo>
                  <a:lnTo>
                    <a:pt x="46" y="735"/>
                  </a:lnTo>
                  <a:lnTo>
                    <a:pt x="29" y="725"/>
                  </a:lnTo>
                  <a:lnTo>
                    <a:pt x="15" y="714"/>
                  </a:lnTo>
                  <a:lnTo>
                    <a:pt x="7" y="703"/>
                  </a:lnTo>
                  <a:lnTo>
                    <a:pt x="2" y="691"/>
                  </a:lnTo>
                  <a:lnTo>
                    <a:pt x="0" y="680"/>
                  </a:lnTo>
                  <a:lnTo>
                    <a:pt x="4" y="669"/>
                  </a:lnTo>
                  <a:lnTo>
                    <a:pt x="13" y="658"/>
                  </a:lnTo>
                  <a:lnTo>
                    <a:pt x="24" y="649"/>
                  </a:lnTo>
                  <a:lnTo>
                    <a:pt x="42" y="641"/>
                  </a:lnTo>
                  <a:lnTo>
                    <a:pt x="64" y="636"/>
                  </a:lnTo>
                  <a:lnTo>
                    <a:pt x="90" y="633"/>
                  </a:lnTo>
                  <a:close/>
                </a:path>
              </a:pathLst>
            </a:custGeom>
            <a:solidFill>
              <a:srgbClr val="E8A38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1" name="Freeform 119"/>
            <p:cNvSpPr>
              <a:spLocks/>
            </p:cNvSpPr>
            <p:nvPr/>
          </p:nvSpPr>
          <p:spPr bwMode="gray">
            <a:xfrm>
              <a:off x="3699" y="2868"/>
              <a:ext cx="388" cy="370"/>
            </a:xfrm>
            <a:custGeom>
              <a:avLst/>
              <a:gdLst/>
              <a:ahLst/>
              <a:cxnLst>
                <a:cxn ang="0">
                  <a:pos x="89" y="627"/>
                </a:cxn>
                <a:cxn ang="0">
                  <a:pos x="108" y="626"/>
                </a:cxn>
                <a:cxn ang="0">
                  <a:pos x="141" y="621"/>
                </a:cxn>
                <a:cxn ang="0">
                  <a:pos x="186" y="613"/>
                </a:cxn>
                <a:cxn ang="0">
                  <a:pos x="237" y="598"/>
                </a:cxn>
                <a:cxn ang="0">
                  <a:pos x="293" y="575"/>
                </a:cxn>
                <a:cxn ang="0">
                  <a:pos x="346" y="543"/>
                </a:cxn>
                <a:cxn ang="0">
                  <a:pos x="396" y="499"/>
                </a:cxn>
                <a:cxn ang="0">
                  <a:pos x="422" y="462"/>
                </a:cxn>
                <a:cxn ang="0">
                  <a:pos x="433" y="445"/>
                </a:cxn>
                <a:cxn ang="0">
                  <a:pos x="466" y="389"/>
                </a:cxn>
                <a:cxn ang="0">
                  <a:pos x="501" y="311"/>
                </a:cxn>
                <a:cxn ang="0">
                  <a:pos x="523" y="256"/>
                </a:cxn>
                <a:cxn ang="0">
                  <a:pos x="546" y="211"/>
                </a:cxn>
                <a:cxn ang="0">
                  <a:pos x="566" y="185"/>
                </a:cxn>
                <a:cxn ang="0">
                  <a:pos x="574" y="176"/>
                </a:cxn>
                <a:cxn ang="0">
                  <a:pos x="599" y="147"/>
                </a:cxn>
                <a:cxn ang="0">
                  <a:pos x="643" y="94"/>
                </a:cxn>
                <a:cxn ang="0">
                  <a:pos x="681" y="44"/>
                </a:cxn>
                <a:cxn ang="0">
                  <a:pos x="712" y="11"/>
                </a:cxn>
                <a:cxn ang="0">
                  <a:pos x="734" y="1"/>
                </a:cxn>
                <a:cxn ang="0">
                  <a:pos x="759" y="1"/>
                </a:cxn>
                <a:cxn ang="0">
                  <a:pos x="774" y="14"/>
                </a:cxn>
                <a:cxn ang="0">
                  <a:pos x="770" y="41"/>
                </a:cxn>
                <a:cxn ang="0">
                  <a:pos x="738" y="96"/>
                </a:cxn>
                <a:cxn ang="0">
                  <a:pos x="687" y="196"/>
                </a:cxn>
                <a:cxn ang="0">
                  <a:pos x="632" y="314"/>
                </a:cxn>
                <a:cxn ang="0">
                  <a:pos x="588" y="415"/>
                </a:cxn>
                <a:cxn ang="0">
                  <a:pos x="570" y="462"/>
                </a:cxn>
                <a:cxn ang="0">
                  <a:pos x="549" y="495"/>
                </a:cxn>
                <a:cxn ang="0">
                  <a:pos x="519" y="535"/>
                </a:cxn>
                <a:cxn ang="0">
                  <a:pos x="479" y="579"/>
                </a:cxn>
                <a:cxn ang="0">
                  <a:pos x="429" y="621"/>
                </a:cxn>
                <a:cxn ang="0">
                  <a:pos x="373" y="663"/>
                </a:cxn>
                <a:cxn ang="0">
                  <a:pos x="311" y="697"/>
                </a:cxn>
                <a:cxn ang="0">
                  <a:pos x="243" y="723"/>
                </a:cxn>
                <a:cxn ang="0">
                  <a:pos x="200" y="733"/>
                </a:cxn>
                <a:cxn ang="0">
                  <a:pos x="185" y="736"/>
                </a:cxn>
                <a:cxn ang="0">
                  <a:pos x="145" y="740"/>
                </a:cxn>
                <a:cxn ang="0">
                  <a:pos x="89" y="736"/>
                </a:cxn>
                <a:cxn ang="0">
                  <a:pos x="44" y="723"/>
                </a:cxn>
                <a:cxn ang="0">
                  <a:pos x="16" y="704"/>
                </a:cxn>
                <a:cxn ang="0">
                  <a:pos x="0" y="682"/>
                </a:cxn>
                <a:cxn ang="0">
                  <a:pos x="3" y="661"/>
                </a:cxn>
                <a:cxn ang="0">
                  <a:pos x="22" y="642"/>
                </a:cxn>
                <a:cxn ang="0">
                  <a:pos x="60" y="630"/>
                </a:cxn>
              </a:cxnLst>
              <a:rect l="0" t="0" r="r" b="b"/>
              <a:pathLst>
                <a:path w="775" h="740">
                  <a:moveTo>
                    <a:pt x="86" y="627"/>
                  </a:moveTo>
                  <a:lnTo>
                    <a:pt x="89" y="627"/>
                  </a:lnTo>
                  <a:lnTo>
                    <a:pt x="95" y="627"/>
                  </a:lnTo>
                  <a:lnTo>
                    <a:pt x="108" y="626"/>
                  </a:lnTo>
                  <a:lnTo>
                    <a:pt x="123" y="624"/>
                  </a:lnTo>
                  <a:lnTo>
                    <a:pt x="141" y="621"/>
                  </a:lnTo>
                  <a:lnTo>
                    <a:pt x="163" y="619"/>
                  </a:lnTo>
                  <a:lnTo>
                    <a:pt x="186" y="613"/>
                  </a:lnTo>
                  <a:lnTo>
                    <a:pt x="211" y="606"/>
                  </a:lnTo>
                  <a:lnTo>
                    <a:pt x="237" y="598"/>
                  </a:lnTo>
                  <a:lnTo>
                    <a:pt x="265" y="588"/>
                  </a:lnTo>
                  <a:lnTo>
                    <a:pt x="293" y="575"/>
                  </a:lnTo>
                  <a:lnTo>
                    <a:pt x="320" y="559"/>
                  </a:lnTo>
                  <a:lnTo>
                    <a:pt x="346" y="543"/>
                  </a:lnTo>
                  <a:lnTo>
                    <a:pt x="373" y="522"/>
                  </a:lnTo>
                  <a:lnTo>
                    <a:pt x="396" y="499"/>
                  </a:lnTo>
                  <a:lnTo>
                    <a:pt x="417" y="471"/>
                  </a:lnTo>
                  <a:lnTo>
                    <a:pt x="422" y="462"/>
                  </a:lnTo>
                  <a:lnTo>
                    <a:pt x="428" y="453"/>
                  </a:lnTo>
                  <a:lnTo>
                    <a:pt x="433" y="445"/>
                  </a:lnTo>
                  <a:lnTo>
                    <a:pt x="439" y="437"/>
                  </a:lnTo>
                  <a:lnTo>
                    <a:pt x="466" y="389"/>
                  </a:lnTo>
                  <a:lnTo>
                    <a:pt x="486" y="347"/>
                  </a:lnTo>
                  <a:lnTo>
                    <a:pt x="501" y="311"/>
                  </a:lnTo>
                  <a:lnTo>
                    <a:pt x="513" y="281"/>
                  </a:lnTo>
                  <a:lnTo>
                    <a:pt x="523" y="256"/>
                  </a:lnTo>
                  <a:lnTo>
                    <a:pt x="534" y="231"/>
                  </a:lnTo>
                  <a:lnTo>
                    <a:pt x="546" y="211"/>
                  </a:lnTo>
                  <a:lnTo>
                    <a:pt x="563" y="189"/>
                  </a:lnTo>
                  <a:lnTo>
                    <a:pt x="566" y="185"/>
                  </a:lnTo>
                  <a:lnTo>
                    <a:pt x="570" y="180"/>
                  </a:lnTo>
                  <a:lnTo>
                    <a:pt x="574" y="176"/>
                  </a:lnTo>
                  <a:lnTo>
                    <a:pt x="577" y="172"/>
                  </a:lnTo>
                  <a:lnTo>
                    <a:pt x="599" y="147"/>
                  </a:lnTo>
                  <a:lnTo>
                    <a:pt x="621" y="120"/>
                  </a:lnTo>
                  <a:lnTo>
                    <a:pt x="643" y="94"/>
                  </a:lnTo>
                  <a:lnTo>
                    <a:pt x="662" y="67"/>
                  </a:lnTo>
                  <a:lnTo>
                    <a:pt x="681" y="44"/>
                  </a:lnTo>
                  <a:lnTo>
                    <a:pt x="698" y="25"/>
                  </a:lnTo>
                  <a:lnTo>
                    <a:pt x="712" y="11"/>
                  </a:lnTo>
                  <a:lnTo>
                    <a:pt x="723" y="4"/>
                  </a:lnTo>
                  <a:lnTo>
                    <a:pt x="734" y="1"/>
                  </a:lnTo>
                  <a:lnTo>
                    <a:pt x="746" y="0"/>
                  </a:lnTo>
                  <a:lnTo>
                    <a:pt x="759" y="1"/>
                  </a:lnTo>
                  <a:lnTo>
                    <a:pt x="768" y="5"/>
                  </a:lnTo>
                  <a:lnTo>
                    <a:pt x="774" y="14"/>
                  </a:lnTo>
                  <a:lnTo>
                    <a:pt x="775" y="25"/>
                  </a:lnTo>
                  <a:lnTo>
                    <a:pt x="770" y="41"/>
                  </a:lnTo>
                  <a:lnTo>
                    <a:pt x="757" y="63"/>
                  </a:lnTo>
                  <a:lnTo>
                    <a:pt x="738" y="96"/>
                  </a:lnTo>
                  <a:lnTo>
                    <a:pt x="715" y="142"/>
                  </a:lnTo>
                  <a:lnTo>
                    <a:pt x="687" y="196"/>
                  </a:lnTo>
                  <a:lnTo>
                    <a:pt x="659" y="255"/>
                  </a:lnTo>
                  <a:lnTo>
                    <a:pt x="632" y="314"/>
                  </a:lnTo>
                  <a:lnTo>
                    <a:pt x="607" y="369"/>
                  </a:lnTo>
                  <a:lnTo>
                    <a:pt x="588" y="415"/>
                  </a:lnTo>
                  <a:lnTo>
                    <a:pt x="575" y="448"/>
                  </a:lnTo>
                  <a:lnTo>
                    <a:pt x="570" y="462"/>
                  </a:lnTo>
                  <a:lnTo>
                    <a:pt x="561" y="477"/>
                  </a:lnTo>
                  <a:lnTo>
                    <a:pt x="549" y="495"/>
                  </a:lnTo>
                  <a:lnTo>
                    <a:pt x="535" y="514"/>
                  </a:lnTo>
                  <a:lnTo>
                    <a:pt x="519" y="535"/>
                  </a:lnTo>
                  <a:lnTo>
                    <a:pt x="499" y="557"/>
                  </a:lnTo>
                  <a:lnTo>
                    <a:pt x="479" y="579"/>
                  </a:lnTo>
                  <a:lnTo>
                    <a:pt x="455" y="599"/>
                  </a:lnTo>
                  <a:lnTo>
                    <a:pt x="429" y="621"/>
                  </a:lnTo>
                  <a:lnTo>
                    <a:pt x="402" y="642"/>
                  </a:lnTo>
                  <a:lnTo>
                    <a:pt x="373" y="663"/>
                  </a:lnTo>
                  <a:lnTo>
                    <a:pt x="342" y="681"/>
                  </a:lnTo>
                  <a:lnTo>
                    <a:pt x="311" y="697"/>
                  </a:lnTo>
                  <a:lnTo>
                    <a:pt x="277" y="711"/>
                  </a:lnTo>
                  <a:lnTo>
                    <a:pt x="243" y="723"/>
                  </a:lnTo>
                  <a:lnTo>
                    <a:pt x="207" y="732"/>
                  </a:lnTo>
                  <a:lnTo>
                    <a:pt x="200" y="733"/>
                  </a:lnTo>
                  <a:lnTo>
                    <a:pt x="193" y="734"/>
                  </a:lnTo>
                  <a:lnTo>
                    <a:pt x="185" y="736"/>
                  </a:lnTo>
                  <a:lnTo>
                    <a:pt x="178" y="737"/>
                  </a:lnTo>
                  <a:lnTo>
                    <a:pt x="145" y="740"/>
                  </a:lnTo>
                  <a:lnTo>
                    <a:pt x="115" y="739"/>
                  </a:lnTo>
                  <a:lnTo>
                    <a:pt x="89" y="736"/>
                  </a:lnTo>
                  <a:lnTo>
                    <a:pt x="65" y="730"/>
                  </a:lnTo>
                  <a:lnTo>
                    <a:pt x="44" y="723"/>
                  </a:lnTo>
                  <a:lnTo>
                    <a:pt x="28" y="714"/>
                  </a:lnTo>
                  <a:lnTo>
                    <a:pt x="16" y="704"/>
                  </a:lnTo>
                  <a:lnTo>
                    <a:pt x="6" y="693"/>
                  </a:lnTo>
                  <a:lnTo>
                    <a:pt x="0" y="682"/>
                  </a:lnTo>
                  <a:lnTo>
                    <a:pt x="0" y="671"/>
                  </a:lnTo>
                  <a:lnTo>
                    <a:pt x="3" y="661"/>
                  </a:lnTo>
                  <a:lnTo>
                    <a:pt x="10" y="652"/>
                  </a:lnTo>
                  <a:lnTo>
                    <a:pt x="22" y="642"/>
                  </a:lnTo>
                  <a:lnTo>
                    <a:pt x="39" y="635"/>
                  </a:lnTo>
                  <a:lnTo>
                    <a:pt x="60" y="630"/>
                  </a:lnTo>
                  <a:lnTo>
                    <a:pt x="86" y="627"/>
                  </a:lnTo>
                  <a:close/>
                </a:path>
              </a:pathLst>
            </a:custGeom>
            <a:solidFill>
              <a:srgbClr val="E28E7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2" name="Freeform 120"/>
            <p:cNvSpPr>
              <a:spLocks/>
            </p:cNvSpPr>
            <p:nvPr/>
          </p:nvSpPr>
          <p:spPr bwMode="gray">
            <a:xfrm>
              <a:off x="3706" y="2873"/>
              <a:ext cx="377" cy="363"/>
            </a:xfrm>
            <a:custGeom>
              <a:avLst/>
              <a:gdLst/>
              <a:ahLst/>
              <a:cxnLst>
                <a:cxn ang="0">
                  <a:pos x="87" y="622"/>
                </a:cxn>
                <a:cxn ang="0">
                  <a:pos x="105" y="620"/>
                </a:cxn>
                <a:cxn ang="0">
                  <a:pos x="138" y="615"/>
                </a:cxn>
                <a:cxn ang="0">
                  <a:pos x="182" y="605"/>
                </a:cxn>
                <a:cxn ang="0">
                  <a:pos x="233" y="590"/>
                </a:cxn>
                <a:cxn ang="0">
                  <a:pos x="286" y="567"/>
                </a:cxn>
                <a:cxn ang="0">
                  <a:pos x="339" y="533"/>
                </a:cxn>
                <a:cxn ang="0">
                  <a:pos x="386" y="491"/>
                </a:cxn>
                <a:cxn ang="0">
                  <a:pos x="412" y="456"/>
                </a:cxn>
                <a:cxn ang="0">
                  <a:pos x="422" y="440"/>
                </a:cxn>
                <a:cxn ang="0">
                  <a:pos x="454" y="383"/>
                </a:cxn>
                <a:cxn ang="0">
                  <a:pos x="488" y="308"/>
                </a:cxn>
                <a:cxn ang="0">
                  <a:pos x="509" y="252"/>
                </a:cxn>
                <a:cxn ang="0">
                  <a:pos x="532" y="208"/>
                </a:cxn>
                <a:cxn ang="0">
                  <a:pos x="550" y="183"/>
                </a:cxn>
                <a:cxn ang="0">
                  <a:pos x="557" y="175"/>
                </a:cxn>
                <a:cxn ang="0">
                  <a:pos x="583" y="146"/>
                </a:cxn>
                <a:cxn ang="0">
                  <a:pos x="625" y="94"/>
                </a:cxn>
                <a:cxn ang="0">
                  <a:pos x="662" y="46"/>
                </a:cxn>
                <a:cxn ang="0">
                  <a:pos x="694" y="13"/>
                </a:cxn>
                <a:cxn ang="0">
                  <a:pos x="716" y="2"/>
                </a:cxn>
                <a:cxn ang="0">
                  <a:pos x="738" y="2"/>
                </a:cxn>
                <a:cxn ang="0">
                  <a:pos x="753" y="13"/>
                </a:cxn>
                <a:cxn ang="0">
                  <a:pos x="749" y="42"/>
                </a:cxn>
                <a:cxn ang="0">
                  <a:pos x="718" y="94"/>
                </a:cxn>
                <a:cxn ang="0">
                  <a:pos x="667" y="192"/>
                </a:cxn>
                <a:cxn ang="0">
                  <a:pos x="614" y="308"/>
                </a:cxn>
                <a:cxn ang="0">
                  <a:pos x="571" y="405"/>
                </a:cxn>
                <a:cxn ang="0">
                  <a:pos x="553" y="451"/>
                </a:cxn>
                <a:cxn ang="0">
                  <a:pos x="534" y="484"/>
                </a:cxn>
                <a:cxn ang="0">
                  <a:pos x="505" y="522"/>
                </a:cxn>
                <a:cxn ang="0">
                  <a:pos x="466" y="565"/>
                </a:cxn>
                <a:cxn ang="0">
                  <a:pos x="418" y="608"/>
                </a:cxn>
                <a:cxn ang="0">
                  <a:pos x="364" y="649"/>
                </a:cxn>
                <a:cxn ang="0">
                  <a:pos x="303" y="684"/>
                </a:cxn>
                <a:cxn ang="0">
                  <a:pos x="239" y="710"/>
                </a:cxn>
                <a:cxn ang="0">
                  <a:pos x="197" y="719"/>
                </a:cxn>
                <a:cxn ang="0">
                  <a:pos x="184" y="722"/>
                </a:cxn>
                <a:cxn ang="0">
                  <a:pos x="144" y="726"/>
                </a:cxn>
                <a:cxn ang="0">
                  <a:pos x="88" y="724"/>
                </a:cxn>
                <a:cxn ang="0">
                  <a:pos x="44" y="713"/>
                </a:cxn>
                <a:cxn ang="0">
                  <a:pos x="15" y="696"/>
                </a:cxn>
                <a:cxn ang="0">
                  <a:pos x="2" y="675"/>
                </a:cxn>
                <a:cxn ang="0">
                  <a:pos x="3" y="655"/>
                </a:cxn>
                <a:cxn ang="0">
                  <a:pos x="22" y="637"/>
                </a:cxn>
                <a:cxn ang="0">
                  <a:pos x="59" y="624"/>
                </a:cxn>
              </a:cxnLst>
              <a:rect l="0" t="0" r="r" b="b"/>
              <a:pathLst>
                <a:path w="754" h="726">
                  <a:moveTo>
                    <a:pt x="84" y="622"/>
                  </a:moveTo>
                  <a:lnTo>
                    <a:pt x="87" y="622"/>
                  </a:lnTo>
                  <a:lnTo>
                    <a:pt x="94" y="620"/>
                  </a:lnTo>
                  <a:lnTo>
                    <a:pt x="105" y="620"/>
                  </a:lnTo>
                  <a:lnTo>
                    <a:pt x="120" y="618"/>
                  </a:lnTo>
                  <a:lnTo>
                    <a:pt x="138" y="615"/>
                  </a:lnTo>
                  <a:lnTo>
                    <a:pt x="159" y="611"/>
                  </a:lnTo>
                  <a:lnTo>
                    <a:pt x="182" y="605"/>
                  </a:lnTo>
                  <a:lnTo>
                    <a:pt x="207" y="598"/>
                  </a:lnTo>
                  <a:lnTo>
                    <a:pt x="233" y="590"/>
                  </a:lnTo>
                  <a:lnTo>
                    <a:pt x="259" y="579"/>
                  </a:lnTo>
                  <a:lnTo>
                    <a:pt x="286" y="567"/>
                  </a:lnTo>
                  <a:lnTo>
                    <a:pt x="313" y="551"/>
                  </a:lnTo>
                  <a:lnTo>
                    <a:pt x="339" y="533"/>
                  </a:lnTo>
                  <a:lnTo>
                    <a:pt x="363" y="514"/>
                  </a:lnTo>
                  <a:lnTo>
                    <a:pt x="386" y="491"/>
                  </a:lnTo>
                  <a:lnTo>
                    <a:pt x="407" y="465"/>
                  </a:lnTo>
                  <a:lnTo>
                    <a:pt x="412" y="456"/>
                  </a:lnTo>
                  <a:lnTo>
                    <a:pt x="418" y="448"/>
                  </a:lnTo>
                  <a:lnTo>
                    <a:pt x="422" y="440"/>
                  </a:lnTo>
                  <a:lnTo>
                    <a:pt x="428" y="432"/>
                  </a:lnTo>
                  <a:lnTo>
                    <a:pt x="454" y="383"/>
                  </a:lnTo>
                  <a:lnTo>
                    <a:pt x="473" y="342"/>
                  </a:lnTo>
                  <a:lnTo>
                    <a:pt x="488" y="308"/>
                  </a:lnTo>
                  <a:lnTo>
                    <a:pt x="499" y="279"/>
                  </a:lnTo>
                  <a:lnTo>
                    <a:pt x="509" y="252"/>
                  </a:lnTo>
                  <a:lnTo>
                    <a:pt x="520" y="230"/>
                  </a:lnTo>
                  <a:lnTo>
                    <a:pt x="532" y="208"/>
                  </a:lnTo>
                  <a:lnTo>
                    <a:pt x="547" y="188"/>
                  </a:lnTo>
                  <a:lnTo>
                    <a:pt x="550" y="183"/>
                  </a:lnTo>
                  <a:lnTo>
                    <a:pt x="554" y="179"/>
                  </a:lnTo>
                  <a:lnTo>
                    <a:pt x="557" y="175"/>
                  </a:lnTo>
                  <a:lnTo>
                    <a:pt x="561" y="171"/>
                  </a:lnTo>
                  <a:lnTo>
                    <a:pt x="583" y="146"/>
                  </a:lnTo>
                  <a:lnTo>
                    <a:pt x="604" y="120"/>
                  </a:lnTo>
                  <a:lnTo>
                    <a:pt x="625" y="94"/>
                  </a:lnTo>
                  <a:lnTo>
                    <a:pt x="644" y="68"/>
                  </a:lnTo>
                  <a:lnTo>
                    <a:pt x="662" y="46"/>
                  </a:lnTo>
                  <a:lnTo>
                    <a:pt x="678" y="26"/>
                  </a:lnTo>
                  <a:lnTo>
                    <a:pt x="694" y="13"/>
                  </a:lnTo>
                  <a:lnTo>
                    <a:pt x="705" y="4"/>
                  </a:lnTo>
                  <a:lnTo>
                    <a:pt x="716" y="2"/>
                  </a:lnTo>
                  <a:lnTo>
                    <a:pt x="727" y="0"/>
                  </a:lnTo>
                  <a:lnTo>
                    <a:pt x="738" y="2"/>
                  </a:lnTo>
                  <a:lnTo>
                    <a:pt x="747" y="6"/>
                  </a:lnTo>
                  <a:lnTo>
                    <a:pt x="753" y="13"/>
                  </a:lnTo>
                  <a:lnTo>
                    <a:pt x="754" y="25"/>
                  </a:lnTo>
                  <a:lnTo>
                    <a:pt x="749" y="42"/>
                  </a:lnTo>
                  <a:lnTo>
                    <a:pt x="736" y="62"/>
                  </a:lnTo>
                  <a:lnTo>
                    <a:pt x="718" y="94"/>
                  </a:lnTo>
                  <a:lnTo>
                    <a:pt x="694" y="138"/>
                  </a:lnTo>
                  <a:lnTo>
                    <a:pt x="667" y="192"/>
                  </a:lnTo>
                  <a:lnTo>
                    <a:pt x="640" y="250"/>
                  </a:lnTo>
                  <a:lnTo>
                    <a:pt x="614" y="308"/>
                  </a:lnTo>
                  <a:lnTo>
                    <a:pt x="590" y="361"/>
                  </a:lnTo>
                  <a:lnTo>
                    <a:pt x="571" y="405"/>
                  </a:lnTo>
                  <a:lnTo>
                    <a:pt x="559" y="437"/>
                  </a:lnTo>
                  <a:lnTo>
                    <a:pt x="553" y="451"/>
                  </a:lnTo>
                  <a:lnTo>
                    <a:pt x="545" y="466"/>
                  </a:lnTo>
                  <a:lnTo>
                    <a:pt x="534" y="484"/>
                  </a:lnTo>
                  <a:lnTo>
                    <a:pt x="520" y="502"/>
                  </a:lnTo>
                  <a:lnTo>
                    <a:pt x="505" y="522"/>
                  </a:lnTo>
                  <a:lnTo>
                    <a:pt x="485" y="543"/>
                  </a:lnTo>
                  <a:lnTo>
                    <a:pt x="466" y="565"/>
                  </a:lnTo>
                  <a:lnTo>
                    <a:pt x="443" y="587"/>
                  </a:lnTo>
                  <a:lnTo>
                    <a:pt x="418" y="608"/>
                  </a:lnTo>
                  <a:lnTo>
                    <a:pt x="392" y="629"/>
                  </a:lnTo>
                  <a:lnTo>
                    <a:pt x="364" y="649"/>
                  </a:lnTo>
                  <a:lnTo>
                    <a:pt x="335" y="667"/>
                  </a:lnTo>
                  <a:lnTo>
                    <a:pt x="303" y="684"/>
                  </a:lnTo>
                  <a:lnTo>
                    <a:pt x="272" y="697"/>
                  </a:lnTo>
                  <a:lnTo>
                    <a:pt x="239" y="710"/>
                  </a:lnTo>
                  <a:lnTo>
                    <a:pt x="204" y="718"/>
                  </a:lnTo>
                  <a:lnTo>
                    <a:pt x="197" y="719"/>
                  </a:lnTo>
                  <a:lnTo>
                    <a:pt x="190" y="721"/>
                  </a:lnTo>
                  <a:lnTo>
                    <a:pt x="184" y="722"/>
                  </a:lnTo>
                  <a:lnTo>
                    <a:pt x="177" y="724"/>
                  </a:lnTo>
                  <a:lnTo>
                    <a:pt x="144" y="726"/>
                  </a:lnTo>
                  <a:lnTo>
                    <a:pt x="115" y="726"/>
                  </a:lnTo>
                  <a:lnTo>
                    <a:pt x="88" y="724"/>
                  </a:lnTo>
                  <a:lnTo>
                    <a:pt x="65" y="719"/>
                  </a:lnTo>
                  <a:lnTo>
                    <a:pt x="44" y="713"/>
                  </a:lnTo>
                  <a:lnTo>
                    <a:pt x="28" y="704"/>
                  </a:lnTo>
                  <a:lnTo>
                    <a:pt x="15" y="696"/>
                  </a:lnTo>
                  <a:lnTo>
                    <a:pt x="7" y="685"/>
                  </a:lnTo>
                  <a:lnTo>
                    <a:pt x="2" y="675"/>
                  </a:lnTo>
                  <a:lnTo>
                    <a:pt x="0" y="664"/>
                  </a:lnTo>
                  <a:lnTo>
                    <a:pt x="3" y="655"/>
                  </a:lnTo>
                  <a:lnTo>
                    <a:pt x="10" y="645"/>
                  </a:lnTo>
                  <a:lnTo>
                    <a:pt x="22" y="637"/>
                  </a:lnTo>
                  <a:lnTo>
                    <a:pt x="37" y="630"/>
                  </a:lnTo>
                  <a:lnTo>
                    <a:pt x="59" y="624"/>
                  </a:lnTo>
                  <a:lnTo>
                    <a:pt x="84" y="622"/>
                  </a:lnTo>
                  <a:close/>
                </a:path>
              </a:pathLst>
            </a:custGeom>
            <a:solidFill>
              <a:srgbClr val="DD7C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3" name="Freeform 121"/>
            <p:cNvSpPr>
              <a:spLocks/>
            </p:cNvSpPr>
            <p:nvPr/>
          </p:nvSpPr>
          <p:spPr bwMode="gray">
            <a:xfrm>
              <a:off x="3713" y="2877"/>
              <a:ext cx="366" cy="357"/>
            </a:xfrm>
            <a:custGeom>
              <a:avLst/>
              <a:gdLst/>
              <a:ahLst/>
              <a:cxnLst>
                <a:cxn ang="0">
                  <a:pos x="84" y="615"/>
                </a:cxn>
                <a:cxn ang="0">
                  <a:pos x="102" y="613"/>
                </a:cxn>
                <a:cxn ang="0">
                  <a:pos x="134" y="607"/>
                </a:cxn>
                <a:cxn ang="0">
                  <a:pos x="176" y="597"/>
                </a:cxn>
                <a:cxn ang="0">
                  <a:pos x="226" y="581"/>
                </a:cxn>
                <a:cxn ang="0">
                  <a:pos x="278" y="558"/>
                </a:cxn>
                <a:cxn ang="0">
                  <a:pos x="329" y="526"/>
                </a:cxn>
                <a:cxn ang="0">
                  <a:pos x="376" y="483"/>
                </a:cxn>
                <a:cxn ang="0">
                  <a:pos x="401" y="450"/>
                </a:cxn>
                <a:cxn ang="0">
                  <a:pos x="412" y="435"/>
                </a:cxn>
                <a:cxn ang="0">
                  <a:pos x="442" y="378"/>
                </a:cxn>
                <a:cxn ang="0">
                  <a:pos x="476" y="304"/>
                </a:cxn>
                <a:cxn ang="0">
                  <a:pos x="495" y="250"/>
                </a:cxn>
                <a:cxn ang="0">
                  <a:pos x="516" y="206"/>
                </a:cxn>
                <a:cxn ang="0">
                  <a:pos x="533" y="181"/>
                </a:cxn>
                <a:cxn ang="0">
                  <a:pos x="540" y="173"/>
                </a:cxn>
                <a:cxn ang="0">
                  <a:pos x="565" y="144"/>
                </a:cxn>
                <a:cxn ang="0">
                  <a:pos x="607" y="92"/>
                </a:cxn>
                <a:cxn ang="0">
                  <a:pos x="644" y="45"/>
                </a:cxn>
                <a:cxn ang="0">
                  <a:pos x="673" y="12"/>
                </a:cxn>
                <a:cxn ang="0">
                  <a:pos x="695" y="1"/>
                </a:cxn>
                <a:cxn ang="0">
                  <a:pos x="717" y="1"/>
                </a:cxn>
                <a:cxn ang="0">
                  <a:pos x="731" y="12"/>
                </a:cxn>
                <a:cxn ang="0">
                  <a:pos x="728" y="39"/>
                </a:cxn>
                <a:cxn ang="0">
                  <a:pos x="698" y="90"/>
                </a:cxn>
                <a:cxn ang="0">
                  <a:pos x="649" y="187"/>
                </a:cxn>
                <a:cxn ang="0">
                  <a:pos x="596" y="299"/>
                </a:cxn>
                <a:cxn ang="0">
                  <a:pos x="554" y="395"/>
                </a:cxn>
                <a:cxn ang="0">
                  <a:pos x="538" y="439"/>
                </a:cxn>
                <a:cxn ang="0">
                  <a:pos x="520" y="471"/>
                </a:cxn>
                <a:cxn ang="0">
                  <a:pos x="491" y="509"/>
                </a:cxn>
                <a:cxn ang="0">
                  <a:pos x="454" y="552"/>
                </a:cxn>
                <a:cxn ang="0">
                  <a:pos x="408" y="593"/>
                </a:cxn>
                <a:cxn ang="0">
                  <a:pos x="356" y="633"/>
                </a:cxn>
                <a:cxn ang="0">
                  <a:pos x="298" y="668"/>
                </a:cxn>
                <a:cxn ang="0">
                  <a:pos x="234" y="694"/>
                </a:cxn>
                <a:cxn ang="0">
                  <a:pos x="194" y="705"/>
                </a:cxn>
                <a:cxn ang="0">
                  <a:pos x="182" y="708"/>
                </a:cxn>
                <a:cxn ang="0">
                  <a:pos x="143" y="713"/>
                </a:cxn>
                <a:cxn ang="0">
                  <a:pos x="87" y="712"/>
                </a:cxn>
                <a:cxn ang="0">
                  <a:pos x="44" y="702"/>
                </a:cxn>
                <a:cxn ang="0">
                  <a:pos x="15" y="687"/>
                </a:cxn>
                <a:cxn ang="0">
                  <a:pos x="1" y="668"/>
                </a:cxn>
                <a:cxn ang="0">
                  <a:pos x="3" y="648"/>
                </a:cxn>
                <a:cxn ang="0">
                  <a:pos x="21" y="631"/>
                </a:cxn>
                <a:cxn ang="0">
                  <a:pos x="56" y="618"/>
                </a:cxn>
              </a:cxnLst>
              <a:rect l="0" t="0" r="r" b="b"/>
              <a:pathLst>
                <a:path w="732" h="713">
                  <a:moveTo>
                    <a:pt x="81" y="615"/>
                  </a:moveTo>
                  <a:lnTo>
                    <a:pt x="84" y="615"/>
                  </a:lnTo>
                  <a:lnTo>
                    <a:pt x="91" y="614"/>
                  </a:lnTo>
                  <a:lnTo>
                    <a:pt x="102" y="613"/>
                  </a:lnTo>
                  <a:lnTo>
                    <a:pt x="117" y="611"/>
                  </a:lnTo>
                  <a:lnTo>
                    <a:pt x="134" y="607"/>
                  </a:lnTo>
                  <a:lnTo>
                    <a:pt x="154" y="603"/>
                  </a:lnTo>
                  <a:lnTo>
                    <a:pt x="176" y="597"/>
                  </a:lnTo>
                  <a:lnTo>
                    <a:pt x="201" y="591"/>
                  </a:lnTo>
                  <a:lnTo>
                    <a:pt x="226" y="581"/>
                  </a:lnTo>
                  <a:lnTo>
                    <a:pt x="252" y="570"/>
                  </a:lnTo>
                  <a:lnTo>
                    <a:pt x="278" y="558"/>
                  </a:lnTo>
                  <a:lnTo>
                    <a:pt x="305" y="542"/>
                  </a:lnTo>
                  <a:lnTo>
                    <a:pt x="329" y="526"/>
                  </a:lnTo>
                  <a:lnTo>
                    <a:pt x="354" y="505"/>
                  </a:lnTo>
                  <a:lnTo>
                    <a:pt x="376" y="483"/>
                  </a:lnTo>
                  <a:lnTo>
                    <a:pt x="396" y="458"/>
                  </a:lnTo>
                  <a:lnTo>
                    <a:pt x="401" y="450"/>
                  </a:lnTo>
                  <a:lnTo>
                    <a:pt x="407" y="442"/>
                  </a:lnTo>
                  <a:lnTo>
                    <a:pt x="412" y="435"/>
                  </a:lnTo>
                  <a:lnTo>
                    <a:pt x="416" y="427"/>
                  </a:lnTo>
                  <a:lnTo>
                    <a:pt x="442" y="378"/>
                  </a:lnTo>
                  <a:lnTo>
                    <a:pt x="460" y="338"/>
                  </a:lnTo>
                  <a:lnTo>
                    <a:pt x="476" y="304"/>
                  </a:lnTo>
                  <a:lnTo>
                    <a:pt x="487" y="275"/>
                  </a:lnTo>
                  <a:lnTo>
                    <a:pt x="495" y="250"/>
                  </a:lnTo>
                  <a:lnTo>
                    <a:pt x="505" y="227"/>
                  </a:lnTo>
                  <a:lnTo>
                    <a:pt x="516" y="206"/>
                  </a:lnTo>
                  <a:lnTo>
                    <a:pt x="531" y="186"/>
                  </a:lnTo>
                  <a:lnTo>
                    <a:pt x="533" y="181"/>
                  </a:lnTo>
                  <a:lnTo>
                    <a:pt x="538" y="177"/>
                  </a:lnTo>
                  <a:lnTo>
                    <a:pt x="540" y="173"/>
                  </a:lnTo>
                  <a:lnTo>
                    <a:pt x="545" y="169"/>
                  </a:lnTo>
                  <a:lnTo>
                    <a:pt x="565" y="144"/>
                  </a:lnTo>
                  <a:lnTo>
                    <a:pt x="586" y="118"/>
                  </a:lnTo>
                  <a:lnTo>
                    <a:pt x="607" y="92"/>
                  </a:lnTo>
                  <a:lnTo>
                    <a:pt x="626" y="67"/>
                  </a:lnTo>
                  <a:lnTo>
                    <a:pt x="644" y="45"/>
                  </a:lnTo>
                  <a:lnTo>
                    <a:pt x="659" y="26"/>
                  </a:lnTo>
                  <a:lnTo>
                    <a:pt x="673" y="12"/>
                  </a:lnTo>
                  <a:lnTo>
                    <a:pt x="684" y="4"/>
                  </a:lnTo>
                  <a:lnTo>
                    <a:pt x="695" y="1"/>
                  </a:lnTo>
                  <a:lnTo>
                    <a:pt x="706" y="0"/>
                  </a:lnTo>
                  <a:lnTo>
                    <a:pt x="717" y="1"/>
                  </a:lnTo>
                  <a:lnTo>
                    <a:pt x="725" y="5"/>
                  </a:lnTo>
                  <a:lnTo>
                    <a:pt x="731" y="12"/>
                  </a:lnTo>
                  <a:lnTo>
                    <a:pt x="732" y="23"/>
                  </a:lnTo>
                  <a:lnTo>
                    <a:pt x="728" y="39"/>
                  </a:lnTo>
                  <a:lnTo>
                    <a:pt x="715" y="60"/>
                  </a:lnTo>
                  <a:lnTo>
                    <a:pt x="698" y="90"/>
                  </a:lnTo>
                  <a:lnTo>
                    <a:pt x="674" y="135"/>
                  </a:lnTo>
                  <a:lnTo>
                    <a:pt x="649" y="187"/>
                  </a:lnTo>
                  <a:lnTo>
                    <a:pt x="622" y="243"/>
                  </a:lnTo>
                  <a:lnTo>
                    <a:pt x="596" y="299"/>
                  </a:lnTo>
                  <a:lnTo>
                    <a:pt x="573" y="351"/>
                  </a:lnTo>
                  <a:lnTo>
                    <a:pt x="554" y="395"/>
                  </a:lnTo>
                  <a:lnTo>
                    <a:pt x="543" y="427"/>
                  </a:lnTo>
                  <a:lnTo>
                    <a:pt x="538" y="439"/>
                  </a:lnTo>
                  <a:lnTo>
                    <a:pt x="529" y="454"/>
                  </a:lnTo>
                  <a:lnTo>
                    <a:pt x="520" y="471"/>
                  </a:lnTo>
                  <a:lnTo>
                    <a:pt x="506" y="490"/>
                  </a:lnTo>
                  <a:lnTo>
                    <a:pt x="491" y="509"/>
                  </a:lnTo>
                  <a:lnTo>
                    <a:pt x="473" y="530"/>
                  </a:lnTo>
                  <a:lnTo>
                    <a:pt x="454" y="552"/>
                  </a:lnTo>
                  <a:lnTo>
                    <a:pt x="431" y="573"/>
                  </a:lnTo>
                  <a:lnTo>
                    <a:pt x="408" y="593"/>
                  </a:lnTo>
                  <a:lnTo>
                    <a:pt x="383" y="614"/>
                  </a:lnTo>
                  <a:lnTo>
                    <a:pt x="356" y="633"/>
                  </a:lnTo>
                  <a:lnTo>
                    <a:pt x="327" y="653"/>
                  </a:lnTo>
                  <a:lnTo>
                    <a:pt x="298" y="668"/>
                  </a:lnTo>
                  <a:lnTo>
                    <a:pt x="266" y="683"/>
                  </a:lnTo>
                  <a:lnTo>
                    <a:pt x="234" y="694"/>
                  </a:lnTo>
                  <a:lnTo>
                    <a:pt x="201" y="704"/>
                  </a:lnTo>
                  <a:lnTo>
                    <a:pt x="194" y="705"/>
                  </a:lnTo>
                  <a:lnTo>
                    <a:pt x="189" y="706"/>
                  </a:lnTo>
                  <a:lnTo>
                    <a:pt x="182" y="708"/>
                  </a:lnTo>
                  <a:lnTo>
                    <a:pt x="175" y="709"/>
                  </a:lnTo>
                  <a:lnTo>
                    <a:pt x="143" y="713"/>
                  </a:lnTo>
                  <a:lnTo>
                    <a:pt x="113" y="713"/>
                  </a:lnTo>
                  <a:lnTo>
                    <a:pt x="87" y="712"/>
                  </a:lnTo>
                  <a:lnTo>
                    <a:pt x="65" y="708"/>
                  </a:lnTo>
                  <a:lnTo>
                    <a:pt x="44" y="702"/>
                  </a:lnTo>
                  <a:lnTo>
                    <a:pt x="29" y="695"/>
                  </a:lnTo>
                  <a:lnTo>
                    <a:pt x="15" y="687"/>
                  </a:lnTo>
                  <a:lnTo>
                    <a:pt x="7" y="677"/>
                  </a:lnTo>
                  <a:lnTo>
                    <a:pt x="1" y="668"/>
                  </a:lnTo>
                  <a:lnTo>
                    <a:pt x="0" y="658"/>
                  </a:lnTo>
                  <a:lnTo>
                    <a:pt x="3" y="648"/>
                  </a:lnTo>
                  <a:lnTo>
                    <a:pt x="10" y="639"/>
                  </a:lnTo>
                  <a:lnTo>
                    <a:pt x="21" y="631"/>
                  </a:lnTo>
                  <a:lnTo>
                    <a:pt x="36" y="624"/>
                  </a:lnTo>
                  <a:lnTo>
                    <a:pt x="56" y="618"/>
                  </a:lnTo>
                  <a:lnTo>
                    <a:pt x="81" y="615"/>
                  </a:lnTo>
                  <a:close/>
                </a:path>
              </a:pathLst>
            </a:custGeom>
            <a:solidFill>
              <a:srgbClr val="D8684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4" name="Freeform 122"/>
            <p:cNvSpPr>
              <a:spLocks/>
            </p:cNvSpPr>
            <p:nvPr/>
          </p:nvSpPr>
          <p:spPr bwMode="gray">
            <a:xfrm>
              <a:off x="3720" y="2881"/>
              <a:ext cx="356" cy="351"/>
            </a:xfrm>
            <a:custGeom>
              <a:avLst/>
              <a:gdLst/>
              <a:ahLst/>
              <a:cxnLst>
                <a:cxn ang="0">
                  <a:pos x="82" y="610"/>
                </a:cxn>
                <a:cxn ang="0">
                  <a:pos x="99" y="607"/>
                </a:cxn>
                <a:cxn ang="0">
                  <a:pos x="131" y="601"/>
                </a:cxn>
                <a:cxn ang="0">
                  <a:pos x="173" y="589"/>
                </a:cxn>
                <a:cxn ang="0">
                  <a:pos x="222" y="573"/>
                </a:cxn>
                <a:cxn ang="0">
                  <a:pos x="271" y="550"/>
                </a:cxn>
                <a:cxn ang="0">
                  <a:pos x="322" y="516"/>
                </a:cxn>
                <a:cxn ang="0">
                  <a:pos x="366" y="477"/>
                </a:cxn>
                <a:cxn ang="0">
                  <a:pos x="391" y="445"/>
                </a:cxn>
                <a:cxn ang="0">
                  <a:pos x="401" y="428"/>
                </a:cxn>
                <a:cxn ang="0">
                  <a:pos x="430" y="375"/>
                </a:cxn>
                <a:cxn ang="0">
                  <a:pos x="462" y="300"/>
                </a:cxn>
                <a:cxn ang="0">
                  <a:pos x="482" y="246"/>
                </a:cxn>
                <a:cxn ang="0">
                  <a:pos x="502" y="204"/>
                </a:cxn>
                <a:cxn ang="0">
                  <a:pos x="518" y="180"/>
                </a:cxn>
                <a:cxn ang="0">
                  <a:pos x="525" y="172"/>
                </a:cxn>
                <a:cxn ang="0">
                  <a:pos x="548" y="143"/>
                </a:cxn>
                <a:cxn ang="0">
                  <a:pos x="588" y="92"/>
                </a:cxn>
                <a:cxn ang="0">
                  <a:pos x="624" y="44"/>
                </a:cxn>
                <a:cxn ang="0">
                  <a:pos x="652" y="12"/>
                </a:cxn>
                <a:cxn ang="0">
                  <a:pos x="674" y="1"/>
                </a:cxn>
                <a:cxn ang="0">
                  <a:pos x="695" y="0"/>
                </a:cxn>
                <a:cxn ang="0">
                  <a:pos x="710" y="11"/>
                </a:cxn>
                <a:cxn ang="0">
                  <a:pos x="707" y="37"/>
                </a:cxn>
                <a:cxn ang="0">
                  <a:pos x="678" y="88"/>
                </a:cxn>
                <a:cxn ang="0">
                  <a:pos x="630" y="180"/>
                </a:cxn>
                <a:cxn ang="0">
                  <a:pos x="579" y="291"/>
                </a:cxn>
                <a:cxn ang="0">
                  <a:pos x="537" y="384"/>
                </a:cxn>
                <a:cxn ang="0">
                  <a:pos x="521" y="427"/>
                </a:cxn>
                <a:cxn ang="0">
                  <a:pos x="504" y="459"/>
                </a:cxn>
                <a:cxn ang="0">
                  <a:pos x="477" y="496"/>
                </a:cxn>
                <a:cxn ang="0">
                  <a:pos x="441" y="537"/>
                </a:cxn>
                <a:cxn ang="0">
                  <a:pos x="397" y="580"/>
                </a:cxn>
                <a:cxn ang="0">
                  <a:pos x="347" y="620"/>
                </a:cxn>
                <a:cxn ang="0">
                  <a:pos x="291" y="654"/>
                </a:cxn>
                <a:cxn ang="0">
                  <a:pos x="230" y="680"/>
                </a:cxn>
                <a:cxn ang="0">
                  <a:pos x="191" y="691"/>
                </a:cxn>
                <a:cxn ang="0">
                  <a:pos x="179" y="694"/>
                </a:cxn>
                <a:cxn ang="0">
                  <a:pos x="140" y="700"/>
                </a:cxn>
                <a:cxn ang="0">
                  <a:pos x="87" y="700"/>
                </a:cxn>
                <a:cxn ang="0">
                  <a:pos x="44" y="691"/>
                </a:cxn>
                <a:cxn ang="0">
                  <a:pos x="16" y="678"/>
                </a:cxn>
                <a:cxn ang="0">
                  <a:pos x="1" y="660"/>
                </a:cxn>
                <a:cxn ang="0">
                  <a:pos x="2" y="642"/>
                </a:cxn>
                <a:cxn ang="0">
                  <a:pos x="20" y="625"/>
                </a:cxn>
                <a:cxn ang="0">
                  <a:pos x="55" y="614"/>
                </a:cxn>
              </a:cxnLst>
              <a:rect l="0" t="0" r="r" b="b"/>
              <a:pathLst>
                <a:path w="711" h="701">
                  <a:moveTo>
                    <a:pt x="80" y="610"/>
                  </a:moveTo>
                  <a:lnTo>
                    <a:pt x="82" y="610"/>
                  </a:lnTo>
                  <a:lnTo>
                    <a:pt x="89" y="609"/>
                  </a:lnTo>
                  <a:lnTo>
                    <a:pt x="99" y="607"/>
                  </a:lnTo>
                  <a:lnTo>
                    <a:pt x="114" y="605"/>
                  </a:lnTo>
                  <a:lnTo>
                    <a:pt x="131" y="601"/>
                  </a:lnTo>
                  <a:lnTo>
                    <a:pt x="151" y="596"/>
                  </a:lnTo>
                  <a:lnTo>
                    <a:pt x="173" y="589"/>
                  </a:lnTo>
                  <a:lnTo>
                    <a:pt x="197" y="583"/>
                  </a:lnTo>
                  <a:lnTo>
                    <a:pt x="222" y="573"/>
                  </a:lnTo>
                  <a:lnTo>
                    <a:pt x="246" y="562"/>
                  </a:lnTo>
                  <a:lnTo>
                    <a:pt x="271" y="550"/>
                  </a:lnTo>
                  <a:lnTo>
                    <a:pt x="298" y="534"/>
                  </a:lnTo>
                  <a:lnTo>
                    <a:pt x="322" y="516"/>
                  </a:lnTo>
                  <a:lnTo>
                    <a:pt x="344" y="497"/>
                  </a:lnTo>
                  <a:lnTo>
                    <a:pt x="366" y="477"/>
                  </a:lnTo>
                  <a:lnTo>
                    <a:pt x="386" y="452"/>
                  </a:lnTo>
                  <a:lnTo>
                    <a:pt x="391" y="445"/>
                  </a:lnTo>
                  <a:lnTo>
                    <a:pt x="395" y="437"/>
                  </a:lnTo>
                  <a:lnTo>
                    <a:pt x="401" y="428"/>
                  </a:lnTo>
                  <a:lnTo>
                    <a:pt x="405" y="421"/>
                  </a:lnTo>
                  <a:lnTo>
                    <a:pt x="430" y="375"/>
                  </a:lnTo>
                  <a:lnTo>
                    <a:pt x="448" y="335"/>
                  </a:lnTo>
                  <a:lnTo>
                    <a:pt x="462" y="300"/>
                  </a:lnTo>
                  <a:lnTo>
                    <a:pt x="473" y="271"/>
                  </a:lnTo>
                  <a:lnTo>
                    <a:pt x="482" y="246"/>
                  </a:lnTo>
                  <a:lnTo>
                    <a:pt x="491" y="224"/>
                  </a:lnTo>
                  <a:lnTo>
                    <a:pt x="502" y="204"/>
                  </a:lnTo>
                  <a:lnTo>
                    <a:pt x="515" y="183"/>
                  </a:lnTo>
                  <a:lnTo>
                    <a:pt x="518" y="180"/>
                  </a:lnTo>
                  <a:lnTo>
                    <a:pt x="522" y="176"/>
                  </a:lnTo>
                  <a:lnTo>
                    <a:pt x="525" y="172"/>
                  </a:lnTo>
                  <a:lnTo>
                    <a:pt x="528" y="168"/>
                  </a:lnTo>
                  <a:lnTo>
                    <a:pt x="548" y="143"/>
                  </a:lnTo>
                  <a:lnTo>
                    <a:pt x="569" y="118"/>
                  </a:lnTo>
                  <a:lnTo>
                    <a:pt x="588" y="92"/>
                  </a:lnTo>
                  <a:lnTo>
                    <a:pt x="606" y="67"/>
                  </a:lnTo>
                  <a:lnTo>
                    <a:pt x="624" y="44"/>
                  </a:lnTo>
                  <a:lnTo>
                    <a:pt x="639" y="26"/>
                  </a:lnTo>
                  <a:lnTo>
                    <a:pt x="652" y="12"/>
                  </a:lnTo>
                  <a:lnTo>
                    <a:pt x="663" y="4"/>
                  </a:lnTo>
                  <a:lnTo>
                    <a:pt x="674" y="1"/>
                  </a:lnTo>
                  <a:lnTo>
                    <a:pt x="685" y="0"/>
                  </a:lnTo>
                  <a:lnTo>
                    <a:pt x="695" y="0"/>
                  </a:lnTo>
                  <a:lnTo>
                    <a:pt x="704" y="4"/>
                  </a:lnTo>
                  <a:lnTo>
                    <a:pt x="710" y="11"/>
                  </a:lnTo>
                  <a:lnTo>
                    <a:pt x="711" y="22"/>
                  </a:lnTo>
                  <a:lnTo>
                    <a:pt x="707" y="37"/>
                  </a:lnTo>
                  <a:lnTo>
                    <a:pt x="696" y="58"/>
                  </a:lnTo>
                  <a:lnTo>
                    <a:pt x="678" y="88"/>
                  </a:lnTo>
                  <a:lnTo>
                    <a:pt x="656" y="131"/>
                  </a:lnTo>
                  <a:lnTo>
                    <a:pt x="630" y="180"/>
                  </a:lnTo>
                  <a:lnTo>
                    <a:pt x="604" y="235"/>
                  </a:lnTo>
                  <a:lnTo>
                    <a:pt x="579" y="291"/>
                  </a:lnTo>
                  <a:lnTo>
                    <a:pt x="555" y="341"/>
                  </a:lnTo>
                  <a:lnTo>
                    <a:pt x="537" y="384"/>
                  </a:lnTo>
                  <a:lnTo>
                    <a:pt x="526" y="415"/>
                  </a:lnTo>
                  <a:lnTo>
                    <a:pt x="521" y="427"/>
                  </a:lnTo>
                  <a:lnTo>
                    <a:pt x="514" y="442"/>
                  </a:lnTo>
                  <a:lnTo>
                    <a:pt x="504" y="459"/>
                  </a:lnTo>
                  <a:lnTo>
                    <a:pt x="491" y="477"/>
                  </a:lnTo>
                  <a:lnTo>
                    <a:pt x="477" y="496"/>
                  </a:lnTo>
                  <a:lnTo>
                    <a:pt x="460" y="516"/>
                  </a:lnTo>
                  <a:lnTo>
                    <a:pt x="441" y="537"/>
                  </a:lnTo>
                  <a:lnTo>
                    <a:pt x="420" y="558"/>
                  </a:lnTo>
                  <a:lnTo>
                    <a:pt x="397" y="580"/>
                  </a:lnTo>
                  <a:lnTo>
                    <a:pt x="373" y="599"/>
                  </a:lnTo>
                  <a:lnTo>
                    <a:pt x="347" y="620"/>
                  </a:lnTo>
                  <a:lnTo>
                    <a:pt x="320" y="638"/>
                  </a:lnTo>
                  <a:lnTo>
                    <a:pt x="291" y="654"/>
                  </a:lnTo>
                  <a:lnTo>
                    <a:pt x="262" y="668"/>
                  </a:lnTo>
                  <a:lnTo>
                    <a:pt x="230" y="680"/>
                  </a:lnTo>
                  <a:lnTo>
                    <a:pt x="198" y="690"/>
                  </a:lnTo>
                  <a:lnTo>
                    <a:pt x="191" y="691"/>
                  </a:lnTo>
                  <a:lnTo>
                    <a:pt x="186" y="693"/>
                  </a:lnTo>
                  <a:lnTo>
                    <a:pt x="179" y="694"/>
                  </a:lnTo>
                  <a:lnTo>
                    <a:pt x="172" y="696"/>
                  </a:lnTo>
                  <a:lnTo>
                    <a:pt x="140" y="700"/>
                  </a:lnTo>
                  <a:lnTo>
                    <a:pt x="111" y="701"/>
                  </a:lnTo>
                  <a:lnTo>
                    <a:pt x="87" y="700"/>
                  </a:lnTo>
                  <a:lnTo>
                    <a:pt x="63" y="697"/>
                  </a:lnTo>
                  <a:lnTo>
                    <a:pt x="44" y="691"/>
                  </a:lnTo>
                  <a:lnTo>
                    <a:pt x="29" y="686"/>
                  </a:lnTo>
                  <a:lnTo>
                    <a:pt x="16" y="678"/>
                  </a:lnTo>
                  <a:lnTo>
                    <a:pt x="7" y="669"/>
                  </a:lnTo>
                  <a:lnTo>
                    <a:pt x="1" y="660"/>
                  </a:lnTo>
                  <a:lnTo>
                    <a:pt x="0" y="652"/>
                  </a:lnTo>
                  <a:lnTo>
                    <a:pt x="2" y="642"/>
                  </a:lnTo>
                  <a:lnTo>
                    <a:pt x="9" y="634"/>
                  </a:lnTo>
                  <a:lnTo>
                    <a:pt x="20" y="625"/>
                  </a:lnTo>
                  <a:lnTo>
                    <a:pt x="36" y="618"/>
                  </a:lnTo>
                  <a:lnTo>
                    <a:pt x="55" y="614"/>
                  </a:lnTo>
                  <a:lnTo>
                    <a:pt x="80" y="610"/>
                  </a:lnTo>
                  <a:close/>
                </a:path>
              </a:pathLst>
            </a:custGeom>
            <a:solidFill>
              <a:srgbClr val="D6592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5" name="Freeform 123"/>
            <p:cNvSpPr>
              <a:spLocks/>
            </p:cNvSpPr>
            <p:nvPr/>
          </p:nvSpPr>
          <p:spPr bwMode="gray">
            <a:xfrm>
              <a:off x="3727" y="2884"/>
              <a:ext cx="344" cy="345"/>
            </a:xfrm>
            <a:custGeom>
              <a:avLst/>
              <a:gdLst/>
              <a:ahLst/>
              <a:cxnLst>
                <a:cxn ang="0">
                  <a:pos x="78" y="606"/>
                </a:cxn>
                <a:cxn ang="0">
                  <a:pos x="95" y="602"/>
                </a:cxn>
                <a:cxn ang="0">
                  <a:pos x="127" y="595"/>
                </a:cxn>
                <a:cxn ang="0">
                  <a:pos x="167" y="582"/>
                </a:cxn>
                <a:cxn ang="0">
                  <a:pos x="214" y="565"/>
                </a:cxn>
                <a:cxn ang="0">
                  <a:pos x="265" y="540"/>
                </a:cxn>
                <a:cxn ang="0">
                  <a:pos x="313" y="508"/>
                </a:cxn>
                <a:cxn ang="0">
                  <a:pos x="356" y="468"/>
                </a:cxn>
                <a:cxn ang="0">
                  <a:pos x="380" y="438"/>
                </a:cxn>
                <a:cxn ang="0">
                  <a:pos x="389" y="424"/>
                </a:cxn>
                <a:cxn ang="0">
                  <a:pos x="418" y="370"/>
                </a:cxn>
                <a:cxn ang="0">
                  <a:pos x="448" y="297"/>
                </a:cxn>
                <a:cxn ang="0">
                  <a:pos x="467" y="245"/>
                </a:cxn>
                <a:cxn ang="0">
                  <a:pos x="485" y="202"/>
                </a:cxn>
                <a:cxn ang="0">
                  <a:pos x="500" y="179"/>
                </a:cxn>
                <a:cxn ang="0">
                  <a:pos x="507" y="171"/>
                </a:cxn>
                <a:cxn ang="0">
                  <a:pos x="531" y="143"/>
                </a:cxn>
                <a:cxn ang="0">
                  <a:pos x="569" y="92"/>
                </a:cxn>
                <a:cxn ang="0">
                  <a:pos x="604" y="45"/>
                </a:cxn>
                <a:cxn ang="0">
                  <a:pos x="631" y="13"/>
                </a:cxn>
                <a:cxn ang="0">
                  <a:pos x="652" y="2"/>
                </a:cxn>
                <a:cxn ang="0">
                  <a:pos x="673" y="1"/>
                </a:cxn>
                <a:cxn ang="0">
                  <a:pos x="686" y="11"/>
                </a:cxn>
                <a:cxn ang="0">
                  <a:pos x="684" y="37"/>
                </a:cxn>
                <a:cxn ang="0">
                  <a:pos x="658" y="86"/>
                </a:cxn>
                <a:cxn ang="0">
                  <a:pos x="611" y="177"/>
                </a:cxn>
                <a:cxn ang="0">
                  <a:pos x="560" y="284"/>
                </a:cxn>
                <a:cxn ang="0">
                  <a:pos x="520" y="374"/>
                </a:cxn>
                <a:cxn ang="0">
                  <a:pos x="504" y="416"/>
                </a:cxn>
                <a:cxn ang="0">
                  <a:pos x="487" y="446"/>
                </a:cxn>
                <a:cxn ang="0">
                  <a:pos x="462" y="483"/>
                </a:cxn>
                <a:cxn ang="0">
                  <a:pos x="427" y="523"/>
                </a:cxn>
                <a:cxn ang="0">
                  <a:pos x="385" y="565"/>
                </a:cxn>
                <a:cxn ang="0">
                  <a:pos x="336" y="605"/>
                </a:cxn>
                <a:cxn ang="0">
                  <a:pos x="283" y="639"/>
                </a:cxn>
                <a:cxn ang="0">
                  <a:pos x="225" y="667"/>
                </a:cxn>
                <a:cxn ang="0">
                  <a:pos x="189" y="678"/>
                </a:cxn>
                <a:cxn ang="0">
                  <a:pos x="176" y="680"/>
                </a:cxn>
                <a:cxn ang="0">
                  <a:pos x="139" y="686"/>
                </a:cxn>
                <a:cxn ang="0">
                  <a:pos x="85" y="689"/>
                </a:cxn>
                <a:cxn ang="0">
                  <a:pos x="44" y="682"/>
                </a:cxn>
                <a:cxn ang="0">
                  <a:pos x="15" y="669"/>
                </a:cxn>
                <a:cxn ang="0">
                  <a:pos x="1" y="653"/>
                </a:cxn>
                <a:cxn ang="0">
                  <a:pos x="1" y="636"/>
                </a:cxn>
                <a:cxn ang="0">
                  <a:pos x="18" y="621"/>
                </a:cxn>
                <a:cxn ang="0">
                  <a:pos x="52" y="610"/>
                </a:cxn>
              </a:cxnLst>
              <a:rect l="0" t="0" r="r" b="b"/>
              <a:pathLst>
                <a:path w="688" h="689">
                  <a:moveTo>
                    <a:pt x="76" y="606"/>
                  </a:moveTo>
                  <a:lnTo>
                    <a:pt x="78" y="606"/>
                  </a:lnTo>
                  <a:lnTo>
                    <a:pt x="85" y="605"/>
                  </a:lnTo>
                  <a:lnTo>
                    <a:pt x="95" y="602"/>
                  </a:lnTo>
                  <a:lnTo>
                    <a:pt x="109" y="599"/>
                  </a:lnTo>
                  <a:lnTo>
                    <a:pt x="127" y="595"/>
                  </a:lnTo>
                  <a:lnTo>
                    <a:pt x="146" y="589"/>
                  </a:lnTo>
                  <a:lnTo>
                    <a:pt x="167" y="582"/>
                  </a:lnTo>
                  <a:lnTo>
                    <a:pt x="190" y="574"/>
                  </a:lnTo>
                  <a:lnTo>
                    <a:pt x="214" y="565"/>
                  </a:lnTo>
                  <a:lnTo>
                    <a:pt x="238" y="554"/>
                  </a:lnTo>
                  <a:lnTo>
                    <a:pt x="265" y="540"/>
                  </a:lnTo>
                  <a:lnTo>
                    <a:pt x="288" y="525"/>
                  </a:lnTo>
                  <a:lnTo>
                    <a:pt x="313" y="508"/>
                  </a:lnTo>
                  <a:lnTo>
                    <a:pt x="335" y="489"/>
                  </a:lnTo>
                  <a:lnTo>
                    <a:pt x="356" y="468"/>
                  </a:lnTo>
                  <a:lnTo>
                    <a:pt x="375" y="445"/>
                  </a:lnTo>
                  <a:lnTo>
                    <a:pt x="380" y="438"/>
                  </a:lnTo>
                  <a:lnTo>
                    <a:pt x="385" y="431"/>
                  </a:lnTo>
                  <a:lnTo>
                    <a:pt x="389" y="424"/>
                  </a:lnTo>
                  <a:lnTo>
                    <a:pt x="393" y="417"/>
                  </a:lnTo>
                  <a:lnTo>
                    <a:pt x="418" y="370"/>
                  </a:lnTo>
                  <a:lnTo>
                    <a:pt x="436" y="330"/>
                  </a:lnTo>
                  <a:lnTo>
                    <a:pt x="448" y="297"/>
                  </a:lnTo>
                  <a:lnTo>
                    <a:pt x="459" y="268"/>
                  </a:lnTo>
                  <a:lnTo>
                    <a:pt x="467" y="245"/>
                  </a:lnTo>
                  <a:lnTo>
                    <a:pt x="476" y="223"/>
                  </a:lnTo>
                  <a:lnTo>
                    <a:pt x="485" y="202"/>
                  </a:lnTo>
                  <a:lnTo>
                    <a:pt x="498" y="183"/>
                  </a:lnTo>
                  <a:lnTo>
                    <a:pt x="500" y="179"/>
                  </a:lnTo>
                  <a:lnTo>
                    <a:pt x="504" y="175"/>
                  </a:lnTo>
                  <a:lnTo>
                    <a:pt x="507" y="171"/>
                  </a:lnTo>
                  <a:lnTo>
                    <a:pt x="511" y="166"/>
                  </a:lnTo>
                  <a:lnTo>
                    <a:pt x="531" y="143"/>
                  </a:lnTo>
                  <a:lnTo>
                    <a:pt x="550" y="118"/>
                  </a:lnTo>
                  <a:lnTo>
                    <a:pt x="569" y="92"/>
                  </a:lnTo>
                  <a:lnTo>
                    <a:pt x="587" y="67"/>
                  </a:lnTo>
                  <a:lnTo>
                    <a:pt x="604" y="45"/>
                  </a:lnTo>
                  <a:lnTo>
                    <a:pt x="619" y="27"/>
                  </a:lnTo>
                  <a:lnTo>
                    <a:pt x="631" y="13"/>
                  </a:lnTo>
                  <a:lnTo>
                    <a:pt x="642" y="5"/>
                  </a:lnTo>
                  <a:lnTo>
                    <a:pt x="652" y="2"/>
                  </a:lnTo>
                  <a:lnTo>
                    <a:pt x="663" y="0"/>
                  </a:lnTo>
                  <a:lnTo>
                    <a:pt x="673" y="1"/>
                  </a:lnTo>
                  <a:lnTo>
                    <a:pt x="681" y="4"/>
                  </a:lnTo>
                  <a:lnTo>
                    <a:pt x="686" y="11"/>
                  </a:lnTo>
                  <a:lnTo>
                    <a:pt x="688" y="22"/>
                  </a:lnTo>
                  <a:lnTo>
                    <a:pt x="684" y="37"/>
                  </a:lnTo>
                  <a:lnTo>
                    <a:pt x="674" y="56"/>
                  </a:lnTo>
                  <a:lnTo>
                    <a:pt x="658" y="86"/>
                  </a:lnTo>
                  <a:lnTo>
                    <a:pt x="635" y="128"/>
                  </a:lnTo>
                  <a:lnTo>
                    <a:pt x="611" y="177"/>
                  </a:lnTo>
                  <a:lnTo>
                    <a:pt x="584" y="230"/>
                  </a:lnTo>
                  <a:lnTo>
                    <a:pt x="560" y="284"/>
                  </a:lnTo>
                  <a:lnTo>
                    <a:pt x="536" y="333"/>
                  </a:lnTo>
                  <a:lnTo>
                    <a:pt x="520" y="374"/>
                  </a:lnTo>
                  <a:lnTo>
                    <a:pt x="509" y="403"/>
                  </a:lnTo>
                  <a:lnTo>
                    <a:pt x="504" y="416"/>
                  </a:lnTo>
                  <a:lnTo>
                    <a:pt x="496" y="430"/>
                  </a:lnTo>
                  <a:lnTo>
                    <a:pt x="487" y="446"/>
                  </a:lnTo>
                  <a:lnTo>
                    <a:pt x="476" y="464"/>
                  </a:lnTo>
                  <a:lnTo>
                    <a:pt x="462" y="483"/>
                  </a:lnTo>
                  <a:lnTo>
                    <a:pt x="445" y="503"/>
                  </a:lnTo>
                  <a:lnTo>
                    <a:pt x="427" y="523"/>
                  </a:lnTo>
                  <a:lnTo>
                    <a:pt x="407" y="544"/>
                  </a:lnTo>
                  <a:lnTo>
                    <a:pt x="385" y="565"/>
                  </a:lnTo>
                  <a:lnTo>
                    <a:pt x="361" y="585"/>
                  </a:lnTo>
                  <a:lnTo>
                    <a:pt x="336" y="605"/>
                  </a:lnTo>
                  <a:lnTo>
                    <a:pt x="310" y="622"/>
                  </a:lnTo>
                  <a:lnTo>
                    <a:pt x="283" y="639"/>
                  </a:lnTo>
                  <a:lnTo>
                    <a:pt x="255" y="654"/>
                  </a:lnTo>
                  <a:lnTo>
                    <a:pt x="225" y="667"/>
                  </a:lnTo>
                  <a:lnTo>
                    <a:pt x="194" y="676"/>
                  </a:lnTo>
                  <a:lnTo>
                    <a:pt x="189" y="678"/>
                  </a:lnTo>
                  <a:lnTo>
                    <a:pt x="182" y="679"/>
                  </a:lnTo>
                  <a:lnTo>
                    <a:pt x="176" y="680"/>
                  </a:lnTo>
                  <a:lnTo>
                    <a:pt x="169" y="682"/>
                  </a:lnTo>
                  <a:lnTo>
                    <a:pt x="139" y="686"/>
                  </a:lnTo>
                  <a:lnTo>
                    <a:pt x="110" y="689"/>
                  </a:lnTo>
                  <a:lnTo>
                    <a:pt x="85" y="689"/>
                  </a:lnTo>
                  <a:lnTo>
                    <a:pt x="63" y="686"/>
                  </a:lnTo>
                  <a:lnTo>
                    <a:pt x="44" y="682"/>
                  </a:lnTo>
                  <a:lnTo>
                    <a:pt x="27" y="676"/>
                  </a:lnTo>
                  <a:lnTo>
                    <a:pt x="15" y="669"/>
                  </a:lnTo>
                  <a:lnTo>
                    <a:pt x="7" y="661"/>
                  </a:lnTo>
                  <a:lnTo>
                    <a:pt x="1" y="653"/>
                  </a:lnTo>
                  <a:lnTo>
                    <a:pt x="0" y="645"/>
                  </a:lnTo>
                  <a:lnTo>
                    <a:pt x="1" y="636"/>
                  </a:lnTo>
                  <a:lnTo>
                    <a:pt x="8" y="628"/>
                  </a:lnTo>
                  <a:lnTo>
                    <a:pt x="18" y="621"/>
                  </a:lnTo>
                  <a:lnTo>
                    <a:pt x="33" y="614"/>
                  </a:lnTo>
                  <a:lnTo>
                    <a:pt x="52" y="610"/>
                  </a:lnTo>
                  <a:lnTo>
                    <a:pt x="76" y="606"/>
                  </a:lnTo>
                  <a:close/>
                </a:path>
              </a:pathLst>
            </a:custGeom>
            <a:solidFill>
              <a:srgbClr val="D1441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6" name="Freeform 124"/>
            <p:cNvSpPr>
              <a:spLocks/>
            </p:cNvSpPr>
            <p:nvPr/>
          </p:nvSpPr>
          <p:spPr bwMode="gray">
            <a:xfrm>
              <a:off x="3734" y="2888"/>
              <a:ext cx="334" cy="339"/>
            </a:xfrm>
            <a:custGeom>
              <a:avLst/>
              <a:gdLst/>
              <a:ahLst/>
              <a:cxnLst>
                <a:cxn ang="0">
                  <a:pos x="79" y="600"/>
                </a:cxn>
                <a:cxn ang="0">
                  <a:pos x="98" y="596"/>
                </a:cxn>
                <a:cxn ang="0">
                  <a:pos x="131" y="587"/>
                </a:cxn>
                <a:cxn ang="0">
                  <a:pos x="175" y="571"/>
                </a:cxn>
                <a:cxn ang="0">
                  <a:pos x="225" y="549"/>
                </a:cxn>
                <a:cxn ang="0">
                  <a:pos x="277" y="522"/>
                </a:cxn>
                <a:cxn ang="0">
                  <a:pos x="326" y="485"/>
                </a:cxn>
                <a:cxn ang="0">
                  <a:pos x="367" y="439"/>
                </a:cxn>
                <a:cxn ang="0">
                  <a:pos x="410" y="362"/>
                </a:cxn>
                <a:cxn ang="0">
                  <a:pos x="441" y="285"/>
                </a:cxn>
                <a:cxn ang="0">
                  <a:pos x="459" y="231"/>
                </a:cxn>
                <a:cxn ang="0">
                  <a:pos x="480" y="187"/>
                </a:cxn>
                <a:cxn ang="0">
                  <a:pos x="516" y="141"/>
                </a:cxn>
                <a:cxn ang="0">
                  <a:pos x="553" y="92"/>
                </a:cxn>
                <a:cxn ang="0">
                  <a:pos x="586" y="45"/>
                </a:cxn>
                <a:cxn ang="0">
                  <a:pos x="612" y="13"/>
                </a:cxn>
                <a:cxn ang="0">
                  <a:pos x="633" y="2"/>
                </a:cxn>
                <a:cxn ang="0">
                  <a:pos x="654" y="1"/>
                </a:cxn>
                <a:cxn ang="0">
                  <a:pos x="668" y="11"/>
                </a:cxn>
                <a:cxn ang="0">
                  <a:pos x="665" y="37"/>
                </a:cxn>
                <a:cxn ang="0">
                  <a:pos x="639" y="85"/>
                </a:cxn>
                <a:cxn ang="0">
                  <a:pos x="593" y="173"/>
                </a:cxn>
                <a:cxn ang="0">
                  <a:pos x="543" y="277"/>
                </a:cxn>
                <a:cxn ang="0">
                  <a:pos x="505" y="365"/>
                </a:cxn>
                <a:cxn ang="0">
                  <a:pos x="490" y="406"/>
                </a:cxn>
                <a:cxn ang="0">
                  <a:pos x="472" y="438"/>
                </a:cxn>
                <a:cxn ang="0">
                  <a:pos x="446" y="476"/>
                </a:cxn>
                <a:cxn ang="0">
                  <a:pos x="410" y="518"/>
                </a:cxn>
                <a:cxn ang="0">
                  <a:pos x="367" y="560"/>
                </a:cxn>
                <a:cxn ang="0">
                  <a:pos x="317" y="600"/>
                </a:cxn>
                <a:cxn ang="0">
                  <a:pos x="262" y="635"/>
                </a:cxn>
                <a:cxn ang="0">
                  <a:pos x="202" y="661"/>
                </a:cxn>
                <a:cxn ang="0">
                  <a:pos x="140" y="675"/>
                </a:cxn>
                <a:cxn ang="0">
                  <a:pos x="86" y="677"/>
                </a:cxn>
                <a:cxn ang="0">
                  <a:pos x="44" y="672"/>
                </a:cxn>
                <a:cxn ang="0">
                  <a:pos x="17" y="661"/>
                </a:cxn>
                <a:cxn ang="0">
                  <a:pos x="2" y="647"/>
                </a:cxn>
                <a:cxn ang="0">
                  <a:pos x="3" y="631"/>
                </a:cxn>
                <a:cxn ang="0">
                  <a:pos x="20" y="615"/>
                </a:cxn>
                <a:cxn ang="0">
                  <a:pos x="53" y="604"/>
                </a:cxn>
              </a:cxnLst>
              <a:rect l="0" t="0" r="r" b="b"/>
              <a:pathLst>
                <a:path w="669" h="677">
                  <a:moveTo>
                    <a:pt x="76" y="600"/>
                  </a:moveTo>
                  <a:lnTo>
                    <a:pt x="79" y="600"/>
                  </a:lnTo>
                  <a:lnTo>
                    <a:pt x="86" y="599"/>
                  </a:lnTo>
                  <a:lnTo>
                    <a:pt x="98" y="596"/>
                  </a:lnTo>
                  <a:lnTo>
                    <a:pt x="113" y="592"/>
                  </a:lnTo>
                  <a:lnTo>
                    <a:pt x="131" y="587"/>
                  </a:lnTo>
                  <a:lnTo>
                    <a:pt x="152" y="580"/>
                  </a:lnTo>
                  <a:lnTo>
                    <a:pt x="175" y="571"/>
                  </a:lnTo>
                  <a:lnTo>
                    <a:pt x="200" y="562"/>
                  </a:lnTo>
                  <a:lnTo>
                    <a:pt x="225" y="549"/>
                  </a:lnTo>
                  <a:lnTo>
                    <a:pt x="251" y="537"/>
                  </a:lnTo>
                  <a:lnTo>
                    <a:pt x="277" y="522"/>
                  </a:lnTo>
                  <a:lnTo>
                    <a:pt x="302" y="504"/>
                  </a:lnTo>
                  <a:lnTo>
                    <a:pt x="326" y="485"/>
                  </a:lnTo>
                  <a:lnTo>
                    <a:pt x="348" y="463"/>
                  </a:lnTo>
                  <a:lnTo>
                    <a:pt x="367" y="439"/>
                  </a:lnTo>
                  <a:lnTo>
                    <a:pt x="384" y="413"/>
                  </a:lnTo>
                  <a:lnTo>
                    <a:pt x="410" y="362"/>
                  </a:lnTo>
                  <a:lnTo>
                    <a:pt x="428" y="321"/>
                  </a:lnTo>
                  <a:lnTo>
                    <a:pt x="441" y="285"/>
                  </a:lnTo>
                  <a:lnTo>
                    <a:pt x="451" y="256"/>
                  </a:lnTo>
                  <a:lnTo>
                    <a:pt x="459" y="231"/>
                  </a:lnTo>
                  <a:lnTo>
                    <a:pt x="469" y="208"/>
                  </a:lnTo>
                  <a:lnTo>
                    <a:pt x="480" y="187"/>
                  </a:lnTo>
                  <a:lnTo>
                    <a:pt x="497" y="165"/>
                  </a:lnTo>
                  <a:lnTo>
                    <a:pt x="516" y="141"/>
                  </a:lnTo>
                  <a:lnTo>
                    <a:pt x="534" y="117"/>
                  </a:lnTo>
                  <a:lnTo>
                    <a:pt x="553" y="92"/>
                  </a:lnTo>
                  <a:lnTo>
                    <a:pt x="570" y="67"/>
                  </a:lnTo>
                  <a:lnTo>
                    <a:pt x="586" y="45"/>
                  </a:lnTo>
                  <a:lnTo>
                    <a:pt x="600" y="27"/>
                  </a:lnTo>
                  <a:lnTo>
                    <a:pt x="612" y="13"/>
                  </a:lnTo>
                  <a:lnTo>
                    <a:pt x="623" y="5"/>
                  </a:lnTo>
                  <a:lnTo>
                    <a:pt x="633" y="2"/>
                  </a:lnTo>
                  <a:lnTo>
                    <a:pt x="644" y="0"/>
                  </a:lnTo>
                  <a:lnTo>
                    <a:pt x="654" y="1"/>
                  </a:lnTo>
                  <a:lnTo>
                    <a:pt x="662" y="4"/>
                  </a:lnTo>
                  <a:lnTo>
                    <a:pt x="668" y="11"/>
                  </a:lnTo>
                  <a:lnTo>
                    <a:pt x="669" y="22"/>
                  </a:lnTo>
                  <a:lnTo>
                    <a:pt x="665" y="37"/>
                  </a:lnTo>
                  <a:lnTo>
                    <a:pt x="655" y="56"/>
                  </a:lnTo>
                  <a:lnTo>
                    <a:pt x="639" y="85"/>
                  </a:lnTo>
                  <a:lnTo>
                    <a:pt x="618" y="125"/>
                  </a:lnTo>
                  <a:lnTo>
                    <a:pt x="593" y="173"/>
                  </a:lnTo>
                  <a:lnTo>
                    <a:pt x="568" y="224"/>
                  </a:lnTo>
                  <a:lnTo>
                    <a:pt x="543" y="277"/>
                  </a:lnTo>
                  <a:lnTo>
                    <a:pt x="521" y="323"/>
                  </a:lnTo>
                  <a:lnTo>
                    <a:pt x="505" y="365"/>
                  </a:lnTo>
                  <a:lnTo>
                    <a:pt x="494" y="394"/>
                  </a:lnTo>
                  <a:lnTo>
                    <a:pt x="490" y="406"/>
                  </a:lnTo>
                  <a:lnTo>
                    <a:pt x="483" y="421"/>
                  </a:lnTo>
                  <a:lnTo>
                    <a:pt x="472" y="438"/>
                  </a:lnTo>
                  <a:lnTo>
                    <a:pt x="461" y="456"/>
                  </a:lnTo>
                  <a:lnTo>
                    <a:pt x="446" y="476"/>
                  </a:lnTo>
                  <a:lnTo>
                    <a:pt x="429" y="497"/>
                  </a:lnTo>
                  <a:lnTo>
                    <a:pt x="410" y="518"/>
                  </a:lnTo>
                  <a:lnTo>
                    <a:pt x="390" y="540"/>
                  </a:lnTo>
                  <a:lnTo>
                    <a:pt x="367" y="560"/>
                  </a:lnTo>
                  <a:lnTo>
                    <a:pt x="344" y="581"/>
                  </a:lnTo>
                  <a:lnTo>
                    <a:pt x="317" y="600"/>
                  </a:lnTo>
                  <a:lnTo>
                    <a:pt x="290" y="618"/>
                  </a:lnTo>
                  <a:lnTo>
                    <a:pt x="262" y="635"/>
                  </a:lnTo>
                  <a:lnTo>
                    <a:pt x="232" y="649"/>
                  </a:lnTo>
                  <a:lnTo>
                    <a:pt x="202" y="661"/>
                  </a:lnTo>
                  <a:lnTo>
                    <a:pt x="170" y="669"/>
                  </a:lnTo>
                  <a:lnTo>
                    <a:pt x="140" y="675"/>
                  </a:lnTo>
                  <a:lnTo>
                    <a:pt x="111" y="677"/>
                  </a:lnTo>
                  <a:lnTo>
                    <a:pt x="86" y="677"/>
                  </a:lnTo>
                  <a:lnTo>
                    <a:pt x="64" y="676"/>
                  </a:lnTo>
                  <a:lnTo>
                    <a:pt x="44" y="672"/>
                  </a:lnTo>
                  <a:lnTo>
                    <a:pt x="29" y="668"/>
                  </a:lnTo>
                  <a:lnTo>
                    <a:pt x="17" y="661"/>
                  </a:lnTo>
                  <a:lnTo>
                    <a:pt x="7" y="654"/>
                  </a:lnTo>
                  <a:lnTo>
                    <a:pt x="2" y="647"/>
                  </a:lnTo>
                  <a:lnTo>
                    <a:pt x="0" y="639"/>
                  </a:lnTo>
                  <a:lnTo>
                    <a:pt x="3" y="631"/>
                  </a:lnTo>
                  <a:lnTo>
                    <a:pt x="9" y="624"/>
                  </a:lnTo>
                  <a:lnTo>
                    <a:pt x="20" y="615"/>
                  </a:lnTo>
                  <a:lnTo>
                    <a:pt x="33" y="610"/>
                  </a:lnTo>
                  <a:lnTo>
                    <a:pt x="53" y="604"/>
                  </a:lnTo>
                  <a:lnTo>
                    <a:pt x="76" y="600"/>
                  </a:lnTo>
                  <a:close/>
                </a:path>
              </a:pathLst>
            </a:custGeom>
            <a:solidFill>
              <a:srgbClr val="CC33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7" name="Freeform 125"/>
            <p:cNvSpPr>
              <a:spLocks/>
            </p:cNvSpPr>
            <p:nvPr/>
          </p:nvSpPr>
          <p:spPr bwMode="gray">
            <a:xfrm>
              <a:off x="3446" y="2317"/>
              <a:ext cx="718" cy="798"/>
            </a:xfrm>
            <a:custGeom>
              <a:avLst/>
              <a:gdLst/>
              <a:ahLst/>
              <a:cxnLst>
                <a:cxn ang="0">
                  <a:pos x="905" y="1501"/>
                </a:cxn>
                <a:cxn ang="0">
                  <a:pos x="890" y="1527"/>
                </a:cxn>
                <a:cxn ang="0">
                  <a:pos x="855" y="1563"/>
                </a:cxn>
                <a:cxn ang="0">
                  <a:pos x="797" y="1590"/>
                </a:cxn>
                <a:cxn ang="0">
                  <a:pos x="712" y="1596"/>
                </a:cxn>
                <a:cxn ang="0">
                  <a:pos x="595" y="1566"/>
                </a:cxn>
                <a:cxn ang="0">
                  <a:pos x="475" y="1502"/>
                </a:cxn>
                <a:cxn ang="0">
                  <a:pos x="363" y="1413"/>
                </a:cxn>
                <a:cxn ang="0">
                  <a:pos x="262" y="1305"/>
                </a:cxn>
                <a:cxn ang="0">
                  <a:pos x="178" y="1188"/>
                </a:cxn>
                <a:cxn ang="0">
                  <a:pos x="113" y="1067"/>
                </a:cxn>
                <a:cxn ang="0">
                  <a:pos x="24" y="824"/>
                </a:cxn>
                <a:cxn ang="0">
                  <a:pos x="5" y="576"/>
                </a:cxn>
                <a:cxn ang="0">
                  <a:pos x="75" y="371"/>
                </a:cxn>
                <a:cxn ang="0">
                  <a:pos x="145" y="283"/>
                </a:cxn>
                <a:cxn ang="0">
                  <a:pos x="220" y="226"/>
                </a:cxn>
                <a:cxn ang="0">
                  <a:pos x="294" y="190"/>
                </a:cxn>
                <a:cxn ang="0">
                  <a:pos x="362" y="159"/>
                </a:cxn>
                <a:cxn ang="0">
                  <a:pos x="414" y="119"/>
                </a:cxn>
                <a:cxn ang="0">
                  <a:pos x="464" y="38"/>
                </a:cxn>
                <a:cxn ang="0">
                  <a:pos x="510" y="0"/>
                </a:cxn>
                <a:cxn ang="0">
                  <a:pos x="614" y="20"/>
                </a:cxn>
                <a:cxn ang="0">
                  <a:pos x="683" y="40"/>
                </a:cxn>
                <a:cxn ang="0">
                  <a:pos x="737" y="55"/>
                </a:cxn>
                <a:cxn ang="0">
                  <a:pos x="781" y="62"/>
                </a:cxn>
                <a:cxn ang="0">
                  <a:pos x="819" y="60"/>
                </a:cxn>
                <a:cxn ang="0">
                  <a:pos x="855" y="42"/>
                </a:cxn>
                <a:cxn ang="0">
                  <a:pos x="920" y="33"/>
                </a:cxn>
                <a:cxn ang="0">
                  <a:pos x="994" y="84"/>
                </a:cxn>
                <a:cxn ang="0">
                  <a:pos x="1083" y="139"/>
                </a:cxn>
                <a:cxn ang="0">
                  <a:pos x="1142" y="173"/>
                </a:cxn>
                <a:cxn ang="0">
                  <a:pos x="1198" y="208"/>
                </a:cxn>
                <a:cxn ang="0">
                  <a:pos x="1255" y="252"/>
                </a:cxn>
                <a:cxn ang="0">
                  <a:pos x="1313" y="309"/>
                </a:cxn>
                <a:cxn ang="0">
                  <a:pos x="1372" y="381"/>
                </a:cxn>
                <a:cxn ang="0">
                  <a:pos x="1436" y="542"/>
                </a:cxn>
                <a:cxn ang="0">
                  <a:pos x="1404" y="681"/>
                </a:cxn>
                <a:cxn ang="0">
                  <a:pos x="1306" y="775"/>
                </a:cxn>
                <a:cxn ang="0">
                  <a:pos x="1204" y="867"/>
                </a:cxn>
                <a:cxn ang="0">
                  <a:pos x="1156" y="973"/>
                </a:cxn>
                <a:cxn ang="0">
                  <a:pos x="1163" y="1050"/>
                </a:cxn>
                <a:cxn ang="0">
                  <a:pos x="1138" y="1130"/>
                </a:cxn>
                <a:cxn ang="0">
                  <a:pos x="1088" y="1225"/>
                </a:cxn>
                <a:cxn ang="0">
                  <a:pos x="1023" y="1327"/>
                </a:cxn>
                <a:cxn ang="0">
                  <a:pos x="953" y="1429"/>
                </a:cxn>
              </a:cxnLst>
              <a:rect l="0" t="0" r="r" b="b"/>
              <a:pathLst>
                <a:path w="1436" h="1597">
                  <a:moveTo>
                    <a:pt x="908" y="1494"/>
                  </a:moveTo>
                  <a:lnTo>
                    <a:pt x="908" y="1495"/>
                  </a:lnTo>
                  <a:lnTo>
                    <a:pt x="905" y="1501"/>
                  </a:lnTo>
                  <a:lnTo>
                    <a:pt x="902" y="1508"/>
                  </a:lnTo>
                  <a:lnTo>
                    <a:pt x="897" y="1517"/>
                  </a:lnTo>
                  <a:lnTo>
                    <a:pt x="890" y="1527"/>
                  </a:lnTo>
                  <a:lnTo>
                    <a:pt x="880" y="1539"/>
                  </a:lnTo>
                  <a:lnTo>
                    <a:pt x="869" y="1550"/>
                  </a:lnTo>
                  <a:lnTo>
                    <a:pt x="855" y="1563"/>
                  </a:lnTo>
                  <a:lnTo>
                    <a:pt x="839" y="1574"/>
                  </a:lnTo>
                  <a:lnTo>
                    <a:pt x="821" y="1583"/>
                  </a:lnTo>
                  <a:lnTo>
                    <a:pt x="797" y="1590"/>
                  </a:lnTo>
                  <a:lnTo>
                    <a:pt x="772" y="1596"/>
                  </a:lnTo>
                  <a:lnTo>
                    <a:pt x="743" y="1597"/>
                  </a:lnTo>
                  <a:lnTo>
                    <a:pt x="712" y="1596"/>
                  </a:lnTo>
                  <a:lnTo>
                    <a:pt x="676" y="1590"/>
                  </a:lnTo>
                  <a:lnTo>
                    <a:pt x="636" y="1581"/>
                  </a:lnTo>
                  <a:lnTo>
                    <a:pt x="595" y="1566"/>
                  </a:lnTo>
                  <a:lnTo>
                    <a:pt x="553" y="1548"/>
                  </a:lnTo>
                  <a:lnTo>
                    <a:pt x="513" y="1527"/>
                  </a:lnTo>
                  <a:lnTo>
                    <a:pt x="475" y="1502"/>
                  </a:lnTo>
                  <a:lnTo>
                    <a:pt x="436" y="1475"/>
                  </a:lnTo>
                  <a:lnTo>
                    <a:pt x="399" y="1444"/>
                  </a:lnTo>
                  <a:lnTo>
                    <a:pt x="363" y="1413"/>
                  </a:lnTo>
                  <a:lnTo>
                    <a:pt x="327" y="1378"/>
                  </a:lnTo>
                  <a:lnTo>
                    <a:pt x="294" y="1342"/>
                  </a:lnTo>
                  <a:lnTo>
                    <a:pt x="262" y="1305"/>
                  </a:lnTo>
                  <a:lnTo>
                    <a:pt x="232" y="1267"/>
                  </a:lnTo>
                  <a:lnTo>
                    <a:pt x="204" y="1228"/>
                  </a:lnTo>
                  <a:lnTo>
                    <a:pt x="178" y="1188"/>
                  </a:lnTo>
                  <a:lnTo>
                    <a:pt x="155" y="1148"/>
                  </a:lnTo>
                  <a:lnTo>
                    <a:pt x="133" y="1107"/>
                  </a:lnTo>
                  <a:lnTo>
                    <a:pt x="113" y="1067"/>
                  </a:lnTo>
                  <a:lnTo>
                    <a:pt x="79" y="987"/>
                  </a:lnTo>
                  <a:lnTo>
                    <a:pt x="49" y="906"/>
                  </a:lnTo>
                  <a:lnTo>
                    <a:pt x="24" y="824"/>
                  </a:lnTo>
                  <a:lnTo>
                    <a:pt x="7" y="742"/>
                  </a:lnTo>
                  <a:lnTo>
                    <a:pt x="0" y="659"/>
                  </a:lnTo>
                  <a:lnTo>
                    <a:pt x="5" y="576"/>
                  </a:lnTo>
                  <a:lnTo>
                    <a:pt x="22" y="492"/>
                  </a:lnTo>
                  <a:lnTo>
                    <a:pt x="54" y="410"/>
                  </a:lnTo>
                  <a:lnTo>
                    <a:pt x="75" y="371"/>
                  </a:lnTo>
                  <a:lnTo>
                    <a:pt x="97" y="336"/>
                  </a:lnTo>
                  <a:lnTo>
                    <a:pt x="120" y="308"/>
                  </a:lnTo>
                  <a:lnTo>
                    <a:pt x="145" y="283"/>
                  </a:lnTo>
                  <a:lnTo>
                    <a:pt x="170" y="261"/>
                  </a:lnTo>
                  <a:lnTo>
                    <a:pt x="195" y="243"/>
                  </a:lnTo>
                  <a:lnTo>
                    <a:pt x="220" y="226"/>
                  </a:lnTo>
                  <a:lnTo>
                    <a:pt x="246" y="212"/>
                  </a:lnTo>
                  <a:lnTo>
                    <a:pt x="271" y="201"/>
                  </a:lnTo>
                  <a:lnTo>
                    <a:pt x="294" y="190"/>
                  </a:lnTo>
                  <a:lnTo>
                    <a:pt x="317" y="179"/>
                  </a:lnTo>
                  <a:lnTo>
                    <a:pt x="341" y="170"/>
                  </a:lnTo>
                  <a:lnTo>
                    <a:pt x="362" y="159"/>
                  </a:lnTo>
                  <a:lnTo>
                    <a:pt x="381" y="148"/>
                  </a:lnTo>
                  <a:lnTo>
                    <a:pt x="399" y="134"/>
                  </a:lnTo>
                  <a:lnTo>
                    <a:pt x="414" y="119"/>
                  </a:lnTo>
                  <a:lnTo>
                    <a:pt x="437" y="87"/>
                  </a:lnTo>
                  <a:lnTo>
                    <a:pt x="453" y="60"/>
                  </a:lnTo>
                  <a:lnTo>
                    <a:pt x="464" y="38"/>
                  </a:lnTo>
                  <a:lnTo>
                    <a:pt x="475" y="18"/>
                  </a:lnTo>
                  <a:lnTo>
                    <a:pt x="488" y="6"/>
                  </a:lnTo>
                  <a:lnTo>
                    <a:pt x="510" y="0"/>
                  </a:lnTo>
                  <a:lnTo>
                    <a:pt x="542" y="3"/>
                  </a:lnTo>
                  <a:lnTo>
                    <a:pt x="588" y="13"/>
                  </a:lnTo>
                  <a:lnTo>
                    <a:pt x="614" y="20"/>
                  </a:lnTo>
                  <a:lnTo>
                    <a:pt x="639" y="26"/>
                  </a:lnTo>
                  <a:lnTo>
                    <a:pt x="661" y="33"/>
                  </a:lnTo>
                  <a:lnTo>
                    <a:pt x="683" y="40"/>
                  </a:lnTo>
                  <a:lnTo>
                    <a:pt x="702" y="46"/>
                  </a:lnTo>
                  <a:lnTo>
                    <a:pt x="720" y="51"/>
                  </a:lnTo>
                  <a:lnTo>
                    <a:pt x="737" y="55"/>
                  </a:lnTo>
                  <a:lnTo>
                    <a:pt x="753" y="58"/>
                  </a:lnTo>
                  <a:lnTo>
                    <a:pt x="767" y="61"/>
                  </a:lnTo>
                  <a:lnTo>
                    <a:pt x="781" y="62"/>
                  </a:lnTo>
                  <a:lnTo>
                    <a:pt x="794" y="62"/>
                  </a:lnTo>
                  <a:lnTo>
                    <a:pt x="807" y="62"/>
                  </a:lnTo>
                  <a:lnTo>
                    <a:pt x="819" y="60"/>
                  </a:lnTo>
                  <a:lnTo>
                    <a:pt x="832" y="55"/>
                  </a:lnTo>
                  <a:lnTo>
                    <a:pt x="843" y="50"/>
                  </a:lnTo>
                  <a:lnTo>
                    <a:pt x="855" y="42"/>
                  </a:lnTo>
                  <a:lnTo>
                    <a:pt x="877" y="31"/>
                  </a:lnTo>
                  <a:lnTo>
                    <a:pt x="899" y="28"/>
                  </a:lnTo>
                  <a:lnTo>
                    <a:pt x="920" y="33"/>
                  </a:lnTo>
                  <a:lnTo>
                    <a:pt x="943" y="46"/>
                  </a:lnTo>
                  <a:lnTo>
                    <a:pt x="967" y="64"/>
                  </a:lnTo>
                  <a:lnTo>
                    <a:pt x="994" y="84"/>
                  </a:lnTo>
                  <a:lnTo>
                    <a:pt x="1026" y="106"/>
                  </a:lnTo>
                  <a:lnTo>
                    <a:pt x="1063" y="128"/>
                  </a:lnTo>
                  <a:lnTo>
                    <a:pt x="1083" y="139"/>
                  </a:lnTo>
                  <a:lnTo>
                    <a:pt x="1103" y="150"/>
                  </a:lnTo>
                  <a:lnTo>
                    <a:pt x="1123" y="160"/>
                  </a:lnTo>
                  <a:lnTo>
                    <a:pt x="1142" y="173"/>
                  </a:lnTo>
                  <a:lnTo>
                    <a:pt x="1160" y="184"/>
                  </a:lnTo>
                  <a:lnTo>
                    <a:pt x="1179" y="196"/>
                  </a:lnTo>
                  <a:lnTo>
                    <a:pt x="1198" y="208"/>
                  </a:lnTo>
                  <a:lnTo>
                    <a:pt x="1218" y="222"/>
                  </a:lnTo>
                  <a:lnTo>
                    <a:pt x="1236" y="237"/>
                  </a:lnTo>
                  <a:lnTo>
                    <a:pt x="1255" y="252"/>
                  </a:lnTo>
                  <a:lnTo>
                    <a:pt x="1274" y="269"/>
                  </a:lnTo>
                  <a:lnTo>
                    <a:pt x="1294" y="288"/>
                  </a:lnTo>
                  <a:lnTo>
                    <a:pt x="1313" y="309"/>
                  </a:lnTo>
                  <a:lnTo>
                    <a:pt x="1332" y="331"/>
                  </a:lnTo>
                  <a:lnTo>
                    <a:pt x="1351" y="354"/>
                  </a:lnTo>
                  <a:lnTo>
                    <a:pt x="1372" y="381"/>
                  </a:lnTo>
                  <a:lnTo>
                    <a:pt x="1405" y="434"/>
                  </a:lnTo>
                  <a:lnTo>
                    <a:pt x="1426" y="489"/>
                  </a:lnTo>
                  <a:lnTo>
                    <a:pt x="1436" y="542"/>
                  </a:lnTo>
                  <a:lnTo>
                    <a:pt x="1434" y="593"/>
                  </a:lnTo>
                  <a:lnTo>
                    <a:pt x="1423" y="640"/>
                  </a:lnTo>
                  <a:lnTo>
                    <a:pt x="1404" y="681"/>
                  </a:lnTo>
                  <a:lnTo>
                    <a:pt x="1376" y="718"/>
                  </a:lnTo>
                  <a:lnTo>
                    <a:pt x="1343" y="747"/>
                  </a:lnTo>
                  <a:lnTo>
                    <a:pt x="1306" y="775"/>
                  </a:lnTo>
                  <a:lnTo>
                    <a:pt x="1269" y="804"/>
                  </a:lnTo>
                  <a:lnTo>
                    <a:pt x="1234" y="835"/>
                  </a:lnTo>
                  <a:lnTo>
                    <a:pt x="1204" y="867"/>
                  </a:lnTo>
                  <a:lnTo>
                    <a:pt x="1179" y="901"/>
                  </a:lnTo>
                  <a:lnTo>
                    <a:pt x="1163" y="937"/>
                  </a:lnTo>
                  <a:lnTo>
                    <a:pt x="1156" y="973"/>
                  </a:lnTo>
                  <a:lnTo>
                    <a:pt x="1160" y="1009"/>
                  </a:lnTo>
                  <a:lnTo>
                    <a:pt x="1163" y="1028"/>
                  </a:lnTo>
                  <a:lnTo>
                    <a:pt x="1163" y="1050"/>
                  </a:lnTo>
                  <a:lnTo>
                    <a:pt x="1157" y="1075"/>
                  </a:lnTo>
                  <a:lnTo>
                    <a:pt x="1149" y="1103"/>
                  </a:lnTo>
                  <a:lnTo>
                    <a:pt x="1138" y="1130"/>
                  </a:lnTo>
                  <a:lnTo>
                    <a:pt x="1123" y="1160"/>
                  </a:lnTo>
                  <a:lnTo>
                    <a:pt x="1106" y="1192"/>
                  </a:lnTo>
                  <a:lnTo>
                    <a:pt x="1088" y="1225"/>
                  </a:lnTo>
                  <a:lnTo>
                    <a:pt x="1067" y="1260"/>
                  </a:lnTo>
                  <a:lnTo>
                    <a:pt x="1045" y="1293"/>
                  </a:lnTo>
                  <a:lnTo>
                    <a:pt x="1023" y="1327"/>
                  </a:lnTo>
                  <a:lnTo>
                    <a:pt x="1000" y="1362"/>
                  </a:lnTo>
                  <a:lnTo>
                    <a:pt x="976" y="1396"/>
                  </a:lnTo>
                  <a:lnTo>
                    <a:pt x="953" y="1429"/>
                  </a:lnTo>
                  <a:lnTo>
                    <a:pt x="930" y="1462"/>
                  </a:lnTo>
                  <a:lnTo>
                    <a:pt x="908" y="149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8" name="Freeform 126"/>
            <p:cNvSpPr>
              <a:spLocks/>
            </p:cNvSpPr>
            <p:nvPr/>
          </p:nvSpPr>
          <p:spPr bwMode="gray">
            <a:xfrm>
              <a:off x="3453" y="2322"/>
              <a:ext cx="704" cy="783"/>
            </a:xfrm>
            <a:custGeom>
              <a:avLst/>
              <a:gdLst/>
              <a:ahLst/>
              <a:cxnLst>
                <a:cxn ang="0">
                  <a:pos x="47" y="888"/>
                </a:cxn>
                <a:cxn ang="0">
                  <a:pos x="0" y="647"/>
                </a:cxn>
                <a:cxn ang="0">
                  <a:pos x="53" y="401"/>
                </a:cxn>
                <a:cxn ang="0">
                  <a:pos x="117" y="301"/>
                </a:cxn>
                <a:cxn ang="0">
                  <a:pos x="190" y="237"/>
                </a:cxn>
                <a:cxn ang="0">
                  <a:pos x="265" y="197"/>
                </a:cxn>
                <a:cxn ang="0">
                  <a:pos x="332" y="166"/>
                </a:cxn>
                <a:cxn ang="0">
                  <a:pos x="390" y="131"/>
                </a:cxn>
                <a:cxn ang="0">
                  <a:pos x="444" y="58"/>
                </a:cxn>
                <a:cxn ang="0">
                  <a:pos x="479" y="6"/>
                </a:cxn>
                <a:cxn ang="0">
                  <a:pos x="576" y="11"/>
                </a:cxn>
                <a:cxn ang="0">
                  <a:pos x="648" y="32"/>
                </a:cxn>
                <a:cxn ang="0">
                  <a:pos x="706" y="49"/>
                </a:cxn>
                <a:cxn ang="0">
                  <a:pos x="752" y="60"/>
                </a:cxn>
                <a:cxn ang="0">
                  <a:pos x="792" y="60"/>
                </a:cxn>
                <a:cxn ang="0">
                  <a:pos x="827" y="47"/>
                </a:cxn>
                <a:cxn ang="0">
                  <a:pos x="883" y="27"/>
                </a:cxn>
                <a:cxn ang="0">
                  <a:pos x="949" y="62"/>
                </a:cxn>
                <a:cxn ang="0">
                  <a:pos x="1042" y="126"/>
                </a:cxn>
                <a:cxn ang="0">
                  <a:pos x="1100" y="157"/>
                </a:cxn>
                <a:cxn ang="0">
                  <a:pos x="1157" y="190"/>
                </a:cxn>
                <a:cxn ang="0">
                  <a:pos x="1213" y="232"/>
                </a:cxn>
                <a:cxn ang="0">
                  <a:pos x="1269" y="281"/>
                </a:cxn>
                <a:cxn ang="0">
                  <a:pos x="1326" y="346"/>
                </a:cxn>
                <a:cxn ang="0">
                  <a:pos x="1398" y="478"/>
                </a:cxn>
                <a:cxn ang="0">
                  <a:pos x="1395" y="627"/>
                </a:cxn>
                <a:cxn ang="0">
                  <a:pos x="1317" y="733"/>
                </a:cxn>
                <a:cxn ang="0">
                  <a:pos x="1211" y="819"/>
                </a:cxn>
                <a:cxn ang="0">
                  <a:pos x="1140" y="919"/>
                </a:cxn>
                <a:cxn ang="0">
                  <a:pos x="1140" y="1009"/>
                </a:cxn>
                <a:cxn ang="0">
                  <a:pos x="1128" y="1082"/>
                </a:cxn>
                <a:cxn ang="0">
                  <a:pos x="1087" y="1172"/>
                </a:cxn>
                <a:cxn ang="0">
                  <a:pos x="1027" y="1269"/>
                </a:cxn>
                <a:cxn ang="0">
                  <a:pos x="958" y="1370"/>
                </a:cxn>
                <a:cxn ang="0">
                  <a:pos x="891" y="1465"/>
                </a:cxn>
                <a:cxn ang="0">
                  <a:pos x="885" y="1479"/>
                </a:cxn>
                <a:cxn ang="0">
                  <a:pos x="865" y="1509"/>
                </a:cxn>
                <a:cxn ang="0">
                  <a:pos x="823" y="1544"/>
                </a:cxn>
                <a:cxn ang="0">
                  <a:pos x="757" y="1566"/>
                </a:cxn>
                <a:cxn ang="0">
                  <a:pos x="662" y="1560"/>
                </a:cxn>
                <a:cxn ang="0">
                  <a:pos x="542" y="1519"/>
                </a:cxn>
                <a:cxn ang="0">
                  <a:pos x="428" y="1446"/>
                </a:cxn>
                <a:cxn ang="0">
                  <a:pos x="321" y="1352"/>
                </a:cxn>
                <a:cxn ang="0">
                  <a:pos x="228" y="1243"/>
                </a:cxn>
                <a:cxn ang="0">
                  <a:pos x="150" y="1125"/>
                </a:cxn>
              </a:cxnLst>
              <a:rect l="0" t="0" r="r" b="b"/>
              <a:pathLst>
                <a:path w="1408" h="1567">
                  <a:moveTo>
                    <a:pt x="110" y="1046"/>
                  </a:moveTo>
                  <a:lnTo>
                    <a:pt x="76" y="968"/>
                  </a:lnTo>
                  <a:lnTo>
                    <a:pt x="47" y="888"/>
                  </a:lnTo>
                  <a:lnTo>
                    <a:pt x="22" y="808"/>
                  </a:lnTo>
                  <a:lnTo>
                    <a:pt x="7" y="728"/>
                  </a:lnTo>
                  <a:lnTo>
                    <a:pt x="0" y="647"/>
                  </a:lnTo>
                  <a:lnTo>
                    <a:pt x="4" y="565"/>
                  </a:lnTo>
                  <a:lnTo>
                    <a:pt x="21" y="483"/>
                  </a:lnTo>
                  <a:lnTo>
                    <a:pt x="53" y="401"/>
                  </a:lnTo>
                  <a:lnTo>
                    <a:pt x="73" y="363"/>
                  </a:lnTo>
                  <a:lnTo>
                    <a:pt x="95" y="330"/>
                  </a:lnTo>
                  <a:lnTo>
                    <a:pt x="117" y="301"/>
                  </a:lnTo>
                  <a:lnTo>
                    <a:pt x="141" y="276"/>
                  </a:lnTo>
                  <a:lnTo>
                    <a:pt x="166" y="255"/>
                  </a:lnTo>
                  <a:lnTo>
                    <a:pt x="190" y="237"/>
                  </a:lnTo>
                  <a:lnTo>
                    <a:pt x="215" y="222"/>
                  </a:lnTo>
                  <a:lnTo>
                    <a:pt x="240" y="208"/>
                  </a:lnTo>
                  <a:lnTo>
                    <a:pt x="265" y="197"/>
                  </a:lnTo>
                  <a:lnTo>
                    <a:pt x="288" y="186"/>
                  </a:lnTo>
                  <a:lnTo>
                    <a:pt x="312" y="175"/>
                  </a:lnTo>
                  <a:lnTo>
                    <a:pt x="332" y="166"/>
                  </a:lnTo>
                  <a:lnTo>
                    <a:pt x="353" y="156"/>
                  </a:lnTo>
                  <a:lnTo>
                    <a:pt x="372" y="144"/>
                  </a:lnTo>
                  <a:lnTo>
                    <a:pt x="390" y="131"/>
                  </a:lnTo>
                  <a:lnTo>
                    <a:pt x="406" y="116"/>
                  </a:lnTo>
                  <a:lnTo>
                    <a:pt x="429" y="86"/>
                  </a:lnTo>
                  <a:lnTo>
                    <a:pt x="444" y="58"/>
                  </a:lnTo>
                  <a:lnTo>
                    <a:pt x="455" y="36"/>
                  </a:lnTo>
                  <a:lnTo>
                    <a:pt x="465" y="18"/>
                  </a:lnTo>
                  <a:lnTo>
                    <a:pt x="479" y="6"/>
                  </a:lnTo>
                  <a:lnTo>
                    <a:pt x="499" y="0"/>
                  </a:lnTo>
                  <a:lnTo>
                    <a:pt x="531" y="2"/>
                  </a:lnTo>
                  <a:lnTo>
                    <a:pt x="576" y="11"/>
                  </a:lnTo>
                  <a:lnTo>
                    <a:pt x="603" y="18"/>
                  </a:lnTo>
                  <a:lnTo>
                    <a:pt x="626" y="25"/>
                  </a:lnTo>
                  <a:lnTo>
                    <a:pt x="648" y="32"/>
                  </a:lnTo>
                  <a:lnTo>
                    <a:pt x="669" y="39"/>
                  </a:lnTo>
                  <a:lnTo>
                    <a:pt x="688" y="44"/>
                  </a:lnTo>
                  <a:lnTo>
                    <a:pt x="706" y="49"/>
                  </a:lnTo>
                  <a:lnTo>
                    <a:pt x="723" y="54"/>
                  </a:lnTo>
                  <a:lnTo>
                    <a:pt x="738" y="57"/>
                  </a:lnTo>
                  <a:lnTo>
                    <a:pt x="752" y="60"/>
                  </a:lnTo>
                  <a:lnTo>
                    <a:pt x="765" y="61"/>
                  </a:lnTo>
                  <a:lnTo>
                    <a:pt x="779" y="61"/>
                  </a:lnTo>
                  <a:lnTo>
                    <a:pt x="792" y="60"/>
                  </a:lnTo>
                  <a:lnTo>
                    <a:pt x="804" y="57"/>
                  </a:lnTo>
                  <a:lnTo>
                    <a:pt x="815" y="53"/>
                  </a:lnTo>
                  <a:lnTo>
                    <a:pt x="827" y="47"/>
                  </a:lnTo>
                  <a:lnTo>
                    <a:pt x="838" y="40"/>
                  </a:lnTo>
                  <a:lnTo>
                    <a:pt x="860" y="29"/>
                  </a:lnTo>
                  <a:lnTo>
                    <a:pt x="883" y="27"/>
                  </a:lnTo>
                  <a:lnTo>
                    <a:pt x="903" y="32"/>
                  </a:lnTo>
                  <a:lnTo>
                    <a:pt x="925" y="44"/>
                  </a:lnTo>
                  <a:lnTo>
                    <a:pt x="949" y="62"/>
                  </a:lnTo>
                  <a:lnTo>
                    <a:pt x="975" y="82"/>
                  </a:lnTo>
                  <a:lnTo>
                    <a:pt x="1007" y="104"/>
                  </a:lnTo>
                  <a:lnTo>
                    <a:pt x="1042" y="126"/>
                  </a:lnTo>
                  <a:lnTo>
                    <a:pt x="1062" y="137"/>
                  </a:lnTo>
                  <a:lnTo>
                    <a:pt x="1081" y="146"/>
                  </a:lnTo>
                  <a:lnTo>
                    <a:pt x="1100" y="157"/>
                  </a:lnTo>
                  <a:lnTo>
                    <a:pt x="1120" y="168"/>
                  </a:lnTo>
                  <a:lnTo>
                    <a:pt x="1138" y="179"/>
                  </a:lnTo>
                  <a:lnTo>
                    <a:pt x="1157" y="190"/>
                  </a:lnTo>
                  <a:lnTo>
                    <a:pt x="1175" y="204"/>
                  </a:lnTo>
                  <a:lnTo>
                    <a:pt x="1194" y="217"/>
                  </a:lnTo>
                  <a:lnTo>
                    <a:pt x="1213" y="232"/>
                  </a:lnTo>
                  <a:lnTo>
                    <a:pt x="1231" y="247"/>
                  </a:lnTo>
                  <a:lnTo>
                    <a:pt x="1251" y="263"/>
                  </a:lnTo>
                  <a:lnTo>
                    <a:pt x="1269" y="281"/>
                  </a:lnTo>
                  <a:lnTo>
                    <a:pt x="1288" y="302"/>
                  </a:lnTo>
                  <a:lnTo>
                    <a:pt x="1307" y="323"/>
                  </a:lnTo>
                  <a:lnTo>
                    <a:pt x="1326" y="346"/>
                  </a:lnTo>
                  <a:lnTo>
                    <a:pt x="1346" y="372"/>
                  </a:lnTo>
                  <a:lnTo>
                    <a:pt x="1379" y="426"/>
                  </a:lnTo>
                  <a:lnTo>
                    <a:pt x="1398" y="478"/>
                  </a:lnTo>
                  <a:lnTo>
                    <a:pt x="1408" y="531"/>
                  </a:lnTo>
                  <a:lnTo>
                    <a:pt x="1406" y="580"/>
                  </a:lnTo>
                  <a:lnTo>
                    <a:pt x="1395" y="627"/>
                  </a:lnTo>
                  <a:lnTo>
                    <a:pt x="1376" y="669"/>
                  </a:lnTo>
                  <a:lnTo>
                    <a:pt x="1350" y="704"/>
                  </a:lnTo>
                  <a:lnTo>
                    <a:pt x="1317" y="733"/>
                  </a:lnTo>
                  <a:lnTo>
                    <a:pt x="1281" y="760"/>
                  </a:lnTo>
                  <a:lnTo>
                    <a:pt x="1245" y="788"/>
                  </a:lnTo>
                  <a:lnTo>
                    <a:pt x="1211" y="819"/>
                  </a:lnTo>
                  <a:lnTo>
                    <a:pt x="1180" y="850"/>
                  </a:lnTo>
                  <a:lnTo>
                    <a:pt x="1157" y="884"/>
                  </a:lnTo>
                  <a:lnTo>
                    <a:pt x="1140" y="919"/>
                  </a:lnTo>
                  <a:lnTo>
                    <a:pt x="1133" y="954"/>
                  </a:lnTo>
                  <a:lnTo>
                    <a:pt x="1138" y="990"/>
                  </a:lnTo>
                  <a:lnTo>
                    <a:pt x="1140" y="1009"/>
                  </a:lnTo>
                  <a:lnTo>
                    <a:pt x="1140" y="1031"/>
                  </a:lnTo>
                  <a:lnTo>
                    <a:pt x="1135" y="1056"/>
                  </a:lnTo>
                  <a:lnTo>
                    <a:pt x="1128" y="1082"/>
                  </a:lnTo>
                  <a:lnTo>
                    <a:pt x="1117" y="1110"/>
                  </a:lnTo>
                  <a:lnTo>
                    <a:pt x="1102" y="1140"/>
                  </a:lnTo>
                  <a:lnTo>
                    <a:pt x="1087" y="1172"/>
                  </a:lnTo>
                  <a:lnTo>
                    <a:pt x="1069" y="1203"/>
                  </a:lnTo>
                  <a:lnTo>
                    <a:pt x="1048" y="1236"/>
                  </a:lnTo>
                  <a:lnTo>
                    <a:pt x="1027" y="1269"/>
                  </a:lnTo>
                  <a:lnTo>
                    <a:pt x="1005" y="1302"/>
                  </a:lnTo>
                  <a:lnTo>
                    <a:pt x="982" y="1337"/>
                  </a:lnTo>
                  <a:lnTo>
                    <a:pt x="958" y="1370"/>
                  </a:lnTo>
                  <a:lnTo>
                    <a:pt x="935" y="1403"/>
                  </a:lnTo>
                  <a:lnTo>
                    <a:pt x="913" y="1435"/>
                  </a:lnTo>
                  <a:lnTo>
                    <a:pt x="891" y="1465"/>
                  </a:lnTo>
                  <a:lnTo>
                    <a:pt x="891" y="1466"/>
                  </a:lnTo>
                  <a:lnTo>
                    <a:pt x="888" y="1472"/>
                  </a:lnTo>
                  <a:lnTo>
                    <a:pt x="885" y="1479"/>
                  </a:lnTo>
                  <a:lnTo>
                    <a:pt x="880" y="1487"/>
                  </a:lnTo>
                  <a:lnTo>
                    <a:pt x="873" y="1498"/>
                  </a:lnTo>
                  <a:lnTo>
                    <a:pt x="865" y="1509"/>
                  </a:lnTo>
                  <a:lnTo>
                    <a:pt x="852" y="1521"/>
                  </a:lnTo>
                  <a:lnTo>
                    <a:pt x="840" y="1533"/>
                  </a:lnTo>
                  <a:lnTo>
                    <a:pt x="823" y="1544"/>
                  </a:lnTo>
                  <a:lnTo>
                    <a:pt x="804" y="1552"/>
                  </a:lnTo>
                  <a:lnTo>
                    <a:pt x="782" y="1560"/>
                  </a:lnTo>
                  <a:lnTo>
                    <a:pt x="757" y="1566"/>
                  </a:lnTo>
                  <a:lnTo>
                    <a:pt x="729" y="1567"/>
                  </a:lnTo>
                  <a:lnTo>
                    <a:pt x="698" y="1566"/>
                  </a:lnTo>
                  <a:lnTo>
                    <a:pt x="662" y="1560"/>
                  </a:lnTo>
                  <a:lnTo>
                    <a:pt x="623" y="1550"/>
                  </a:lnTo>
                  <a:lnTo>
                    <a:pt x="583" y="1537"/>
                  </a:lnTo>
                  <a:lnTo>
                    <a:pt x="542" y="1519"/>
                  </a:lnTo>
                  <a:lnTo>
                    <a:pt x="503" y="1497"/>
                  </a:lnTo>
                  <a:lnTo>
                    <a:pt x="465" y="1473"/>
                  </a:lnTo>
                  <a:lnTo>
                    <a:pt x="428" y="1446"/>
                  </a:lnTo>
                  <a:lnTo>
                    <a:pt x="390" y="1417"/>
                  </a:lnTo>
                  <a:lnTo>
                    <a:pt x="354" y="1385"/>
                  </a:lnTo>
                  <a:lnTo>
                    <a:pt x="321" y="1352"/>
                  </a:lnTo>
                  <a:lnTo>
                    <a:pt x="288" y="1316"/>
                  </a:lnTo>
                  <a:lnTo>
                    <a:pt x="257" y="1280"/>
                  </a:lnTo>
                  <a:lnTo>
                    <a:pt x="228" y="1243"/>
                  </a:lnTo>
                  <a:lnTo>
                    <a:pt x="200" y="1205"/>
                  </a:lnTo>
                  <a:lnTo>
                    <a:pt x="174" y="1165"/>
                  </a:lnTo>
                  <a:lnTo>
                    <a:pt x="150" y="1125"/>
                  </a:lnTo>
                  <a:lnTo>
                    <a:pt x="130" y="1086"/>
                  </a:lnTo>
                  <a:lnTo>
                    <a:pt x="110" y="1046"/>
                  </a:lnTo>
                  <a:close/>
                </a:path>
              </a:pathLst>
            </a:custGeom>
            <a:solidFill>
              <a:srgbClr val="FC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19" name="Freeform 127"/>
            <p:cNvSpPr>
              <a:spLocks/>
            </p:cNvSpPr>
            <p:nvPr/>
          </p:nvSpPr>
          <p:spPr bwMode="gray">
            <a:xfrm>
              <a:off x="3460" y="2327"/>
              <a:ext cx="691" cy="769"/>
            </a:xfrm>
            <a:custGeom>
              <a:avLst/>
              <a:gdLst/>
              <a:ahLst/>
              <a:cxnLst>
                <a:cxn ang="0">
                  <a:pos x="45" y="872"/>
                </a:cxn>
                <a:cxn ang="0">
                  <a:pos x="0" y="634"/>
                </a:cxn>
                <a:cxn ang="0">
                  <a:pos x="51" y="394"/>
                </a:cxn>
                <a:cxn ang="0">
                  <a:pos x="114" y="296"/>
                </a:cxn>
                <a:cxn ang="0">
                  <a:pos x="186" y="233"/>
                </a:cxn>
                <a:cxn ang="0">
                  <a:pos x="259" y="194"/>
                </a:cxn>
                <a:cxn ang="0">
                  <a:pos x="327" y="164"/>
                </a:cxn>
                <a:cxn ang="0">
                  <a:pos x="382" y="129"/>
                </a:cxn>
                <a:cxn ang="0">
                  <a:pos x="434" y="58"/>
                </a:cxn>
                <a:cxn ang="0">
                  <a:pos x="470" y="5"/>
                </a:cxn>
                <a:cxn ang="0">
                  <a:pos x="565" y="12"/>
                </a:cxn>
                <a:cxn ang="0">
                  <a:pos x="636" y="33"/>
                </a:cxn>
                <a:cxn ang="0">
                  <a:pos x="692" y="50"/>
                </a:cxn>
                <a:cxn ang="0">
                  <a:pos x="738" y="59"/>
                </a:cxn>
                <a:cxn ang="0">
                  <a:pos x="776" y="59"/>
                </a:cxn>
                <a:cxn ang="0">
                  <a:pos x="811" y="47"/>
                </a:cxn>
                <a:cxn ang="0">
                  <a:pos x="864" y="26"/>
                </a:cxn>
                <a:cxn ang="0">
                  <a:pos x="929" y="61"/>
                </a:cxn>
                <a:cxn ang="0">
                  <a:pos x="1022" y="124"/>
                </a:cxn>
                <a:cxn ang="0">
                  <a:pos x="1078" y="154"/>
                </a:cxn>
                <a:cxn ang="0">
                  <a:pos x="1135" y="187"/>
                </a:cxn>
                <a:cxn ang="0">
                  <a:pos x="1190" y="227"/>
                </a:cxn>
                <a:cxn ang="0">
                  <a:pos x="1245" y="277"/>
                </a:cxn>
                <a:cxn ang="0">
                  <a:pos x="1300" y="342"/>
                </a:cxn>
                <a:cxn ang="0">
                  <a:pos x="1372" y="471"/>
                </a:cxn>
                <a:cxn ang="0">
                  <a:pos x="1369" y="616"/>
                </a:cxn>
                <a:cxn ang="0">
                  <a:pos x="1292" y="719"/>
                </a:cxn>
                <a:cxn ang="0">
                  <a:pos x="1187" y="803"/>
                </a:cxn>
                <a:cxn ang="0">
                  <a:pos x="1118" y="901"/>
                </a:cxn>
                <a:cxn ang="0">
                  <a:pos x="1118" y="991"/>
                </a:cxn>
                <a:cxn ang="0">
                  <a:pos x="1106" y="1062"/>
                </a:cxn>
                <a:cxn ang="0">
                  <a:pos x="1066" y="1149"/>
                </a:cxn>
                <a:cxn ang="0">
                  <a:pos x="1006" y="1246"/>
                </a:cxn>
                <a:cxn ang="0">
                  <a:pos x="940" y="1345"/>
                </a:cxn>
                <a:cxn ang="0">
                  <a:pos x="873" y="1437"/>
                </a:cxn>
                <a:cxn ang="0">
                  <a:pos x="867" y="1451"/>
                </a:cxn>
                <a:cxn ang="0">
                  <a:pos x="846" y="1481"/>
                </a:cxn>
                <a:cxn ang="0">
                  <a:pos x="806" y="1514"/>
                </a:cxn>
                <a:cxn ang="0">
                  <a:pos x="743" y="1536"/>
                </a:cxn>
                <a:cxn ang="0">
                  <a:pos x="651" y="1531"/>
                </a:cxn>
                <a:cxn ang="0">
                  <a:pos x="532" y="1489"/>
                </a:cxn>
                <a:cxn ang="0">
                  <a:pos x="419" y="1419"/>
                </a:cxn>
                <a:cxn ang="0">
                  <a:pos x="314" y="1327"/>
                </a:cxn>
                <a:cxn ang="0">
                  <a:pos x="223" y="1221"/>
                </a:cxn>
                <a:cxn ang="0">
                  <a:pos x="147" y="1105"/>
                </a:cxn>
              </a:cxnLst>
              <a:rect l="0" t="0" r="r" b="b"/>
              <a:pathLst>
                <a:path w="1381" h="1538">
                  <a:moveTo>
                    <a:pt x="107" y="1028"/>
                  </a:moveTo>
                  <a:lnTo>
                    <a:pt x="74" y="951"/>
                  </a:lnTo>
                  <a:lnTo>
                    <a:pt x="45" y="872"/>
                  </a:lnTo>
                  <a:lnTo>
                    <a:pt x="22" y="794"/>
                  </a:lnTo>
                  <a:lnTo>
                    <a:pt x="5" y="714"/>
                  </a:lnTo>
                  <a:lnTo>
                    <a:pt x="0" y="634"/>
                  </a:lnTo>
                  <a:lnTo>
                    <a:pt x="4" y="554"/>
                  </a:lnTo>
                  <a:lnTo>
                    <a:pt x="21" y="474"/>
                  </a:lnTo>
                  <a:lnTo>
                    <a:pt x="51" y="394"/>
                  </a:lnTo>
                  <a:lnTo>
                    <a:pt x="72" y="357"/>
                  </a:lnTo>
                  <a:lnTo>
                    <a:pt x="92" y="324"/>
                  </a:lnTo>
                  <a:lnTo>
                    <a:pt x="114" y="296"/>
                  </a:lnTo>
                  <a:lnTo>
                    <a:pt x="138" y="271"/>
                  </a:lnTo>
                  <a:lnTo>
                    <a:pt x="163" y="251"/>
                  </a:lnTo>
                  <a:lnTo>
                    <a:pt x="186" y="233"/>
                  </a:lnTo>
                  <a:lnTo>
                    <a:pt x="211" y="218"/>
                  </a:lnTo>
                  <a:lnTo>
                    <a:pt x="236" y="205"/>
                  </a:lnTo>
                  <a:lnTo>
                    <a:pt x="259" y="194"/>
                  </a:lnTo>
                  <a:lnTo>
                    <a:pt x="283" y="183"/>
                  </a:lnTo>
                  <a:lnTo>
                    <a:pt x="305" y="174"/>
                  </a:lnTo>
                  <a:lnTo>
                    <a:pt x="327" y="164"/>
                  </a:lnTo>
                  <a:lnTo>
                    <a:pt x="347" y="153"/>
                  </a:lnTo>
                  <a:lnTo>
                    <a:pt x="365" y="142"/>
                  </a:lnTo>
                  <a:lnTo>
                    <a:pt x="382" y="129"/>
                  </a:lnTo>
                  <a:lnTo>
                    <a:pt x="397" y="114"/>
                  </a:lnTo>
                  <a:lnTo>
                    <a:pt x="419" y="84"/>
                  </a:lnTo>
                  <a:lnTo>
                    <a:pt x="434" y="58"/>
                  </a:lnTo>
                  <a:lnTo>
                    <a:pt x="445" y="36"/>
                  </a:lnTo>
                  <a:lnTo>
                    <a:pt x="456" y="18"/>
                  </a:lnTo>
                  <a:lnTo>
                    <a:pt x="470" y="5"/>
                  </a:lnTo>
                  <a:lnTo>
                    <a:pt x="489" y="0"/>
                  </a:lnTo>
                  <a:lnTo>
                    <a:pt x="521" y="3"/>
                  </a:lnTo>
                  <a:lnTo>
                    <a:pt x="565" y="12"/>
                  </a:lnTo>
                  <a:lnTo>
                    <a:pt x="590" y="19"/>
                  </a:lnTo>
                  <a:lnTo>
                    <a:pt x="613" y="26"/>
                  </a:lnTo>
                  <a:lnTo>
                    <a:pt x="636" y="33"/>
                  </a:lnTo>
                  <a:lnTo>
                    <a:pt x="655" y="39"/>
                  </a:lnTo>
                  <a:lnTo>
                    <a:pt x="674" y="44"/>
                  </a:lnTo>
                  <a:lnTo>
                    <a:pt x="692" y="50"/>
                  </a:lnTo>
                  <a:lnTo>
                    <a:pt x="707" y="54"/>
                  </a:lnTo>
                  <a:lnTo>
                    <a:pt x="722" y="56"/>
                  </a:lnTo>
                  <a:lnTo>
                    <a:pt x="738" y="59"/>
                  </a:lnTo>
                  <a:lnTo>
                    <a:pt x="750" y="61"/>
                  </a:lnTo>
                  <a:lnTo>
                    <a:pt x="764" y="61"/>
                  </a:lnTo>
                  <a:lnTo>
                    <a:pt x="776" y="59"/>
                  </a:lnTo>
                  <a:lnTo>
                    <a:pt x="787" y="56"/>
                  </a:lnTo>
                  <a:lnTo>
                    <a:pt x="800" y="52"/>
                  </a:lnTo>
                  <a:lnTo>
                    <a:pt x="811" y="47"/>
                  </a:lnTo>
                  <a:lnTo>
                    <a:pt x="822" y="40"/>
                  </a:lnTo>
                  <a:lnTo>
                    <a:pt x="844" y="29"/>
                  </a:lnTo>
                  <a:lnTo>
                    <a:pt x="864" y="26"/>
                  </a:lnTo>
                  <a:lnTo>
                    <a:pt x="885" y="32"/>
                  </a:lnTo>
                  <a:lnTo>
                    <a:pt x="907" y="44"/>
                  </a:lnTo>
                  <a:lnTo>
                    <a:pt x="929" y="61"/>
                  </a:lnTo>
                  <a:lnTo>
                    <a:pt x="955" y="81"/>
                  </a:lnTo>
                  <a:lnTo>
                    <a:pt x="986" y="102"/>
                  </a:lnTo>
                  <a:lnTo>
                    <a:pt x="1022" y="124"/>
                  </a:lnTo>
                  <a:lnTo>
                    <a:pt x="1041" y="134"/>
                  </a:lnTo>
                  <a:lnTo>
                    <a:pt x="1060" y="145"/>
                  </a:lnTo>
                  <a:lnTo>
                    <a:pt x="1078" y="154"/>
                  </a:lnTo>
                  <a:lnTo>
                    <a:pt x="1097" y="165"/>
                  </a:lnTo>
                  <a:lnTo>
                    <a:pt x="1115" y="176"/>
                  </a:lnTo>
                  <a:lnTo>
                    <a:pt x="1135" y="187"/>
                  </a:lnTo>
                  <a:lnTo>
                    <a:pt x="1153" y="200"/>
                  </a:lnTo>
                  <a:lnTo>
                    <a:pt x="1170" y="214"/>
                  </a:lnTo>
                  <a:lnTo>
                    <a:pt x="1190" y="227"/>
                  </a:lnTo>
                  <a:lnTo>
                    <a:pt x="1208" y="242"/>
                  </a:lnTo>
                  <a:lnTo>
                    <a:pt x="1226" y="259"/>
                  </a:lnTo>
                  <a:lnTo>
                    <a:pt x="1245" y="277"/>
                  </a:lnTo>
                  <a:lnTo>
                    <a:pt x="1263" y="296"/>
                  </a:lnTo>
                  <a:lnTo>
                    <a:pt x="1282" y="318"/>
                  </a:lnTo>
                  <a:lnTo>
                    <a:pt x="1300" y="342"/>
                  </a:lnTo>
                  <a:lnTo>
                    <a:pt x="1319" y="366"/>
                  </a:lnTo>
                  <a:lnTo>
                    <a:pt x="1351" y="419"/>
                  </a:lnTo>
                  <a:lnTo>
                    <a:pt x="1372" y="471"/>
                  </a:lnTo>
                  <a:lnTo>
                    <a:pt x="1381" y="522"/>
                  </a:lnTo>
                  <a:lnTo>
                    <a:pt x="1380" y="570"/>
                  </a:lnTo>
                  <a:lnTo>
                    <a:pt x="1369" y="616"/>
                  </a:lnTo>
                  <a:lnTo>
                    <a:pt x="1350" y="656"/>
                  </a:lnTo>
                  <a:lnTo>
                    <a:pt x="1323" y="692"/>
                  </a:lnTo>
                  <a:lnTo>
                    <a:pt x="1292" y="719"/>
                  </a:lnTo>
                  <a:lnTo>
                    <a:pt x="1256" y="745"/>
                  </a:lnTo>
                  <a:lnTo>
                    <a:pt x="1221" y="773"/>
                  </a:lnTo>
                  <a:lnTo>
                    <a:pt x="1187" y="803"/>
                  </a:lnTo>
                  <a:lnTo>
                    <a:pt x="1158" y="835"/>
                  </a:lnTo>
                  <a:lnTo>
                    <a:pt x="1135" y="868"/>
                  </a:lnTo>
                  <a:lnTo>
                    <a:pt x="1118" y="901"/>
                  </a:lnTo>
                  <a:lnTo>
                    <a:pt x="1111" y="937"/>
                  </a:lnTo>
                  <a:lnTo>
                    <a:pt x="1115" y="971"/>
                  </a:lnTo>
                  <a:lnTo>
                    <a:pt x="1118" y="991"/>
                  </a:lnTo>
                  <a:lnTo>
                    <a:pt x="1118" y="1011"/>
                  </a:lnTo>
                  <a:lnTo>
                    <a:pt x="1113" y="1036"/>
                  </a:lnTo>
                  <a:lnTo>
                    <a:pt x="1106" y="1062"/>
                  </a:lnTo>
                  <a:lnTo>
                    <a:pt x="1095" y="1090"/>
                  </a:lnTo>
                  <a:lnTo>
                    <a:pt x="1081" y="1119"/>
                  </a:lnTo>
                  <a:lnTo>
                    <a:pt x="1066" y="1149"/>
                  </a:lnTo>
                  <a:lnTo>
                    <a:pt x="1048" y="1181"/>
                  </a:lnTo>
                  <a:lnTo>
                    <a:pt x="1028" y="1214"/>
                  </a:lnTo>
                  <a:lnTo>
                    <a:pt x="1006" y="1246"/>
                  </a:lnTo>
                  <a:lnTo>
                    <a:pt x="986" y="1279"/>
                  </a:lnTo>
                  <a:lnTo>
                    <a:pt x="962" y="1312"/>
                  </a:lnTo>
                  <a:lnTo>
                    <a:pt x="940" y="1345"/>
                  </a:lnTo>
                  <a:lnTo>
                    <a:pt x="917" y="1376"/>
                  </a:lnTo>
                  <a:lnTo>
                    <a:pt x="895" y="1407"/>
                  </a:lnTo>
                  <a:lnTo>
                    <a:pt x="873" y="1437"/>
                  </a:lnTo>
                  <a:lnTo>
                    <a:pt x="873" y="1438"/>
                  </a:lnTo>
                  <a:lnTo>
                    <a:pt x="870" y="1444"/>
                  </a:lnTo>
                  <a:lnTo>
                    <a:pt x="867" y="1451"/>
                  </a:lnTo>
                  <a:lnTo>
                    <a:pt x="862" y="1459"/>
                  </a:lnTo>
                  <a:lnTo>
                    <a:pt x="855" y="1470"/>
                  </a:lnTo>
                  <a:lnTo>
                    <a:pt x="846" y="1481"/>
                  </a:lnTo>
                  <a:lnTo>
                    <a:pt x="835" y="1492"/>
                  </a:lnTo>
                  <a:lnTo>
                    <a:pt x="823" y="1503"/>
                  </a:lnTo>
                  <a:lnTo>
                    <a:pt x="806" y="1514"/>
                  </a:lnTo>
                  <a:lnTo>
                    <a:pt x="789" y="1524"/>
                  </a:lnTo>
                  <a:lnTo>
                    <a:pt x="768" y="1531"/>
                  </a:lnTo>
                  <a:lnTo>
                    <a:pt x="743" y="1536"/>
                  </a:lnTo>
                  <a:lnTo>
                    <a:pt x="715" y="1538"/>
                  </a:lnTo>
                  <a:lnTo>
                    <a:pt x="685" y="1536"/>
                  </a:lnTo>
                  <a:lnTo>
                    <a:pt x="651" y="1531"/>
                  </a:lnTo>
                  <a:lnTo>
                    <a:pt x="612" y="1521"/>
                  </a:lnTo>
                  <a:lnTo>
                    <a:pt x="572" y="1507"/>
                  </a:lnTo>
                  <a:lnTo>
                    <a:pt x="532" y="1489"/>
                  </a:lnTo>
                  <a:lnTo>
                    <a:pt x="494" y="1469"/>
                  </a:lnTo>
                  <a:lnTo>
                    <a:pt x="456" y="1445"/>
                  </a:lnTo>
                  <a:lnTo>
                    <a:pt x="419" y="1419"/>
                  </a:lnTo>
                  <a:lnTo>
                    <a:pt x="383" y="1390"/>
                  </a:lnTo>
                  <a:lnTo>
                    <a:pt x="347" y="1360"/>
                  </a:lnTo>
                  <a:lnTo>
                    <a:pt x="314" y="1327"/>
                  </a:lnTo>
                  <a:lnTo>
                    <a:pt x="283" y="1292"/>
                  </a:lnTo>
                  <a:lnTo>
                    <a:pt x="252" y="1257"/>
                  </a:lnTo>
                  <a:lnTo>
                    <a:pt x="223" y="1221"/>
                  </a:lnTo>
                  <a:lnTo>
                    <a:pt x="196" y="1182"/>
                  </a:lnTo>
                  <a:lnTo>
                    <a:pt x="171" y="1144"/>
                  </a:lnTo>
                  <a:lnTo>
                    <a:pt x="147" y="1105"/>
                  </a:lnTo>
                  <a:lnTo>
                    <a:pt x="127" y="1066"/>
                  </a:lnTo>
                  <a:lnTo>
                    <a:pt x="107" y="1028"/>
                  </a:lnTo>
                  <a:close/>
                </a:path>
              </a:pathLst>
            </a:custGeom>
            <a:solidFill>
              <a:srgbClr val="F9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0" name="Freeform 128"/>
            <p:cNvSpPr>
              <a:spLocks/>
            </p:cNvSpPr>
            <p:nvPr/>
          </p:nvSpPr>
          <p:spPr bwMode="gray">
            <a:xfrm>
              <a:off x="3466" y="2332"/>
              <a:ext cx="677" cy="755"/>
            </a:xfrm>
            <a:custGeom>
              <a:avLst/>
              <a:gdLst/>
              <a:ahLst/>
              <a:cxnLst>
                <a:cxn ang="0">
                  <a:pos x="46" y="854"/>
                </a:cxn>
                <a:cxn ang="0">
                  <a:pos x="0" y="621"/>
                </a:cxn>
                <a:cxn ang="0">
                  <a:pos x="51" y="386"/>
                </a:cxn>
                <a:cxn ang="0">
                  <a:pos x="113" y="289"/>
                </a:cxn>
                <a:cxn ang="0">
                  <a:pos x="184" y="227"/>
                </a:cxn>
                <a:cxn ang="0">
                  <a:pos x="255" y="189"/>
                </a:cxn>
                <a:cxn ang="0">
                  <a:pos x="322" y="158"/>
                </a:cxn>
                <a:cxn ang="0">
                  <a:pos x="375" y="125"/>
                </a:cxn>
                <a:cxn ang="0">
                  <a:pos x="428" y="56"/>
                </a:cxn>
                <a:cxn ang="0">
                  <a:pos x="462" y="6"/>
                </a:cxn>
                <a:cxn ang="0">
                  <a:pos x="555" y="11"/>
                </a:cxn>
                <a:cxn ang="0">
                  <a:pos x="624" y="30"/>
                </a:cxn>
                <a:cxn ang="0">
                  <a:pos x="680" y="47"/>
                </a:cxn>
                <a:cxn ang="0">
                  <a:pos x="724" y="56"/>
                </a:cxn>
                <a:cxn ang="0">
                  <a:pos x="763" y="58"/>
                </a:cxn>
                <a:cxn ang="0">
                  <a:pos x="797" y="45"/>
                </a:cxn>
                <a:cxn ang="0">
                  <a:pos x="850" y="25"/>
                </a:cxn>
                <a:cxn ang="0">
                  <a:pos x="913" y="59"/>
                </a:cxn>
                <a:cxn ang="0">
                  <a:pos x="1004" y="121"/>
                </a:cxn>
                <a:cxn ang="0">
                  <a:pos x="1059" y="152"/>
                </a:cxn>
                <a:cxn ang="0">
                  <a:pos x="1114" y="183"/>
                </a:cxn>
                <a:cxn ang="0">
                  <a:pos x="1167" y="223"/>
                </a:cxn>
                <a:cxn ang="0">
                  <a:pos x="1222" y="271"/>
                </a:cxn>
                <a:cxn ang="0">
                  <a:pos x="1276" y="333"/>
                </a:cxn>
                <a:cxn ang="0">
                  <a:pos x="1346" y="462"/>
                </a:cxn>
                <a:cxn ang="0">
                  <a:pos x="1343" y="603"/>
                </a:cxn>
                <a:cxn ang="0">
                  <a:pos x="1267" y="705"/>
                </a:cxn>
                <a:cxn ang="0">
                  <a:pos x="1167" y="787"/>
                </a:cxn>
                <a:cxn ang="0">
                  <a:pos x="1098" y="883"/>
                </a:cxn>
                <a:cxn ang="0">
                  <a:pos x="1098" y="970"/>
                </a:cxn>
                <a:cxn ang="0">
                  <a:pos x="1085" y="1040"/>
                </a:cxn>
                <a:cxn ang="0">
                  <a:pos x="1047" y="1127"/>
                </a:cxn>
                <a:cxn ang="0">
                  <a:pos x="990" y="1222"/>
                </a:cxn>
                <a:cxn ang="0">
                  <a:pos x="924" y="1319"/>
                </a:cxn>
                <a:cxn ang="0">
                  <a:pos x="858" y="1410"/>
                </a:cxn>
                <a:cxn ang="0">
                  <a:pos x="852" y="1422"/>
                </a:cxn>
                <a:cxn ang="0">
                  <a:pos x="832" y="1452"/>
                </a:cxn>
                <a:cxn ang="0">
                  <a:pos x="793" y="1485"/>
                </a:cxn>
                <a:cxn ang="0">
                  <a:pos x="730" y="1506"/>
                </a:cxn>
                <a:cxn ang="0">
                  <a:pos x="639" y="1502"/>
                </a:cxn>
                <a:cxn ang="0">
                  <a:pos x="523" y="1461"/>
                </a:cxn>
                <a:cxn ang="0">
                  <a:pos x="411" y="1392"/>
                </a:cxn>
                <a:cxn ang="0">
                  <a:pos x="309" y="1301"/>
                </a:cxn>
                <a:cxn ang="0">
                  <a:pos x="220" y="1196"/>
                </a:cxn>
                <a:cxn ang="0">
                  <a:pos x="145" y="1083"/>
                </a:cxn>
              </a:cxnLst>
              <a:rect l="0" t="0" r="r" b="b"/>
              <a:pathLst>
                <a:path w="1354" h="1509">
                  <a:moveTo>
                    <a:pt x="107" y="1007"/>
                  </a:moveTo>
                  <a:lnTo>
                    <a:pt x="73" y="931"/>
                  </a:lnTo>
                  <a:lnTo>
                    <a:pt x="46" y="854"/>
                  </a:lnTo>
                  <a:lnTo>
                    <a:pt x="22" y="777"/>
                  </a:lnTo>
                  <a:lnTo>
                    <a:pt x="7" y="700"/>
                  </a:lnTo>
                  <a:lnTo>
                    <a:pt x="0" y="621"/>
                  </a:lnTo>
                  <a:lnTo>
                    <a:pt x="5" y="543"/>
                  </a:lnTo>
                  <a:lnTo>
                    <a:pt x="21" y="464"/>
                  </a:lnTo>
                  <a:lnTo>
                    <a:pt x="51" y="386"/>
                  </a:lnTo>
                  <a:lnTo>
                    <a:pt x="71" y="349"/>
                  </a:lnTo>
                  <a:lnTo>
                    <a:pt x="91" y="317"/>
                  </a:lnTo>
                  <a:lnTo>
                    <a:pt x="113" y="289"/>
                  </a:lnTo>
                  <a:lnTo>
                    <a:pt x="137" y="266"/>
                  </a:lnTo>
                  <a:lnTo>
                    <a:pt x="160" y="245"/>
                  </a:lnTo>
                  <a:lnTo>
                    <a:pt x="184" y="227"/>
                  </a:lnTo>
                  <a:lnTo>
                    <a:pt x="209" y="214"/>
                  </a:lnTo>
                  <a:lnTo>
                    <a:pt x="232" y="200"/>
                  </a:lnTo>
                  <a:lnTo>
                    <a:pt x="255" y="189"/>
                  </a:lnTo>
                  <a:lnTo>
                    <a:pt x="279" y="179"/>
                  </a:lnTo>
                  <a:lnTo>
                    <a:pt x="301" y="168"/>
                  </a:lnTo>
                  <a:lnTo>
                    <a:pt x="322" y="158"/>
                  </a:lnTo>
                  <a:lnTo>
                    <a:pt x="341" y="149"/>
                  </a:lnTo>
                  <a:lnTo>
                    <a:pt x="359" y="138"/>
                  </a:lnTo>
                  <a:lnTo>
                    <a:pt x="375" y="125"/>
                  </a:lnTo>
                  <a:lnTo>
                    <a:pt x="391" y="112"/>
                  </a:lnTo>
                  <a:lnTo>
                    <a:pt x="413" y="83"/>
                  </a:lnTo>
                  <a:lnTo>
                    <a:pt x="428" y="56"/>
                  </a:lnTo>
                  <a:lnTo>
                    <a:pt x="437" y="34"/>
                  </a:lnTo>
                  <a:lnTo>
                    <a:pt x="448" y="17"/>
                  </a:lnTo>
                  <a:lnTo>
                    <a:pt x="462" y="6"/>
                  </a:lnTo>
                  <a:lnTo>
                    <a:pt x="482" y="0"/>
                  </a:lnTo>
                  <a:lnTo>
                    <a:pt x="512" y="1"/>
                  </a:lnTo>
                  <a:lnTo>
                    <a:pt x="555" y="11"/>
                  </a:lnTo>
                  <a:lnTo>
                    <a:pt x="579" y="18"/>
                  </a:lnTo>
                  <a:lnTo>
                    <a:pt x="603" y="25"/>
                  </a:lnTo>
                  <a:lnTo>
                    <a:pt x="624" y="30"/>
                  </a:lnTo>
                  <a:lnTo>
                    <a:pt x="644" y="36"/>
                  </a:lnTo>
                  <a:lnTo>
                    <a:pt x="662" y="41"/>
                  </a:lnTo>
                  <a:lnTo>
                    <a:pt x="680" y="47"/>
                  </a:lnTo>
                  <a:lnTo>
                    <a:pt x="695" y="51"/>
                  </a:lnTo>
                  <a:lnTo>
                    <a:pt x="710" y="54"/>
                  </a:lnTo>
                  <a:lnTo>
                    <a:pt x="724" y="56"/>
                  </a:lnTo>
                  <a:lnTo>
                    <a:pt x="738" y="58"/>
                  </a:lnTo>
                  <a:lnTo>
                    <a:pt x="750" y="58"/>
                  </a:lnTo>
                  <a:lnTo>
                    <a:pt x="763" y="58"/>
                  </a:lnTo>
                  <a:lnTo>
                    <a:pt x="774" y="55"/>
                  </a:lnTo>
                  <a:lnTo>
                    <a:pt x="786" y="51"/>
                  </a:lnTo>
                  <a:lnTo>
                    <a:pt x="797" y="45"/>
                  </a:lnTo>
                  <a:lnTo>
                    <a:pt x="808" y="39"/>
                  </a:lnTo>
                  <a:lnTo>
                    <a:pt x="829" y="28"/>
                  </a:lnTo>
                  <a:lnTo>
                    <a:pt x="850" y="25"/>
                  </a:lnTo>
                  <a:lnTo>
                    <a:pt x="870" y="30"/>
                  </a:lnTo>
                  <a:lnTo>
                    <a:pt x="891" y="43"/>
                  </a:lnTo>
                  <a:lnTo>
                    <a:pt x="913" y="59"/>
                  </a:lnTo>
                  <a:lnTo>
                    <a:pt x="939" y="79"/>
                  </a:lnTo>
                  <a:lnTo>
                    <a:pt x="970" y="101"/>
                  </a:lnTo>
                  <a:lnTo>
                    <a:pt x="1004" y="121"/>
                  </a:lnTo>
                  <a:lnTo>
                    <a:pt x="1023" y="131"/>
                  </a:lnTo>
                  <a:lnTo>
                    <a:pt x="1041" y="142"/>
                  </a:lnTo>
                  <a:lnTo>
                    <a:pt x="1059" y="152"/>
                  </a:lnTo>
                  <a:lnTo>
                    <a:pt x="1078" y="161"/>
                  </a:lnTo>
                  <a:lnTo>
                    <a:pt x="1096" y="172"/>
                  </a:lnTo>
                  <a:lnTo>
                    <a:pt x="1114" y="183"/>
                  </a:lnTo>
                  <a:lnTo>
                    <a:pt x="1132" y="196"/>
                  </a:lnTo>
                  <a:lnTo>
                    <a:pt x="1150" y="208"/>
                  </a:lnTo>
                  <a:lnTo>
                    <a:pt x="1167" y="223"/>
                  </a:lnTo>
                  <a:lnTo>
                    <a:pt x="1185" y="237"/>
                  </a:lnTo>
                  <a:lnTo>
                    <a:pt x="1203" y="254"/>
                  </a:lnTo>
                  <a:lnTo>
                    <a:pt x="1222" y="271"/>
                  </a:lnTo>
                  <a:lnTo>
                    <a:pt x="1240" y="291"/>
                  </a:lnTo>
                  <a:lnTo>
                    <a:pt x="1258" y="311"/>
                  </a:lnTo>
                  <a:lnTo>
                    <a:pt x="1276" y="333"/>
                  </a:lnTo>
                  <a:lnTo>
                    <a:pt x="1295" y="358"/>
                  </a:lnTo>
                  <a:lnTo>
                    <a:pt x="1327" y="409"/>
                  </a:lnTo>
                  <a:lnTo>
                    <a:pt x="1346" y="462"/>
                  </a:lnTo>
                  <a:lnTo>
                    <a:pt x="1354" y="511"/>
                  </a:lnTo>
                  <a:lnTo>
                    <a:pt x="1354" y="558"/>
                  </a:lnTo>
                  <a:lnTo>
                    <a:pt x="1343" y="603"/>
                  </a:lnTo>
                  <a:lnTo>
                    <a:pt x="1325" y="643"/>
                  </a:lnTo>
                  <a:lnTo>
                    <a:pt x="1299" y="678"/>
                  </a:lnTo>
                  <a:lnTo>
                    <a:pt x="1267" y="705"/>
                  </a:lnTo>
                  <a:lnTo>
                    <a:pt x="1233" y="730"/>
                  </a:lnTo>
                  <a:lnTo>
                    <a:pt x="1198" y="758"/>
                  </a:lnTo>
                  <a:lnTo>
                    <a:pt x="1167" y="787"/>
                  </a:lnTo>
                  <a:lnTo>
                    <a:pt x="1138" y="818"/>
                  </a:lnTo>
                  <a:lnTo>
                    <a:pt x="1114" y="850"/>
                  </a:lnTo>
                  <a:lnTo>
                    <a:pt x="1098" y="883"/>
                  </a:lnTo>
                  <a:lnTo>
                    <a:pt x="1091" y="918"/>
                  </a:lnTo>
                  <a:lnTo>
                    <a:pt x="1095" y="952"/>
                  </a:lnTo>
                  <a:lnTo>
                    <a:pt x="1098" y="970"/>
                  </a:lnTo>
                  <a:lnTo>
                    <a:pt x="1098" y="992"/>
                  </a:lnTo>
                  <a:lnTo>
                    <a:pt x="1094" y="1015"/>
                  </a:lnTo>
                  <a:lnTo>
                    <a:pt x="1085" y="1040"/>
                  </a:lnTo>
                  <a:lnTo>
                    <a:pt x="1074" y="1068"/>
                  </a:lnTo>
                  <a:lnTo>
                    <a:pt x="1062" y="1097"/>
                  </a:lnTo>
                  <a:lnTo>
                    <a:pt x="1047" y="1127"/>
                  </a:lnTo>
                  <a:lnTo>
                    <a:pt x="1029" y="1157"/>
                  </a:lnTo>
                  <a:lnTo>
                    <a:pt x="1010" y="1190"/>
                  </a:lnTo>
                  <a:lnTo>
                    <a:pt x="990" y="1222"/>
                  </a:lnTo>
                  <a:lnTo>
                    <a:pt x="968" y="1255"/>
                  </a:lnTo>
                  <a:lnTo>
                    <a:pt x="946" y="1287"/>
                  </a:lnTo>
                  <a:lnTo>
                    <a:pt x="924" y="1319"/>
                  </a:lnTo>
                  <a:lnTo>
                    <a:pt x="902" y="1350"/>
                  </a:lnTo>
                  <a:lnTo>
                    <a:pt x="880" y="1381"/>
                  </a:lnTo>
                  <a:lnTo>
                    <a:pt x="858" y="1410"/>
                  </a:lnTo>
                  <a:lnTo>
                    <a:pt x="858" y="1411"/>
                  </a:lnTo>
                  <a:lnTo>
                    <a:pt x="855" y="1415"/>
                  </a:lnTo>
                  <a:lnTo>
                    <a:pt x="852" y="1422"/>
                  </a:lnTo>
                  <a:lnTo>
                    <a:pt x="847" y="1432"/>
                  </a:lnTo>
                  <a:lnTo>
                    <a:pt x="840" y="1441"/>
                  </a:lnTo>
                  <a:lnTo>
                    <a:pt x="832" y="1452"/>
                  </a:lnTo>
                  <a:lnTo>
                    <a:pt x="821" y="1463"/>
                  </a:lnTo>
                  <a:lnTo>
                    <a:pt x="808" y="1474"/>
                  </a:lnTo>
                  <a:lnTo>
                    <a:pt x="793" y="1485"/>
                  </a:lnTo>
                  <a:lnTo>
                    <a:pt x="775" y="1494"/>
                  </a:lnTo>
                  <a:lnTo>
                    <a:pt x="753" y="1500"/>
                  </a:lnTo>
                  <a:lnTo>
                    <a:pt x="730" y="1506"/>
                  </a:lnTo>
                  <a:lnTo>
                    <a:pt x="703" y="1509"/>
                  </a:lnTo>
                  <a:lnTo>
                    <a:pt x="673" y="1507"/>
                  </a:lnTo>
                  <a:lnTo>
                    <a:pt x="639" y="1502"/>
                  </a:lnTo>
                  <a:lnTo>
                    <a:pt x="601" y="1492"/>
                  </a:lnTo>
                  <a:lnTo>
                    <a:pt x="561" y="1478"/>
                  </a:lnTo>
                  <a:lnTo>
                    <a:pt x="523" y="1461"/>
                  </a:lnTo>
                  <a:lnTo>
                    <a:pt x="486" y="1441"/>
                  </a:lnTo>
                  <a:lnTo>
                    <a:pt x="448" y="1418"/>
                  </a:lnTo>
                  <a:lnTo>
                    <a:pt x="411" y="1392"/>
                  </a:lnTo>
                  <a:lnTo>
                    <a:pt x="377" y="1363"/>
                  </a:lnTo>
                  <a:lnTo>
                    <a:pt x="342" y="1332"/>
                  </a:lnTo>
                  <a:lnTo>
                    <a:pt x="309" y="1301"/>
                  </a:lnTo>
                  <a:lnTo>
                    <a:pt x="277" y="1268"/>
                  </a:lnTo>
                  <a:lnTo>
                    <a:pt x="247" y="1232"/>
                  </a:lnTo>
                  <a:lnTo>
                    <a:pt x="220" y="1196"/>
                  </a:lnTo>
                  <a:lnTo>
                    <a:pt x="192" y="1159"/>
                  </a:lnTo>
                  <a:lnTo>
                    <a:pt x="169" y="1122"/>
                  </a:lnTo>
                  <a:lnTo>
                    <a:pt x="145" y="1083"/>
                  </a:lnTo>
                  <a:lnTo>
                    <a:pt x="124" y="1044"/>
                  </a:lnTo>
                  <a:lnTo>
                    <a:pt x="107" y="1007"/>
                  </a:lnTo>
                  <a:close/>
                </a:path>
              </a:pathLst>
            </a:custGeom>
            <a:solidFill>
              <a:srgbClr val="F7F4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1" name="Freeform 129"/>
            <p:cNvSpPr>
              <a:spLocks/>
            </p:cNvSpPr>
            <p:nvPr/>
          </p:nvSpPr>
          <p:spPr bwMode="gray">
            <a:xfrm>
              <a:off x="3473" y="2337"/>
              <a:ext cx="664" cy="740"/>
            </a:xfrm>
            <a:custGeom>
              <a:avLst/>
              <a:gdLst/>
              <a:ahLst/>
              <a:cxnLst>
                <a:cxn ang="0">
                  <a:pos x="44" y="839"/>
                </a:cxn>
                <a:cxn ang="0">
                  <a:pos x="0" y="610"/>
                </a:cxn>
                <a:cxn ang="0">
                  <a:pos x="50" y="379"/>
                </a:cxn>
                <a:cxn ang="0">
                  <a:pos x="112" y="283"/>
                </a:cxn>
                <a:cxn ang="0">
                  <a:pos x="179" y="224"/>
                </a:cxn>
                <a:cxn ang="0">
                  <a:pos x="250" y="186"/>
                </a:cxn>
                <a:cxn ang="0">
                  <a:pos x="314" y="157"/>
                </a:cxn>
                <a:cxn ang="0">
                  <a:pos x="368" y="124"/>
                </a:cxn>
                <a:cxn ang="0">
                  <a:pos x="418" y="56"/>
                </a:cxn>
                <a:cxn ang="0">
                  <a:pos x="452" y="5"/>
                </a:cxn>
                <a:cxn ang="0">
                  <a:pos x="543" y="11"/>
                </a:cxn>
                <a:cxn ang="0">
                  <a:pos x="611" y="30"/>
                </a:cxn>
                <a:cxn ang="0">
                  <a:pos x="666" y="46"/>
                </a:cxn>
                <a:cxn ang="0">
                  <a:pos x="710" y="56"/>
                </a:cxn>
                <a:cxn ang="0">
                  <a:pos x="747" y="56"/>
                </a:cxn>
                <a:cxn ang="0">
                  <a:pos x="780" y="45"/>
                </a:cxn>
                <a:cxn ang="0">
                  <a:pos x="833" y="24"/>
                </a:cxn>
                <a:cxn ang="0">
                  <a:pos x="895" y="58"/>
                </a:cxn>
                <a:cxn ang="0">
                  <a:pos x="983" y="118"/>
                </a:cxn>
                <a:cxn ang="0">
                  <a:pos x="1038" y="148"/>
                </a:cxn>
                <a:cxn ang="0">
                  <a:pos x="1091" y="180"/>
                </a:cxn>
                <a:cxn ang="0">
                  <a:pos x="1144" y="219"/>
                </a:cxn>
                <a:cxn ang="0">
                  <a:pos x="1197" y="267"/>
                </a:cxn>
                <a:cxn ang="0">
                  <a:pos x="1252" y="328"/>
                </a:cxn>
                <a:cxn ang="0">
                  <a:pos x="1320" y="452"/>
                </a:cxn>
                <a:cxn ang="0">
                  <a:pos x="1317" y="591"/>
                </a:cxn>
                <a:cxn ang="0">
                  <a:pos x="1242" y="691"/>
                </a:cxn>
                <a:cxn ang="0">
                  <a:pos x="1143" y="773"/>
                </a:cxn>
                <a:cxn ang="0">
                  <a:pos x="1076" y="868"/>
                </a:cxn>
                <a:cxn ang="0">
                  <a:pos x="1076" y="952"/>
                </a:cxn>
                <a:cxn ang="0">
                  <a:pos x="1064" y="1021"/>
                </a:cxn>
                <a:cxn ang="0">
                  <a:pos x="1026" y="1106"/>
                </a:cxn>
                <a:cxn ang="0">
                  <a:pos x="971" y="1200"/>
                </a:cxn>
                <a:cxn ang="0">
                  <a:pos x="906" y="1293"/>
                </a:cxn>
                <a:cxn ang="0">
                  <a:pos x="840" y="1382"/>
                </a:cxn>
                <a:cxn ang="0">
                  <a:pos x="834" y="1394"/>
                </a:cxn>
                <a:cxn ang="0">
                  <a:pos x="815" y="1424"/>
                </a:cxn>
                <a:cxn ang="0">
                  <a:pos x="776" y="1456"/>
                </a:cxn>
                <a:cxn ang="0">
                  <a:pos x="716" y="1477"/>
                </a:cxn>
                <a:cxn ang="0">
                  <a:pos x="626" y="1473"/>
                </a:cxn>
                <a:cxn ang="0">
                  <a:pos x="512" y="1433"/>
                </a:cxn>
                <a:cxn ang="0">
                  <a:pos x="403" y="1364"/>
                </a:cxn>
                <a:cxn ang="0">
                  <a:pos x="302" y="1276"/>
                </a:cxn>
                <a:cxn ang="0">
                  <a:pos x="214" y="1172"/>
                </a:cxn>
                <a:cxn ang="0">
                  <a:pos x="142" y="1062"/>
                </a:cxn>
              </a:cxnLst>
              <a:rect l="0" t="0" r="r" b="b"/>
              <a:pathLst>
                <a:path w="1328" h="1479">
                  <a:moveTo>
                    <a:pt x="104" y="988"/>
                  </a:moveTo>
                  <a:lnTo>
                    <a:pt x="72" y="913"/>
                  </a:lnTo>
                  <a:lnTo>
                    <a:pt x="44" y="839"/>
                  </a:lnTo>
                  <a:lnTo>
                    <a:pt x="21" y="763"/>
                  </a:lnTo>
                  <a:lnTo>
                    <a:pt x="7" y="686"/>
                  </a:lnTo>
                  <a:lnTo>
                    <a:pt x="0" y="610"/>
                  </a:lnTo>
                  <a:lnTo>
                    <a:pt x="4" y="533"/>
                  </a:lnTo>
                  <a:lnTo>
                    <a:pt x="21" y="456"/>
                  </a:lnTo>
                  <a:lnTo>
                    <a:pt x="50" y="379"/>
                  </a:lnTo>
                  <a:lnTo>
                    <a:pt x="69" y="343"/>
                  </a:lnTo>
                  <a:lnTo>
                    <a:pt x="90" y="311"/>
                  </a:lnTo>
                  <a:lnTo>
                    <a:pt x="112" y="283"/>
                  </a:lnTo>
                  <a:lnTo>
                    <a:pt x="134" y="260"/>
                  </a:lnTo>
                  <a:lnTo>
                    <a:pt x="157" y="241"/>
                  </a:lnTo>
                  <a:lnTo>
                    <a:pt x="179" y="224"/>
                  </a:lnTo>
                  <a:lnTo>
                    <a:pt x="203" y="209"/>
                  </a:lnTo>
                  <a:lnTo>
                    <a:pt x="226" y="197"/>
                  </a:lnTo>
                  <a:lnTo>
                    <a:pt x="250" y="186"/>
                  </a:lnTo>
                  <a:lnTo>
                    <a:pt x="272" y="176"/>
                  </a:lnTo>
                  <a:lnTo>
                    <a:pt x="294" y="166"/>
                  </a:lnTo>
                  <a:lnTo>
                    <a:pt x="314" y="157"/>
                  </a:lnTo>
                  <a:lnTo>
                    <a:pt x="334" y="147"/>
                  </a:lnTo>
                  <a:lnTo>
                    <a:pt x="352" y="136"/>
                  </a:lnTo>
                  <a:lnTo>
                    <a:pt x="368" y="124"/>
                  </a:lnTo>
                  <a:lnTo>
                    <a:pt x="382" y="110"/>
                  </a:lnTo>
                  <a:lnTo>
                    <a:pt x="404" y="81"/>
                  </a:lnTo>
                  <a:lnTo>
                    <a:pt x="418" y="56"/>
                  </a:lnTo>
                  <a:lnTo>
                    <a:pt x="429" y="34"/>
                  </a:lnTo>
                  <a:lnTo>
                    <a:pt x="439" y="16"/>
                  </a:lnTo>
                  <a:lnTo>
                    <a:pt x="452" y="5"/>
                  </a:lnTo>
                  <a:lnTo>
                    <a:pt x="472" y="0"/>
                  </a:lnTo>
                  <a:lnTo>
                    <a:pt x="501" y="1"/>
                  </a:lnTo>
                  <a:lnTo>
                    <a:pt x="543" y="11"/>
                  </a:lnTo>
                  <a:lnTo>
                    <a:pt x="568" y="18"/>
                  </a:lnTo>
                  <a:lnTo>
                    <a:pt x="590" y="24"/>
                  </a:lnTo>
                  <a:lnTo>
                    <a:pt x="611" y="30"/>
                  </a:lnTo>
                  <a:lnTo>
                    <a:pt x="630" y="35"/>
                  </a:lnTo>
                  <a:lnTo>
                    <a:pt x="650" y="41"/>
                  </a:lnTo>
                  <a:lnTo>
                    <a:pt x="666" y="46"/>
                  </a:lnTo>
                  <a:lnTo>
                    <a:pt x="681" y="51"/>
                  </a:lnTo>
                  <a:lnTo>
                    <a:pt x="696" y="53"/>
                  </a:lnTo>
                  <a:lnTo>
                    <a:pt x="710" y="56"/>
                  </a:lnTo>
                  <a:lnTo>
                    <a:pt x="723" y="58"/>
                  </a:lnTo>
                  <a:lnTo>
                    <a:pt x="735" y="58"/>
                  </a:lnTo>
                  <a:lnTo>
                    <a:pt x="747" y="56"/>
                  </a:lnTo>
                  <a:lnTo>
                    <a:pt x="758" y="55"/>
                  </a:lnTo>
                  <a:lnTo>
                    <a:pt x="769" y="51"/>
                  </a:lnTo>
                  <a:lnTo>
                    <a:pt x="780" y="45"/>
                  </a:lnTo>
                  <a:lnTo>
                    <a:pt x="792" y="38"/>
                  </a:lnTo>
                  <a:lnTo>
                    <a:pt x="812" y="27"/>
                  </a:lnTo>
                  <a:lnTo>
                    <a:pt x="833" y="24"/>
                  </a:lnTo>
                  <a:lnTo>
                    <a:pt x="852" y="30"/>
                  </a:lnTo>
                  <a:lnTo>
                    <a:pt x="873" y="42"/>
                  </a:lnTo>
                  <a:lnTo>
                    <a:pt x="895" y="58"/>
                  </a:lnTo>
                  <a:lnTo>
                    <a:pt x="920" y="77"/>
                  </a:lnTo>
                  <a:lnTo>
                    <a:pt x="949" y="97"/>
                  </a:lnTo>
                  <a:lnTo>
                    <a:pt x="983" y="118"/>
                  </a:lnTo>
                  <a:lnTo>
                    <a:pt x="1001" y="128"/>
                  </a:lnTo>
                  <a:lnTo>
                    <a:pt x="1020" y="137"/>
                  </a:lnTo>
                  <a:lnTo>
                    <a:pt x="1038" y="148"/>
                  </a:lnTo>
                  <a:lnTo>
                    <a:pt x="1056" y="158"/>
                  </a:lnTo>
                  <a:lnTo>
                    <a:pt x="1074" y="169"/>
                  </a:lnTo>
                  <a:lnTo>
                    <a:pt x="1091" y="180"/>
                  </a:lnTo>
                  <a:lnTo>
                    <a:pt x="1109" y="193"/>
                  </a:lnTo>
                  <a:lnTo>
                    <a:pt x="1127" y="205"/>
                  </a:lnTo>
                  <a:lnTo>
                    <a:pt x="1144" y="219"/>
                  </a:lnTo>
                  <a:lnTo>
                    <a:pt x="1162" y="232"/>
                  </a:lnTo>
                  <a:lnTo>
                    <a:pt x="1179" y="249"/>
                  </a:lnTo>
                  <a:lnTo>
                    <a:pt x="1197" y="267"/>
                  </a:lnTo>
                  <a:lnTo>
                    <a:pt x="1215" y="285"/>
                  </a:lnTo>
                  <a:lnTo>
                    <a:pt x="1233" y="306"/>
                  </a:lnTo>
                  <a:lnTo>
                    <a:pt x="1252" y="328"/>
                  </a:lnTo>
                  <a:lnTo>
                    <a:pt x="1270" y="352"/>
                  </a:lnTo>
                  <a:lnTo>
                    <a:pt x="1300" y="402"/>
                  </a:lnTo>
                  <a:lnTo>
                    <a:pt x="1320" y="452"/>
                  </a:lnTo>
                  <a:lnTo>
                    <a:pt x="1328" y="501"/>
                  </a:lnTo>
                  <a:lnTo>
                    <a:pt x="1326" y="548"/>
                  </a:lnTo>
                  <a:lnTo>
                    <a:pt x="1317" y="591"/>
                  </a:lnTo>
                  <a:lnTo>
                    <a:pt x="1299" y="631"/>
                  </a:lnTo>
                  <a:lnTo>
                    <a:pt x="1273" y="664"/>
                  </a:lnTo>
                  <a:lnTo>
                    <a:pt x="1242" y="691"/>
                  </a:lnTo>
                  <a:lnTo>
                    <a:pt x="1209" y="716"/>
                  </a:lnTo>
                  <a:lnTo>
                    <a:pt x="1175" y="744"/>
                  </a:lnTo>
                  <a:lnTo>
                    <a:pt x="1143" y="773"/>
                  </a:lnTo>
                  <a:lnTo>
                    <a:pt x="1114" y="803"/>
                  </a:lnTo>
                  <a:lnTo>
                    <a:pt x="1092" y="835"/>
                  </a:lnTo>
                  <a:lnTo>
                    <a:pt x="1076" y="868"/>
                  </a:lnTo>
                  <a:lnTo>
                    <a:pt x="1069" y="901"/>
                  </a:lnTo>
                  <a:lnTo>
                    <a:pt x="1073" y="934"/>
                  </a:lnTo>
                  <a:lnTo>
                    <a:pt x="1076" y="952"/>
                  </a:lnTo>
                  <a:lnTo>
                    <a:pt x="1076" y="972"/>
                  </a:lnTo>
                  <a:lnTo>
                    <a:pt x="1071" y="996"/>
                  </a:lnTo>
                  <a:lnTo>
                    <a:pt x="1064" y="1021"/>
                  </a:lnTo>
                  <a:lnTo>
                    <a:pt x="1053" y="1048"/>
                  </a:lnTo>
                  <a:lnTo>
                    <a:pt x="1041" y="1076"/>
                  </a:lnTo>
                  <a:lnTo>
                    <a:pt x="1026" y="1106"/>
                  </a:lnTo>
                  <a:lnTo>
                    <a:pt x="1009" y="1136"/>
                  </a:lnTo>
                  <a:lnTo>
                    <a:pt x="990" y="1168"/>
                  </a:lnTo>
                  <a:lnTo>
                    <a:pt x="971" y="1200"/>
                  </a:lnTo>
                  <a:lnTo>
                    <a:pt x="950" y="1231"/>
                  </a:lnTo>
                  <a:lnTo>
                    <a:pt x="928" y="1263"/>
                  </a:lnTo>
                  <a:lnTo>
                    <a:pt x="906" y="1293"/>
                  </a:lnTo>
                  <a:lnTo>
                    <a:pt x="884" y="1324"/>
                  </a:lnTo>
                  <a:lnTo>
                    <a:pt x="862" y="1354"/>
                  </a:lnTo>
                  <a:lnTo>
                    <a:pt x="840" y="1382"/>
                  </a:lnTo>
                  <a:lnTo>
                    <a:pt x="840" y="1383"/>
                  </a:lnTo>
                  <a:lnTo>
                    <a:pt x="837" y="1387"/>
                  </a:lnTo>
                  <a:lnTo>
                    <a:pt x="834" y="1394"/>
                  </a:lnTo>
                  <a:lnTo>
                    <a:pt x="830" y="1404"/>
                  </a:lnTo>
                  <a:lnTo>
                    <a:pt x="823" y="1413"/>
                  </a:lnTo>
                  <a:lnTo>
                    <a:pt x="815" y="1424"/>
                  </a:lnTo>
                  <a:lnTo>
                    <a:pt x="804" y="1435"/>
                  </a:lnTo>
                  <a:lnTo>
                    <a:pt x="792" y="1446"/>
                  </a:lnTo>
                  <a:lnTo>
                    <a:pt x="776" y="1456"/>
                  </a:lnTo>
                  <a:lnTo>
                    <a:pt x="760" y="1466"/>
                  </a:lnTo>
                  <a:lnTo>
                    <a:pt x="739" y="1473"/>
                  </a:lnTo>
                  <a:lnTo>
                    <a:pt x="716" y="1477"/>
                  </a:lnTo>
                  <a:lnTo>
                    <a:pt x="688" y="1479"/>
                  </a:lnTo>
                  <a:lnTo>
                    <a:pt x="659" y="1478"/>
                  </a:lnTo>
                  <a:lnTo>
                    <a:pt x="626" y="1473"/>
                  </a:lnTo>
                  <a:lnTo>
                    <a:pt x="589" y="1463"/>
                  </a:lnTo>
                  <a:lnTo>
                    <a:pt x="550" y="1449"/>
                  </a:lnTo>
                  <a:lnTo>
                    <a:pt x="512" y="1433"/>
                  </a:lnTo>
                  <a:lnTo>
                    <a:pt x="474" y="1412"/>
                  </a:lnTo>
                  <a:lnTo>
                    <a:pt x="439" y="1390"/>
                  </a:lnTo>
                  <a:lnTo>
                    <a:pt x="403" y="1364"/>
                  </a:lnTo>
                  <a:lnTo>
                    <a:pt x="368" y="1336"/>
                  </a:lnTo>
                  <a:lnTo>
                    <a:pt x="335" y="1307"/>
                  </a:lnTo>
                  <a:lnTo>
                    <a:pt x="302" y="1276"/>
                  </a:lnTo>
                  <a:lnTo>
                    <a:pt x="272" y="1242"/>
                  </a:lnTo>
                  <a:lnTo>
                    <a:pt x="241" y="1208"/>
                  </a:lnTo>
                  <a:lnTo>
                    <a:pt x="214" y="1172"/>
                  </a:lnTo>
                  <a:lnTo>
                    <a:pt x="188" y="1136"/>
                  </a:lnTo>
                  <a:lnTo>
                    <a:pt x="164" y="1099"/>
                  </a:lnTo>
                  <a:lnTo>
                    <a:pt x="142" y="1062"/>
                  </a:lnTo>
                  <a:lnTo>
                    <a:pt x="121" y="1025"/>
                  </a:lnTo>
                  <a:lnTo>
                    <a:pt x="104" y="988"/>
                  </a:lnTo>
                  <a:close/>
                </a:path>
              </a:pathLst>
            </a:custGeom>
            <a:solidFill>
              <a:srgbClr val="F4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2" name="Freeform 130"/>
            <p:cNvSpPr>
              <a:spLocks/>
            </p:cNvSpPr>
            <p:nvPr/>
          </p:nvSpPr>
          <p:spPr bwMode="gray">
            <a:xfrm>
              <a:off x="3480" y="2343"/>
              <a:ext cx="651" cy="724"/>
            </a:xfrm>
            <a:custGeom>
              <a:avLst/>
              <a:gdLst/>
              <a:ahLst/>
              <a:cxnLst>
                <a:cxn ang="0">
                  <a:pos x="43" y="821"/>
                </a:cxn>
                <a:cxn ang="0">
                  <a:pos x="0" y="596"/>
                </a:cxn>
                <a:cxn ang="0">
                  <a:pos x="48" y="370"/>
                </a:cxn>
                <a:cxn ang="0">
                  <a:pos x="107" y="278"/>
                </a:cxn>
                <a:cxn ang="0">
                  <a:pos x="175" y="219"/>
                </a:cxn>
                <a:cxn ang="0">
                  <a:pos x="244" y="182"/>
                </a:cxn>
                <a:cxn ang="0">
                  <a:pos x="307" y="153"/>
                </a:cxn>
                <a:cxn ang="0">
                  <a:pos x="360" y="121"/>
                </a:cxn>
                <a:cxn ang="0">
                  <a:pos x="409" y="53"/>
                </a:cxn>
                <a:cxn ang="0">
                  <a:pos x="442" y="5"/>
                </a:cxn>
                <a:cxn ang="0">
                  <a:pos x="532" y="11"/>
                </a:cxn>
                <a:cxn ang="0">
                  <a:pos x="598" y="30"/>
                </a:cxn>
                <a:cxn ang="0">
                  <a:pos x="652" y="45"/>
                </a:cxn>
                <a:cxn ang="0">
                  <a:pos x="695" y="55"/>
                </a:cxn>
                <a:cxn ang="0">
                  <a:pos x="731" y="55"/>
                </a:cxn>
                <a:cxn ang="0">
                  <a:pos x="764" y="44"/>
                </a:cxn>
                <a:cxn ang="0">
                  <a:pos x="815" y="24"/>
                </a:cxn>
                <a:cxn ang="0">
                  <a:pos x="877" y="56"/>
                </a:cxn>
                <a:cxn ang="0">
                  <a:pos x="964" y="115"/>
                </a:cxn>
                <a:cxn ang="0">
                  <a:pos x="1017" y="146"/>
                </a:cxn>
                <a:cxn ang="0">
                  <a:pos x="1070" y="177"/>
                </a:cxn>
                <a:cxn ang="0">
                  <a:pos x="1121" y="215"/>
                </a:cxn>
                <a:cxn ang="0">
                  <a:pos x="1173" y="260"/>
                </a:cxn>
                <a:cxn ang="0">
                  <a:pos x="1226" y="321"/>
                </a:cxn>
                <a:cxn ang="0">
                  <a:pos x="1293" y="443"/>
                </a:cxn>
                <a:cxn ang="0">
                  <a:pos x="1290" y="580"/>
                </a:cxn>
                <a:cxn ang="0">
                  <a:pos x="1217" y="678"/>
                </a:cxn>
                <a:cxn ang="0">
                  <a:pos x="1119" y="756"/>
                </a:cxn>
                <a:cxn ang="0">
                  <a:pos x="1053" y="848"/>
                </a:cxn>
                <a:cxn ang="0">
                  <a:pos x="1053" y="932"/>
                </a:cxn>
                <a:cxn ang="0">
                  <a:pos x="1042" y="1000"/>
                </a:cxn>
                <a:cxn ang="0">
                  <a:pos x="1005" y="1084"/>
                </a:cxn>
                <a:cxn ang="0">
                  <a:pos x="951" y="1176"/>
                </a:cxn>
                <a:cxn ang="0">
                  <a:pos x="888" y="1269"/>
                </a:cxn>
                <a:cxn ang="0">
                  <a:pos x="823" y="1354"/>
                </a:cxn>
                <a:cxn ang="0">
                  <a:pos x="817" y="1367"/>
                </a:cxn>
                <a:cxn ang="0">
                  <a:pos x="798" y="1395"/>
                </a:cxn>
                <a:cxn ang="0">
                  <a:pos x="761" y="1427"/>
                </a:cxn>
                <a:cxn ang="0">
                  <a:pos x="700" y="1446"/>
                </a:cxn>
                <a:cxn ang="0">
                  <a:pos x="612" y="1442"/>
                </a:cxn>
                <a:cxn ang="0">
                  <a:pos x="502" y="1404"/>
                </a:cxn>
                <a:cxn ang="0">
                  <a:pos x="394" y="1338"/>
                </a:cxn>
                <a:cxn ang="0">
                  <a:pos x="295" y="1249"/>
                </a:cxn>
                <a:cxn ang="0">
                  <a:pos x="210" y="1149"/>
                </a:cxn>
                <a:cxn ang="0">
                  <a:pos x="138" y="1040"/>
                </a:cxn>
              </a:cxnLst>
              <a:rect l="0" t="0" r="r" b="b"/>
              <a:pathLst>
                <a:path w="1301" h="1448">
                  <a:moveTo>
                    <a:pt x="101" y="967"/>
                  </a:moveTo>
                  <a:lnTo>
                    <a:pt x="69" y="894"/>
                  </a:lnTo>
                  <a:lnTo>
                    <a:pt x="43" y="821"/>
                  </a:lnTo>
                  <a:lnTo>
                    <a:pt x="21" y="746"/>
                  </a:lnTo>
                  <a:lnTo>
                    <a:pt x="5" y="672"/>
                  </a:lnTo>
                  <a:lnTo>
                    <a:pt x="0" y="596"/>
                  </a:lnTo>
                  <a:lnTo>
                    <a:pt x="4" y="522"/>
                  </a:lnTo>
                  <a:lnTo>
                    <a:pt x="19" y="446"/>
                  </a:lnTo>
                  <a:lnTo>
                    <a:pt x="48" y="370"/>
                  </a:lnTo>
                  <a:lnTo>
                    <a:pt x="67" y="334"/>
                  </a:lnTo>
                  <a:lnTo>
                    <a:pt x="87" y="304"/>
                  </a:lnTo>
                  <a:lnTo>
                    <a:pt x="107" y="278"/>
                  </a:lnTo>
                  <a:lnTo>
                    <a:pt x="130" y="256"/>
                  </a:lnTo>
                  <a:lnTo>
                    <a:pt x="153" y="235"/>
                  </a:lnTo>
                  <a:lnTo>
                    <a:pt x="175" y="219"/>
                  </a:lnTo>
                  <a:lnTo>
                    <a:pt x="198" y="205"/>
                  </a:lnTo>
                  <a:lnTo>
                    <a:pt x="222" y="193"/>
                  </a:lnTo>
                  <a:lnTo>
                    <a:pt x="244" y="182"/>
                  </a:lnTo>
                  <a:lnTo>
                    <a:pt x="266" y="172"/>
                  </a:lnTo>
                  <a:lnTo>
                    <a:pt x="287" y="162"/>
                  </a:lnTo>
                  <a:lnTo>
                    <a:pt x="307" y="153"/>
                  </a:lnTo>
                  <a:lnTo>
                    <a:pt x="327" y="143"/>
                  </a:lnTo>
                  <a:lnTo>
                    <a:pt x="343" y="133"/>
                  </a:lnTo>
                  <a:lnTo>
                    <a:pt x="360" y="121"/>
                  </a:lnTo>
                  <a:lnTo>
                    <a:pt x="374" y="107"/>
                  </a:lnTo>
                  <a:lnTo>
                    <a:pt x="394" y="80"/>
                  </a:lnTo>
                  <a:lnTo>
                    <a:pt x="409" y="53"/>
                  </a:lnTo>
                  <a:lnTo>
                    <a:pt x="419" y="33"/>
                  </a:lnTo>
                  <a:lnTo>
                    <a:pt x="429" y="16"/>
                  </a:lnTo>
                  <a:lnTo>
                    <a:pt x="442" y="5"/>
                  </a:lnTo>
                  <a:lnTo>
                    <a:pt x="462" y="0"/>
                  </a:lnTo>
                  <a:lnTo>
                    <a:pt x="491" y="1"/>
                  </a:lnTo>
                  <a:lnTo>
                    <a:pt x="532" y="11"/>
                  </a:lnTo>
                  <a:lnTo>
                    <a:pt x="556" y="18"/>
                  </a:lnTo>
                  <a:lnTo>
                    <a:pt x="578" y="23"/>
                  </a:lnTo>
                  <a:lnTo>
                    <a:pt x="598" y="30"/>
                  </a:lnTo>
                  <a:lnTo>
                    <a:pt x="618" y="35"/>
                  </a:lnTo>
                  <a:lnTo>
                    <a:pt x="636" y="41"/>
                  </a:lnTo>
                  <a:lnTo>
                    <a:pt x="652" y="45"/>
                  </a:lnTo>
                  <a:lnTo>
                    <a:pt x="667" y="49"/>
                  </a:lnTo>
                  <a:lnTo>
                    <a:pt x="681" y="52"/>
                  </a:lnTo>
                  <a:lnTo>
                    <a:pt x="695" y="55"/>
                  </a:lnTo>
                  <a:lnTo>
                    <a:pt x="707" y="56"/>
                  </a:lnTo>
                  <a:lnTo>
                    <a:pt x="720" y="56"/>
                  </a:lnTo>
                  <a:lnTo>
                    <a:pt x="731" y="55"/>
                  </a:lnTo>
                  <a:lnTo>
                    <a:pt x="742" y="53"/>
                  </a:lnTo>
                  <a:lnTo>
                    <a:pt x="753" y="49"/>
                  </a:lnTo>
                  <a:lnTo>
                    <a:pt x="764" y="44"/>
                  </a:lnTo>
                  <a:lnTo>
                    <a:pt x="775" y="37"/>
                  </a:lnTo>
                  <a:lnTo>
                    <a:pt x="795" y="26"/>
                  </a:lnTo>
                  <a:lnTo>
                    <a:pt x="815" y="24"/>
                  </a:lnTo>
                  <a:lnTo>
                    <a:pt x="834" y="30"/>
                  </a:lnTo>
                  <a:lnTo>
                    <a:pt x="855" y="41"/>
                  </a:lnTo>
                  <a:lnTo>
                    <a:pt x="877" y="56"/>
                  </a:lnTo>
                  <a:lnTo>
                    <a:pt x="902" y="75"/>
                  </a:lnTo>
                  <a:lnTo>
                    <a:pt x="929" y="95"/>
                  </a:lnTo>
                  <a:lnTo>
                    <a:pt x="964" y="115"/>
                  </a:lnTo>
                  <a:lnTo>
                    <a:pt x="982" y="125"/>
                  </a:lnTo>
                  <a:lnTo>
                    <a:pt x="999" y="135"/>
                  </a:lnTo>
                  <a:lnTo>
                    <a:pt x="1017" y="146"/>
                  </a:lnTo>
                  <a:lnTo>
                    <a:pt x="1035" y="155"/>
                  </a:lnTo>
                  <a:lnTo>
                    <a:pt x="1052" y="166"/>
                  </a:lnTo>
                  <a:lnTo>
                    <a:pt x="1070" y="177"/>
                  </a:lnTo>
                  <a:lnTo>
                    <a:pt x="1086" y="188"/>
                  </a:lnTo>
                  <a:lnTo>
                    <a:pt x="1104" y="201"/>
                  </a:lnTo>
                  <a:lnTo>
                    <a:pt x="1121" y="215"/>
                  </a:lnTo>
                  <a:lnTo>
                    <a:pt x="1139" y="228"/>
                  </a:lnTo>
                  <a:lnTo>
                    <a:pt x="1155" y="244"/>
                  </a:lnTo>
                  <a:lnTo>
                    <a:pt x="1173" y="260"/>
                  </a:lnTo>
                  <a:lnTo>
                    <a:pt x="1191" y="279"/>
                  </a:lnTo>
                  <a:lnTo>
                    <a:pt x="1208" y="299"/>
                  </a:lnTo>
                  <a:lnTo>
                    <a:pt x="1226" y="321"/>
                  </a:lnTo>
                  <a:lnTo>
                    <a:pt x="1243" y="344"/>
                  </a:lnTo>
                  <a:lnTo>
                    <a:pt x="1274" y="394"/>
                  </a:lnTo>
                  <a:lnTo>
                    <a:pt x="1293" y="443"/>
                  </a:lnTo>
                  <a:lnTo>
                    <a:pt x="1301" y="490"/>
                  </a:lnTo>
                  <a:lnTo>
                    <a:pt x="1300" y="537"/>
                  </a:lnTo>
                  <a:lnTo>
                    <a:pt x="1290" y="580"/>
                  </a:lnTo>
                  <a:lnTo>
                    <a:pt x="1272" y="618"/>
                  </a:lnTo>
                  <a:lnTo>
                    <a:pt x="1248" y="651"/>
                  </a:lnTo>
                  <a:lnTo>
                    <a:pt x="1217" y="678"/>
                  </a:lnTo>
                  <a:lnTo>
                    <a:pt x="1184" y="702"/>
                  </a:lnTo>
                  <a:lnTo>
                    <a:pt x="1151" y="729"/>
                  </a:lnTo>
                  <a:lnTo>
                    <a:pt x="1119" y="756"/>
                  </a:lnTo>
                  <a:lnTo>
                    <a:pt x="1092" y="786"/>
                  </a:lnTo>
                  <a:lnTo>
                    <a:pt x="1068" y="817"/>
                  </a:lnTo>
                  <a:lnTo>
                    <a:pt x="1053" y="848"/>
                  </a:lnTo>
                  <a:lnTo>
                    <a:pt x="1046" y="881"/>
                  </a:lnTo>
                  <a:lnTo>
                    <a:pt x="1050" y="915"/>
                  </a:lnTo>
                  <a:lnTo>
                    <a:pt x="1053" y="932"/>
                  </a:lnTo>
                  <a:lnTo>
                    <a:pt x="1053" y="953"/>
                  </a:lnTo>
                  <a:lnTo>
                    <a:pt x="1049" y="975"/>
                  </a:lnTo>
                  <a:lnTo>
                    <a:pt x="1042" y="1000"/>
                  </a:lnTo>
                  <a:lnTo>
                    <a:pt x="1033" y="1028"/>
                  </a:lnTo>
                  <a:lnTo>
                    <a:pt x="1020" y="1055"/>
                  </a:lnTo>
                  <a:lnTo>
                    <a:pt x="1005" y="1084"/>
                  </a:lnTo>
                  <a:lnTo>
                    <a:pt x="988" y="1114"/>
                  </a:lnTo>
                  <a:lnTo>
                    <a:pt x="971" y="1145"/>
                  </a:lnTo>
                  <a:lnTo>
                    <a:pt x="951" y="1176"/>
                  </a:lnTo>
                  <a:lnTo>
                    <a:pt x="931" y="1207"/>
                  </a:lnTo>
                  <a:lnTo>
                    <a:pt x="910" y="1238"/>
                  </a:lnTo>
                  <a:lnTo>
                    <a:pt x="888" y="1269"/>
                  </a:lnTo>
                  <a:lnTo>
                    <a:pt x="866" y="1298"/>
                  </a:lnTo>
                  <a:lnTo>
                    <a:pt x="844" y="1327"/>
                  </a:lnTo>
                  <a:lnTo>
                    <a:pt x="823" y="1354"/>
                  </a:lnTo>
                  <a:lnTo>
                    <a:pt x="823" y="1355"/>
                  </a:lnTo>
                  <a:lnTo>
                    <a:pt x="820" y="1360"/>
                  </a:lnTo>
                  <a:lnTo>
                    <a:pt x="817" y="1367"/>
                  </a:lnTo>
                  <a:lnTo>
                    <a:pt x="813" y="1375"/>
                  </a:lnTo>
                  <a:lnTo>
                    <a:pt x="806" y="1384"/>
                  </a:lnTo>
                  <a:lnTo>
                    <a:pt x="798" y="1395"/>
                  </a:lnTo>
                  <a:lnTo>
                    <a:pt x="789" y="1406"/>
                  </a:lnTo>
                  <a:lnTo>
                    <a:pt x="776" y="1416"/>
                  </a:lnTo>
                  <a:lnTo>
                    <a:pt x="761" y="1427"/>
                  </a:lnTo>
                  <a:lnTo>
                    <a:pt x="743" y="1435"/>
                  </a:lnTo>
                  <a:lnTo>
                    <a:pt x="724" y="1442"/>
                  </a:lnTo>
                  <a:lnTo>
                    <a:pt x="700" y="1446"/>
                  </a:lnTo>
                  <a:lnTo>
                    <a:pt x="674" y="1448"/>
                  </a:lnTo>
                  <a:lnTo>
                    <a:pt x="645" y="1446"/>
                  </a:lnTo>
                  <a:lnTo>
                    <a:pt x="612" y="1442"/>
                  </a:lnTo>
                  <a:lnTo>
                    <a:pt x="576" y="1433"/>
                  </a:lnTo>
                  <a:lnTo>
                    <a:pt x="539" y="1420"/>
                  </a:lnTo>
                  <a:lnTo>
                    <a:pt x="502" y="1404"/>
                  </a:lnTo>
                  <a:lnTo>
                    <a:pt x="465" y="1384"/>
                  </a:lnTo>
                  <a:lnTo>
                    <a:pt x="429" y="1361"/>
                  </a:lnTo>
                  <a:lnTo>
                    <a:pt x="394" y="1338"/>
                  </a:lnTo>
                  <a:lnTo>
                    <a:pt x="360" y="1310"/>
                  </a:lnTo>
                  <a:lnTo>
                    <a:pt x="327" y="1281"/>
                  </a:lnTo>
                  <a:lnTo>
                    <a:pt x="295" y="1249"/>
                  </a:lnTo>
                  <a:lnTo>
                    <a:pt x="265" y="1218"/>
                  </a:lnTo>
                  <a:lnTo>
                    <a:pt x="237" y="1183"/>
                  </a:lnTo>
                  <a:lnTo>
                    <a:pt x="210" y="1149"/>
                  </a:lnTo>
                  <a:lnTo>
                    <a:pt x="183" y="1113"/>
                  </a:lnTo>
                  <a:lnTo>
                    <a:pt x="160" y="1077"/>
                  </a:lnTo>
                  <a:lnTo>
                    <a:pt x="138" y="1040"/>
                  </a:lnTo>
                  <a:lnTo>
                    <a:pt x="119" y="1004"/>
                  </a:lnTo>
                  <a:lnTo>
                    <a:pt x="101" y="967"/>
                  </a:lnTo>
                  <a:close/>
                </a:path>
              </a:pathLst>
            </a:custGeom>
            <a:solidFill>
              <a:srgbClr val="F4ED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3" name="Freeform 131"/>
            <p:cNvSpPr>
              <a:spLocks/>
            </p:cNvSpPr>
            <p:nvPr/>
          </p:nvSpPr>
          <p:spPr bwMode="gray">
            <a:xfrm>
              <a:off x="3486" y="2348"/>
              <a:ext cx="638" cy="710"/>
            </a:xfrm>
            <a:custGeom>
              <a:avLst/>
              <a:gdLst/>
              <a:ahLst/>
              <a:cxnLst>
                <a:cxn ang="0">
                  <a:pos x="43" y="805"/>
                </a:cxn>
                <a:cxn ang="0">
                  <a:pos x="0" y="586"/>
                </a:cxn>
                <a:cxn ang="0">
                  <a:pos x="49" y="364"/>
                </a:cxn>
                <a:cxn ang="0">
                  <a:pos x="108" y="273"/>
                </a:cxn>
                <a:cxn ang="0">
                  <a:pos x="173" y="217"/>
                </a:cxn>
                <a:cxn ang="0">
                  <a:pos x="240" y="179"/>
                </a:cxn>
                <a:cxn ang="0">
                  <a:pos x="302" y="152"/>
                </a:cxn>
                <a:cxn ang="0">
                  <a:pos x="353" y="120"/>
                </a:cxn>
                <a:cxn ang="0">
                  <a:pos x="403" y="54"/>
                </a:cxn>
                <a:cxn ang="0">
                  <a:pos x="435" y="6"/>
                </a:cxn>
                <a:cxn ang="0">
                  <a:pos x="523" y="11"/>
                </a:cxn>
                <a:cxn ang="0">
                  <a:pos x="588" y="31"/>
                </a:cxn>
                <a:cxn ang="0">
                  <a:pos x="640" y="46"/>
                </a:cxn>
                <a:cxn ang="0">
                  <a:pos x="681" y="54"/>
                </a:cxn>
                <a:cxn ang="0">
                  <a:pos x="717" y="55"/>
                </a:cxn>
                <a:cxn ang="0">
                  <a:pos x="749" y="44"/>
                </a:cxn>
                <a:cxn ang="0">
                  <a:pos x="800" y="25"/>
                </a:cxn>
                <a:cxn ang="0">
                  <a:pos x="859" y="57"/>
                </a:cxn>
                <a:cxn ang="0">
                  <a:pos x="945" y="115"/>
                </a:cxn>
                <a:cxn ang="0">
                  <a:pos x="997" y="144"/>
                </a:cxn>
                <a:cxn ang="0">
                  <a:pos x="1048" y="174"/>
                </a:cxn>
                <a:cxn ang="0">
                  <a:pos x="1099" y="211"/>
                </a:cxn>
                <a:cxn ang="0">
                  <a:pos x="1150" y="257"/>
                </a:cxn>
                <a:cxn ang="0">
                  <a:pos x="1201" y="316"/>
                </a:cxn>
                <a:cxn ang="0">
                  <a:pos x="1267" y="434"/>
                </a:cxn>
                <a:cxn ang="0">
                  <a:pos x="1265" y="568"/>
                </a:cxn>
                <a:cxn ang="0">
                  <a:pos x="1193" y="664"/>
                </a:cxn>
                <a:cxn ang="0">
                  <a:pos x="1098" y="742"/>
                </a:cxn>
                <a:cxn ang="0">
                  <a:pos x="1034" y="833"/>
                </a:cxn>
                <a:cxn ang="0">
                  <a:pos x="1034" y="915"/>
                </a:cxn>
                <a:cxn ang="0">
                  <a:pos x="1023" y="981"/>
                </a:cxn>
                <a:cxn ang="0">
                  <a:pos x="986" y="1063"/>
                </a:cxn>
                <a:cxn ang="0">
                  <a:pos x="934" y="1154"/>
                </a:cxn>
                <a:cxn ang="0">
                  <a:pos x="872" y="1243"/>
                </a:cxn>
                <a:cxn ang="0">
                  <a:pos x="807" y="1327"/>
                </a:cxn>
                <a:cxn ang="0">
                  <a:pos x="801" y="1340"/>
                </a:cxn>
                <a:cxn ang="0">
                  <a:pos x="783" y="1367"/>
                </a:cxn>
                <a:cxn ang="0">
                  <a:pos x="746" y="1399"/>
                </a:cxn>
                <a:cxn ang="0">
                  <a:pos x="687" y="1418"/>
                </a:cxn>
                <a:cxn ang="0">
                  <a:pos x="601" y="1414"/>
                </a:cxn>
                <a:cxn ang="0">
                  <a:pos x="493" y="1377"/>
                </a:cxn>
                <a:cxn ang="0">
                  <a:pos x="388" y="1311"/>
                </a:cxn>
                <a:cxn ang="0">
                  <a:pos x="291" y="1225"/>
                </a:cxn>
                <a:cxn ang="0">
                  <a:pos x="207" y="1126"/>
                </a:cxn>
                <a:cxn ang="0">
                  <a:pos x="137" y="1020"/>
                </a:cxn>
              </a:cxnLst>
              <a:rect l="0" t="0" r="r" b="b"/>
              <a:pathLst>
                <a:path w="1276" h="1421">
                  <a:moveTo>
                    <a:pt x="101" y="948"/>
                  </a:moveTo>
                  <a:lnTo>
                    <a:pt x="69" y="877"/>
                  </a:lnTo>
                  <a:lnTo>
                    <a:pt x="43" y="805"/>
                  </a:lnTo>
                  <a:lnTo>
                    <a:pt x="21" y="732"/>
                  </a:lnTo>
                  <a:lnTo>
                    <a:pt x="7" y="659"/>
                  </a:lnTo>
                  <a:lnTo>
                    <a:pt x="0" y="586"/>
                  </a:lnTo>
                  <a:lnTo>
                    <a:pt x="4" y="511"/>
                  </a:lnTo>
                  <a:lnTo>
                    <a:pt x="20" y="438"/>
                  </a:lnTo>
                  <a:lnTo>
                    <a:pt x="49" y="364"/>
                  </a:lnTo>
                  <a:lnTo>
                    <a:pt x="67" y="330"/>
                  </a:lnTo>
                  <a:lnTo>
                    <a:pt x="87" y="299"/>
                  </a:lnTo>
                  <a:lnTo>
                    <a:pt x="108" y="273"/>
                  </a:lnTo>
                  <a:lnTo>
                    <a:pt x="129" y="251"/>
                  </a:lnTo>
                  <a:lnTo>
                    <a:pt x="151" y="233"/>
                  </a:lnTo>
                  <a:lnTo>
                    <a:pt x="173" y="217"/>
                  </a:lnTo>
                  <a:lnTo>
                    <a:pt x="196" y="203"/>
                  </a:lnTo>
                  <a:lnTo>
                    <a:pt x="218" y="190"/>
                  </a:lnTo>
                  <a:lnTo>
                    <a:pt x="240" y="179"/>
                  </a:lnTo>
                  <a:lnTo>
                    <a:pt x="262" y="170"/>
                  </a:lnTo>
                  <a:lnTo>
                    <a:pt x="283" y="160"/>
                  </a:lnTo>
                  <a:lnTo>
                    <a:pt x="302" y="152"/>
                  </a:lnTo>
                  <a:lnTo>
                    <a:pt x="320" y="142"/>
                  </a:lnTo>
                  <a:lnTo>
                    <a:pt x="338" y="131"/>
                  </a:lnTo>
                  <a:lnTo>
                    <a:pt x="353" y="120"/>
                  </a:lnTo>
                  <a:lnTo>
                    <a:pt x="367" y="106"/>
                  </a:lnTo>
                  <a:lnTo>
                    <a:pt x="388" y="79"/>
                  </a:lnTo>
                  <a:lnTo>
                    <a:pt x="403" y="54"/>
                  </a:lnTo>
                  <a:lnTo>
                    <a:pt x="413" y="33"/>
                  </a:lnTo>
                  <a:lnTo>
                    <a:pt x="422" y="17"/>
                  </a:lnTo>
                  <a:lnTo>
                    <a:pt x="435" y="6"/>
                  </a:lnTo>
                  <a:lnTo>
                    <a:pt x="454" y="0"/>
                  </a:lnTo>
                  <a:lnTo>
                    <a:pt x="482" y="2"/>
                  </a:lnTo>
                  <a:lnTo>
                    <a:pt x="523" y="11"/>
                  </a:lnTo>
                  <a:lnTo>
                    <a:pt x="546" y="18"/>
                  </a:lnTo>
                  <a:lnTo>
                    <a:pt x="568" y="24"/>
                  </a:lnTo>
                  <a:lnTo>
                    <a:pt x="588" y="31"/>
                  </a:lnTo>
                  <a:lnTo>
                    <a:pt x="607" y="36"/>
                  </a:lnTo>
                  <a:lnTo>
                    <a:pt x="624" y="40"/>
                  </a:lnTo>
                  <a:lnTo>
                    <a:pt x="640" y="46"/>
                  </a:lnTo>
                  <a:lnTo>
                    <a:pt x="655" y="49"/>
                  </a:lnTo>
                  <a:lnTo>
                    <a:pt x="669" y="53"/>
                  </a:lnTo>
                  <a:lnTo>
                    <a:pt x="681" y="54"/>
                  </a:lnTo>
                  <a:lnTo>
                    <a:pt x="694" y="55"/>
                  </a:lnTo>
                  <a:lnTo>
                    <a:pt x="706" y="55"/>
                  </a:lnTo>
                  <a:lnTo>
                    <a:pt x="717" y="55"/>
                  </a:lnTo>
                  <a:lnTo>
                    <a:pt x="728" y="53"/>
                  </a:lnTo>
                  <a:lnTo>
                    <a:pt x="739" y="50"/>
                  </a:lnTo>
                  <a:lnTo>
                    <a:pt x="749" y="44"/>
                  </a:lnTo>
                  <a:lnTo>
                    <a:pt x="760" y="38"/>
                  </a:lnTo>
                  <a:lnTo>
                    <a:pt x="781" y="26"/>
                  </a:lnTo>
                  <a:lnTo>
                    <a:pt x="800" y="25"/>
                  </a:lnTo>
                  <a:lnTo>
                    <a:pt x="818" y="31"/>
                  </a:lnTo>
                  <a:lnTo>
                    <a:pt x="839" y="42"/>
                  </a:lnTo>
                  <a:lnTo>
                    <a:pt x="859" y="57"/>
                  </a:lnTo>
                  <a:lnTo>
                    <a:pt x="884" y="75"/>
                  </a:lnTo>
                  <a:lnTo>
                    <a:pt x="912" y="95"/>
                  </a:lnTo>
                  <a:lnTo>
                    <a:pt x="945" y="115"/>
                  </a:lnTo>
                  <a:lnTo>
                    <a:pt x="963" y="124"/>
                  </a:lnTo>
                  <a:lnTo>
                    <a:pt x="981" y="134"/>
                  </a:lnTo>
                  <a:lnTo>
                    <a:pt x="997" y="144"/>
                  </a:lnTo>
                  <a:lnTo>
                    <a:pt x="1015" y="153"/>
                  </a:lnTo>
                  <a:lnTo>
                    <a:pt x="1032" y="164"/>
                  </a:lnTo>
                  <a:lnTo>
                    <a:pt x="1048" y="174"/>
                  </a:lnTo>
                  <a:lnTo>
                    <a:pt x="1066" y="186"/>
                  </a:lnTo>
                  <a:lnTo>
                    <a:pt x="1083" y="197"/>
                  </a:lnTo>
                  <a:lnTo>
                    <a:pt x="1099" y="211"/>
                  </a:lnTo>
                  <a:lnTo>
                    <a:pt x="1116" y="225"/>
                  </a:lnTo>
                  <a:lnTo>
                    <a:pt x="1134" y="240"/>
                  </a:lnTo>
                  <a:lnTo>
                    <a:pt x="1150" y="257"/>
                  </a:lnTo>
                  <a:lnTo>
                    <a:pt x="1167" y="274"/>
                  </a:lnTo>
                  <a:lnTo>
                    <a:pt x="1185" y="295"/>
                  </a:lnTo>
                  <a:lnTo>
                    <a:pt x="1201" y="316"/>
                  </a:lnTo>
                  <a:lnTo>
                    <a:pt x="1219" y="339"/>
                  </a:lnTo>
                  <a:lnTo>
                    <a:pt x="1249" y="387"/>
                  </a:lnTo>
                  <a:lnTo>
                    <a:pt x="1267" y="434"/>
                  </a:lnTo>
                  <a:lnTo>
                    <a:pt x="1276" y="481"/>
                  </a:lnTo>
                  <a:lnTo>
                    <a:pt x="1274" y="527"/>
                  </a:lnTo>
                  <a:lnTo>
                    <a:pt x="1265" y="568"/>
                  </a:lnTo>
                  <a:lnTo>
                    <a:pt x="1247" y="605"/>
                  </a:lnTo>
                  <a:lnTo>
                    <a:pt x="1223" y="638"/>
                  </a:lnTo>
                  <a:lnTo>
                    <a:pt x="1193" y="664"/>
                  </a:lnTo>
                  <a:lnTo>
                    <a:pt x="1161" y="688"/>
                  </a:lnTo>
                  <a:lnTo>
                    <a:pt x="1128" y="714"/>
                  </a:lnTo>
                  <a:lnTo>
                    <a:pt x="1098" y="742"/>
                  </a:lnTo>
                  <a:lnTo>
                    <a:pt x="1072" y="771"/>
                  </a:lnTo>
                  <a:lnTo>
                    <a:pt x="1050" y="801"/>
                  </a:lnTo>
                  <a:lnTo>
                    <a:pt x="1034" y="833"/>
                  </a:lnTo>
                  <a:lnTo>
                    <a:pt x="1027" y="864"/>
                  </a:lnTo>
                  <a:lnTo>
                    <a:pt x="1032" y="897"/>
                  </a:lnTo>
                  <a:lnTo>
                    <a:pt x="1034" y="915"/>
                  </a:lnTo>
                  <a:lnTo>
                    <a:pt x="1033" y="934"/>
                  </a:lnTo>
                  <a:lnTo>
                    <a:pt x="1030" y="957"/>
                  </a:lnTo>
                  <a:lnTo>
                    <a:pt x="1023" y="981"/>
                  </a:lnTo>
                  <a:lnTo>
                    <a:pt x="1012" y="1008"/>
                  </a:lnTo>
                  <a:lnTo>
                    <a:pt x="1001" y="1035"/>
                  </a:lnTo>
                  <a:lnTo>
                    <a:pt x="986" y="1063"/>
                  </a:lnTo>
                  <a:lnTo>
                    <a:pt x="971" y="1093"/>
                  </a:lnTo>
                  <a:lnTo>
                    <a:pt x="953" y="1123"/>
                  </a:lnTo>
                  <a:lnTo>
                    <a:pt x="934" y="1154"/>
                  </a:lnTo>
                  <a:lnTo>
                    <a:pt x="913" y="1184"/>
                  </a:lnTo>
                  <a:lnTo>
                    <a:pt x="892" y="1214"/>
                  </a:lnTo>
                  <a:lnTo>
                    <a:pt x="872" y="1243"/>
                  </a:lnTo>
                  <a:lnTo>
                    <a:pt x="850" y="1272"/>
                  </a:lnTo>
                  <a:lnTo>
                    <a:pt x="828" y="1301"/>
                  </a:lnTo>
                  <a:lnTo>
                    <a:pt x="807" y="1327"/>
                  </a:lnTo>
                  <a:lnTo>
                    <a:pt x="807" y="1329"/>
                  </a:lnTo>
                  <a:lnTo>
                    <a:pt x="804" y="1333"/>
                  </a:lnTo>
                  <a:lnTo>
                    <a:pt x="801" y="1340"/>
                  </a:lnTo>
                  <a:lnTo>
                    <a:pt x="797" y="1348"/>
                  </a:lnTo>
                  <a:lnTo>
                    <a:pt x="790" y="1358"/>
                  </a:lnTo>
                  <a:lnTo>
                    <a:pt x="783" y="1367"/>
                  </a:lnTo>
                  <a:lnTo>
                    <a:pt x="772" y="1378"/>
                  </a:lnTo>
                  <a:lnTo>
                    <a:pt x="761" y="1389"/>
                  </a:lnTo>
                  <a:lnTo>
                    <a:pt x="746" y="1399"/>
                  </a:lnTo>
                  <a:lnTo>
                    <a:pt x="730" y="1407"/>
                  </a:lnTo>
                  <a:lnTo>
                    <a:pt x="709" y="1414"/>
                  </a:lnTo>
                  <a:lnTo>
                    <a:pt x="687" y="1418"/>
                  </a:lnTo>
                  <a:lnTo>
                    <a:pt x="662" y="1421"/>
                  </a:lnTo>
                  <a:lnTo>
                    <a:pt x="633" y="1420"/>
                  </a:lnTo>
                  <a:lnTo>
                    <a:pt x="601" y="1414"/>
                  </a:lnTo>
                  <a:lnTo>
                    <a:pt x="566" y="1406"/>
                  </a:lnTo>
                  <a:lnTo>
                    <a:pt x="528" y="1393"/>
                  </a:lnTo>
                  <a:lnTo>
                    <a:pt x="493" y="1377"/>
                  </a:lnTo>
                  <a:lnTo>
                    <a:pt x="457" y="1358"/>
                  </a:lnTo>
                  <a:lnTo>
                    <a:pt x="421" y="1335"/>
                  </a:lnTo>
                  <a:lnTo>
                    <a:pt x="388" y="1311"/>
                  </a:lnTo>
                  <a:lnTo>
                    <a:pt x="353" y="1284"/>
                  </a:lnTo>
                  <a:lnTo>
                    <a:pt x="322" y="1256"/>
                  </a:lnTo>
                  <a:lnTo>
                    <a:pt x="291" y="1225"/>
                  </a:lnTo>
                  <a:lnTo>
                    <a:pt x="261" y="1194"/>
                  </a:lnTo>
                  <a:lnTo>
                    <a:pt x="233" y="1160"/>
                  </a:lnTo>
                  <a:lnTo>
                    <a:pt x="207" y="1126"/>
                  </a:lnTo>
                  <a:lnTo>
                    <a:pt x="182" y="1092"/>
                  </a:lnTo>
                  <a:lnTo>
                    <a:pt x="159" y="1056"/>
                  </a:lnTo>
                  <a:lnTo>
                    <a:pt x="137" y="1020"/>
                  </a:lnTo>
                  <a:lnTo>
                    <a:pt x="118" y="984"/>
                  </a:lnTo>
                  <a:lnTo>
                    <a:pt x="101" y="948"/>
                  </a:lnTo>
                  <a:close/>
                </a:path>
              </a:pathLst>
            </a:custGeom>
            <a:solidFill>
              <a:srgbClr val="EFE5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4" name="Freeform 132"/>
            <p:cNvSpPr>
              <a:spLocks/>
            </p:cNvSpPr>
            <p:nvPr/>
          </p:nvSpPr>
          <p:spPr bwMode="gray">
            <a:xfrm>
              <a:off x="3493" y="2353"/>
              <a:ext cx="624" cy="695"/>
            </a:xfrm>
            <a:custGeom>
              <a:avLst/>
              <a:gdLst/>
              <a:ahLst/>
              <a:cxnLst>
                <a:cxn ang="0">
                  <a:pos x="41" y="788"/>
                </a:cxn>
                <a:cxn ang="0">
                  <a:pos x="0" y="574"/>
                </a:cxn>
                <a:cxn ang="0">
                  <a:pos x="47" y="356"/>
                </a:cxn>
                <a:cxn ang="0">
                  <a:pos x="105" y="268"/>
                </a:cxn>
                <a:cxn ang="0">
                  <a:pos x="168" y="211"/>
                </a:cxn>
                <a:cxn ang="0">
                  <a:pos x="235" y="175"/>
                </a:cxn>
                <a:cxn ang="0">
                  <a:pos x="295" y="148"/>
                </a:cxn>
                <a:cxn ang="0">
                  <a:pos x="345" y="117"/>
                </a:cxn>
                <a:cxn ang="0">
                  <a:pos x="393" y="53"/>
                </a:cxn>
                <a:cxn ang="0">
                  <a:pos x="425" y="6"/>
                </a:cxn>
                <a:cxn ang="0">
                  <a:pos x="512" y="11"/>
                </a:cxn>
                <a:cxn ang="0">
                  <a:pos x="575" y="29"/>
                </a:cxn>
                <a:cxn ang="0">
                  <a:pos x="626" y="44"/>
                </a:cxn>
                <a:cxn ang="0">
                  <a:pos x="666" y="53"/>
                </a:cxn>
                <a:cxn ang="0">
                  <a:pos x="702" y="54"/>
                </a:cxn>
                <a:cxn ang="0">
                  <a:pos x="734" y="43"/>
                </a:cxn>
                <a:cxn ang="0">
                  <a:pos x="782" y="24"/>
                </a:cxn>
                <a:cxn ang="0">
                  <a:pos x="841" y="55"/>
                </a:cxn>
                <a:cxn ang="0">
                  <a:pos x="924" y="112"/>
                </a:cxn>
                <a:cxn ang="0">
                  <a:pos x="976" y="141"/>
                </a:cxn>
                <a:cxn ang="0">
                  <a:pos x="1026" y="170"/>
                </a:cxn>
                <a:cxn ang="0">
                  <a:pos x="1075" y="206"/>
                </a:cxn>
                <a:cxn ang="0">
                  <a:pos x="1125" y="251"/>
                </a:cxn>
                <a:cxn ang="0">
                  <a:pos x="1176" y="308"/>
                </a:cxn>
                <a:cxn ang="0">
                  <a:pos x="1240" y="426"/>
                </a:cxn>
                <a:cxn ang="0">
                  <a:pos x="1237" y="557"/>
                </a:cxn>
                <a:cxn ang="0">
                  <a:pos x="1168" y="651"/>
                </a:cxn>
                <a:cxn ang="0">
                  <a:pos x="1074" y="726"/>
                </a:cxn>
                <a:cxn ang="0">
                  <a:pos x="1012" y="816"/>
                </a:cxn>
                <a:cxn ang="0">
                  <a:pos x="1012" y="895"/>
                </a:cxn>
                <a:cxn ang="0">
                  <a:pos x="1001" y="961"/>
                </a:cxn>
                <a:cxn ang="0">
                  <a:pos x="967" y="1041"/>
                </a:cxn>
                <a:cxn ang="0">
                  <a:pos x="914" y="1130"/>
                </a:cxn>
                <a:cxn ang="0">
                  <a:pos x="854" y="1218"/>
                </a:cxn>
                <a:cxn ang="0">
                  <a:pos x="790" y="1300"/>
                </a:cxn>
                <a:cxn ang="0">
                  <a:pos x="785" y="1312"/>
                </a:cxn>
                <a:cxn ang="0">
                  <a:pos x="767" y="1340"/>
                </a:cxn>
                <a:cxn ang="0">
                  <a:pos x="731" y="1369"/>
                </a:cxn>
                <a:cxn ang="0">
                  <a:pos x="672" y="1389"/>
                </a:cxn>
                <a:cxn ang="0">
                  <a:pos x="587" y="1384"/>
                </a:cxn>
                <a:cxn ang="0">
                  <a:pos x="481" y="1347"/>
                </a:cxn>
                <a:cxn ang="0">
                  <a:pos x="378" y="1283"/>
                </a:cxn>
                <a:cxn ang="0">
                  <a:pos x="284" y="1199"/>
                </a:cxn>
                <a:cxn ang="0">
                  <a:pos x="201" y="1103"/>
                </a:cxn>
                <a:cxn ang="0">
                  <a:pos x="134" y="999"/>
                </a:cxn>
              </a:cxnLst>
              <a:rect l="0" t="0" r="r" b="b"/>
              <a:pathLst>
                <a:path w="1248" h="1391">
                  <a:moveTo>
                    <a:pt x="98" y="929"/>
                  </a:moveTo>
                  <a:lnTo>
                    <a:pt x="68" y="859"/>
                  </a:lnTo>
                  <a:lnTo>
                    <a:pt x="41" y="788"/>
                  </a:lnTo>
                  <a:lnTo>
                    <a:pt x="21" y="717"/>
                  </a:lnTo>
                  <a:lnTo>
                    <a:pt x="7" y="645"/>
                  </a:lnTo>
                  <a:lnTo>
                    <a:pt x="0" y="574"/>
                  </a:lnTo>
                  <a:lnTo>
                    <a:pt x="4" y="500"/>
                  </a:lnTo>
                  <a:lnTo>
                    <a:pt x="19" y="429"/>
                  </a:lnTo>
                  <a:lnTo>
                    <a:pt x="47" y="356"/>
                  </a:lnTo>
                  <a:lnTo>
                    <a:pt x="65" y="321"/>
                  </a:lnTo>
                  <a:lnTo>
                    <a:pt x="84" y="292"/>
                  </a:lnTo>
                  <a:lnTo>
                    <a:pt x="105" y="268"/>
                  </a:lnTo>
                  <a:lnTo>
                    <a:pt x="126" y="246"/>
                  </a:lnTo>
                  <a:lnTo>
                    <a:pt x="146" y="228"/>
                  </a:lnTo>
                  <a:lnTo>
                    <a:pt x="168" y="211"/>
                  </a:lnTo>
                  <a:lnTo>
                    <a:pt x="190" y="197"/>
                  </a:lnTo>
                  <a:lnTo>
                    <a:pt x="212" y="186"/>
                  </a:lnTo>
                  <a:lnTo>
                    <a:pt x="235" y="175"/>
                  </a:lnTo>
                  <a:lnTo>
                    <a:pt x="255" y="166"/>
                  </a:lnTo>
                  <a:lnTo>
                    <a:pt x="276" y="157"/>
                  </a:lnTo>
                  <a:lnTo>
                    <a:pt x="295" y="148"/>
                  </a:lnTo>
                  <a:lnTo>
                    <a:pt x="313" y="138"/>
                  </a:lnTo>
                  <a:lnTo>
                    <a:pt x="330" y="128"/>
                  </a:lnTo>
                  <a:lnTo>
                    <a:pt x="345" y="117"/>
                  </a:lnTo>
                  <a:lnTo>
                    <a:pt x="359" y="104"/>
                  </a:lnTo>
                  <a:lnTo>
                    <a:pt x="379" y="76"/>
                  </a:lnTo>
                  <a:lnTo>
                    <a:pt x="393" y="53"/>
                  </a:lnTo>
                  <a:lnTo>
                    <a:pt x="403" y="32"/>
                  </a:lnTo>
                  <a:lnTo>
                    <a:pt x="412" y="15"/>
                  </a:lnTo>
                  <a:lnTo>
                    <a:pt x="425" y="6"/>
                  </a:lnTo>
                  <a:lnTo>
                    <a:pt x="444" y="0"/>
                  </a:lnTo>
                  <a:lnTo>
                    <a:pt x="472" y="2"/>
                  </a:lnTo>
                  <a:lnTo>
                    <a:pt x="512" y="11"/>
                  </a:lnTo>
                  <a:lnTo>
                    <a:pt x="534" y="17"/>
                  </a:lnTo>
                  <a:lnTo>
                    <a:pt x="556" y="24"/>
                  </a:lnTo>
                  <a:lnTo>
                    <a:pt x="575" y="29"/>
                  </a:lnTo>
                  <a:lnTo>
                    <a:pt x="593" y="35"/>
                  </a:lnTo>
                  <a:lnTo>
                    <a:pt x="610" y="40"/>
                  </a:lnTo>
                  <a:lnTo>
                    <a:pt x="626" y="44"/>
                  </a:lnTo>
                  <a:lnTo>
                    <a:pt x="640" y="49"/>
                  </a:lnTo>
                  <a:lnTo>
                    <a:pt x="654" y="51"/>
                  </a:lnTo>
                  <a:lnTo>
                    <a:pt x="666" y="53"/>
                  </a:lnTo>
                  <a:lnTo>
                    <a:pt x="678" y="54"/>
                  </a:lnTo>
                  <a:lnTo>
                    <a:pt x="691" y="55"/>
                  </a:lnTo>
                  <a:lnTo>
                    <a:pt x="702" y="54"/>
                  </a:lnTo>
                  <a:lnTo>
                    <a:pt x="712" y="51"/>
                  </a:lnTo>
                  <a:lnTo>
                    <a:pt x="723" y="49"/>
                  </a:lnTo>
                  <a:lnTo>
                    <a:pt x="734" y="43"/>
                  </a:lnTo>
                  <a:lnTo>
                    <a:pt x="743" y="36"/>
                  </a:lnTo>
                  <a:lnTo>
                    <a:pt x="764" y="27"/>
                  </a:lnTo>
                  <a:lnTo>
                    <a:pt x="782" y="24"/>
                  </a:lnTo>
                  <a:lnTo>
                    <a:pt x="801" y="29"/>
                  </a:lnTo>
                  <a:lnTo>
                    <a:pt x="820" y="40"/>
                  </a:lnTo>
                  <a:lnTo>
                    <a:pt x="841" y="55"/>
                  </a:lnTo>
                  <a:lnTo>
                    <a:pt x="865" y="73"/>
                  </a:lnTo>
                  <a:lnTo>
                    <a:pt x="892" y="93"/>
                  </a:lnTo>
                  <a:lnTo>
                    <a:pt x="924" y="112"/>
                  </a:lnTo>
                  <a:lnTo>
                    <a:pt x="942" y="122"/>
                  </a:lnTo>
                  <a:lnTo>
                    <a:pt x="958" y="131"/>
                  </a:lnTo>
                  <a:lnTo>
                    <a:pt x="976" y="141"/>
                  </a:lnTo>
                  <a:lnTo>
                    <a:pt x="993" y="151"/>
                  </a:lnTo>
                  <a:lnTo>
                    <a:pt x="1009" y="160"/>
                  </a:lnTo>
                  <a:lnTo>
                    <a:pt x="1026" y="170"/>
                  </a:lnTo>
                  <a:lnTo>
                    <a:pt x="1042" y="181"/>
                  </a:lnTo>
                  <a:lnTo>
                    <a:pt x="1059" y="193"/>
                  </a:lnTo>
                  <a:lnTo>
                    <a:pt x="1075" y="206"/>
                  </a:lnTo>
                  <a:lnTo>
                    <a:pt x="1092" y="219"/>
                  </a:lnTo>
                  <a:lnTo>
                    <a:pt x="1109" y="235"/>
                  </a:lnTo>
                  <a:lnTo>
                    <a:pt x="1125" y="251"/>
                  </a:lnTo>
                  <a:lnTo>
                    <a:pt x="1142" y="268"/>
                  </a:lnTo>
                  <a:lnTo>
                    <a:pt x="1158" y="287"/>
                  </a:lnTo>
                  <a:lnTo>
                    <a:pt x="1176" y="308"/>
                  </a:lnTo>
                  <a:lnTo>
                    <a:pt x="1193" y="331"/>
                  </a:lnTo>
                  <a:lnTo>
                    <a:pt x="1222" y="378"/>
                  </a:lnTo>
                  <a:lnTo>
                    <a:pt x="1240" y="426"/>
                  </a:lnTo>
                  <a:lnTo>
                    <a:pt x="1248" y="472"/>
                  </a:lnTo>
                  <a:lnTo>
                    <a:pt x="1246" y="516"/>
                  </a:lnTo>
                  <a:lnTo>
                    <a:pt x="1237" y="557"/>
                  </a:lnTo>
                  <a:lnTo>
                    <a:pt x="1220" y="593"/>
                  </a:lnTo>
                  <a:lnTo>
                    <a:pt x="1197" y="625"/>
                  </a:lnTo>
                  <a:lnTo>
                    <a:pt x="1168" y="651"/>
                  </a:lnTo>
                  <a:lnTo>
                    <a:pt x="1136" y="674"/>
                  </a:lnTo>
                  <a:lnTo>
                    <a:pt x="1104" y="699"/>
                  </a:lnTo>
                  <a:lnTo>
                    <a:pt x="1074" y="726"/>
                  </a:lnTo>
                  <a:lnTo>
                    <a:pt x="1048" y="755"/>
                  </a:lnTo>
                  <a:lnTo>
                    <a:pt x="1026" y="784"/>
                  </a:lnTo>
                  <a:lnTo>
                    <a:pt x="1012" y="816"/>
                  </a:lnTo>
                  <a:lnTo>
                    <a:pt x="1005" y="846"/>
                  </a:lnTo>
                  <a:lnTo>
                    <a:pt x="1009" y="878"/>
                  </a:lnTo>
                  <a:lnTo>
                    <a:pt x="1012" y="895"/>
                  </a:lnTo>
                  <a:lnTo>
                    <a:pt x="1012" y="915"/>
                  </a:lnTo>
                  <a:lnTo>
                    <a:pt x="1008" y="937"/>
                  </a:lnTo>
                  <a:lnTo>
                    <a:pt x="1001" y="961"/>
                  </a:lnTo>
                  <a:lnTo>
                    <a:pt x="991" y="986"/>
                  </a:lnTo>
                  <a:lnTo>
                    <a:pt x="980" y="1013"/>
                  </a:lnTo>
                  <a:lnTo>
                    <a:pt x="967" y="1041"/>
                  </a:lnTo>
                  <a:lnTo>
                    <a:pt x="950" y="1070"/>
                  </a:lnTo>
                  <a:lnTo>
                    <a:pt x="933" y="1100"/>
                  </a:lnTo>
                  <a:lnTo>
                    <a:pt x="914" y="1130"/>
                  </a:lnTo>
                  <a:lnTo>
                    <a:pt x="895" y="1159"/>
                  </a:lnTo>
                  <a:lnTo>
                    <a:pt x="874" y="1189"/>
                  </a:lnTo>
                  <a:lnTo>
                    <a:pt x="854" y="1218"/>
                  </a:lnTo>
                  <a:lnTo>
                    <a:pt x="833" y="1247"/>
                  </a:lnTo>
                  <a:lnTo>
                    <a:pt x="811" y="1273"/>
                  </a:lnTo>
                  <a:lnTo>
                    <a:pt x="790" y="1300"/>
                  </a:lnTo>
                  <a:lnTo>
                    <a:pt x="790" y="1301"/>
                  </a:lnTo>
                  <a:lnTo>
                    <a:pt x="787" y="1305"/>
                  </a:lnTo>
                  <a:lnTo>
                    <a:pt x="785" y="1312"/>
                  </a:lnTo>
                  <a:lnTo>
                    <a:pt x="780" y="1320"/>
                  </a:lnTo>
                  <a:lnTo>
                    <a:pt x="775" y="1329"/>
                  </a:lnTo>
                  <a:lnTo>
                    <a:pt x="767" y="1340"/>
                  </a:lnTo>
                  <a:lnTo>
                    <a:pt x="757" y="1349"/>
                  </a:lnTo>
                  <a:lnTo>
                    <a:pt x="745" y="1360"/>
                  </a:lnTo>
                  <a:lnTo>
                    <a:pt x="731" y="1369"/>
                  </a:lnTo>
                  <a:lnTo>
                    <a:pt x="713" y="1377"/>
                  </a:lnTo>
                  <a:lnTo>
                    <a:pt x="694" y="1384"/>
                  </a:lnTo>
                  <a:lnTo>
                    <a:pt x="672" y="1389"/>
                  </a:lnTo>
                  <a:lnTo>
                    <a:pt x="647" y="1391"/>
                  </a:lnTo>
                  <a:lnTo>
                    <a:pt x="619" y="1389"/>
                  </a:lnTo>
                  <a:lnTo>
                    <a:pt x="587" y="1384"/>
                  </a:lnTo>
                  <a:lnTo>
                    <a:pt x="553" y="1375"/>
                  </a:lnTo>
                  <a:lnTo>
                    <a:pt x="517" y="1363"/>
                  </a:lnTo>
                  <a:lnTo>
                    <a:pt x="481" y="1347"/>
                  </a:lnTo>
                  <a:lnTo>
                    <a:pt x="445" y="1329"/>
                  </a:lnTo>
                  <a:lnTo>
                    <a:pt x="412" y="1307"/>
                  </a:lnTo>
                  <a:lnTo>
                    <a:pt x="378" y="1283"/>
                  </a:lnTo>
                  <a:lnTo>
                    <a:pt x="346" y="1257"/>
                  </a:lnTo>
                  <a:lnTo>
                    <a:pt x="314" y="1229"/>
                  </a:lnTo>
                  <a:lnTo>
                    <a:pt x="284" y="1199"/>
                  </a:lnTo>
                  <a:lnTo>
                    <a:pt x="255" y="1169"/>
                  </a:lnTo>
                  <a:lnTo>
                    <a:pt x="228" y="1136"/>
                  </a:lnTo>
                  <a:lnTo>
                    <a:pt x="201" y="1103"/>
                  </a:lnTo>
                  <a:lnTo>
                    <a:pt x="177" y="1068"/>
                  </a:lnTo>
                  <a:lnTo>
                    <a:pt x="155" y="1034"/>
                  </a:lnTo>
                  <a:lnTo>
                    <a:pt x="134" y="999"/>
                  </a:lnTo>
                  <a:lnTo>
                    <a:pt x="115" y="963"/>
                  </a:lnTo>
                  <a:lnTo>
                    <a:pt x="98" y="929"/>
                  </a:lnTo>
                  <a:close/>
                </a:path>
              </a:pathLst>
            </a:custGeom>
            <a:solidFill>
              <a:srgbClr val="EDE2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5" name="Freeform 133"/>
            <p:cNvSpPr>
              <a:spLocks/>
            </p:cNvSpPr>
            <p:nvPr/>
          </p:nvSpPr>
          <p:spPr bwMode="gray">
            <a:xfrm>
              <a:off x="3500" y="2359"/>
              <a:ext cx="610" cy="680"/>
            </a:xfrm>
            <a:custGeom>
              <a:avLst/>
              <a:gdLst/>
              <a:ahLst/>
              <a:cxnLst>
                <a:cxn ang="0">
                  <a:pos x="40" y="771"/>
                </a:cxn>
                <a:cxn ang="0">
                  <a:pos x="0" y="560"/>
                </a:cxn>
                <a:cxn ang="0">
                  <a:pos x="45" y="349"/>
                </a:cxn>
                <a:cxn ang="0">
                  <a:pos x="102" y="262"/>
                </a:cxn>
                <a:cxn ang="0">
                  <a:pos x="165" y="206"/>
                </a:cxn>
                <a:cxn ang="0">
                  <a:pos x="229" y="171"/>
                </a:cxn>
                <a:cxn ang="0">
                  <a:pos x="288" y="144"/>
                </a:cxn>
                <a:cxn ang="0">
                  <a:pos x="338" y="113"/>
                </a:cxn>
                <a:cxn ang="0">
                  <a:pos x="385" y="51"/>
                </a:cxn>
                <a:cxn ang="0">
                  <a:pos x="415" y="4"/>
                </a:cxn>
                <a:cxn ang="0">
                  <a:pos x="499" y="10"/>
                </a:cxn>
                <a:cxn ang="0">
                  <a:pos x="561" y="28"/>
                </a:cxn>
                <a:cxn ang="0">
                  <a:pos x="612" y="43"/>
                </a:cxn>
                <a:cxn ang="0">
                  <a:pos x="652" y="51"/>
                </a:cxn>
                <a:cxn ang="0">
                  <a:pos x="686" y="51"/>
                </a:cxn>
                <a:cxn ang="0">
                  <a:pos x="718" y="42"/>
                </a:cxn>
                <a:cxn ang="0">
                  <a:pos x="765" y="24"/>
                </a:cxn>
                <a:cxn ang="0">
                  <a:pos x="823" y="54"/>
                </a:cxn>
                <a:cxn ang="0">
                  <a:pos x="904" y="109"/>
                </a:cxn>
                <a:cxn ang="0">
                  <a:pos x="955" y="137"/>
                </a:cxn>
                <a:cxn ang="0">
                  <a:pos x="1004" y="166"/>
                </a:cxn>
                <a:cxn ang="0">
                  <a:pos x="1052" y="202"/>
                </a:cxn>
                <a:cxn ang="0">
                  <a:pos x="1101" y="246"/>
                </a:cxn>
                <a:cxn ang="0">
                  <a:pos x="1150" y="302"/>
                </a:cxn>
                <a:cxn ang="0">
                  <a:pos x="1213" y="416"/>
                </a:cxn>
                <a:cxn ang="0">
                  <a:pos x="1210" y="543"/>
                </a:cxn>
                <a:cxn ang="0">
                  <a:pos x="1143" y="636"/>
                </a:cxn>
                <a:cxn ang="0">
                  <a:pos x="1052" y="710"/>
                </a:cxn>
                <a:cxn ang="0">
                  <a:pos x="990" y="797"/>
                </a:cxn>
                <a:cxn ang="0">
                  <a:pos x="990" y="875"/>
                </a:cxn>
                <a:cxn ang="0">
                  <a:pos x="979" y="940"/>
                </a:cxn>
                <a:cxn ang="0">
                  <a:pos x="946" y="1019"/>
                </a:cxn>
                <a:cxn ang="0">
                  <a:pos x="895" y="1105"/>
                </a:cxn>
                <a:cxn ang="0">
                  <a:pos x="835" y="1192"/>
                </a:cxn>
                <a:cxn ang="0">
                  <a:pos x="772" y="1271"/>
                </a:cxn>
                <a:cxn ang="0">
                  <a:pos x="766" y="1283"/>
                </a:cxn>
                <a:cxn ang="0">
                  <a:pos x="749" y="1309"/>
                </a:cxn>
                <a:cxn ang="0">
                  <a:pos x="714" y="1338"/>
                </a:cxn>
                <a:cxn ang="0">
                  <a:pos x="656" y="1358"/>
                </a:cxn>
                <a:cxn ang="0">
                  <a:pos x="575" y="1353"/>
                </a:cxn>
                <a:cxn ang="0">
                  <a:pos x="470" y="1318"/>
                </a:cxn>
                <a:cxn ang="0">
                  <a:pos x="369" y="1254"/>
                </a:cxn>
                <a:cxn ang="0">
                  <a:pos x="278" y="1173"/>
                </a:cxn>
                <a:cxn ang="0">
                  <a:pos x="197" y="1079"/>
                </a:cxn>
                <a:cxn ang="0">
                  <a:pos x="130" y="977"/>
                </a:cxn>
              </a:cxnLst>
              <a:rect l="0" t="0" r="r" b="b"/>
              <a:pathLst>
                <a:path w="1220" h="1360">
                  <a:moveTo>
                    <a:pt x="95" y="908"/>
                  </a:moveTo>
                  <a:lnTo>
                    <a:pt x="66" y="839"/>
                  </a:lnTo>
                  <a:lnTo>
                    <a:pt x="40" y="771"/>
                  </a:lnTo>
                  <a:lnTo>
                    <a:pt x="19" y="700"/>
                  </a:lnTo>
                  <a:lnTo>
                    <a:pt x="5" y="630"/>
                  </a:lnTo>
                  <a:lnTo>
                    <a:pt x="0" y="560"/>
                  </a:lnTo>
                  <a:lnTo>
                    <a:pt x="3" y="489"/>
                  </a:lnTo>
                  <a:lnTo>
                    <a:pt x="18" y="419"/>
                  </a:lnTo>
                  <a:lnTo>
                    <a:pt x="45" y="349"/>
                  </a:lnTo>
                  <a:lnTo>
                    <a:pt x="63" y="316"/>
                  </a:lnTo>
                  <a:lnTo>
                    <a:pt x="83" y="287"/>
                  </a:lnTo>
                  <a:lnTo>
                    <a:pt x="102" y="262"/>
                  </a:lnTo>
                  <a:lnTo>
                    <a:pt x="123" y="240"/>
                  </a:lnTo>
                  <a:lnTo>
                    <a:pt x="143" y="222"/>
                  </a:lnTo>
                  <a:lnTo>
                    <a:pt x="165" y="206"/>
                  </a:lnTo>
                  <a:lnTo>
                    <a:pt x="186" y="193"/>
                  </a:lnTo>
                  <a:lnTo>
                    <a:pt x="208" y="181"/>
                  </a:lnTo>
                  <a:lnTo>
                    <a:pt x="229" y="171"/>
                  </a:lnTo>
                  <a:lnTo>
                    <a:pt x="249" y="162"/>
                  </a:lnTo>
                  <a:lnTo>
                    <a:pt x="270" y="152"/>
                  </a:lnTo>
                  <a:lnTo>
                    <a:pt x="288" y="144"/>
                  </a:lnTo>
                  <a:lnTo>
                    <a:pt x="306" y="134"/>
                  </a:lnTo>
                  <a:lnTo>
                    <a:pt x="323" y="124"/>
                  </a:lnTo>
                  <a:lnTo>
                    <a:pt x="338" y="113"/>
                  </a:lnTo>
                  <a:lnTo>
                    <a:pt x="351" y="101"/>
                  </a:lnTo>
                  <a:lnTo>
                    <a:pt x="371" y="75"/>
                  </a:lnTo>
                  <a:lnTo>
                    <a:pt x="385" y="51"/>
                  </a:lnTo>
                  <a:lnTo>
                    <a:pt x="394" y="31"/>
                  </a:lnTo>
                  <a:lnTo>
                    <a:pt x="404" y="16"/>
                  </a:lnTo>
                  <a:lnTo>
                    <a:pt x="415" y="4"/>
                  </a:lnTo>
                  <a:lnTo>
                    <a:pt x="433" y="0"/>
                  </a:lnTo>
                  <a:lnTo>
                    <a:pt x="460" y="2"/>
                  </a:lnTo>
                  <a:lnTo>
                    <a:pt x="499" y="10"/>
                  </a:lnTo>
                  <a:lnTo>
                    <a:pt x="521" y="16"/>
                  </a:lnTo>
                  <a:lnTo>
                    <a:pt x="542" y="22"/>
                  </a:lnTo>
                  <a:lnTo>
                    <a:pt x="561" y="28"/>
                  </a:lnTo>
                  <a:lnTo>
                    <a:pt x="579" y="33"/>
                  </a:lnTo>
                  <a:lnTo>
                    <a:pt x="596" y="38"/>
                  </a:lnTo>
                  <a:lnTo>
                    <a:pt x="612" y="43"/>
                  </a:lnTo>
                  <a:lnTo>
                    <a:pt x="626" y="46"/>
                  </a:lnTo>
                  <a:lnTo>
                    <a:pt x="640" y="49"/>
                  </a:lnTo>
                  <a:lnTo>
                    <a:pt x="652" y="51"/>
                  </a:lnTo>
                  <a:lnTo>
                    <a:pt x="664" y="53"/>
                  </a:lnTo>
                  <a:lnTo>
                    <a:pt x="675" y="53"/>
                  </a:lnTo>
                  <a:lnTo>
                    <a:pt x="686" y="51"/>
                  </a:lnTo>
                  <a:lnTo>
                    <a:pt x="698" y="50"/>
                  </a:lnTo>
                  <a:lnTo>
                    <a:pt x="707" y="46"/>
                  </a:lnTo>
                  <a:lnTo>
                    <a:pt x="718" y="42"/>
                  </a:lnTo>
                  <a:lnTo>
                    <a:pt x="728" y="35"/>
                  </a:lnTo>
                  <a:lnTo>
                    <a:pt x="747" y="25"/>
                  </a:lnTo>
                  <a:lnTo>
                    <a:pt x="765" y="24"/>
                  </a:lnTo>
                  <a:lnTo>
                    <a:pt x="783" y="28"/>
                  </a:lnTo>
                  <a:lnTo>
                    <a:pt x="802" y="39"/>
                  </a:lnTo>
                  <a:lnTo>
                    <a:pt x="823" y="54"/>
                  </a:lnTo>
                  <a:lnTo>
                    <a:pt x="846" y="71"/>
                  </a:lnTo>
                  <a:lnTo>
                    <a:pt x="873" y="90"/>
                  </a:lnTo>
                  <a:lnTo>
                    <a:pt x="904" y="109"/>
                  </a:lnTo>
                  <a:lnTo>
                    <a:pt x="921" y="119"/>
                  </a:lnTo>
                  <a:lnTo>
                    <a:pt x="937" y="127"/>
                  </a:lnTo>
                  <a:lnTo>
                    <a:pt x="955" y="137"/>
                  </a:lnTo>
                  <a:lnTo>
                    <a:pt x="972" y="146"/>
                  </a:lnTo>
                  <a:lnTo>
                    <a:pt x="987" y="156"/>
                  </a:lnTo>
                  <a:lnTo>
                    <a:pt x="1004" y="166"/>
                  </a:lnTo>
                  <a:lnTo>
                    <a:pt x="1020" y="177"/>
                  </a:lnTo>
                  <a:lnTo>
                    <a:pt x="1037" y="189"/>
                  </a:lnTo>
                  <a:lnTo>
                    <a:pt x="1052" y="202"/>
                  </a:lnTo>
                  <a:lnTo>
                    <a:pt x="1068" y="215"/>
                  </a:lnTo>
                  <a:lnTo>
                    <a:pt x="1085" y="229"/>
                  </a:lnTo>
                  <a:lnTo>
                    <a:pt x="1101" y="246"/>
                  </a:lnTo>
                  <a:lnTo>
                    <a:pt x="1117" y="262"/>
                  </a:lnTo>
                  <a:lnTo>
                    <a:pt x="1133" y="281"/>
                  </a:lnTo>
                  <a:lnTo>
                    <a:pt x="1150" y="302"/>
                  </a:lnTo>
                  <a:lnTo>
                    <a:pt x="1166" y="324"/>
                  </a:lnTo>
                  <a:lnTo>
                    <a:pt x="1195" y="370"/>
                  </a:lnTo>
                  <a:lnTo>
                    <a:pt x="1213" y="416"/>
                  </a:lnTo>
                  <a:lnTo>
                    <a:pt x="1220" y="461"/>
                  </a:lnTo>
                  <a:lnTo>
                    <a:pt x="1220" y="503"/>
                  </a:lnTo>
                  <a:lnTo>
                    <a:pt x="1210" y="543"/>
                  </a:lnTo>
                  <a:lnTo>
                    <a:pt x="1194" y="579"/>
                  </a:lnTo>
                  <a:lnTo>
                    <a:pt x="1172" y="611"/>
                  </a:lnTo>
                  <a:lnTo>
                    <a:pt x="1143" y="636"/>
                  </a:lnTo>
                  <a:lnTo>
                    <a:pt x="1111" y="659"/>
                  </a:lnTo>
                  <a:lnTo>
                    <a:pt x="1081" y="684"/>
                  </a:lnTo>
                  <a:lnTo>
                    <a:pt x="1052" y="710"/>
                  </a:lnTo>
                  <a:lnTo>
                    <a:pt x="1026" y="738"/>
                  </a:lnTo>
                  <a:lnTo>
                    <a:pt x="1004" y="766"/>
                  </a:lnTo>
                  <a:lnTo>
                    <a:pt x="990" y="797"/>
                  </a:lnTo>
                  <a:lnTo>
                    <a:pt x="983" y="828"/>
                  </a:lnTo>
                  <a:lnTo>
                    <a:pt x="987" y="859"/>
                  </a:lnTo>
                  <a:lnTo>
                    <a:pt x="990" y="875"/>
                  </a:lnTo>
                  <a:lnTo>
                    <a:pt x="990" y="895"/>
                  </a:lnTo>
                  <a:lnTo>
                    <a:pt x="986" y="917"/>
                  </a:lnTo>
                  <a:lnTo>
                    <a:pt x="979" y="940"/>
                  </a:lnTo>
                  <a:lnTo>
                    <a:pt x="971" y="965"/>
                  </a:lnTo>
                  <a:lnTo>
                    <a:pt x="959" y="991"/>
                  </a:lnTo>
                  <a:lnTo>
                    <a:pt x="946" y="1019"/>
                  </a:lnTo>
                  <a:lnTo>
                    <a:pt x="931" y="1048"/>
                  </a:lnTo>
                  <a:lnTo>
                    <a:pt x="913" y="1076"/>
                  </a:lnTo>
                  <a:lnTo>
                    <a:pt x="895" y="1105"/>
                  </a:lnTo>
                  <a:lnTo>
                    <a:pt x="875" y="1136"/>
                  </a:lnTo>
                  <a:lnTo>
                    <a:pt x="856" y="1163"/>
                  </a:lnTo>
                  <a:lnTo>
                    <a:pt x="835" y="1192"/>
                  </a:lnTo>
                  <a:lnTo>
                    <a:pt x="813" y="1220"/>
                  </a:lnTo>
                  <a:lnTo>
                    <a:pt x="793" y="1246"/>
                  </a:lnTo>
                  <a:lnTo>
                    <a:pt x="772" y="1271"/>
                  </a:lnTo>
                  <a:lnTo>
                    <a:pt x="772" y="1272"/>
                  </a:lnTo>
                  <a:lnTo>
                    <a:pt x="769" y="1276"/>
                  </a:lnTo>
                  <a:lnTo>
                    <a:pt x="766" y="1283"/>
                  </a:lnTo>
                  <a:lnTo>
                    <a:pt x="762" y="1290"/>
                  </a:lnTo>
                  <a:lnTo>
                    <a:pt x="757" y="1300"/>
                  </a:lnTo>
                  <a:lnTo>
                    <a:pt x="749" y="1309"/>
                  </a:lnTo>
                  <a:lnTo>
                    <a:pt x="739" y="1320"/>
                  </a:lnTo>
                  <a:lnTo>
                    <a:pt x="728" y="1330"/>
                  </a:lnTo>
                  <a:lnTo>
                    <a:pt x="714" y="1338"/>
                  </a:lnTo>
                  <a:lnTo>
                    <a:pt x="698" y="1347"/>
                  </a:lnTo>
                  <a:lnTo>
                    <a:pt x="678" y="1353"/>
                  </a:lnTo>
                  <a:lnTo>
                    <a:pt x="656" y="1358"/>
                  </a:lnTo>
                  <a:lnTo>
                    <a:pt x="633" y="1360"/>
                  </a:lnTo>
                  <a:lnTo>
                    <a:pt x="605" y="1359"/>
                  </a:lnTo>
                  <a:lnTo>
                    <a:pt x="575" y="1353"/>
                  </a:lnTo>
                  <a:lnTo>
                    <a:pt x="540" y="1345"/>
                  </a:lnTo>
                  <a:lnTo>
                    <a:pt x="505" y="1333"/>
                  </a:lnTo>
                  <a:lnTo>
                    <a:pt x="470" y="1318"/>
                  </a:lnTo>
                  <a:lnTo>
                    <a:pt x="436" y="1298"/>
                  </a:lnTo>
                  <a:lnTo>
                    <a:pt x="402" y="1278"/>
                  </a:lnTo>
                  <a:lnTo>
                    <a:pt x="369" y="1254"/>
                  </a:lnTo>
                  <a:lnTo>
                    <a:pt x="338" y="1229"/>
                  </a:lnTo>
                  <a:lnTo>
                    <a:pt x="307" y="1202"/>
                  </a:lnTo>
                  <a:lnTo>
                    <a:pt x="278" y="1173"/>
                  </a:lnTo>
                  <a:lnTo>
                    <a:pt x="249" y="1143"/>
                  </a:lnTo>
                  <a:lnTo>
                    <a:pt x="222" y="1111"/>
                  </a:lnTo>
                  <a:lnTo>
                    <a:pt x="197" y="1079"/>
                  </a:lnTo>
                  <a:lnTo>
                    <a:pt x="174" y="1045"/>
                  </a:lnTo>
                  <a:lnTo>
                    <a:pt x="150" y="1012"/>
                  </a:lnTo>
                  <a:lnTo>
                    <a:pt x="130" y="977"/>
                  </a:lnTo>
                  <a:lnTo>
                    <a:pt x="112" y="943"/>
                  </a:lnTo>
                  <a:lnTo>
                    <a:pt x="95" y="908"/>
                  </a:lnTo>
                  <a:close/>
                </a:path>
              </a:pathLst>
            </a:custGeom>
            <a:solidFill>
              <a:srgbClr val="EADDD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6" name="Freeform 134"/>
            <p:cNvSpPr>
              <a:spLocks/>
            </p:cNvSpPr>
            <p:nvPr/>
          </p:nvSpPr>
          <p:spPr bwMode="gray">
            <a:xfrm>
              <a:off x="3506" y="2363"/>
              <a:ext cx="598" cy="665"/>
            </a:xfrm>
            <a:custGeom>
              <a:avLst/>
              <a:gdLst/>
              <a:ahLst/>
              <a:cxnLst>
                <a:cxn ang="0">
                  <a:pos x="40" y="754"/>
                </a:cxn>
                <a:cxn ang="0">
                  <a:pos x="0" y="548"/>
                </a:cxn>
                <a:cxn ang="0">
                  <a:pos x="46" y="342"/>
                </a:cxn>
                <a:cxn ang="0">
                  <a:pos x="101" y="256"/>
                </a:cxn>
                <a:cxn ang="0">
                  <a:pos x="163" y="203"/>
                </a:cxn>
                <a:cxn ang="0">
                  <a:pos x="225" y="168"/>
                </a:cxn>
                <a:cxn ang="0">
                  <a:pos x="284" y="141"/>
                </a:cxn>
                <a:cxn ang="0">
                  <a:pos x="333" y="112"/>
                </a:cxn>
                <a:cxn ang="0">
                  <a:pos x="377" y="50"/>
                </a:cxn>
                <a:cxn ang="0">
                  <a:pos x="407" y="4"/>
                </a:cxn>
                <a:cxn ang="0">
                  <a:pos x="490" y="10"/>
                </a:cxn>
                <a:cxn ang="0">
                  <a:pos x="550" y="28"/>
                </a:cxn>
                <a:cxn ang="0">
                  <a:pos x="600" y="41"/>
                </a:cxn>
                <a:cxn ang="0">
                  <a:pos x="639" y="51"/>
                </a:cxn>
                <a:cxn ang="0">
                  <a:pos x="673" y="51"/>
                </a:cxn>
                <a:cxn ang="0">
                  <a:pos x="703" y="41"/>
                </a:cxn>
                <a:cxn ang="0">
                  <a:pos x="750" y="22"/>
                </a:cxn>
                <a:cxn ang="0">
                  <a:pos x="805" y="52"/>
                </a:cxn>
                <a:cxn ang="0">
                  <a:pos x="885" y="107"/>
                </a:cxn>
                <a:cxn ang="0">
                  <a:pos x="935" y="134"/>
                </a:cxn>
                <a:cxn ang="0">
                  <a:pos x="983" y="163"/>
                </a:cxn>
                <a:cxn ang="0">
                  <a:pos x="1030" y="197"/>
                </a:cxn>
                <a:cxn ang="0">
                  <a:pos x="1078" y="240"/>
                </a:cxn>
                <a:cxn ang="0">
                  <a:pos x="1127" y="295"/>
                </a:cxn>
                <a:cxn ang="0">
                  <a:pos x="1187" y="406"/>
                </a:cxn>
                <a:cxn ang="0">
                  <a:pos x="1185" y="532"/>
                </a:cxn>
                <a:cxn ang="0">
                  <a:pos x="1118" y="623"/>
                </a:cxn>
                <a:cxn ang="0">
                  <a:pos x="1029" y="694"/>
                </a:cxn>
                <a:cxn ang="0">
                  <a:pos x="968" y="780"/>
                </a:cxn>
                <a:cxn ang="0">
                  <a:pos x="970" y="857"/>
                </a:cxn>
                <a:cxn ang="0">
                  <a:pos x="960" y="919"/>
                </a:cxn>
                <a:cxn ang="0">
                  <a:pos x="927" y="998"/>
                </a:cxn>
                <a:cxn ang="0">
                  <a:pos x="877" y="1083"/>
                </a:cxn>
                <a:cxn ang="0">
                  <a:pos x="818" y="1167"/>
                </a:cxn>
                <a:cxn ang="0">
                  <a:pos x="756" y="1244"/>
                </a:cxn>
                <a:cxn ang="0">
                  <a:pos x="750" y="1255"/>
                </a:cxn>
                <a:cxn ang="0">
                  <a:pos x="734" y="1281"/>
                </a:cxn>
                <a:cxn ang="0">
                  <a:pos x="699" y="1310"/>
                </a:cxn>
                <a:cxn ang="0">
                  <a:pos x="644" y="1328"/>
                </a:cxn>
                <a:cxn ang="0">
                  <a:pos x="563" y="1324"/>
                </a:cxn>
                <a:cxn ang="0">
                  <a:pos x="461" y="1288"/>
                </a:cxn>
                <a:cxn ang="0">
                  <a:pos x="363" y="1228"/>
                </a:cxn>
                <a:cxn ang="0">
                  <a:pos x="273" y="1148"/>
                </a:cxn>
                <a:cxn ang="0">
                  <a:pos x="193" y="1055"/>
                </a:cxn>
                <a:cxn ang="0">
                  <a:pos x="129" y="956"/>
                </a:cxn>
              </a:cxnLst>
              <a:rect l="0" t="0" r="r" b="b"/>
              <a:pathLst>
                <a:path w="1196" h="1330">
                  <a:moveTo>
                    <a:pt x="94" y="889"/>
                  </a:moveTo>
                  <a:lnTo>
                    <a:pt x="65" y="821"/>
                  </a:lnTo>
                  <a:lnTo>
                    <a:pt x="40" y="754"/>
                  </a:lnTo>
                  <a:lnTo>
                    <a:pt x="20" y="686"/>
                  </a:lnTo>
                  <a:lnTo>
                    <a:pt x="6" y="617"/>
                  </a:lnTo>
                  <a:lnTo>
                    <a:pt x="0" y="548"/>
                  </a:lnTo>
                  <a:lnTo>
                    <a:pt x="4" y="479"/>
                  </a:lnTo>
                  <a:lnTo>
                    <a:pt x="18" y="411"/>
                  </a:lnTo>
                  <a:lnTo>
                    <a:pt x="46" y="342"/>
                  </a:lnTo>
                  <a:lnTo>
                    <a:pt x="62" y="309"/>
                  </a:lnTo>
                  <a:lnTo>
                    <a:pt x="82" y="281"/>
                  </a:lnTo>
                  <a:lnTo>
                    <a:pt x="101" y="256"/>
                  </a:lnTo>
                  <a:lnTo>
                    <a:pt x="120" y="236"/>
                  </a:lnTo>
                  <a:lnTo>
                    <a:pt x="141" y="218"/>
                  </a:lnTo>
                  <a:lnTo>
                    <a:pt x="163" y="203"/>
                  </a:lnTo>
                  <a:lnTo>
                    <a:pt x="184" y="189"/>
                  </a:lnTo>
                  <a:lnTo>
                    <a:pt x="204" y="178"/>
                  </a:lnTo>
                  <a:lnTo>
                    <a:pt x="225" y="168"/>
                  </a:lnTo>
                  <a:lnTo>
                    <a:pt x="246" y="158"/>
                  </a:lnTo>
                  <a:lnTo>
                    <a:pt x="265" y="150"/>
                  </a:lnTo>
                  <a:lnTo>
                    <a:pt x="284" y="141"/>
                  </a:lnTo>
                  <a:lnTo>
                    <a:pt x="301" y="132"/>
                  </a:lnTo>
                  <a:lnTo>
                    <a:pt x="317" y="123"/>
                  </a:lnTo>
                  <a:lnTo>
                    <a:pt x="333" y="112"/>
                  </a:lnTo>
                  <a:lnTo>
                    <a:pt x="345" y="99"/>
                  </a:lnTo>
                  <a:lnTo>
                    <a:pt x="364" y="73"/>
                  </a:lnTo>
                  <a:lnTo>
                    <a:pt x="377" y="50"/>
                  </a:lnTo>
                  <a:lnTo>
                    <a:pt x="386" y="30"/>
                  </a:lnTo>
                  <a:lnTo>
                    <a:pt x="396" y="15"/>
                  </a:lnTo>
                  <a:lnTo>
                    <a:pt x="407" y="4"/>
                  </a:lnTo>
                  <a:lnTo>
                    <a:pt x="425" y="0"/>
                  </a:lnTo>
                  <a:lnTo>
                    <a:pt x="451" y="1"/>
                  </a:lnTo>
                  <a:lnTo>
                    <a:pt x="490" y="10"/>
                  </a:lnTo>
                  <a:lnTo>
                    <a:pt x="512" y="15"/>
                  </a:lnTo>
                  <a:lnTo>
                    <a:pt x="532" y="22"/>
                  </a:lnTo>
                  <a:lnTo>
                    <a:pt x="550" y="28"/>
                  </a:lnTo>
                  <a:lnTo>
                    <a:pt x="568" y="33"/>
                  </a:lnTo>
                  <a:lnTo>
                    <a:pt x="585" y="37"/>
                  </a:lnTo>
                  <a:lnTo>
                    <a:pt x="600" y="41"/>
                  </a:lnTo>
                  <a:lnTo>
                    <a:pt x="614" y="45"/>
                  </a:lnTo>
                  <a:lnTo>
                    <a:pt x="626" y="48"/>
                  </a:lnTo>
                  <a:lnTo>
                    <a:pt x="639" y="51"/>
                  </a:lnTo>
                  <a:lnTo>
                    <a:pt x="651" y="51"/>
                  </a:lnTo>
                  <a:lnTo>
                    <a:pt x="662" y="52"/>
                  </a:lnTo>
                  <a:lnTo>
                    <a:pt x="673" y="51"/>
                  </a:lnTo>
                  <a:lnTo>
                    <a:pt x="683" y="48"/>
                  </a:lnTo>
                  <a:lnTo>
                    <a:pt x="692" y="45"/>
                  </a:lnTo>
                  <a:lnTo>
                    <a:pt x="703" y="41"/>
                  </a:lnTo>
                  <a:lnTo>
                    <a:pt x="713" y="34"/>
                  </a:lnTo>
                  <a:lnTo>
                    <a:pt x="732" y="25"/>
                  </a:lnTo>
                  <a:lnTo>
                    <a:pt x="750" y="22"/>
                  </a:lnTo>
                  <a:lnTo>
                    <a:pt x="767" y="28"/>
                  </a:lnTo>
                  <a:lnTo>
                    <a:pt x="786" y="37"/>
                  </a:lnTo>
                  <a:lnTo>
                    <a:pt x="805" y="52"/>
                  </a:lnTo>
                  <a:lnTo>
                    <a:pt x="829" y="70"/>
                  </a:lnTo>
                  <a:lnTo>
                    <a:pt x="855" y="88"/>
                  </a:lnTo>
                  <a:lnTo>
                    <a:pt x="885" y="107"/>
                  </a:lnTo>
                  <a:lnTo>
                    <a:pt x="902" y="117"/>
                  </a:lnTo>
                  <a:lnTo>
                    <a:pt x="919" y="125"/>
                  </a:lnTo>
                  <a:lnTo>
                    <a:pt x="935" y="134"/>
                  </a:lnTo>
                  <a:lnTo>
                    <a:pt x="952" y="143"/>
                  </a:lnTo>
                  <a:lnTo>
                    <a:pt x="967" y="153"/>
                  </a:lnTo>
                  <a:lnTo>
                    <a:pt x="983" y="163"/>
                  </a:lnTo>
                  <a:lnTo>
                    <a:pt x="998" y="174"/>
                  </a:lnTo>
                  <a:lnTo>
                    <a:pt x="1015" y="185"/>
                  </a:lnTo>
                  <a:lnTo>
                    <a:pt x="1030" y="197"/>
                  </a:lnTo>
                  <a:lnTo>
                    <a:pt x="1047" y="209"/>
                  </a:lnTo>
                  <a:lnTo>
                    <a:pt x="1062" y="225"/>
                  </a:lnTo>
                  <a:lnTo>
                    <a:pt x="1078" y="240"/>
                  </a:lnTo>
                  <a:lnTo>
                    <a:pt x="1095" y="256"/>
                  </a:lnTo>
                  <a:lnTo>
                    <a:pt x="1110" y="276"/>
                  </a:lnTo>
                  <a:lnTo>
                    <a:pt x="1127" y="295"/>
                  </a:lnTo>
                  <a:lnTo>
                    <a:pt x="1143" y="317"/>
                  </a:lnTo>
                  <a:lnTo>
                    <a:pt x="1171" y="362"/>
                  </a:lnTo>
                  <a:lnTo>
                    <a:pt x="1187" y="406"/>
                  </a:lnTo>
                  <a:lnTo>
                    <a:pt x="1196" y="451"/>
                  </a:lnTo>
                  <a:lnTo>
                    <a:pt x="1194" y="493"/>
                  </a:lnTo>
                  <a:lnTo>
                    <a:pt x="1185" y="532"/>
                  </a:lnTo>
                  <a:lnTo>
                    <a:pt x="1169" y="568"/>
                  </a:lnTo>
                  <a:lnTo>
                    <a:pt x="1146" y="598"/>
                  </a:lnTo>
                  <a:lnTo>
                    <a:pt x="1118" y="623"/>
                  </a:lnTo>
                  <a:lnTo>
                    <a:pt x="1088" y="645"/>
                  </a:lnTo>
                  <a:lnTo>
                    <a:pt x="1058" y="670"/>
                  </a:lnTo>
                  <a:lnTo>
                    <a:pt x="1029" y="694"/>
                  </a:lnTo>
                  <a:lnTo>
                    <a:pt x="1004" y="722"/>
                  </a:lnTo>
                  <a:lnTo>
                    <a:pt x="983" y="751"/>
                  </a:lnTo>
                  <a:lnTo>
                    <a:pt x="968" y="780"/>
                  </a:lnTo>
                  <a:lnTo>
                    <a:pt x="963" y="810"/>
                  </a:lnTo>
                  <a:lnTo>
                    <a:pt x="967" y="840"/>
                  </a:lnTo>
                  <a:lnTo>
                    <a:pt x="970" y="857"/>
                  </a:lnTo>
                  <a:lnTo>
                    <a:pt x="970" y="876"/>
                  </a:lnTo>
                  <a:lnTo>
                    <a:pt x="965" y="897"/>
                  </a:lnTo>
                  <a:lnTo>
                    <a:pt x="960" y="919"/>
                  </a:lnTo>
                  <a:lnTo>
                    <a:pt x="950" y="944"/>
                  </a:lnTo>
                  <a:lnTo>
                    <a:pt x="939" y="970"/>
                  </a:lnTo>
                  <a:lnTo>
                    <a:pt x="927" y="998"/>
                  </a:lnTo>
                  <a:lnTo>
                    <a:pt x="912" y="1025"/>
                  </a:lnTo>
                  <a:lnTo>
                    <a:pt x="895" y="1054"/>
                  </a:lnTo>
                  <a:lnTo>
                    <a:pt x="877" y="1083"/>
                  </a:lnTo>
                  <a:lnTo>
                    <a:pt x="858" y="1111"/>
                  </a:lnTo>
                  <a:lnTo>
                    <a:pt x="839" y="1139"/>
                  </a:lnTo>
                  <a:lnTo>
                    <a:pt x="818" y="1167"/>
                  </a:lnTo>
                  <a:lnTo>
                    <a:pt x="797" y="1195"/>
                  </a:lnTo>
                  <a:lnTo>
                    <a:pt x="777" y="1219"/>
                  </a:lnTo>
                  <a:lnTo>
                    <a:pt x="756" y="1244"/>
                  </a:lnTo>
                  <a:lnTo>
                    <a:pt x="756" y="1246"/>
                  </a:lnTo>
                  <a:lnTo>
                    <a:pt x="753" y="1250"/>
                  </a:lnTo>
                  <a:lnTo>
                    <a:pt x="750" y="1255"/>
                  </a:lnTo>
                  <a:lnTo>
                    <a:pt x="746" y="1263"/>
                  </a:lnTo>
                  <a:lnTo>
                    <a:pt x="741" y="1272"/>
                  </a:lnTo>
                  <a:lnTo>
                    <a:pt x="734" y="1281"/>
                  </a:lnTo>
                  <a:lnTo>
                    <a:pt x="724" y="1291"/>
                  </a:lnTo>
                  <a:lnTo>
                    <a:pt x="713" y="1301"/>
                  </a:lnTo>
                  <a:lnTo>
                    <a:pt x="699" y="1310"/>
                  </a:lnTo>
                  <a:lnTo>
                    <a:pt x="683" y="1319"/>
                  </a:lnTo>
                  <a:lnTo>
                    <a:pt x="665" y="1324"/>
                  </a:lnTo>
                  <a:lnTo>
                    <a:pt x="644" y="1328"/>
                  </a:lnTo>
                  <a:lnTo>
                    <a:pt x="619" y="1330"/>
                  </a:lnTo>
                  <a:lnTo>
                    <a:pt x="593" y="1330"/>
                  </a:lnTo>
                  <a:lnTo>
                    <a:pt x="563" y="1324"/>
                  </a:lnTo>
                  <a:lnTo>
                    <a:pt x="530" y="1316"/>
                  </a:lnTo>
                  <a:lnTo>
                    <a:pt x="495" y="1303"/>
                  </a:lnTo>
                  <a:lnTo>
                    <a:pt x="461" y="1288"/>
                  </a:lnTo>
                  <a:lnTo>
                    <a:pt x="428" y="1270"/>
                  </a:lnTo>
                  <a:lnTo>
                    <a:pt x="395" y="1250"/>
                  </a:lnTo>
                  <a:lnTo>
                    <a:pt x="363" y="1228"/>
                  </a:lnTo>
                  <a:lnTo>
                    <a:pt x="333" y="1203"/>
                  </a:lnTo>
                  <a:lnTo>
                    <a:pt x="302" y="1177"/>
                  </a:lnTo>
                  <a:lnTo>
                    <a:pt x="273" y="1148"/>
                  </a:lnTo>
                  <a:lnTo>
                    <a:pt x="246" y="1117"/>
                  </a:lnTo>
                  <a:lnTo>
                    <a:pt x="220" y="1087"/>
                  </a:lnTo>
                  <a:lnTo>
                    <a:pt x="193" y="1055"/>
                  </a:lnTo>
                  <a:lnTo>
                    <a:pt x="170" y="1022"/>
                  </a:lnTo>
                  <a:lnTo>
                    <a:pt x="149" y="989"/>
                  </a:lnTo>
                  <a:lnTo>
                    <a:pt x="129" y="956"/>
                  </a:lnTo>
                  <a:lnTo>
                    <a:pt x="111" y="922"/>
                  </a:lnTo>
                  <a:lnTo>
                    <a:pt x="94" y="889"/>
                  </a:lnTo>
                  <a:close/>
                </a:path>
              </a:pathLst>
            </a:custGeom>
            <a:solidFill>
              <a:srgbClr val="E8DBC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7" name="Freeform 135"/>
            <p:cNvSpPr>
              <a:spLocks/>
            </p:cNvSpPr>
            <p:nvPr/>
          </p:nvSpPr>
          <p:spPr bwMode="gray">
            <a:xfrm>
              <a:off x="3513" y="2369"/>
              <a:ext cx="584" cy="650"/>
            </a:xfrm>
            <a:custGeom>
              <a:avLst/>
              <a:gdLst/>
              <a:ahLst/>
              <a:cxnLst>
                <a:cxn ang="0">
                  <a:pos x="39" y="736"/>
                </a:cxn>
                <a:cxn ang="0">
                  <a:pos x="0" y="536"/>
                </a:cxn>
                <a:cxn ang="0">
                  <a:pos x="44" y="333"/>
                </a:cxn>
                <a:cxn ang="0">
                  <a:pos x="98" y="249"/>
                </a:cxn>
                <a:cxn ang="0">
                  <a:pos x="159" y="197"/>
                </a:cxn>
                <a:cxn ang="0">
                  <a:pos x="219" y="164"/>
                </a:cxn>
                <a:cxn ang="0">
                  <a:pos x="277" y="138"/>
                </a:cxn>
                <a:cxn ang="0">
                  <a:pos x="324" y="109"/>
                </a:cxn>
                <a:cxn ang="0">
                  <a:pos x="368" y="48"/>
                </a:cxn>
                <a:cxn ang="0">
                  <a:pos x="397" y="4"/>
                </a:cxn>
                <a:cxn ang="0">
                  <a:pos x="479" y="10"/>
                </a:cxn>
                <a:cxn ang="0">
                  <a:pos x="586" y="41"/>
                </a:cxn>
                <a:cxn ang="0">
                  <a:pos x="656" y="50"/>
                </a:cxn>
                <a:cxn ang="0">
                  <a:pos x="716" y="23"/>
                </a:cxn>
                <a:cxn ang="0">
                  <a:pos x="768" y="37"/>
                </a:cxn>
                <a:cxn ang="0">
                  <a:pos x="836" y="85"/>
                </a:cxn>
                <a:cxn ang="0">
                  <a:pos x="898" y="121"/>
                </a:cxn>
                <a:cxn ang="0">
                  <a:pos x="946" y="149"/>
                </a:cxn>
                <a:cxn ang="0">
                  <a:pos x="991" y="179"/>
                </a:cxn>
                <a:cxn ang="0">
                  <a:pos x="1038" y="218"/>
                </a:cxn>
                <a:cxn ang="0">
                  <a:pos x="1085" y="267"/>
                </a:cxn>
                <a:cxn ang="0">
                  <a:pos x="1144" y="353"/>
                </a:cxn>
                <a:cxn ang="0">
                  <a:pos x="1168" y="481"/>
                </a:cxn>
                <a:cxn ang="0">
                  <a:pos x="1121" y="584"/>
                </a:cxn>
                <a:cxn ang="0">
                  <a:pos x="1034" y="653"/>
                </a:cxn>
                <a:cxn ang="0">
                  <a:pos x="961" y="733"/>
                </a:cxn>
                <a:cxn ang="0">
                  <a:pos x="945" y="821"/>
                </a:cxn>
                <a:cxn ang="0">
                  <a:pos x="943" y="876"/>
                </a:cxn>
                <a:cxn ang="0">
                  <a:pos x="918" y="949"/>
                </a:cxn>
                <a:cxn ang="0">
                  <a:pos x="876" y="1031"/>
                </a:cxn>
                <a:cxn ang="0">
                  <a:pos x="820" y="1115"/>
                </a:cxn>
                <a:cxn ang="0">
                  <a:pos x="760" y="1192"/>
                </a:cxn>
                <a:cxn ang="0">
                  <a:pos x="736" y="1221"/>
                </a:cxn>
                <a:cxn ang="0">
                  <a:pos x="724" y="1243"/>
                </a:cxn>
                <a:cxn ang="0">
                  <a:pos x="696" y="1272"/>
                </a:cxn>
                <a:cxn ang="0">
                  <a:pos x="649" y="1295"/>
                </a:cxn>
                <a:cxn ang="0">
                  <a:pos x="579" y="1299"/>
                </a:cxn>
                <a:cxn ang="0">
                  <a:pos x="484" y="1275"/>
                </a:cxn>
                <a:cxn ang="0">
                  <a:pos x="386" y="1222"/>
                </a:cxn>
                <a:cxn ang="0">
                  <a:pos x="295" y="1149"/>
                </a:cxn>
                <a:cxn ang="0">
                  <a:pos x="212" y="1062"/>
                </a:cxn>
                <a:cxn ang="0">
                  <a:pos x="144" y="966"/>
                </a:cxn>
                <a:cxn ang="0">
                  <a:pos x="91" y="868"/>
                </a:cxn>
              </a:cxnLst>
              <a:rect l="0" t="0" r="r" b="b"/>
              <a:pathLst>
                <a:path w="1168" h="1301">
                  <a:moveTo>
                    <a:pt x="91" y="868"/>
                  </a:moveTo>
                  <a:lnTo>
                    <a:pt x="64" y="802"/>
                  </a:lnTo>
                  <a:lnTo>
                    <a:pt x="39" y="736"/>
                  </a:lnTo>
                  <a:lnTo>
                    <a:pt x="19" y="670"/>
                  </a:lnTo>
                  <a:lnTo>
                    <a:pt x="6" y="602"/>
                  </a:lnTo>
                  <a:lnTo>
                    <a:pt x="0" y="536"/>
                  </a:lnTo>
                  <a:lnTo>
                    <a:pt x="4" y="468"/>
                  </a:lnTo>
                  <a:lnTo>
                    <a:pt x="18" y="401"/>
                  </a:lnTo>
                  <a:lnTo>
                    <a:pt x="44" y="333"/>
                  </a:lnTo>
                  <a:lnTo>
                    <a:pt x="61" y="302"/>
                  </a:lnTo>
                  <a:lnTo>
                    <a:pt x="79" y="274"/>
                  </a:lnTo>
                  <a:lnTo>
                    <a:pt x="98" y="249"/>
                  </a:lnTo>
                  <a:lnTo>
                    <a:pt x="117" y="230"/>
                  </a:lnTo>
                  <a:lnTo>
                    <a:pt x="138" y="212"/>
                  </a:lnTo>
                  <a:lnTo>
                    <a:pt x="159" y="197"/>
                  </a:lnTo>
                  <a:lnTo>
                    <a:pt x="179" y="185"/>
                  </a:lnTo>
                  <a:lnTo>
                    <a:pt x="200" y="174"/>
                  </a:lnTo>
                  <a:lnTo>
                    <a:pt x="219" y="164"/>
                  </a:lnTo>
                  <a:lnTo>
                    <a:pt x="240" y="154"/>
                  </a:lnTo>
                  <a:lnTo>
                    <a:pt x="259" y="146"/>
                  </a:lnTo>
                  <a:lnTo>
                    <a:pt x="277" y="138"/>
                  </a:lnTo>
                  <a:lnTo>
                    <a:pt x="294" y="128"/>
                  </a:lnTo>
                  <a:lnTo>
                    <a:pt x="310" y="120"/>
                  </a:lnTo>
                  <a:lnTo>
                    <a:pt x="324" y="109"/>
                  </a:lnTo>
                  <a:lnTo>
                    <a:pt x="337" y="96"/>
                  </a:lnTo>
                  <a:lnTo>
                    <a:pt x="356" y="70"/>
                  </a:lnTo>
                  <a:lnTo>
                    <a:pt x="368" y="48"/>
                  </a:lnTo>
                  <a:lnTo>
                    <a:pt x="378" y="29"/>
                  </a:lnTo>
                  <a:lnTo>
                    <a:pt x="386" y="14"/>
                  </a:lnTo>
                  <a:lnTo>
                    <a:pt x="397" y="4"/>
                  </a:lnTo>
                  <a:lnTo>
                    <a:pt x="415" y="0"/>
                  </a:lnTo>
                  <a:lnTo>
                    <a:pt x="441" y="1"/>
                  </a:lnTo>
                  <a:lnTo>
                    <a:pt x="479" y="10"/>
                  </a:lnTo>
                  <a:lnTo>
                    <a:pt x="520" y="21"/>
                  </a:lnTo>
                  <a:lnTo>
                    <a:pt x="556" y="32"/>
                  </a:lnTo>
                  <a:lnTo>
                    <a:pt x="586" y="41"/>
                  </a:lnTo>
                  <a:lnTo>
                    <a:pt x="612" y="47"/>
                  </a:lnTo>
                  <a:lnTo>
                    <a:pt x="636" y="51"/>
                  </a:lnTo>
                  <a:lnTo>
                    <a:pt x="656" y="50"/>
                  </a:lnTo>
                  <a:lnTo>
                    <a:pt x="677" y="44"/>
                  </a:lnTo>
                  <a:lnTo>
                    <a:pt x="696" y="33"/>
                  </a:lnTo>
                  <a:lnTo>
                    <a:pt x="716" y="23"/>
                  </a:lnTo>
                  <a:lnTo>
                    <a:pt x="732" y="22"/>
                  </a:lnTo>
                  <a:lnTo>
                    <a:pt x="750" y="26"/>
                  </a:lnTo>
                  <a:lnTo>
                    <a:pt x="768" y="37"/>
                  </a:lnTo>
                  <a:lnTo>
                    <a:pt x="787" y="51"/>
                  </a:lnTo>
                  <a:lnTo>
                    <a:pt x="811" y="68"/>
                  </a:lnTo>
                  <a:lnTo>
                    <a:pt x="836" y="85"/>
                  </a:lnTo>
                  <a:lnTo>
                    <a:pt x="866" y="103"/>
                  </a:lnTo>
                  <a:lnTo>
                    <a:pt x="882" y="112"/>
                  </a:lnTo>
                  <a:lnTo>
                    <a:pt x="898" y="121"/>
                  </a:lnTo>
                  <a:lnTo>
                    <a:pt x="914" y="130"/>
                  </a:lnTo>
                  <a:lnTo>
                    <a:pt x="929" y="139"/>
                  </a:lnTo>
                  <a:lnTo>
                    <a:pt x="946" y="149"/>
                  </a:lnTo>
                  <a:lnTo>
                    <a:pt x="961" y="158"/>
                  </a:lnTo>
                  <a:lnTo>
                    <a:pt x="976" y="168"/>
                  </a:lnTo>
                  <a:lnTo>
                    <a:pt x="991" y="179"/>
                  </a:lnTo>
                  <a:lnTo>
                    <a:pt x="1008" y="192"/>
                  </a:lnTo>
                  <a:lnTo>
                    <a:pt x="1023" y="204"/>
                  </a:lnTo>
                  <a:lnTo>
                    <a:pt x="1038" y="218"/>
                  </a:lnTo>
                  <a:lnTo>
                    <a:pt x="1053" y="233"/>
                  </a:lnTo>
                  <a:lnTo>
                    <a:pt x="1070" y="249"/>
                  </a:lnTo>
                  <a:lnTo>
                    <a:pt x="1085" y="267"/>
                  </a:lnTo>
                  <a:lnTo>
                    <a:pt x="1100" y="288"/>
                  </a:lnTo>
                  <a:lnTo>
                    <a:pt x="1117" y="309"/>
                  </a:lnTo>
                  <a:lnTo>
                    <a:pt x="1144" y="353"/>
                  </a:lnTo>
                  <a:lnTo>
                    <a:pt x="1161" y="397"/>
                  </a:lnTo>
                  <a:lnTo>
                    <a:pt x="1168" y="440"/>
                  </a:lnTo>
                  <a:lnTo>
                    <a:pt x="1168" y="481"/>
                  </a:lnTo>
                  <a:lnTo>
                    <a:pt x="1158" y="519"/>
                  </a:lnTo>
                  <a:lnTo>
                    <a:pt x="1143" y="554"/>
                  </a:lnTo>
                  <a:lnTo>
                    <a:pt x="1121" y="584"/>
                  </a:lnTo>
                  <a:lnTo>
                    <a:pt x="1093" y="608"/>
                  </a:lnTo>
                  <a:lnTo>
                    <a:pt x="1063" y="630"/>
                  </a:lnTo>
                  <a:lnTo>
                    <a:pt x="1034" y="653"/>
                  </a:lnTo>
                  <a:lnTo>
                    <a:pt x="1005" y="678"/>
                  </a:lnTo>
                  <a:lnTo>
                    <a:pt x="980" y="705"/>
                  </a:lnTo>
                  <a:lnTo>
                    <a:pt x="961" y="733"/>
                  </a:lnTo>
                  <a:lnTo>
                    <a:pt x="947" y="762"/>
                  </a:lnTo>
                  <a:lnTo>
                    <a:pt x="940" y="791"/>
                  </a:lnTo>
                  <a:lnTo>
                    <a:pt x="945" y="821"/>
                  </a:lnTo>
                  <a:lnTo>
                    <a:pt x="947" y="838"/>
                  </a:lnTo>
                  <a:lnTo>
                    <a:pt x="947" y="856"/>
                  </a:lnTo>
                  <a:lnTo>
                    <a:pt x="943" y="876"/>
                  </a:lnTo>
                  <a:lnTo>
                    <a:pt x="938" y="898"/>
                  </a:lnTo>
                  <a:lnTo>
                    <a:pt x="929" y="923"/>
                  </a:lnTo>
                  <a:lnTo>
                    <a:pt x="918" y="949"/>
                  </a:lnTo>
                  <a:lnTo>
                    <a:pt x="906" y="976"/>
                  </a:lnTo>
                  <a:lnTo>
                    <a:pt x="892" y="1003"/>
                  </a:lnTo>
                  <a:lnTo>
                    <a:pt x="876" y="1031"/>
                  </a:lnTo>
                  <a:lnTo>
                    <a:pt x="858" y="1058"/>
                  </a:lnTo>
                  <a:lnTo>
                    <a:pt x="840" y="1087"/>
                  </a:lnTo>
                  <a:lnTo>
                    <a:pt x="820" y="1115"/>
                  </a:lnTo>
                  <a:lnTo>
                    <a:pt x="801" y="1141"/>
                  </a:lnTo>
                  <a:lnTo>
                    <a:pt x="780" y="1167"/>
                  </a:lnTo>
                  <a:lnTo>
                    <a:pt x="760" y="1192"/>
                  </a:lnTo>
                  <a:lnTo>
                    <a:pt x="739" y="1215"/>
                  </a:lnTo>
                  <a:lnTo>
                    <a:pt x="739" y="1217"/>
                  </a:lnTo>
                  <a:lnTo>
                    <a:pt x="736" y="1221"/>
                  </a:lnTo>
                  <a:lnTo>
                    <a:pt x="734" y="1226"/>
                  </a:lnTo>
                  <a:lnTo>
                    <a:pt x="729" y="1235"/>
                  </a:lnTo>
                  <a:lnTo>
                    <a:pt x="724" y="1243"/>
                  </a:lnTo>
                  <a:lnTo>
                    <a:pt x="717" y="1252"/>
                  </a:lnTo>
                  <a:lnTo>
                    <a:pt x="707" y="1262"/>
                  </a:lnTo>
                  <a:lnTo>
                    <a:pt x="696" y="1272"/>
                  </a:lnTo>
                  <a:lnTo>
                    <a:pt x="683" y="1280"/>
                  </a:lnTo>
                  <a:lnTo>
                    <a:pt x="667" y="1288"/>
                  </a:lnTo>
                  <a:lnTo>
                    <a:pt x="649" y="1295"/>
                  </a:lnTo>
                  <a:lnTo>
                    <a:pt x="629" y="1299"/>
                  </a:lnTo>
                  <a:lnTo>
                    <a:pt x="605" y="1301"/>
                  </a:lnTo>
                  <a:lnTo>
                    <a:pt x="579" y="1299"/>
                  </a:lnTo>
                  <a:lnTo>
                    <a:pt x="550" y="1295"/>
                  </a:lnTo>
                  <a:lnTo>
                    <a:pt x="518" y="1287"/>
                  </a:lnTo>
                  <a:lnTo>
                    <a:pt x="484" y="1275"/>
                  </a:lnTo>
                  <a:lnTo>
                    <a:pt x="451" y="1261"/>
                  </a:lnTo>
                  <a:lnTo>
                    <a:pt x="418" y="1243"/>
                  </a:lnTo>
                  <a:lnTo>
                    <a:pt x="386" y="1222"/>
                  </a:lnTo>
                  <a:lnTo>
                    <a:pt x="354" y="1200"/>
                  </a:lnTo>
                  <a:lnTo>
                    <a:pt x="324" y="1175"/>
                  </a:lnTo>
                  <a:lnTo>
                    <a:pt x="295" y="1149"/>
                  </a:lnTo>
                  <a:lnTo>
                    <a:pt x="266" y="1122"/>
                  </a:lnTo>
                  <a:lnTo>
                    <a:pt x="239" y="1093"/>
                  </a:lnTo>
                  <a:lnTo>
                    <a:pt x="212" y="1062"/>
                  </a:lnTo>
                  <a:lnTo>
                    <a:pt x="189" y="1031"/>
                  </a:lnTo>
                  <a:lnTo>
                    <a:pt x="166" y="999"/>
                  </a:lnTo>
                  <a:lnTo>
                    <a:pt x="144" y="966"/>
                  </a:lnTo>
                  <a:lnTo>
                    <a:pt x="124" y="934"/>
                  </a:lnTo>
                  <a:lnTo>
                    <a:pt x="106" y="901"/>
                  </a:lnTo>
                  <a:lnTo>
                    <a:pt x="91" y="868"/>
                  </a:lnTo>
                  <a:close/>
                </a:path>
              </a:pathLst>
            </a:custGeom>
            <a:solidFill>
              <a:srgbClr val="E5D6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8" name="Freeform 136"/>
            <p:cNvSpPr>
              <a:spLocks/>
            </p:cNvSpPr>
            <p:nvPr/>
          </p:nvSpPr>
          <p:spPr bwMode="gray">
            <a:xfrm>
              <a:off x="3519" y="2374"/>
              <a:ext cx="572" cy="635"/>
            </a:xfrm>
            <a:custGeom>
              <a:avLst/>
              <a:gdLst/>
              <a:ahLst/>
              <a:cxnLst>
                <a:cxn ang="0">
                  <a:pos x="721" y="1194"/>
                </a:cxn>
                <a:cxn ang="0">
                  <a:pos x="700" y="1225"/>
                </a:cxn>
                <a:cxn ang="0">
                  <a:pos x="653" y="1259"/>
                </a:cxn>
                <a:cxn ang="0">
                  <a:pos x="566" y="1270"/>
                </a:cxn>
                <a:cxn ang="0">
                  <a:pos x="474" y="1247"/>
                </a:cxn>
                <a:cxn ang="0">
                  <a:pos x="409" y="1215"/>
                </a:cxn>
                <a:cxn ang="0">
                  <a:pos x="347" y="1174"/>
                </a:cxn>
                <a:cxn ang="0">
                  <a:pos x="288" y="1124"/>
                </a:cxn>
                <a:cxn ang="0">
                  <a:pos x="234" y="1068"/>
                </a:cxn>
                <a:cxn ang="0">
                  <a:pos x="184" y="1008"/>
                </a:cxn>
                <a:cxn ang="0">
                  <a:pos x="142" y="945"/>
                </a:cxn>
                <a:cxn ang="0">
                  <a:pos x="104" y="880"/>
                </a:cxn>
                <a:cxn ang="0">
                  <a:pos x="62" y="785"/>
                </a:cxn>
                <a:cxn ang="0">
                  <a:pos x="19" y="656"/>
                </a:cxn>
                <a:cxn ang="0">
                  <a:pos x="0" y="523"/>
                </a:cxn>
                <a:cxn ang="0">
                  <a:pos x="17" y="392"/>
                </a:cxn>
                <a:cxn ang="0">
                  <a:pos x="60" y="295"/>
                </a:cxn>
                <a:cxn ang="0">
                  <a:pos x="96" y="245"/>
                </a:cxn>
                <a:cxn ang="0">
                  <a:pos x="135" y="208"/>
                </a:cxn>
                <a:cxn ang="0">
                  <a:pos x="175" y="180"/>
                </a:cxn>
                <a:cxn ang="0">
                  <a:pos x="215" y="159"/>
                </a:cxn>
                <a:cxn ang="0">
                  <a:pos x="253" y="143"/>
                </a:cxn>
                <a:cxn ang="0">
                  <a:pos x="288" y="126"/>
                </a:cxn>
                <a:cxn ang="0">
                  <a:pos x="317" y="107"/>
                </a:cxn>
                <a:cxn ang="0">
                  <a:pos x="348" y="70"/>
                </a:cxn>
                <a:cxn ang="0">
                  <a:pos x="369" y="30"/>
                </a:cxn>
                <a:cxn ang="0">
                  <a:pos x="390" y="5"/>
                </a:cxn>
                <a:cxn ang="0">
                  <a:pos x="431" y="1"/>
                </a:cxn>
                <a:cxn ang="0">
                  <a:pos x="508" y="20"/>
                </a:cxn>
                <a:cxn ang="0">
                  <a:pos x="573" y="40"/>
                </a:cxn>
                <a:cxn ang="0">
                  <a:pos x="621" y="49"/>
                </a:cxn>
                <a:cxn ang="0">
                  <a:pos x="661" y="44"/>
                </a:cxn>
                <a:cxn ang="0">
                  <a:pos x="699" y="23"/>
                </a:cxn>
                <a:cxn ang="0">
                  <a:pos x="733" y="26"/>
                </a:cxn>
                <a:cxn ang="0">
                  <a:pos x="770" y="51"/>
                </a:cxn>
                <a:cxn ang="0">
                  <a:pos x="817" y="84"/>
                </a:cxn>
                <a:cxn ang="0">
                  <a:pos x="863" y="110"/>
                </a:cxn>
                <a:cxn ang="0">
                  <a:pos x="893" y="128"/>
                </a:cxn>
                <a:cxn ang="0">
                  <a:pos x="925" y="146"/>
                </a:cxn>
                <a:cxn ang="0">
                  <a:pos x="955" y="165"/>
                </a:cxn>
                <a:cxn ang="0">
                  <a:pos x="985" y="188"/>
                </a:cxn>
                <a:cxn ang="0">
                  <a:pos x="1016" y="215"/>
                </a:cxn>
                <a:cxn ang="0">
                  <a:pos x="1046" y="245"/>
                </a:cxn>
                <a:cxn ang="0">
                  <a:pos x="1076" y="282"/>
                </a:cxn>
                <a:cxn ang="0">
                  <a:pos x="1118" y="346"/>
                </a:cxn>
                <a:cxn ang="0">
                  <a:pos x="1142" y="431"/>
                </a:cxn>
                <a:cxn ang="0">
                  <a:pos x="1133" y="508"/>
                </a:cxn>
                <a:cxn ang="0">
                  <a:pos x="1096" y="571"/>
                </a:cxn>
                <a:cxn ang="0">
                  <a:pos x="1040" y="616"/>
                </a:cxn>
                <a:cxn ang="0">
                  <a:pos x="983" y="664"/>
                </a:cxn>
                <a:cxn ang="0">
                  <a:pos x="938" y="718"/>
                </a:cxn>
                <a:cxn ang="0">
                  <a:pos x="919" y="774"/>
                </a:cxn>
                <a:cxn ang="0">
                  <a:pos x="926" y="818"/>
                </a:cxn>
                <a:cxn ang="0">
                  <a:pos x="923" y="857"/>
                </a:cxn>
                <a:cxn ang="0">
                  <a:pos x="909" y="904"/>
                </a:cxn>
                <a:cxn ang="0">
                  <a:pos x="886" y="955"/>
                </a:cxn>
                <a:cxn ang="0">
                  <a:pos x="857" y="1008"/>
                </a:cxn>
                <a:cxn ang="0">
                  <a:pos x="821" y="1063"/>
                </a:cxn>
                <a:cxn ang="0">
                  <a:pos x="783" y="1117"/>
                </a:cxn>
                <a:cxn ang="0">
                  <a:pos x="743" y="1167"/>
                </a:cxn>
              </a:cxnLst>
              <a:rect l="0" t="0" r="r" b="b"/>
              <a:pathLst>
                <a:path w="1142" h="1270">
                  <a:moveTo>
                    <a:pt x="722" y="1189"/>
                  </a:moveTo>
                  <a:lnTo>
                    <a:pt x="721" y="1194"/>
                  </a:lnTo>
                  <a:lnTo>
                    <a:pt x="714" y="1207"/>
                  </a:lnTo>
                  <a:lnTo>
                    <a:pt x="700" y="1225"/>
                  </a:lnTo>
                  <a:lnTo>
                    <a:pt x="681" y="1244"/>
                  </a:lnTo>
                  <a:lnTo>
                    <a:pt x="653" y="1259"/>
                  </a:lnTo>
                  <a:lnTo>
                    <a:pt x="614" y="1270"/>
                  </a:lnTo>
                  <a:lnTo>
                    <a:pt x="566" y="1270"/>
                  </a:lnTo>
                  <a:lnTo>
                    <a:pt x="507" y="1258"/>
                  </a:lnTo>
                  <a:lnTo>
                    <a:pt x="474" y="1247"/>
                  </a:lnTo>
                  <a:lnTo>
                    <a:pt x="441" y="1231"/>
                  </a:lnTo>
                  <a:lnTo>
                    <a:pt x="409" y="1215"/>
                  </a:lnTo>
                  <a:lnTo>
                    <a:pt x="377" y="1194"/>
                  </a:lnTo>
                  <a:lnTo>
                    <a:pt x="347" y="1174"/>
                  </a:lnTo>
                  <a:lnTo>
                    <a:pt x="317" y="1149"/>
                  </a:lnTo>
                  <a:lnTo>
                    <a:pt x="288" y="1124"/>
                  </a:lnTo>
                  <a:lnTo>
                    <a:pt x="260" y="1096"/>
                  </a:lnTo>
                  <a:lnTo>
                    <a:pt x="234" y="1068"/>
                  </a:lnTo>
                  <a:lnTo>
                    <a:pt x="208" y="1039"/>
                  </a:lnTo>
                  <a:lnTo>
                    <a:pt x="184" y="1008"/>
                  </a:lnTo>
                  <a:lnTo>
                    <a:pt x="162" y="977"/>
                  </a:lnTo>
                  <a:lnTo>
                    <a:pt x="142" y="945"/>
                  </a:lnTo>
                  <a:lnTo>
                    <a:pt x="122" y="912"/>
                  </a:lnTo>
                  <a:lnTo>
                    <a:pt x="104" y="880"/>
                  </a:lnTo>
                  <a:lnTo>
                    <a:pt x="89" y="848"/>
                  </a:lnTo>
                  <a:lnTo>
                    <a:pt x="62" y="785"/>
                  </a:lnTo>
                  <a:lnTo>
                    <a:pt x="38" y="720"/>
                  </a:lnTo>
                  <a:lnTo>
                    <a:pt x="19" y="656"/>
                  </a:lnTo>
                  <a:lnTo>
                    <a:pt x="5" y="589"/>
                  </a:lnTo>
                  <a:lnTo>
                    <a:pt x="0" y="523"/>
                  </a:lnTo>
                  <a:lnTo>
                    <a:pt x="4" y="457"/>
                  </a:lnTo>
                  <a:lnTo>
                    <a:pt x="17" y="392"/>
                  </a:lnTo>
                  <a:lnTo>
                    <a:pt x="44" y="326"/>
                  </a:lnTo>
                  <a:lnTo>
                    <a:pt x="60" y="295"/>
                  </a:lnTo>
                  <a:lnTo>
                    <a:pt x="78" y="268"/>
                  </a:lnTo>
                  <a:lnTo>
                    <a:pt x="96" y="245"/>
                  </a:lnTo>
                  <a:lnTo>
                    <a:pt x="115" y="224"/>
                  </a:lnTo>
                  <a:lnTo>
                    <a:pt x="135" y="208"/>
                  </a:lnTo>
                  <a:lnTo>
                    <a:pt x="155" y="193"/>
                  </a:lnTo>
                  <a:lnTo>
                    <a:pt x="175" y="180"/>
                  </a:lnTo>
                  <a:lnTo>
                    <a:pt x="195" y="169"/>
                  </a:lnTo>
                  <a:lnTo>
                    <a:pt x="215" y="159"/>
                  </a:lnTo>
                  <a:lnTo>
                    <a:pt x="234" y="151"/>
                  </a:lnTo>
                  <a:lnTo>
                    <a:pt x="253" y="143"/>
                  </a:lnTo>
                  <a:lnTo>
                    <a:pt x="271" y="135"/>
                  </a:lnTo>
                  <a:lnTo>
                    <a:pt x="288" y="126"/>
                  </a:lnTo>
                  <a:lnTo>
                    <a:pt x="303" y="117"/>
                  </a:lnTo>
                  <a:lnTo>
                    <a:pt x="317" y="107"/>
                  </a:lnTo>
                  <a:lnTo>
                    <a:pt x="329" y="95"/>
                  </a:lnTo>
                  <a:lnTo>
                    <a:pt x="348" y="70"/>
                  </a:lnTo>
                  <a:lnTo>
                    <a:pt x="361" y="48"/>
                  </a:lnTo>
                  <a:lnTo>
                    <a:pt x="369" y="30"/>
                  </a:lnTo>
                  <a:lnTo>
                    <a:pt x="379" y="15"/>
                  </a:lnTo>
                  <a:lnTo>
                    <a:pt x="390" y="5"/>
                  </a:lnTo>
                  <a:lnTo>
                    <a:pt x="406" y="0"/>
                  </a:lnTo>
                  <a:lnTo>
                    <a:pt x="431" y="1"/>
                  </a:lnTo>
                  <a:lnTo>
                    <a:pt x="468" y="9"/>
                  </a:lnTo>
                  <a:lnTo>
                    <a:pt x="508" y="20"/>
                  </a:lnTo>
                  <a:lnTo>
                    <a:pt x="543" y="31"/>
                  </a:lnTo>
                  <a:lnTo>
                    <a:pt x="573" y="40"/>
                  </a:lnTo>
                  <a:lnTo>
                    <a:pt x="599" y="45"/>
                  </a:lnTo>
                  <a:lnTo>
                    <a:pt x="621" y="49"/>
                  </a:lnTo>
                  <a:lnTo>
                    <a:pt x="642" y="48"/>
                  </a:lnTo>
                  <a:lnTo>
                    <a:pt x="661" y="44"/>
                  </a:lnTo>
                  <a:lnTo>
                    <a:pt x="681" y="33"/>
                  </a:lnTo>
                  <a:lnTo>
                    <a:pt x="699" y="23"/>
                  </a:lnTo>
                  <a:lnTo>
                    <a:pt x="716" y="22"/>
                  </a:lnTo>
                  <a:lnTo>
                    <a:pt x="733" y="26"/>
                  </a:lnTo>
                  <a:lnTo>
                    <a:pt x="751" y="35"/>
                  </a:lnTo>
                  <a:lnTo>
                    <a:pt x="770" y="51"/>
                  </a:lnTo>
                  <a:lnTo>
                    <a:pt x="791" y="66"/>
                  </a:lnTo>
                  <a:lnTo>
                    <a:pt x="817" y="84"/>
                  </a:lnTo>
                  <a:lnTo>
                    <a:pt x="846" y="102"/>
                  </a:lnTo>
                  <a:lnTo>
                    <a:pt x="863" y="110"/>
                  </a:lnTo>
                  <a:lnTo>
                    <a:pt x="878" y="120"/>
                  </a:lnTo>
                  <a:lnTo>
                    <a:pt x="893" y="128"/>
                  </a:lnTo>
                  <a:lnTo>
                    <a:pt x="909" y="136"/>
                  </a:lnTo>
                  <a:lnTo>
                    <a:pt x="925" y="146"/>
                  </a:lnTo>
                  <a:lnTo>
                    <a:pt x="940" y="155"/>
                  </a:lnTo>
                  <a:lnTo>
                    <a:pt x="955" y="165"/>
                  </a:lnTo>
                  <a:lnTo>
                    <a:pt x="970" y="176"/>
                  </a:lnTo>
                  <a:lnTo>
                    <a:pt x="985" y="188"/>
                  </a:lnTo>
                  <a:lnTo>
                    <a:pt x="1000" y="201"/>
                  </a:lnTo>
                  <a:lnTo>
                    <a:pt x="1016" y="215"/>
                  </a:lnTo>
                  <a:lnTo>
                    <a:pt x="1031" y="230"/>
                  </a:lnTo>
                  <a:lnTo>
                    <a:pt x="1046" y="245"/>
                  </a:lnTo>
                  <a:lnTo>
                    <a:pt x="1061" y="263"/>
                  </a:lnTo>
                  <a:lnTo>
                    <a:pt x="1076" y="282"/>
                  </a:lnTo>
                  <a:lnTo>
                    <a:pt x="1091" y="303"/>
                  </a:lnTo>
                  <a:lnTo>
                    <a:pt x="1118" y="346"/>
                  </a:lnTo>
                  <a:lnTo>
                    <a:pt x="1134" y="390"/>
                  </a:lnTo>
                  <a:lnTo>
                    <a:pt x="1142" y="431"/>
                  </a:lnTo>
                  <a:lnTo>
                    <a:pt x="1141" y="471"/>
                  </a:lnTo>
                  <a:lnTo>
                    <a:pt x="1133" y="508"/>
                  </a:lnTo>
                  <a:lnTo>
                    <a:pt x="1116" y="543"/>
                  </a:lnTo>
                  <a:lnTo>
                    <a:pt x="1096" y="571"/>
                  </a:lnTo>
                  <a:lnTo>
                    <a:pt x="1069" y="595"/>
                  </a:lnTo>
                  <a:lnTo>
                    <a:pt x="1040" y="616"/>
                  </a:lnTo>
                  <a:lnTo>
                    <a:pt x="1010" y="639"/>
                  </a:lnTo>
                  <a:lnTo>
                    <a:pt x="983" y="664"/>
                  </a:lnTo>
                  <a:lnTo>
                    <a:pt x="959" y="690"/>
                  </a:lnTo>
                  <a:lnTo>
                    <a:pt x="938" y="718"/>
                  </a:lnTo>
                  <a:lnTo>
                    <a:pt x="926" y="745"/>
                  </a:lnTo>
                  <a:lnTo>
                    <a:pt x="919" y="774"/>
                  </a:lnTo>
                  <a:lnTo>
                    <a:pt x="923" y="803"/>
                  </a:lnTo>
                  <a:lnTo>
                    <a:pt x="926" y="818"/>
                  </a:lnTo>
                  <a:lnTo>
                    <a:pt x="926" y="837"/>
                  </a:lnTo>
                  <a:lnTo>
                    <a:pt x="923" y="857"/>
                  </a:lnTo>
                  <a:lnTo>
                    <a:pt x="916" y="880"/>
                  </a:lnTo>
                  <a:lnTo>
                    <a:pt x="909" y="904"/>
                  </a:lnTo>
                  <a:lnTo>
                    <a:pt x="898" y="928"/>
                  </a:lnTo>
                  <a:lnTo>
                    <a:pt x="886" y="955"/>
                  </a:lnTo>
                  <a:lnTo>
                    <a:pt x="872" y="981"/>
                  </a:lnTo>
                  <a:lnTo>
                    <a:pt x="857" y="1008"/>
                  </a:lnTo>
                  <a:lnTo>
                    <a:pt x="839" y="1036"/>
                  </a:lnTo>
                  <a:lnTo>
                    <a:pt x="821" y="1063"/>
                  </a:lnTo>
                  <a:lnTo>
                    <a:pt x="803" y="1091"/>
                  </a:lnTo>
                  <a:lnTo>
                    <a:pt x="783" y="1117"/>
                  </a:lnTo>
                  <a:lnTo>
                    <a:pt x="763" y="1142"/>
                  </a:lnTo>
                  <a:lnTo>
                    <a:pt x="743" y="1167"/>
                  </a:lnTo>
                  <a:lnTo>
                    <a:pt x="722" y="1189"/>
                  </a:lnTo>
                  <a:close/>
                </a:path>
              </a:pathLst>
            </a:custGeom>
            <a:solidFill>
              <a:srgbClr val="E5D3C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29" name="Freeform 137"/>
            <p:cNvSpPr>
              <a:spLocks/>
            </p:cNvSpPr>
            <p:nvPr/>
          </p:nvSpPr>
          <p:spPr bwMode="gray">
            <a:xfrm>
              <a:off x="4107" y="2746"/>
              <a:ext cx="302" cy="269"/>
            </a:xfrm>
            <a:custGeom>
              <a:avLst/>
              <a:gdLst/>
              <a:ahLst/>
              <a:cxnLst>
                <a:cxn ang="0">
                  <a:pos x="427" y="44"/>
                </a:cxn>
                <a:cxn ang="0">
                  <a:pos x="390" y="77"/>
                </a:cxn>
                <a:cxn ang="0">
                  <a:pos x="326" y="118"/>
                </a:cxn>
                <a:cxn ang="0">
                  <a:pos x="252" y="142"/>
                </a:cxn>
                <a:cxn ang="0">
                  <a:pos x="194" y="137"/>
                </a:cxn>
                <a:cxn ang="0">
                  <a:pos x="151" y="136"/>
                </a:cxn>
                <a:cxn ang="0">
                  <a:pos x="108" y="142"/>
                </a:cxn>
                <a:cxn ang="0">
                  <a:pos x="67" y="157"/>
                </a:cxn>
                <a:cxn ang="0">
                  <a:pos x="34" y="180"/>
                </a:cxn>
                <a:cxn ang="0">
                  <a:pos x="11" y="212"/>
                </a:cxn>
                <a:cxn ang="0">
                  <a:pos x="0" y="253"/>
                </a:cxn>
                <a:cxn ang="0">
                  <a:pos x="8" y="304"/>
                </a:cxn>
                <a:cxn ang="0">
                  <a:pos x="35" y="365"/>
                </a:cxn>
                <a:cxn ang="0">
                  <a:pos x="64" y="419"/>
                </a:cxn>
                <a:cxn ang="0">
                  <a:pos x="96" y="464"/>
                </a:cxn>
                <a:cxn ang="0">
                  <a:pos x="129" y="500"/>
                </a:cxn>
                <a:cxn ang="0">
                  <a:pos x="165" y="525"/>
                </a:cxn>
                <a:cxn ang="0">
                  <a:pos x="205" y="537"/>
                </a:cxn>
                <a:cxn ang="0">
                  <a:pos x="249" y="536"/>
                </a:cxn>
                <a:cxn ang="0">
                  <a:pos x="297" y="519"/>
                </a:cxn>
                <a:cxn ang="0">
                  <a:pos x="350" y="489"/>
                </a:cxn>
                <a:cxn ang="0">
                  <a:pos x="397" y="452"/>
                </a:cxn>
                <a:cxn ang="0">
                  <a:pos x="439" y="409"/>
                </a:cxn>
                <a:cxn ang="0">
                  <a:pos x="475" y="363"/>
                </a:cxn>
                <a:cxn ang="0">
                  <a:pos x="508" y="315"/>
                </a:cxn>
                <a:cxn ang="0">
                  <a:pos x="536" y="267"/>
                </a:cxn>
                <a:cxn ang="0">
                  <a:pos x="561" y="219"/>
                </a:cxn>
                <a:cxn ang="0">
                  <a:pos x="581" y="172"/>
                </a:cxn>
                <a:cxn ang="0">
                  <a:pos x="603" y="109"/>
                </a:cxn>
                <a:cxn ang="0">
                  <a:pos x="591" y="38"/>
                </a:cxn>
                <a:cxn ang="0">
                  <a:pos x="544" y="1"/>
                </a:cxn>
                <a:cxn ang="0">
                  <a:pos x="472" y="11"/>
                </a:cxn>
              </a:cxnLst>
              <a:rect l="0" t="0" r="r" b="b"/>
              <a:pathLst>
                <a:path w="603" h="538">
                  <a:moveTo>
                    <a:pt x="432" y="38"/>
                  </a:moveTo>
                  <a:lnTo>
                    <a:pt x="427" y="44"/>
                  </a:lnTo>
                  <a:lnTo>
                    <a:pt x="412" y="58"/>
                  </a:lnTo>
                  <a:lnTo>
                    <a:pt x="390" y="77"/>
                  </a:lnTo>
                  <a:lnTo>
                    <a:pt x="361" y="98"/>
                  </a:lnTo>
                  <a:lnTo>
                    <a:pt x="326" y="118"/>
                  </a:lnTo>
                  <a:lnTo>
                    <a:pt x="290" y="133"/>
                  </a:lnTo>
                  <a:lnTo>
                    <a:pt x="252" y="142"/>
                  </a:lnTo>
                  <a:lnTo>
                    <a:pt x="213" y="140"/>
                  </a:lnTo>
                  <a:lnTo>
                    <a:pt x="194" y="137"/>
                  </a:lnTo>
                  <a:lnTo>
                    <a:pt x="173" y="136"/>
                  </a:lnTo>
                  <a:lnTo>
                    <a:pt x="151" y="136"/>
                  </a:lnTo>
                  <a:lnTo>
                    <a:pt x="129" y="137"/>
                  </a:lnTo>
                  <a:lnTo>
                    <a:pt x="108" y="142"/>
                  </a:lnTo>
                  <a:lnTo>
                    <a:pt x="88" y="149"/>
                  </a:lnTo>
                  <a:lnTo>
                    <a:pt x="67" y="157"/>
                  </a:lnTo>
                  <a:lnTo>
                    <a:pt x="49" y="166"/>
                  </a:lnTo>
                  <a:lnTo>
                    <a:pt x="34" y="180"/>
                  </a:lnTo>
                  <a:lnTo>
                    <a:pt x="20" y="194"/>
                  </a:lnTo>
                  <a:lnTo>
                    <a:pt x="11" y="212"/>
                  </a:lnTo>
                  <a:lnTo>
                    <a:pt x="4" y="231"/>
                  </a:lnTo>
                  <a:lnTo>
                    <a:pt x="0" y="253"/>
                  </a:lnTo>
                  <a:lnTo>
                    <a:pt x="2" y="278"/>
                  </a:lnTo>
                  <a:lnTo>
                    <a:pt x="8" y="304"/>
                  </a:lnTo>
                  <a:lnTo>
                    <a:pt x="20" y="335"/>
                  </a:lnTo>
                  <a:lnTo>
                    <a:pt x="35" y="365"/>
                  </a:lnTo>
                  <a:lnTo>
                    <a:pt x="49" y="392"/>
                  </a:lnTo>
                  <a:lnTo>
                    <a:pt x="64" y="419"/>
                  </a:lnTo>
                  <a:lnTo>
                    <a:pt x="79" y="442"/>
                  </a:lnTo>
                  <a:lnTo>
                    <a:pt x="96" y="464"/>
                  </a:lnTo>
                  <a:lnTo>
                    <a:pt x="113" y="483"/>
                  </a:lnTo>
                  <a:lnTo>
                    <a:pt x="129" y="500"/>
                  </a:lnTo>
                  <a:lnTo>
                    <a:pt x="147" y="514"/>
                  </a:lnTo>
                  <a:lnTo>
                    <a:pt x="165" y="525"/>
                  </a:lnTo>
                  <a:lnTo>
                    <a:pt x="184" y="532"/>
                  </a:lnTo>
                  <a:lnTo>
                    <a:pt x="205" y="537"/>
                  </a:lnTo>
                  <a:lnTo>
                    <a:pt x="227" y="538"/>
                  </a:lnTo>
                  <a:lnTo>
                    <a:pt x="249" y="536"/>
                  </a:lnTo>
                  <a:lnTo>
                    <a:pt x="273" y="529"/>
                  </a:lnTo>
                  <a:lnTo>
                    <a:pt x="297" y="519"/>
                  </a:lnTo>
                  <a:lnTo>
                    <a:pt x="324" y="505"/>
                  </a:lnTo>
                  <a:lnTo>
                    <a:pt x="350" y="489"/>
                  </a:lnTo>
                  <a:lnTo>
                    <a:pt x="373" y="471"/>
                  </a:lnTo>
                  <a:lnTo>
                    <a:pt x="397" y="452"/>
                  </a:lnTo>
                  <a:lnTo>
                    <a:pt x="419" y="431"/>
                  </a:lnTo>
                  <a:lnTo>
                    <a:pt x="439" y="409"/>
                  </a:lnTo>
                  <a:lnTo>
                    <a:pt x="457" y="387"/>
                  </a:lnTo>
                  <a:lnTo>
                    <a:pt x="475" y="363"/>
                  </a:lnTo>
                  <a:lnTo>
                    <a:pt x="493" y="340"/>
                  </a:lnTo>
                  <a:lnTo>
                    <a:pt x="508" y="315"/>
                  </a:lnTo>
                  <a:lnTo>
                    <a:pt x="522" y="290"/>
                  </a:lnTo>
                  <a:lnTo>
                    <a:pt x="536" y="267"/>
                  </a:lnTo>
                  <a:lnTo>
                    <a:pt x="548" y="242"/>
                  </a:lnTo>
                  <a:lnTo>
                    <a:pt x="561" y="219"/>
                  </a:lnTo>
                  <a:lnTo>
                    <a:pt x="572" y="195"/>
                  </a:lnTo>
                  <a:lnTo>
                    <a:pt x="581" y="172"/>
                  </a:lnTo>
                  <a:lnTo>
                    <a:pt x="591" y="150"/>
                  </a:lnTo>
                  <a:lnTo>
                    <a:pt x="603" y="109"/>
                  </a:lnTo>
                  <a:lnTo>
                    <a:pt x="602" y="70"/>
                  </a:lnTo>
                  <a:lnTo>
                    <a:pt x="591" y="38"/>
                  </a:lnTo>
                  <a:lnTo>
                    <a:pt x="572" y="15"/>
                  </a:lnTo>
                  <a:lnTo>
                    <a:pt x="544" y="1"/>
                  </a:lnTo>
                  <a:lnTo>
                    <a:pt x="510" y="0"/>
                  </a:lnTo>
                  <a:lnTo>
                    <a:pt x="472" y="11"/>
                  </a:lnTo>
                  <a:lnTo>
                    <a:pt x="432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0" name="Freeform 138"/>
            <p:cNvSpPr>
              <a:spLocks/>
            </p:cNvSpPr>
            <p:nvPr/>
          </p:nvSpPr>
          <p:spPr bwMode="gray">
            <a:xfrm>
              <a:off x="4112" y="2751"/>
              <a:ext cx="293" cy="259"/>
            </a:xfrm>
            <a:custGeom>
              <a:avLst/>
              <a:gdLst/>
              <a:ahLst/>
              <a:cxnLst>
                <a:cxn ang="0">
                  <a:pos x="415" y="43"/>
                </a:cxn>
                <a:cxn ang="0">
                  <a:pos x="379" y="75"/>
                </a:cxn>
                <a:cxn ang="0">
                  <a:pos x="317" y="115"/>
                </a:cxn>
                <a:cxn ang="0">
                  <a:pos x="244" y="138"/>
                </a:cxn>
                <a:cxn ang="0">
                  <a:pos x="188" y="134"/>
                </a:cxn>
                <a:cxn ang="0">
                  <a:pos x="146" y="133"/>
                </a:cxn>
                <a:cxn ang="0">
                  <a:pos x="105" y="138"/>
                </a:cxn>
                <a:cxn ang="0">
                  <a:pos x="65" y="152"/>
                </a:cxn>
                <a:cxn ang="0">
                  <a:pos x="32" y="174"/>
                </a:cxn>
                <a:cxn ang="0">
                  <a:pos x="10" y="206"/>
                </a:cxn>
                <a:cxn ang="0">
                  <a:pos x="0" y="244"/>
                </a:cxn>
                <a:cxn ang="0">
                  <a:pos x="7" y="294"/>
                </a:cxn>
                <a:cxn ang="0">
                  <a:pos x="32" y="352"/>
                </a:cxn>
                <a:cxn ang="0">
                  <a:pos x="62" y="404"/>
                </a:cxn>
                <a:cxn ang="0">
                  <a:pos x="93" y="448"/>
                </a:cxn>
                <a:cxn ang="0">
                  <a:pos x="126" y="483"/>
                </a:cxn>
                <a:cxn ang="0">
                  <a:pos x="160" y="506"/>
                </a:cxn>
                <a:cxn ang="0">
                  <a:pos x="199" y="517"/>
                </a:cxn>
                <a:cxn ang="0">
                  <a:pos x="241" y="517"/>
                </a:cxn>
                <a:cxn ang="0">
                  <a:pos x="288" y="502"/>
                </a:cxn>
                <a:cxn ang="0">
                  <a:pos x="338" y="472"/>
                </a:cxn>
                <a:cxn ang="0">
                  <a:pos x="385" y="436"/>
                </a:cxn>
                <a:cxn ang="0">
                  <a:pos x="426" y="394"/>
                </a:cxn>
                <a:cxn ang="0">
                  <a:pos x="462" y="350"/>
                </a:cxn>
                <a:cxn ang="0">
                  <a:pos x="494" y="305"/>
                </a:cxn>
                <a:cxn ang="0">
                  <a:pos x="521" y="258"/>
                </a:cxn>
                <a:cxn ang="0">
                  <a:pos x="545" y="211"/>
                </a:cxn>
                <a:cxn ang="0">
                  <a:pos x="565" y="166"/>
                </a:cxn>
                <a:cxn ang="0">
                  <a:pos x="586" y="105"/>
                </a:cxn>
                <a:cxn ang="0">
                  <a:pos x="575" y="38"/>
                </a:cxn>
                <a:cxn ang="0">
                  <a:pos x="528" y="2"/>
                </a:cxn>
                <a:cxn ang="0">
                  <a:pos x="459" y="11"/>
                </a:cxn>
              </a:cxnLst>
              <a:rect l="0" t="0" r="r" b="b"/>
              <a:pathLst>
                <a:path w="586" h="518">
                  <a:moveTo>
                    <a:pt x="421" y="38"/>
                  </a:moveTo>
                  <a:lnTo>
                    <a:pt x="415" y="43"/>
                  </a:lnTo>
                  <a:lnTo>
                    <a:pt x="401" y="55"/>
                  </a:lnTo>
                  <a:lnTo>
                    <a:pt x="379" y="75"/>
                  </a:lnTo>
                  <a:lnTo>
                    <a:pt x="350" y="95"/>
                  </a:lnTo>
                  <a:lnTo>
                    <a:pt x="317" y="115"/>
                  </a:lnTo>
                  <a:lnTo>
                    <a:pt x="281" y="130"/>
                  </a:lnTo>
                  <a:lnTo>
                    <a:pt x="244" y="138"/>
                  </a:lnTo>
                  <a:lnTo>
                    <a:pt x="207" y="137"/>
                  </a:lnTo>
                  <a:lnTo>
                    <a:pt x="188" y="134"/>
                  </a:lnTo>
                  <a:lnTo>
                    <a:pt x="168" y="131"/>
                  </a:lnTo>
                  <a:lnTo>
                    <a:pt x="146" y="133"/>
                  </a:lnTo>
                  <a:lnTo>
                    <a:pt x="126" y="134"/>
                  </a:lnTo>
                  <a:lnTo>
                    <a:pt x="105" y="138"/>
                  </a:lnTo>
                  <a:lnTo>
                    <a:pt x="84" y="144"/>
                  </a:lnTo>
                  <a:lnTo>
                    <a:pt x="65" y="152"/>
                  </a:lnTo>
                  <a:lnTo>
                    <a:pt x="48" y="162"/>
                  </a:lnTo>
                  <a:lnTo>
                    <a:pt x="32" y="174"/>
                  </a:lnTo>
                  <a:lnTo>
                    <a:pt x="19" y="189"/>
                  </a:lnTo>
                  <a:lnTo>
                    <a:pt x="10" y="206"/>
                  </a:lnTo>
                  <a:lnTo>
                    <a:pt x="3" y="224"/>
                  </a:lnTo>
                  <a:lnTo>
                    <a:pt x="0" y="244"/>
                  </a:lnTo>
                  <a:lnTo>
                    <a:pt x="0" y="269"/>
                  </a:lnTo>
                  <a:lnTo>
                    <a:pt x="7" y="294"/>
                  </a:lnTo>
                  <a:lnTo>
                    <a:pt x="18" y="323"/>
                  </a:lnTo>
                  <a:lnTo>
                    <a:pt x="32" y="352"/>
                  </a:lnTo>
                  <a:lnTo>
                    <a:pt x="47" y="379"/>
                  </a:lnTo>
                  <a:lnTo>
                    <a:pt x="62" y="404"/>
                  </a:lnTo>
                  <a:lnTo>
                    <a:pt x="77" y="427"/>
                  </a:lnTo>
                  <a:lnTo>
                    <a:pt x="93" y="448"/>
                  </a:lnTo>
                  <a:lnTo>
                    <a:pt x="109" y="466"/>
                  </a:lnTo>
                  <a:lnTo>
                    <a:pt x="126" y="483"/>
                  </a:lnTo>
                  <a:lnTo>
                    <a:pt x="142" y="495"/>
                  </a:lnTo>
                  <a:lnTo>
                    <a:pt x="160" y="506"/>
                  </a:lnTo>
                  <a:lnTo>
                    <a:pt x="179" y="513"/>
                  </a:lnTo>
                  <a:lnTo>
                    <a:pt x="199" y="517"/>
                  </a:lnTo>
                  <a:lnTo>
                    <a:pt x="219" y="518"/>
                  </a:lnTo>
                  <a:lnTo>
                    <a:pt x="241" y="517"/>
                  </a:lnTo>
                  <a:lnTo>
                    <a:pt x="264" y="510"/>
                  </a:lnTo>
                  <a:lnTo>
                    <a:pt x="288" y="502"/>
                  </a:lnTo>
                  <a:lnTo>
                    <a:pt x="313" y="488"/>
                  </a:lnTo>
                  <a:lnTo>
                    <a:pt x="338" y="472"/>
                  </a:lnTo>
                  <a:lnTo>
                    <a:pt x="363" y="455"/>
                  </a:lnTo>
                  <a:lnTo>
                    <a:pt x="385" y="436"/>
                  </a:lnTo>
                  <a:lnTo>
                    <a:pt x="406" y="416"/>
                  </a:lnTo>
                  <a:lnTo>
                    <a:pt x="426" y="394"/>
                  </a:lnTo>
                  <a:lnTo>
                    <a:pt x="444" y="374"/>
                  </a:lnTo>
                  <a:lnTo>
                    <a:pt x="462" y="350"/>
                  </a:lnTo>
                  <a:lnTo>
                    <a:pt x="479" y="328"/>
                  </a:lnTo>
                  <a:lnTo>
                    <a:pt x="494" y="305"/>
                  </a:lnTo>
                  <a:lnTo>
                    <a:pt x="508" y="281"/>
                  </a:lnTo>
                  <a:lnTo>
                    <a:pt x="521" y="258"/>
                  </a:lnTo>
                  <a:lnTo>
                    <a:pt x="534" y="235"/>
                  </a:lnTo>
                  <a:lnTo>
                    <a:pt x="545" y="211"/>
                  </a:lnTo>
                  <a:lnTo>
                    <a:pt x="556" y="189"/>
                  </a:lnTo>
                  <a:lnTo>
                    <a:pt x="565" y="166"/>
                  </a:lnTo>
                  <a:lnTo>
                    <a:pt x="575" y="145"/>
                  </a:lnTo>
                  <a:lnTo>
                    <a:pt x="586" y="105"/>
                  </a:lnTo>
                  <a:lnTo>
                    <a:pt x="586" y="68"/>
                  </a:lnTo>
                  <a:lnTo>
                    <a:pt x="575" y="38"/>
                  </a:lnTo>
                  <a:lnTo>
                    <a:pt x="556" y="16"/>
                  </a:lnTo>
                  <a:lnTo>
                    <a:pt x="528" y="2"/>
                  </a:lnTo>
                  <a:lnTo>
                    <a:pt x="496" y="0"/>
                  </a:lnTo>
                  <a:lnTo>
                    <a:pt x="459" y="11"/>
                  </a:lnTo>
                  <a:lnTo>
                    <a:pt x="421" y="38"/>
                  </a:lnTo>
                  <a:close/>
                </a:path>
              </a:pathLst>
            </a:custGeom>
            <a:solidFill>
              <a:srgbClr val="FCF9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1" name="Freeform 139"/>
            <p:cNvSpPr>
              <a:spLocks/>
            </p:cNvSpPr>
            <p:nvPr/>
          </p:nvSpPr>
          <p:spPr bwMode="gray">
            <a:xfrm>
              <a:off x="4116" y="2756"/>
              <a:ext cx="285" cy="249"/>
            </a:xfrm>
            <a:custGeom>
              <a:avLst/>
              <a:gdLst/>
              <a:ahLst/>
              <a:cxnLst>
                <a:cxn ang="0">
                  <a:pos x="403" y="42"/>
                </a:cxn>
                <a:cxn ang="0">
                  <a:pos x="369" y="71"/>
                </a:cxn>
                <a:cxn ang="0">
                  <a:pos x="309" y="109"/>
                </a:cxn>
                <a:cxn ang="0">
                  <a:pos x="238" y="131"/>
                </a:cxn>
                <a:cxn ang="0">
                  <a:pos x="184" y="127"/>
                </a:cxn>
                <a:cxn ang="0">
                  <a:pos x="144" y="126"/>
                </a:cxn>
                <a:cxn ang="0">
                  <a:pos x="102" y="133"/>
                </a:cxn>
                <a:cxn ang="0">
                  <a:pos x="64" y="146"/>
                </a:cxn>
                <a:cxn ang="0">
                  <a:pos x="32" y="167"/>
                </a:cxn>
                <a:cxn ang="0">
                  <a:pos x="9" y="196"/>
                </a:cxn>
                <a:cxn ang="0">
                  <a:pos x="0" y="235"/>
                </a:cxn>
                <a:cxn ang="0">
                  <a:pos x="7" y="281"/>
                </a:cxn>
                <a:cxn ang="0">
                  <a:pos x="32" y="337"/>
                </a:cxn>
                <a:cxn ang="0">
                  <a:pos x="60" y="386"/>
                </a:cxn>
                <a:cxn ang="0">
                  <a:pos x="90" y="429"/>
                </a:cxn>
                <a:cxn ang="0">
                  <a:pos x="122" y="462"/>
                </a:cxn>
                <a:cxn ang="0">
                  <a:pos x="156" y="484"/>
                </a:cxn>
                <a:cxn ang="0">
                  <a:pos x="193" y="496"/>
                </a:cxn>
                <a:cxn ang="0">
                  <a:pos x="235" y="495"/>
                </a:cxn>
                <a:cxn ang="0">
                  <a:pos x="280" y="480"/>
                </a:cxn>
                <a:cxn ang="0">
                  <a:pos x="330" y="452"/>
                </a:cxn>
                <a:cxn ang="0">
                  <a:pos x="375" y="418"/>
                </a:cxn>
                <a:cxn ang="0">
                  <a:pos x="414" y="378"/>
                </a:cxn>
                <a:cxn ang="0">
                  <a:pos x="450" y="337"/>
                </a:cxn>
                <a:cxn ang="0">
                  <a:pos x="480" y="292"/>
                </a:cxn>
                <a:cxn ang="0">
                  <a:pos x="506" y="247"/>
                </a:cxn>
                <a:cxn ang="0">
                  <a:pos x="530" y="203"/>
                </a:cxn>
                <a:cxn ang="0">
                  <a:pos x="551" y="160"/>
                </a:cxn>
                <a:cxn ang="0">
                  <a:pos x="570" y="101"/>
                </a:cxn>
                <a:cxn ang="0">
                  <a:pos x="559" y="36"/>
                </a:cxn>
                <a:cxn ang="0">
                  <a:pos x="513" y="2"/>
                </a:cxn>
                <a:cxn ang="0">
                  <a:pos x="447" y="11"/>
                </a:cxn>
              </a:cxnLst>
              <a:rect l="0" t="0" r="r" b="b"/>
              <a:pathLst>
                <a:path w="570" h="498">
                  <a:moveTo>
                    <a:pt x="409" y="36"/>
                  </a:moveTo>
                  <a:lnTo>
                    <a:pt x="403" y="42"/>
                  </a:lnTo>
                  <a:lnTo>
                    <a:pt x="389" y="54"/>
                  </a:lnTo>
                  <a:lnTo>
                    <a:pt x="369" y="71"/>
                  </a:lnTo>
                  <a:lnTo>
                    <a:pt x="341" y="91"/>
                  </a:lnTo>
                  <a:lnTo>
                    <a:pt x="309" y="109"/>
                  </a:lnTo>
                  <a:lnTo>
                    <a:pt x="275" y="124"/>
                  </a:lnTo>
                  <a:lnTo>
                    <a:pt x="238" y="131"/>
                  </a:lnTo>
                  <a:lnTo>
                    <a:pt x="202" y="130"/>
                  </a:lnTo>
                  <a:lnTo>
                    <a:pt x="184" y="127"/>
                  </a:lnTo>
                  <a:lnTo>
                    <a:pt x="163" y="126"/>
                  </a:lnTo>
                  <a:lnTo>
                    <a:pt x="144" y="126"/>
                  </a:lnTo>
                  <a:lnTo>
                    <a:pt x="123" y="129"/>
                  </a:lnTo>
                  <a:lnTo>
                    <a:pt x="102" y="133"/>
                  </a:lnTo>
                  <a:lnTo>
                    <a:pt x="83" y="138"/>
                  </a:lnTo>
                  <a:lnTo>
                    <a:pt x="64" y="146"/>
                  </a:lnTo>
                  <a:lnTo>
                    <a:pt x="47" y="155"/>
                  </a:lnTo>
                  <a:lnTo>
                    <a:pt x="32" y="167"/>
                  </a:lnTo>
                  <a:lnTo>
                    <a:pt x="20" y="181"/>
                  </a:lnTo>
                  <a:lnTo>
                    <a:pt x="9" y="196"/>
                  </a:lnTo>
                  <a:lnTo>
                    <a:pt x="3" y="214"/>
                  </a:lnTo>
                  <a:lnTo>
                    <a:pt x="0" y="235"/>
                  </a:lnTo>
                  <a:lnTo>
                    <a:pt x="2" y="257"/>
                  </a:lnTo>
                  <a:lnTo>
                    <a:pt x="7" y="281"/>
                  </a:lnTo>
                  <a:lnTo>
                    <a:pt x="18" y="309"/>
                  </a:lnTo>
                  <a:lnTo>
                    <a:pt x="32" y="337"/>
                  </a:lnTo>
                  <a:lnTo>
                    <a:pt x="46" y="363"/>
                  </a:lnTo>
                  <a:lnTo>
                    <a:pt x="60" y="386"/>
                  </a:lnTo>
                  <a:lnTo>
                    <a:pt x="75" y="408"/>
                  </a:lnTo>
                  <a:lnTo>
                    <a:pt x="90" y="429"/>
                  </a:lnTo>
                  <a:lnTo>
                    <a:pt x="105" y="447"/>
                  </a:lnTo>
                  <a:lnTo>
                    <a:pt x="122" y="462"/>
                  </a:lnTo>
                  <a:lnTo>
                    <a:pt x="138" y="474"/>
                  </a:lnTo>
                  <a:lnTo>
                    <a:pt x="156" y="484"/>
                  </a:lnTo>
                  <a:lnTo>
                    <a:pt x="174" y="492"/>
                  </a:lnTo>
                  <a:lnTo>
                    <a:pt x="193" y="496"/>
                  </a:lnTo>
                  <a:lnTo>
                    <a:pt x="214" y="498"/>
                  </a:lnTo>
                  <a:lnTo>
                    <a:pt x="235" y="495"/>
                  </a:lnTo>
                  <a:lnTo>
                    <a:pt x="257" y="490"/>
                  </a:lnTo>
                  <a:lnTo>
                    <a:pt x="280" y="480"/>
                  </a:lnTo>
                  <a:lnTo>
                    <a:pt x="305" y="467"/>
                  </a:lnTo>
                  <a:lnTo>
                    <a:pt x="330" y="452"/>
                  </a:lnTo>
                  <a:lnTo>
                    <a:pt x="353" y="436"/>
                  </a:lnTo>
                  <a:lnTo>
                    <a:pt x="375" y="418"/>
                  </a:lnTo>
                  <a:lnTo>
                    <a:pt x="395" y="399"/>
                  </a:lnTo>
                  <a:lnTo>
                    <a:pt x="414" y="378"/>
                  </a:lnTo>
                  <a:lnTo>
                    <a:pt x="433" y="357"/>
                  </a:lnTo>
                  <a:lnTo>
                    <a:pt x="450" y="337"/>
                  </a:lnTo>
                  <a:lnTo>
                    <a:pt x="465" y="315"/>
                  </a:lnTo>
                  <a:lnTo>
                    <a:pt x="480" y="292"/>
                  </a:lnTo>
                  <a:lnTo>
                    <a:pt x="494" y="270"/>
                  </a:lnTo>
                  <a:lnTo>
                    <a:pt x="506" y="247"/>
                  </a:lnTo>
                  <a:lnTo>
                    <a:pt x="519" y="225"/>
                  </a:lnTo>
                  <a:lnTo>
                    <a:pt x="530" y="203"/>
                  </a:lnTo>
                  <a:lnTo>
                    <a:pt x="541" y="181"/>
                  </a:lnTo>
                  <a:lnTo>
                    <a:pt x="551" y="160"/>
                  </a:lnTo>
                  <a:lnTo>
                    <a:pt x="559" y="140"/>
                  </a:lnTo>
                  <a:lnTo>
                    <a:pt x="570" y="101"/>
                  </a:lnTo>
                  <a:lnTo>
                    <a:pt x="568" y="67"/>
                  </a:lnTo>
                  <a:lnTo>
                    <a:pt x="559" y="36"/>
                  </a:lnTo>
                  <a:lnTo>
                    <a:pt x="540" y="16"/>
                  </a:lnTo>
                  <a:lnTo>
                    <a:pt x="513" y="2"/>
                  </a:lnTo>
                  <a:lnTo>
                    <a:pt x="482" y="0"/>
                  </a:lnTo>
                  <a:lnTo>
                    <a:pt x="447" y="11"/>
                  </a:lnTo>
                  <a:lnTo>
                    <a:pt x="409" y="36"/>
                  </a:lnTo>
                  <a:close/>
                </a:path>
              </a:pathLst>
            </a:custGeom>
            <a:solidFill>
              <a:srgbClr val="F9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2" name="Freeform 140"/>
            <p:cNvSpPr>
              <a:spLocks/>
            </p:cNvSpPr>
            <p:nvPr/>
          </p:nvSpPr>
          <p:spPr bwMode="gray">
            <a:xfrm>
              <a:off x="4120" y="2761"/>
              <a:ext cx="277" cy="238"/>
            </a:xfrm>
            <a:custGeom>
              <a:avLst/>
              <a:gdLst/>
              <a:ahLst/>
              <a:cxnLst>
                <a:cxn ang="0">
                  <a:pos x="391" y="39"/>
                </a:cxn>
                <a:cxn ang="0">
                  <a:pos x="357" y="69"/>
                </a:cxn>
                <a:cxn ang="0">
                  <a:pos x="299" y="105"/>
                </a:cxn>
                <a:cxn ang="0">
                  <a:pos x="230" y="127"/>
                </a:cxn>
                <a:cxn ang="0">
                  <a:pos x="178" y="123"/>
                </a:cxn>
                <a:cxn ang="0">
                  <a:pos x="139" y="121"/>
                </a:cxn>
                <a:cxn ang="0">
                  <a:pos x="99" y="127"/>
                </a:cxn>
                <a:cxn ang="0">
                  <a:pos x="62" y="139"/>
                </a:cxn>
                <a:cxn ang="0">
                  <a:pos x="30" y="160"/>
                </a:cxn>
                <a:cxn ang="0">
                  <a:pos x="8" y="187"/>
                </a:cxn>
                <a:cxn ang="0">
                  <a:pos x="0" y="225"/>
                </a:cxn>
                <a:cxn ang="0">
                  <a:pos x="7" y="270"/>
                </a:cxn>
                <a:cxn ang="0">
                  <a:pos x="31" y="322"/>
                </a:cxn>
                <a:cxn ang="0">
                  <a:pos x="58" y="371"/>
                </a:cxn>
                <a:cxn ang="0">
                  <a:pos x="87" y="412"/>
                </a:cxn>
                <a:cxn ang="0">
                  <a:pos x="118" y="444"/>
                </a:cxn>
                <a:cxn ang="0">
                  <a:pos x="151" y="466"/>
                </a:cxn>
                <a:cxn ang="0">
                  <a:pos x="187" y="477"/>
                </a:cxn>
                <a:cxn ang="0">
                  <a:pos x="227" y="475"/>
                </a:cxn>
                <a:cxn ang="0">
                  <a:pos x="271" y="462"/>
                </a:cxn>
                <a:cxn ang="0">
                  <a:pos x="318" y="434"/>
                </a:cxn>
                <a:cxn ang="0">
                  <a:pos x="362" y="401"/>
                </a:cxn>
                <a:cxn ang="0">
                  <a:pos x="401" y="364"/>
                </a:cxn>
                <a:cxn ang="0">
                  <a:pos x="435" y="322"/>
                </a:cxn>
                <a:cxn ang="0">
                  <a:pos x="466" y="281"/>
                </a:cxn>
                <a:cxn ang="0">
                  <a:pos x="491" y="237"/>
                </a:cxn>
                <a:cxn ang="0">
                  <a:pos x="514" y="194"/>
                </a:cxn>
                <a:cxn ang="0">
                  <a:pos x="533" y="153"/>
                </a:cxn>
                <a:cxn ang="0">
                  <a:pos x="553" y="96"/>
                </a:cxn>
                <a:cxn ang="0">
                  <a:pos x="542" y="34"/>
                </a:cxn>
                <a:cxn ang="0">
                  <a:pos x="499" y="3"/>
                </a:cxn>
                <a:cxn ang="0">
                  <a:pos x="434" y="11"/>
                </a:cxn>
              </a:cxnLst>
              <a:rect l="0" t="0" r="r" b="b"/>
              <a:pathLst>
                <a:path w="553" h="477">
                  <a:moveTo>
                    <a:pt x="397" y="34"/>
                  </a:moveTo>
                  <a:lnTo>
                    <a:pt x="391" y="39"/>
                  </a:lnTo>
                  <a:lnTo>
                    <a:pt x="377" y="51"/>
                  </a:lnTo>
                  <a:lnTo>
                    <a:pt x="357" y="69"/>
                  </a:lnTo>
                  <a:lnTo>
                    <a:pt x="331" y="87"/>
                  </a:lnTo>
                  <a:lnTo>
                    <a:pt x="299" y="105"/>
                  </a:lnTo>
                  <a:lnTo>
                    <a:pt x="266" y="120"/>
                  </a:lnTo>
                  <a:lnTo>
                    <a:pt x="230" y="127"/>
                  </a:lnTo>
                  <a:lnTo>
                    <a:pt x="195" y="125"/>
                  </a:lnTo>
                  <a:lnTo>
                    <a:pt x="178" y="123"/>
                  </a:lnTo>
                  <a:lnTo>
                    <a:pt x="158" y="121"/>
                  </a:lnTo>
                  <a:lnTo>
                    <a:pt x="139" y="121"/>
                  </a:lnTo>
                  <a:lnTo>
                    <a:pt x="118" y="124"/>
                  </a:lnTo>
                  <a:lnTo>
                    <a:pt x="99" y="127"/>
                  </a:lnTo>
                  <a:lnTo>
                    <a:pt x="80" y="132"/>
                  </a:lnTo>
                  <a:lnTo>
                    <a:pt x="62" y="139"/>
                  </a:lnTo>
                  <a:lnTo>
                    <a:pt x="45" y="149"/>
                  </a:lnTo>
                  <a:lnTo>
                    <a:pt x="30" y="160"/>
                  </a:lnTo>
                  <a:lnTo>
                    <a:pt x="18" y="172"/>
                  </a:lnTo>
                  <a:lnTo>
                    <a:pt x="8" y="187"/>
                  </a:lnTo>
                  <a:lnTo>
                    <a:pt x="2" y="205"/>
                  </a:lnTo>
                  <a:lnTo>
                    <a:pt x="0" y="225"/>
                  </a:lnTo>
                  <a:lnTo>
                    <a:pt x="1" y="247"/>
                  </a:lnTo>
                  <a:lnTo>
                    <a:pt x="7" y="270"/>
                  </a:lnTo>
                  <a:lnTo>
                    <a:pt x="18" y="296"/>
                  </a:lnTo>
                  <a:lnTo>
                    <a:pt x="31" y="322"/>
                  </a:lnTo>
                  <a:lnTo>
                    <a:pt x="44" y="347"/>
                  </a:lnTo>
                  <a:lnTo>
                    <a:pt x="58" y="371"/>
                  </a:lnTo>
                  <a:lnTo>
                    <a:pt x="73" y="393"/>
                  </a:lnTo>
                  <a:lnTo>
                    <a:pt x="87" y="412"/>
                  </a:lnTo>
                  <a:lnTo>
                    <a:pt x="102" y="429"/>
                  </a:lnTo>
                  <a:lnTo>
                    <a:pt x="118" y="444"/>
                  </a:lnTo>
                  <a:lnTo>
                    <a:pt x="133" y="455"/>
                  </a:lnTo>
                  <a:lnTo>
                    <a:pt x="151" y="466"/>
                  </a:lnTo>
                  <a:lnTo>
                    <a:pt x="169" y="473"/>
                  </a:lnTo>
                  <a:lnTo>
                    <a:pt x="187" y="477"/>
                  </a:lnTo>
                  <a:lnTo>
                    <a:pt x="207" y="477"/>
                  </a:lnTo>
                  <a:lnTo>
                    <a:pt x="227" y="475"/>
                  </a:lnTo>
                  <a:lnTo>
                    <a:pt x="248" y="470"/>
                  </a:lnTo>
                  <a:lnTo>
                    <a:pt x="271" y="462"/>
                  </a:lnTo>
                  <a:lnTo>
                    <a:pt x="295" y="449"/>
                  </a:lnTo>
                  <a:lnTo>
                    <a:pt x="318" y="434"/>
                  </a:lnTo>
                  <a:lnTo>
                    <a:pt x="342" y="418"/>
                  </a:lnTo>
                  <a:lnTo>
                    <a:pt x="362" y="401"/>
                  </a:lnTo>
                  <a:lnTo>
                    <a:pt x="383" y="383"/>
                  </a:lnTo>
                  <a:lnTo>
                    <a:pt x="401" y="364"/>
                  </a:lnTo>
                  <a:lnTo>
                    <a:pt x="419" y="343"/>
                  </a:lnTo>
                  <a:lnTo>
                    <a:pt x="435" y="322"/>
                  </a:lnTo>
                  <a:lnTo>
                    <a:pt x="451" y="302"/>
                  </a:lnTo>
                  <a:lnTo>
                    <a:pt x="466" y="281"/>
                  </a:lnTo>
                  <a:lnTo>
                    <a:pt x="478" y="259"/>
                  </a:lnTo>
                  <a:lnTo>
                    <a:pt x="491" y="237"/>
                  </a:lnTo>
                  <a:lnTo>
                    <a:pt x="503" y="216"/>
                  </a:lnTo>
                  <a:lnTo>
                    <a:pt x="514" y="194"/>
                  </a:lnTo>
                  <a:lnTo>
                    <a:pt x="524" y="174"/>
                  </a:lnTo>
                  <a:lnTo>
                    <a:pt x="533" y="153"/>
                  </a:lnTo>
                  <a:lnTo>
                    <a:pt x="542" y="134"/>
                  </a:lnTo>
                  <a:lnTo>
                    <a:pt x="553" y="96"/>
                  </a:lnTo>
                  <a:lnTo>
                    <a:pt x="553" y="63"/>
                  </a:lnTo>
                  <a:lnTo>
                    <a:pt x="542" y="34"/>
                  </a:lnTo>
                  <a:lnTo>
                    <a:pt x="524" y="14"/>
                  </a:lnTo>
                  <a:lnTo>
                    <a:pt x="499" y="3"/>
                  </a:lnTo>
                  <a:lnTo>
                    <a:pt x="467" y="0"/>
                  </a:lnTo>
                  <a:lnTo>
                    <a:pt x="434" y="11"/>
                  </a:lnTo>
                  <a:lnTo>
                    <a:pt x="397" y="34"/>
                  </a:lnTo>
                  <a:close/>
                </a:path>
              </a:pathLst>
            </a:custGeom>
            <a:solidFill>
              <a:srgbClr val="F7F4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3" name="Freeform 141"/>
            <p:cNvSpPr>
              <a:spLocks/>
            </p:cNvSpPr>
            <p:nvPr/>
          </p:nvSpPr>
          <p:spPr bwMode="gray">
            <a:xfrm>
              <a:off x="4124" y="2767"/>
              <a:ext cx="269" cy="228"/>
            </a:xfrm>
            <a:custGeom>
              <a:avLst/>
              <a:gdLst/>
              <a:ahLst/>
              <a:cxnLst>
                <a:cxn ang="0">
                  <a:pos x="382" y="36"/>
                </a:cxn>
                <a:cxn ang="0">
                  <a:pos x="347" y="65"/>
                </a:cxn>
                <a:cxn ang="0">
                  <a:pos x="291" y="99"/>
                </a:cxn>
                <a:cxn ang="0">
                  <a:pos x="224" y="120"/>
                </a:cxn>
                <a:cxn ang="0">
                  <a:pos x="173" y="116"/>
                </a:cxn>
                <a:cxn ang="0">
                  <a:pos x="135" y="114"/>
                </a:cxn>
                <a:cxn ang="0">
                  <a:pos x="98" y="120"/>
                </a:cxn>
                <a:cxn ang="0">
                  <a:pos x="60" y="132"/>
                </a:cxn>
                <a:cxn ang="0">
                  <a:pos x="30" y="152"/>
                </a:cxn>
                <a:cxn ang="0">
                  <a:pos x="9" y="179"/>
                </a:cxn>
                <a:cxn ang="0">
                  <a:pos x="0" y="214"/>
                </a:cxn>
                <a:cxn ang="0">
                  <a:pos x="7" y="258"/>
                </a:cxn>
                <a:cxn ang="0">
                  <a:pos x="30" y="307"/>
                </a:cxn>
                <a:cxn ang="0">
                  <a:pos x="58" y="354"/>
                </a:cxn>
                <a:cxn ang="0">
                  <a:pos x="85" y="393"/>
                </a:cxn>
                <a:cxn ang="0">
                  <a:pos x="115" y="423"/>
                </a:cxn>
                <a:cxn ang="0">
                  <a:pos x="147" y="444"/>
                </a:cxn>
                <a:cxn ang="0">
                  <a:pos x="183" y="455"/>
                </a:cxn>
                <a:cxn ang="0">
                  <a:pos x="222" y="453"/>
                </a:cxn>
                <a:cxn ang="0">
                  <a:pos x="264" y="440"/>
                </a:cxn>
                <a:cxn ang="0">
                  <a:pos x="311" y="415"/>
                </a:cxn>
                <a:cxn ang="0">
                  <a:pos x="353" y="383"/>
                </a:cxn>
                <a:cxn ang="0">
                  <a:pos x="391" y="347"/>
                </a:cxn>
                <a:cxn ang="0">
                  <a:pos x="424" y="309"/>
                </a:cxn>
                <a:cxn ang="0">
                  <a:pos x="452" y="267"/>
                </a:cxn>
                <a:cxn ang="0">
                  <a:pos x="478" y="226"/>
                </a:cxn>
                <a:cxn ang="0">
                  <a:pos x="499" y="185"/>
                </a:cxn>
                <a:cxn ang="0">
                  <a:pos x="518" y="146"/>
                </a:cxn>
                <a:cxn ang="0">
                  <a:pos x="537" y="91"/>
                </a:cxn>
                <a:cxn ang="0">
                  <a:pos x="526" y="33"/>
                </a:cxn>
                <a:cxn ang="0">
                  <a:pos x="484" y="1"/>
                </a:cxn>
                <a:cxn ang="0">
                  <a:pos x="421" y="10"/>
                </a:cxn>
              </a:cxnLst>
              <a:rect l="0" t="0" r="r" b="b"/>
              <a:pathLst>
                <a:path w="537" h="456">
                  <a:moveTo>
                    <a:pt x="386" y="32"/>
                  </a:moveTo>
                  <a:lnTo>
                    <a:pt x="382" y="36"/>
                  </a:lnTo>
                  <a:lnTo>
                    <a:pt x="368" y="48"/>
                  </a:lnTo>
                  <a:lnTo>
                    <a:pt x="347" y="65"/>
                  </a:lnTo>
                  <a:lnTo>
                    <a:pt x="321" y="83"/>
                  </a:lnTo>
                  <a:lnTo>
                    <a:pt x="291" y="99"/>
                  </a:lnTo>
                  <a:lnTo>
                    <a:pt x="259" y="113"/>
                  </a:lnTo>
                  <a:lnTo>
                    <a:pt x="224" y="120"/>
                  </a:lnTo>
                  <a:lnTo>
                    <a:pt x="190" y="119"/>
                  </a:lnTo>
                  <a:lnTo>
                    <a:pt x="173" y="116"/>
                  </a:lnTo>
                  <a:lnTo>
                    <a:pt x="154" y="114"/>
                  </a:lnTo>
                  <a:lnTo>
                    <a:pt x="135" y="114"/>
                  </a:lnTo>
                  <a:lnTo>
                    <a:pt x="115" y="117"/>
                  </a:lnTo>
                  <a:lnTo>
                    <a:pt x="98" y="120"/>
                  </a:lnTo>
                  <a:lnTo>
                    <a:pt x="78" y="125"/>
                  </a:lnTo>
                  <a:lnTo>
                    <a:pt x="60" y="132"/>
                  </a:lnTo>
                  <a:lnTo>
                    <a:pt x="45" y="142"/>
                  </a:lnTo>
                  <a:lnTo>
                    <a:pt x="30" y="152"/>
                  </a:lnTo>
                  <a:lnTo>
                    <a:pt x="19" y="165"/>
                  </a:lnTo>
                  <a:lnTo>
                    <a:pt x="9" y="179"/>
                  </a:lnTo>
                  <a:lnTo>
                    <a:pt x="2" y="196"/>
                  </a:lnTo>
                  <a:lnTo>
                    <a:pt x="0" y="214"/>
                  </a:lnTo>
                  <a:lnTo>
                    <a:pt x="1" y="234"/>
                  </a:lnTo>
                  <a:lnTo>
                    <a:pt x="7" y="258"/>
                  </a:lnTo>
                  <a:lnTo>
                    <a:pt x="18" y="283"/>
                  </a:lnTo>
                  <a:lnTo>
                    <a:pt x="30" y="307"/>
                  </a:lnTo>
                  <a:lnTo>
                    <a:pt x="44" y="332"/>
                  </a:lnTo>
                  <a:lnTo>
                    <a:pt x="58" y="354"/>
                  </a:lnTo>
                  <a:lnTo>
                    <a:pt x="71" y="373"/>
                  </a:lnTo>
                  <a:lnTo>
                    <a:pt x="85" y="393"/>
                  </a:lnTo>
                  <a:lnTo>
                    <a:pt x="100" y="409"/>
                  </a:lnTo>
                  <a:lnTo>
                    <a:pt x="115" y="423"/>
                  </a:lnTo>
                  <a:lnTo>
                    <a:pt x="131" y="434"/>
                  </a:lnTo>
                  <a:lnTo>
                    <a:pt x="147" y="444"/>
                  </a:lnTo>
                  <a:lnTo>
                    <a:pt x="165" y="451"/>
                  </a:lnTo>
                  <a:lnTo>
                    <a:pt x="183" y="455"/>
                  </a:lnTo>
                  <a:lnTo>
                    <a:pt x="202" y="456"/>
                  </a:lnTo>
                  <a:lnTo>
                    <a:pt x="222" y="453"/>
                  </a:lnTo>
                  <a:lnTo>
                    <a:pt x="242" y="449"/>
                  </a:lnTo>
                  <a:lnTo>
                    <a:pt x="264" y="440"/>
                  </a:lnTo>
                  <a:lnTo>
                    <a:pt x="288" y="429"/>
                  </a:lnTo>
                  <a:lnTo>
                    <a:pt x="311" y="415"/>
                  </a:lnTo>
                  <a:lnTo>
                    <a:pt x="333" y="400"/>
                  </a:lnTo>
                  <a:lnTo>
                    <a:pt x="353" y="383"/>
                  </a:lnTo>
                  <a:lnTo>
                    <a:pt x="372" y="365"/>
                  </a:lnTo>
                  <a:lnTo>
                    <a:pt x="391" y="347"/>
                  </a:lnTo>
                  <a:lnTo>
                    <a:pt x="408" y="328"/>
                  </a:lnTo>
                  <a:lnTo>
                    <a:pt x="424" y="309"/>
                  </a:lnTo>
                  <a:lnTo>
                    <a:pt x="438" y="288"/>
                  </a:lnTo>
                  <a:lnTo>
                    <a:pt x="452" y="267"/>
                  </a:lnTo>
                  <a:lnTo>
                    <a:pt x="466" y="247"/>
                  </a:lnTo>
                  <a:lnTo>
                    <a:pt x="478" y="226"/>
                  </a:lnTo>
                  <a:lnTo>
                    <a:pt x="489" y="205"/>
                  </a:lnTo>
                  <a:lnTo>
                    <a:pt x="499" y="185"/>
                  </a:lnTo>
                  <a:lnTo>
                    <a:pt x="508" y="165"/>
                  </a:lnTo>
                  <a:lnTo>
                    <a:pt x="518" y="146"/>
                  </a:lnTo>
                  <a:lnTo>
                    <a:pt x="526" y="127"/>
                  </a:lnTo>
                  <a:lnTo>
                    <a:pt x="537" y="91"/>
                  </a:lnTo>
                  <a:lnTo>
                    <a:pt x="536" y="59"/>
                  </a:lnTo>
                  <a:lnTo>
                    <a:pt x="526" y="33"/>
                  </a:lnTo>
                  <a:lnTo>
                    <a:pt x="508" y="12"/>
                  </a:lnTo>
                  <a:lnTo>
                    <a:pt x="484" y="1"/>
                  </a:lnTo>
                  <a:lnTo>
                    <a:pt x="455" y="0"/>
                  </a:lnTo>
                  <a:lnTo>
                    <a:pt x="421" y="10"/>
                  </a:lnTo>
                  <a:lnTo>
                    <a:pt x="386" y="32"/>
                  </a:lnTo>
                  <a:close/>
                </a:path>
              </a:pathLst>
            </a:custGeom>
            <a:solidFill>
              <a:srgbClr val="F4EF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4" name="Freeform 142"/>
            <p:cNvSpPr>
              <a:spLocks/>
            </p:cNvSpPr>
            <p:nvPr/>
          </p:nvSpPr>
          <p:spPr bwMode="gray">
            <a:xfrm>
              <a:off x="4129" y="2772"/>
              <a:ext cx="260" cy="217"/>
            </a:xfrm>
            <a:custGeom>
              <a:avLst/>
              <a:gdLst/>
              <a:ahLst/>
              <a:cxnLst>
                <a:cxn ang="0">
                  <a:pos x="370" y="35"/>
                </a:cxn>
                <a:cxn ang="0">
                  <a:pos x="337" y="61"/>
                </a:cxn>
                <a:cxn ang="0">
                  <a:pos x="282" y="95"/>
                </a:cxn>
                <a:cxn ang="0">
                  <a:pos x="217" y="114"/>
                </a:cxn>
                <a:cxn ang="0">
                  <a:pos x="167" y="110"/>
                </a:cxn>
                <a:cxn ang="0">
                  <a:pos x="130" y="109"/>
                </a:cxn>
                <a:cxn ang="0">
                  <a:pos x="93" y="114"/>
                </a:cxn>
                <a:cxn ang="0">
                  <a:pos x="58" y="127"/>
                </a:cxn>
                <a:cxn ang="0">
                  <a:pos x="29" y="145"/>
                </a:cxn>
                <a:cxn ang="0">
                  <a:pos x="9" y="171"/>
                </a:cxn>
                <a:cxn ang="0">
                  <a:pos x="0" y="204"/>
                </a:cxn>
                <a:cxn ang="0">
                  <a:pos x="7" y="245"/>
                </a:cxn>
                <a:cxn ang="0">
                  <a:pos x="29" y="294"/>
                </a:cxn>
                <a:cxn ang="0">
                  <a:pos x="55" y="338"/>
                </a:cxn>
                <a:cxn ang="0">
                  <a:pos x="82" y="373"/>
                </a:cxn>
                <a:cxn ang="0">
                  <a:pos x="111" y="404"/>
                </a:cxn>
                <a:cxn ang="0">
                  <a:pos x="142" y="423"/>
                </a:cxn>
                <a:cxn ang="0">
                  <a:pos x="177" y="433"/>
                </a:cxn>
                <a:cxn ang="0">
                  <a:pos x="215" y="433"/>
                </a:cxn>
                <a:cxn ang="0">
                  <a:pos x="257" y="419"/>
                </a:cxn>
                <a:cxn ang="0">
                  <a:pos x="301" y="394"/>
                </a:cxn>
                <a:cxn ang="0">
                  <a:pos x="342" y="364"/>
                </a:cxn>
                <a:cxn ang="0">
                  <a:pos x="378" y="331"/>
                </a:cxn>
                <a:cxn ang="0">
                  <a:pos x="410" y="294"/>
                </a:cxn>
                <a:cxn ang="0">
                  <a:pos x="439" y="255"/>
                </a:cxn>
                <a:cxn ang="0">
                  <a:pos x="462" y="216"/>
                </a:cxn>
                <a:cxn ang="0">
                  <a:pos x="484" y="176"/>
                </a:cxn>
                <a:cxn ang="0">
                  <a:pos x="502" y="139"/>
                </a:cxn>
                <a:cxn ang="0">
                  <a:pos x="520" y="87"/>
                </a:cxn>
                <a:cxn ang="0">
                  <a:pos x="510" y="32"/>
                </a:cxn>
                <a:cxn ang="0">
                  <a:pos x="469" y="1"/>
                </a:cxn>
                <a:cxn ang="0">
                  <a:pos x="408" y="8"/>
                </a:cxn>
              </a:cxnLst>
              <a:rect l="0" t="0" r="r" b="b"/>
              <a:pathLst>
                <a:path w="520" h="434">
                  <a:moveTo>
                    <a:pt x="374" y="30"/>
                  </a:moveTo>
                  <a:lnTo>
                    <a:pt x="370" y="35"/>
                  </a:lnTo>
                  <a:lnTo>
                    <a:pt x="356" y="46"/>
                  </a:lnTo>
                  <a:lnTo>
                    <a:pt x="337" y="61"/>
                  </a:lnTo>
                  <a:lnTo>
                    <a:pt x="312" y="79"/>
                  </a:lnTo>
                  <a:lnTo>
                    <a:pt x="282" y="95"/>
                  </a:lnTo>
                  <a:lnTo>
                    <a:pt x="250" y="108"/>
                  </a:lnTo>
                  <a:lnTo>
                    <a:pt x="217" y="114"/>
                  </a:lnTo>
                  <a:lnTo>
                    <a:pt x="184" y="113"/>
                  </a:lnTo>
                  <a:lnTo>
                    <a:pt x="167" y="110"/>
                  </a:lnTo>
                  <a:lnTo>
                    <a:pt x="149" y="109"/>
                  </a:lnTo>
                  <a:lnTo>
                    <a:pt x="130" y="109"/>
                  </a:lnTo>
                  <a:lnTo>
                    <a:pt x="112" y="112"/>
                  </a:lnTo>
                  <a:lnTo>
                    <a:pt x="93" y="114"/>
                  </a:lnTo>
                  <a:lnTo>
                    <a:pt x="75" y="120"/>
                  </a:lnTo>
                  <a:lnTo>
                    <a:pt x="58" y="127"/>
                  </a:lnTo>
                  <a:lnTo>
                    <a:pt x="43" y="135"/>
                  </a:lnTo>
                  <a:lnTo>
                    <a:pt x="29" y="145"/>
                  </a:lnTo>
                  <a:lnTo>
                    <a:pt x="17" y="157"/>
                  </a:lnTo>
                  <a:lnTo>
                    <a:pt x="9" y="171"/>
                  </a:lnTo>
                  <a:lnTo>
                    <a:pt x="2" y="186"/>
                  </a:lnTo>
                  <a:lnTo>
                    <a:pt x="0" y="204"/>
                  </a:lnTo>
                  <a:lnTo>
                    <a:pt x="2" y="223"/>
                  </a:lnTo>
                  <a:lnTo>
                    <a:pt x="7" y="245"/>
                  </a:lnTo>
                  <a:lnTo>
                    <a:pt x="17" y="269"/>
                  </a:lnTo>
                  <a:lnTo>
                    <a:pt x="29" y="294"/>
                  </a:lnTo>
                  <a:lnTo>
                    <a:pt x="42" y="316"/>
                  </a:lnTo>
                  <a:lnTo>
                    <a:pt x="55" y="338"/>
                  </a:lnTo>
                  <a:lnTo>
                    <a:pt x="68" y="357"/>
                  </a:lnTo>
                  <a:lnTo>
                    <a:pt x="82" y="373"/>
                  </a:lnTo>
                  <a:lnTo>
                    <a:pt x="97" y="390"/>
                  </a:lnTo>
                  <a:lnTo>
                    <a:pt x="111" y="404"/>
                  </a:lnTo>
                  <a:lnTo>
                    <a:pt x="127" y="415"/>
                  </a:lnTo>
                  <a:lnTo>
                    <a:pt x="142" y="423"/>
                  </a:lnTo>
                  <a:lnTo>
                    <a:pt x="159" y="430"/>
                  </a:lnTo>
                  <a:lnTo>
                    <a:pt x="177" y="433"/>
                  </a:lnTo>
                  <a:lnTo>
                    <a:pt x="196" y="434"/>
                  </a:lnTo>
                  <a:lnTo>
                    <a:pt x="215" y="433"/>
                  </a:lnTo>
                  <a:lnTo>
                    <a:pt x="235" y="427"/>
                  </a:lnTo>
                  <a:lnTo>
                    <a:pt x="257" y="419"/>
                  </a:lnTo>
                  <a:lnTo>
                    <a:pt x="279" y="408"/>
                  </a:lnTo>
                  <a:lnTo>
                    <a:pt x="301" y="394"/>
                  </a:lnTo>
                  <a:lnTo>
                    <a:pt x="323" y="380"/>
                  </a:lnTo>
                  <a:lnTo>
                    <a:pt x="342" y="364"/>
                  </a:lnTo>
                  <a:lnTo>
                    <a:pt x="360" y="347"/>
                  </a:lnTo>
                  <a:lnTo>
                    <a:pt x="378" y="331"/>
                  </a:lnTo>
                  <a:lnTo>
                    <a:pt x="395" y="313"/>
                  </a:lnTo>
                  <a:lnTo>
                    <a:pt x="410" y="294"/>
                  </a:lnTo>
                  <a:lnTo>
                    <a:pt x="425" y="274"/>
                  </a:lnTo>
                  <a:lnTo>
                    <a:pt x="439" y="255"/>
                  </a:lnTo>
                  <a:lnTo>
                    <a:pt x="451" y="236"/>
                  </a:lnTo>
                  <a:lnTo>
                    <a:pt x="462" y="216"/>
                  </a:lnTo>
                  <a:lnTo>
                    <a:pt x="473" y="196"/>
                  </a:lnTo>
                  <a:lnTo>
                    <a:pt x="484" y="176"/>
                  </a:lnTo>
                  <a:lnTo>
                    <a:pt x="494" y="157"/>
                  </a:lnTo>
                  <a:lnTo>
                    <a:pt x="502" y="139"/>
                  </a:lnTo>
                  <a:lnTo>
                    <a:pt x="510" y="121"/>
                  </a:lnTo>
                  <a:lnTo>
                    <a:pt x="520" y="87"/>
                  </a:lnTo>
                  <a:lnTo>
                    <a:pt x="520" y="57"/>
                  </a:lnTo>
                  <a:lnTo>
                    <a:pt x="510" y="32"/>
                  </a:lnTo>
                  <a:lnTo>
                    <a:pt x="492" y="12"/>
                  </a:lnTo>
                  <a:lnTo>
                    <a:pt x="469" y="1"/>
                  </a:lnTo>
                  <a:lnTo>
                    <a:pt x="440" y="0"/>
                  </a:lnTo>
                  <a:lnTo>
                    <a:pt x="408" y="8"/>
                  </a:lnTo>
                  <a:lnTo>
                    <a:pt x="374" y="30"/>
                  </a:lnTo>
                  <a:close/>
                </a:path>
              </a:pathLst>
            </a:custGeom>
            <a:solidFill>
              <a:srgbClr val="F4ED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5" name="Freeform 143"/>
            <p:cNvSpPr>
              <a:spLocks/>
            </p:cNvSpPr>
            <p:nvPr/>
          </p:nvSpPr>
          <p:spPr bwMode="gray">
            <a:xfrm>
              <a:off x="4133" y="2777"/>
              <a:ext cx="251" cy="207"/>
            </a:xfrm>
            <a:custGeom>
              <a:avLst/>
              <a:gdLst/>
              <a:ahLst/>
              <a:cxnLst>
                <a:cxn ang="0">
                  <a:pos x="357" y="33"/>
                </a:cxn>
                <a:cxn ang="0">
                  <a:pos x="325" y="59"/>
                </a:cxn>
                <a:cxn ang="0">
                  <a:pos x="273" y="91"/>
                </a:cxn>
                <a:cxn ang="0">
                  <a:pos x="209" y="110"/>
                </a:cxn>
                <a:cxn ang="0">
                  <a:pos x="161" y="106"/>
                </a:cxn>
                <a:cxn ang="0">
                  <a:pos x="126" y="106"/>
                </a:cxn>
                <a:cxn ang="0">
                  <a:pos x="89" y="110"/>
                </a:cxn>
                <a:cxn ang="0">
                  <a:pos x="56" y="121"/>
                </a:cxn>
                <a:cxn ang="0">
                  <a:pos x="27" y="139"/>
                </a:cxn>
                <a:cxn ang="0">
                  <a:pos x="8" y="164"/>
                </a:cxn>
                <a:cxn ang="0">
                  <a:pos x="0" y="195"/>
                </a:cxn>
                <a:cxn ang="0">
                  <a:pos x="6" y="234"/>
                </a:cxn>
                <a:cxn ang="0">
                  <a:pos x="28" y="281"/>
                </a:cxn>
                <a:cxn ang="0">
                  <a:pos x="53" y="322"/>
                </a:cxn>
                <a:cxn ang="0">
                  <a:pos x="80" y="357"/>
                </a:cxn>
                <a:cxn ang="0">
                  <a:pos x="107" y="384"/>
                </a:cxn>
                <a:cxn ang="0">
                  <a:pos x="137" y="403"/>
                </a:cxn>
                <a:cxn ang="0">
                  <a:pos x="170" y="413"/>
                </a:cxn>
                <a:cxn ang="0">
                  <a:pos x="206" y="412"/>
                </a:cxn>
                <a:cxn ang="0">
                  <a:pos x="246" y="401"/>
                </a:cxn>
                <a:cxn ang="0">
                  <a:pos x="290" y="377"/>
                </a:cxn>
                <a:cxn ang="0">
                  <a:pos x="330" y="347"/>
                </a:cxn>
                <a:cxn ang="0">
                  <a:pos x="366" y="315"/>
                </a:cxn>
                <a:cxn ang="0">
                  <a:pos x="397" y="279"/>
                </a:cxn>
                <a:cxn ang="0">
                  <a:pos x="424" y="242"/>
                </a:cxn>
                <a:cxn ang="0">
                  <a:pos x="448" y="205"/>
                </a:cxn>
                <a:cxn ang="0">
                  <a:pos x="468" y="168"/>
                </a:cxn>
                <a:cxn ang="0">
                  <a:pos x="485" y="132"/>
                </a:cxn>
                <a:cxn ang="0">
                  <a:pos x="503" y="82"/>
                </a:cxn>
                <a:cxn ang="0">
                  <a:pos x="493" y="30"/>
                </a:cxn>
                <a:cxn ang="0">
                  <a:pos x="453" y="1"/>
                </a:cxn>
                <a:cxn ang="0">
                  <a:pos x="394" y="8"/>
                </a:cxn>
              </a:cxnLst>
              <a:rect l="0" t="0" r="r" b="b"/>
              <a:pathLst>
                <a:path w="503" h="414">
                  <a:moveTo>
                    <a:pt x="361" y="29"/>
                  </a:moveTo>
                  <a:lnTo>
                    <a:pt x="357" y="33"/>
                  </a:lnTo>
                  <a:lnTo>
                    <a:pt x="344" y="44"/>
                  </a:lnTo>
                  <a:lnTo>
                    <a:pt x="325" y="59"/>
                  </a:lnTo>
                  <a:lnTo>
                    <a:pt x="300" y="74"/>
                  </a:lnTo>
                  <a:lnTo>
                    <a:pt x="273" y="91"/>
                  </a:lnTo>
                  <a:lnTo>
                    <a:pt x="242" y="103"/>
                  </a:lnTo>
                  <a:lnTo>
                    <a:pt x="209" y="110"/>
                  </a:lnTo>
                  <a:lnTo>
                    <a:pt x="177" y="109"/>
                  </a:lnTo>
                  <a:lnTo>
                    <a:pt x="161" y="106"/>
                  </a:lnTo>
                  <a:lnTo>
                    <a:pt x="144" y="104"/>
                  </a:lnTo>
                  <a:lnTo>
                    <a:pt x="126" y="106"/>
                  </a:lnTo>
                  <a:lnTo>
                    <a:pt x="107" y="107"/>
                  </a:lnTo>
                  <a:lnTo>
                    <a:pt x="89" y="110"/>
                  </a:lnTo>
                  <a:lnTo>
                    <a:pt x="73" y="115"/>
                  </a:lnTo>
                  <a:lnTo>
                    <a:pt x="56" y="121"/>
                  </a:lnTo>
                  <a:lnTo>
                    <a:pt x="41" y="129"/>
                  </a:lnTo>
                  <a:lnTo>
                    <a:pt x="27" y="139"/>
                  </a:lnTo>
                  <a:lnTo>
                    <a:pt x="16" y="150"/>
                  </a:lnTo>
                  <a:lnTo>
                    <a:pt x="8" y="164"/>
                  </a:lnTo>
                  <a:lnTo>
                    <a:pt x="2" y="179"/>
                  </a:lnTo>
                  <a:lnTo>
                    <a:pt x="0" y="195"/>
                  </a:lnTo>
                  <a:lnTo>
                    <a:pt x="1" y="213"/>
                  </a:lnTo>
                  <a:lnTo>
                    <a:pt x="6" y="234"/>
                  </a:lnTo>
                  <a:lnTo>
                    <a:pt x="16" y="257"/>
                  </a:lnTo>
                  <a:lnTo>
                    <a:pt x="28" y="281"/>
                  </a:lnTo>
                  <a:lnTo>
                    <a:pt x="41" y="301"/>
                  </a:lnTo>
                  <a:lnTo>
                    <a:pt x="53" y="322"/>
                  </a:lnTo>
                  <a:lnTo>
                    <a:pt x="66" y="340"/>
                  </a:lnTo>
                  <a:lnTo>
                    <a:pt x="80" y="357"/>
                  </a:lnTo>
                  <a:lnTo>
                    <a:pt x="93" y="372"/>
                  </a:lnTo>
                  <a:lnTo>
                    <a:pt x="107" y="384"/>
                  </a:lnTo>
                  <a:lnTo>
                    <a:pt x="122" y="395"/>
                  </a:lnTo>
                  <a:lnTo>
                    <a:pt x="137" y="403"/>
                  </a:lnTo>
                  <a:lnTo>
                    <a:pt x="154" y="410"/>
                  </a:lnTo>
                  <a:lnTo>
                    <a:pt x="170" y="413"/>
                  </a:lnTo>
                  <a:lnTo>
                    <a:pt x="188" y="414"/>
                  </a:lnTo>
                  <a:lnTo>
                    <a:pt x="206" y="412"/>
                  </a:lnTo>
                  <a:lnTo>
                    <a:pt x="226" y="408"/>
                  </a:lnTo>
                  <a:lnTo>
                    <a:pt x="246" y="401"/>
                  </a:lnTo>
                  <a:lnTo>
                    <a:pt x="268" y="390"/>
                  </a:lnTo>
                  <a:lnTo>
                    <a:pt x="290" y="377"/>
                  </a:lnTo>
                  <a:lnTo>
                    <a:pt x="311" y="362"/>
                  </a:lnTo>
                  <a:lnTo>
                    <a:pt x="330" y="347"/>
                  </a:lnTo>
                  <a:lnTo>
                    <a:pt x="348" y="332"/>
                  </a:lnTo>
                  <a:lnTo>
                    <a:pt x="366" y="315"/>
                  </a:lnTo>
                  <a:lnTo>
                    <a:pt x="381" y="297"/>
                  </a:lnTo>
                  <a:lnTo>
                    <a:pt x="397" y="279"/>
                  </a:lnTo>
                  <a:lnTo>
                    <a:pt x="410" y="262"/>
                  </a:lnTo>
                  <a:lnTo>
                    <a:pt x="424" y="242"/>
                  </a:lnTo>
                  <a:lnTo>
                    <a:pt x="437" y="224"/>
                  </a:lnTo>
                  <a:lnTo>
                    <a:pt x="448" y="205"/>
                  </a:lnTo>
                  <a:lnTo>
                    <a:pt x="459" y="187"/>
                  </a:lnTo>
                  <a:lnTo>
                    <a:pt x="468" y="168"/>
                  </a:lnTo>
                  <a:lnTo>
                    <a:pt x="477" y="150"/>
                  </a:lnTo>
                  <a:lnTo>
                    <a:pt x="485" y="132"/>
                  </a:lnTo>
                  <a:lnTo>
                    <a:pt x="493" y="115"/>
                  </a:lnTo>
                  <a:lnTo>
                    <a:pt x="503" y="82"/>
                  </a:lnTo>
                  <a:lnTo>
                    <a:pt x="503" y="53"/>
                  </a:lnTo>
                  <a:lnTo>
                    <a:pt x="493" y="30"/>
                  </a:lnTo>
                  <a:lnTo>
                    <a:pt x="477" y="12"/>
                  </a:lnTo>
                  <a:lnTo>
                    <a:pt x="453" y="1"/>
                  </a:lnTo>
                  <a:lnTo>
                    <a:pt x="426" y="0"/>
                  </a:lnTo>
                  <a:lnTo>
                    <a:pt x="394" y="8"/>
                  </a:lnTo>
                  <a:lnTo>
                    <a:pt x="361" y="29"/>
                  </a:lnTo>
                  <a:close/>
                </a:path>
              </a:pathLst>
            </a:custGeom>
            <a:solidFill>
              <a:srgbClr val="EFE5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6" name="Freeform 144"/>
            <p:cNvSpPr>
              <a:spLocks/>
            </p:cNvSpPr>
            <p:nvPr/>
          </p:nvSpPr>
          <p:spPr bwMode="gray">
            <a:xfrm>
              <a:off x="4138" y="2782"/>
              <a:ext cx="242" cy="197"/>
            </a:xfrm>
            <a:custGeom>
              <a:avLst/>
              <a:gdLst/>
              <a:ahLst/>
              <a:cxnLst>
                <a:cxn ang="0">
                  <a:pos x="348" y="27"/>
                </a:cxn>
                <a:cxn ang="0">
                  <a:pos x="343" y="31"/>
                </a:cxn>
                <a:cxn ang="0">
                  <a:pos x="331" y="41"/>
                </a:cxn>
                <a:cxn ang="0">
                  <a:pos x="313" y="55"/>
                </a:cxn>
                <a:cxn ang="0">
                  <a:pos x="290" y="70"/>
                </a:cxn>
                <a:cxn ang="0">
                  <a:pos x="262" y="85"/>
                </a:cxn>
                <a:cxn ang="0">
                  <a:pos x="233" y="98"/>
                </a:cxn>
                <a:cxn ang="0">
                  <a:pos x="201" y="103"/>
                </a:cxn>
                <a:cxn ang="0">
                  <a:pos x="171" y="102"/>
                </a:cxn>
                <a:cxn ang="0">
                  <a:pos x="138" y="99"/>
                </a:cxn>
                <a:cxn ang="0">
                  <a:pos x="104" y="100"/>
                </a:cxn>
                <a:cxn ang="0">
                  <a:pos x="69" y="109"/>
                </a:cxn>
                <a:cxn ang="0">
                  <a:pos x="39" y="122"/>
                </a:cxn>
                <a:cxn ang="0">
                  <a:pos x="15" y="142"/>
                </a:cxn>
                <a:cxn ang="0">
                  <a:pos x="2" y="169"/>
                </a:cxn>
                <a:cxn ang="0">
                  <a:pos x="0" y="202"/>
                </a:cxn>
                <a:cxn ang="0">
                  <a:pos x="14" y="244"/>
                </a:cxn>
                <a:cxn ang="0">
                  <a:pos x="26" y="266"/>
                </a:cxn>
                <a:cxn ang="0">
                  <a:pos x="37" y="286"/>
                </a:cxn>
                <a:cxn ang="0">
                  <a:pos x="50" y="306"/>
                </a:cxn>
                <a:cxn ang="0">
                  <a:pos x="62" y="322"/>
                </a:cxn>
                <a:cxn ang="0">
                  <a:pos x="76" y="339"/>
                </a:cxn>
                <a:cxn ang="0">
                  <a:pos x="88" y="352"/>
                </a:cxn>
                <a:cxn ang="0">
                  <a:pos x="102" y="365"/>
                </a:cxn>
                <a:cxn ang="0">
                  <a:pos x="117" y="375"/>
                </a:cxn>
                <a:cxn ang="0">
                  <a:pos x="133" y="383"/>
                </a:cxn>
                <a:cxn ang="0">
                  <a:pos x="148" y="388"/>
                </a:cxn>
                <a:cxn ang="0">
                  <a:pos x="164" y="391"/>
                </a:cxn>
                <a:cxn ang="0">
                  <a:pos x="181" y="392"/>
                </a:cxn>
                <a:cxn ang="0">
                  <a:pos x="199" y="391"/>
                </a:cxn>
                <a:cxn ang="0">
                  <a:pos x="218" y="387"/>
                </a:cxn>
                <a:cxn ang="0">
                  <a:pos x="239" y="379"/>
                </a:cxn>
                <a:cxn ang="0">
                  <a:pos x="259" y="369"/>
                </a:cxn>
                <a:cxn ang="0">
                  <a:pos x="299" y="344"/>
                </a:cxn>
                <a:cxn ang="0">
                  <a:pos x="337" y="314"/>
                </a:cxn>
                <a:cxn ang="0">
                  <a:pos x="368" y="282"/>
                </a:cxn>
                <a:cxn ang="0">
                  <a:pos x="396" y="248"/>
                </a:cxn>
                <a:cxn ang="0">
                  <a:pos x="421" y="212"/>
                </a:cxn>
                <a:cxn ang="0">
                  <a:pos x="441" y="176"/>
                </a:cxn>
                <a:cxn ang="0">
                  <a:pos x="461" y="142"/>
                </a:cxn>
                <a:cxn ang="0">
                  <a:pos x="476" y="109"/>
                </a:cxn>
                <a:cxn ang="0">
                  <a:pos x="485" y="78"/>
                </a:cxn>
                <a:cxn ang="0">
                  <a:pos x="485" y="51"/>
                </a:cxn>
                <a:cxn ang="0">
                  <a:pos x="476" y="27"/>
                </a:cxn>
                <a:cxn ang="0">
                  <a:pos x="459" y="11"/>
                </a:cxn>
                <a:cxn ang="0">
                  <a:pos x="437" y="1"/>
                </a:cxn>
                <a:cxn ang="0">
                  <a:pos x="411" y="0"/>
                </a:cxn>
                <a:cxn ang="0">
                  <a:pos x="381" y="8"/>
                </a:cxn>
                <a:cxn ang="0">
                  <a:pos x="348" y="27"/>
                </a:cxn>
              </a:cxnLst>
              <a:rect l="0" t="0" r="r" b="b"/>
              <a:pathLst>
                <a:path w="485" h="392">
                  <a:moveTo>
                    <a:pt x="348" y="27"/>
                  </a:moveTo>
                  <a:lnTo>
                    <a:pt x="343" y="31"/>
                  </a:lnTo>
                  <a:lnTo>
                    <a:pt x="331" y="41"/>
                  </a:lnTo>
                  <a:lnTo>
                    <a:pt x="313" y="55"/>
                  </a:lnTo>
                  <a:lnTo>
                    <a:pt x="290" y="70"/>
                  </a:lnTo>
                  <a:lnTo>
                    <a:pt x="262" y="85"/>
                  </a:lnTo>
                  <a:lnTo>
                    <a:pt x="233" y="98"/>
                  </a:lnTo>
                  <a:lnTo>
                    <a:pt x="201" y="103"/>
                  </a:lnTo>
                  <a:lnTo>
                    <a:pt x="171" y="102"/>
                  </a:lnTo>
                  <a:lnTo>
                    <a:pt x="138" y="99"/>
                  </a:lnTo>
                  <a:lnTo>
                    <a:pt x="104" y="100"/>
                  </a:lnTo>
                  <a:lnTo>
                    <a:pt x="69" y="109"/>
                  </a:lnTo>
                  <a:lnTo>
                    <a:pt x="39" y="122"/>
                  </a:lnTo>
                  <a:lnTo>
                    <a:pt x="15" y="142"/>
                  </a:lnTo>
                  <a:lnTo>
                    <a:pt x="2" y="169"/>
                  </a:lnTo>
                  <a:lnTo>
                    <a:pt x="0" y="202"/>
                  </a:lnTo>
                  <a:lnTo>
                    <a:pt x="14" y="244"/>
                  </a:lnTo>
                  <a:lnTo>
                    <a:pt x="26" y="266"/>
                  </a:lnTo>
                  <a:lnTo>
                    <a:pt x="37" y="286"/>
                  </a:lnTo>
                  <a:lnTo>
                    <a:pt x="50" y="306"/>
                  </a:lnTo>
                  <a:lnTo>
                    <a:pt x="62" y="322"/>
                  </a:lnTo>
                  <a:lnTo>
                    <a:pt x="76" y="339"/>
                  </a:lnTo>
                  <a:lnTo>
                    <a:pt x="88" y="352"/>
                  </a:lnTo>
                  <a:lnTo>
                    <a:pt x="102" y="365"/>
                  </a:lnTo>
                  <a:lnTo>
                    <a:pt x="117" y="375"/>
                  </a:lnTo>
                  <a:lnTo>
                    <a:pt x="133" y="383"/>
                  </a:lnTo>
                  <a:lnTo>
                    <a:pt x="148" y="388"/>
                  </a:lnTo>
                  <a:lnTo>
                    <a:pt x="164" y="391"/>
                  </a:lnTo>
                  <a:lnTo>
                    <a:pt x="181" y="392"/>
                  </a:lnTo>
                  <a:lnTo>
                    <a:pt x="199" y="391"/>
                  </a:lnTo>
                  <a:lnTo>
                    <a:pt x="218" y="387"/>
                  </a:lnTo>
                  <a:lnTo>
                    <a:pt x="239" y="379"/>
                  </a:lnTo>
                  <a:lnTo>
                    <a:pt x="259" y="369"/>
                  </a:lnTo>
                  <a:lnTo>
                    <a:pt x="299" y="344"/>
                  </a:lnTo>
                  <a:lnTo>
                    <a:pt x="337" y="314"/>
                  </a:lnTo>
                  <a:lnTo>
                    <a:pt x="368" y="282"/>
                  </a:lnTo>
                  <a:lnTo>
                    <a:pt x="396" y="248"/>
                  </a:lnTo>
                  <a:lnTo>
                    <a:pt x="421" y="212"/>
                  </a:lnTo>
                  <a:lnTo>
                    <a:pt x="441" y="176"/>
                  </a:lnTo>
                  <a:lnTo>
                    <a:pt x="461" y="142"/>
                  </a:lnTo>
                  <a:lnTo>
                    <a:pt x="476" y="109"/>
                  </a:lnTo>
                  <a:lnTo>
                    <a:pt x="485" y="78"/>
                  </a:lnTo>
                  <a:lnTo>
                    <a:pt x="485" y="51"/>
                  </a:lnTo>
                  <a:lnTo>
                    <a:pt x="476" y="27"/>
                  </a:lnTo>
                  <a:lnTo>
                    <a:pt x="459" y="11"/>
                  </a:lnTo>
                  <a:lnTo>
                    <a:pt x="437" y="1"/>
                  </a:lnTo>
                  <a:lnTo>
                    <a:pt x="411" y="0"/>
                  </a:lnTo>
                  <a:lnTo>
                    <a:pt x="381" y="8"/>
                  </a:lnTo>
                  <a:lnTo>
                    <a:pt x="348" y="27"/>
                  </a:lnTo>
                  <a:close/>
                </a:path>
              </a:pathLst>
            </a:custGeom>
            <a:solidFill>
              <a:srgbClr val="EDE2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7" name="Freeform 145"/>
            <p:cNvSpPr>
              <a:spLocks/>
            </p:cNvSpPr>
            <p:nvPr/>
          </p:nvSpPr>
          <p:spPr bwMode="gray">
            <a:xfrm>
              <a:off x="4141" y="2787"/>
              <a:ext cx="235" cy="186"/>
            </a:xfrm>
            <a:custGeom>
              <a:avLst/>
              <a:gdLst/>
              <a:ahLst/>
              <a:cxnLst>
                <a:cxn ang="0">
                  <a:pos x="336" y="27"/>
                </a:cxn>
                <a:cxn ang="0">
                  <a:pos x="332" y="31"/>
                </a:cxn>
                <a:cxn ang="0">
                  <a:pos x="321" y="40"/>
                </a:cxn>
                <a:cxn ang="0">
                  <a:pos x="303" y="53"/>
                </a:cxn>
                <a:cxn ang="0">
                  <a:pos x="280" y="68"/>
                </a:cxn>
                <a:cxn ang="0">
                  <a:pos x="254" y="82"/>
                </a:cxn>
                <a:cxn ang="0">
                  <a:pos x="225" y="94"/>
                </a:cxn>
                <a:cxn ang="0">
                  <a:pos x="196" y="100"/>
                </a:cxn>
                <a:cxn ang="0">
                  <a:pos x="166" y="98"/>
                </a:cxn>
                <a:cxn ang="0">
                  <a:pos x="134" y="95"/>
                </a:cxn>
                <a:cxn ang="0">
                  <a:pos x="101" y="97"/>
                </a:cxn>
                <a:cxn ang="0">
                  <a:pos x="68" y="104"/>
                </a:cxn>
                <a:cxn ang="0">
                  <a:pos x="37" y="116"/>
                </a:cxn>
                <a:cxn ang="0">
                  <a:pos x="14" y="135"/>
                </a:cxn>
                <a:cxn ang="0">
                  <a:pos x="1" y="160"/>
                </a:cxn>
                <a:cxn ang="0">
                  <a:pos x="0" y="193"/>
                </a:cxn>
                <a:cxn ang="0">
                  <a:pos x="14" y="232"/>
                </a:cxn>
                <a:cxn ang="0">
                  <a:pos x="25" y="253"/>
                </a:cxn>
                <a:cxn ang="0">
                  <a:pos x="37" y="272"/>
                </a:cxn>
                <a:cxn ang="0">
                  <a:pos x="48" y="290"/>
                </a:cxn>
                <a:cxn ang="0">
                  <a:pos x="61" y="306"/>
                </a:cxn>
                <a:cxn ang="0">
                  <a:pos x="73" y="321"/>
                </a:cxn>
                <a:cxn ang="0">
                  <a:pos x="87" y="335"/>
                </a:cxn>
                <a:cxn ang="0">
                  <a:pos x="99" y="346"/>
                </a:cxn>
                <a:cxn ang="0">
                  <a:pos x="115" y="356"/>
                </a:cxn>
                <a:cxn ang="0">
                  <a:pos x="128" y="364"/>
                </a:cxn>
                <a:cxn ang="0">
                  <a:pos x="143" y="370"/>
                </a:cxn>
                <a:cxn ang="0">
                  <a:pos x="160" y="372"/>
                </a:cxn>
                <a:cxn ang="0">
                  <a:pos x="177" y="372"/>
                </a:cxn>
                <a:cxn ang="0">
                  <a:pos x="193" y="371"/>
                </a:cxn>
                <a:cxn ang="0">
                  <a:pos x="211" y="367"/>
                </a:cxn>
                <a:cxn ang="0">
                  <a:pos x="230" y="360"/>
                </a:cxn>
                <a:cxn ang="0">
                  <a:pos x="251" y="350"/>
                </a:cxn>
                <a:cxn ang="0">
                  <a:pos x="291" y="327"/>
                </a:cxn>
                <a:cxn ang="0">
                  <a:pos x="325" y="299"/>
                </a:cxn>
                <a:cxn ang="0">
                  <a:pos x="357" y="269"/>
                </a:cxn>
                <a:cxn ang="0">
                  <a:pos x="383" y="236"/>
                </a:cxn>
                <a:cxn ang="0">
                  <a:pos x="407" y="203"/>
                </a:cxn>
                <a:cxn ang="0">
                  <a:pos x="427" y="168"/>
                </a:cxn>
                <a:cxn ang="0">
                  <a:pos x="445" y="137"/>
                </a:cxn>
                <a:cxn ang="0">
                  <a:pos x="461" y="105"/>
                </a:cxn>
                <a:cxn ang="0">
                  <a:pos x="470" y="76"/>
                </a:cxn>
                <a:cxn ang="0">
                  <a:pos x="469" y="50"/>
                </a:cxn>
                <a:cxn ang="0">
                  <a:pos x="461" y="28"/>
                </a:cxn>
                <a:cxn ang="0">
                  <a:pos x="445" y="11"/>
                </a:cxn>
                <a:cxn ang="0">
                  <a:pos x="423" y="2"/>
                </a:cxn>
                <a:cxn ang="0">
                  <a:pos x="397" y="0"/>
                </a:cxn>
                <a:cxn ang="0">
                  <a:pos x="368" y="9"/>
                </a:cxn>
                <a:cxn ang="0">
                  <a:pos x="336" y="27"/>
                </a:cxn>
              </a:cxnLst>
              <a:rect l="0" t="0" r="r" b="b"/>
              <a:pathLst>
                <a:path w="470" h="372">
                  <a:moveTo>
                    <a:pt x="336" y="27"/>
                  </a:moveTo>
                  <a:lnTo>
                    <a:pt x="332" y="31"/>
                  </a:lnTo>
                  <a:lnTo>
                    <a:pt x="321" y="40"/>
                  </a:lnTo>
                  <a:lnTo>
                    <a:pt x="303" y="53"/>
                  </a:lnTo>
                  <a:lnTo>
                    <a:pt x="280" y="68"/>
                  </a:lnTo>
                  <a:lnTo>
                    <a:pt x="254" y="82"/>
                  </a:lnTo>
                  <a:lnTo>
                    <a:pt x="225" y="94"/>
                  </a:lnTo>
                  <a:lnTo>
                    <a:pt x="196" y="100"/>
                  </a:lnTo>
                  <a:lnTo>
                    <a:pt x="166" y="98"/>
                  </a:lnTo>
                  <a:lnTo>
                    <a:pt x="134" y="95"/>
                  </a:lnTo>
                  <a:lnTo>
                    <a:pt x="101" y="97"/>
                  </a:lnTo>
                  <a:lnTo>
                    <a:pt x="68" y="104"/>
                  </a:lnTo>
                  <a:lnTo>
                    <a:pt x="37" y="116"/>
                  </a:lnTo>
                  <a:lnTo>
                    <a:pt x="14" y="135"/>
                  </a:lnTo>
                  <a:lnTo>
                    <a:pt x="1" y="160"/>
                  </a:lnTo>
                  <a:lnTo>
                    <a:pt x="0" y="193"/>
                  </a:lnTo>
                  <a:lnTo>
                    <a:pt x="14" y="232"/>
                  </a:lnTo>
                  <a:lnTo>
                    <a:pt x="25" y="253"/>
                  </a:lnTo>
                  <a:lnTo>
                    <a:pt x="37" y="272"/>
                  </a:lnTo>
                  <a:lnTo>
                    <a:pt x="48" y="290"/>
                  </a:lnTo>
                  <a:lnTo>
                    <a:pt x="61" y="306"/>
                  </a:lnTo>
                  <a:lnTo>
                    <a:pt x="73" y="321"/>
                  </a:lnTo>
                  <a:lnTo>
                    <a:pt x="87" y="335"/>
                  </a:lnTo>
                  <a:lnTo>
                    <a:pt x="99" y="346"/>
                  </a:lnTo>
                  <a:lnTo>
                    <a:pt x="115" y="356"/>
                  </a:lnTo>
                  <a:lnTo>
                    <a:pt x="128" y="364"/>
                  </a:lnTo>
                  <a:lnTo>
                    <a:pt x="143" y="370"/>
                  </a:lnTo>
                  <a:lnTo>
                    <a:pt x="160" y="372"/>
                  </a:lnTo>
                  <a:lnTo>
                    <a:pt x="177" y="372"/>
                  </a:lnTo>
                  <a:lnTo>
                    <a:pt x="193" y="371"/>
                  </a:lnTo>
                  <a:lnTo>
                    <a:pt x="211" y="367"/>
                  </a:lnTo>
                  <a:lnTo>
                    <a:pt x="230" y="360"/>
                  </a:lnTo>
                  <a:lnTo>
                    <a:pt x="251" y="350"/>
                  </a:lnTo>
                  <a:lnTo>
                    <a:pt x="291" y="327"/>
                  </a:lnTo>
                  <a:lnTo>
                    <a:pt x="325" y="299"/>
                  </a:lnTo>
                  <a:lnTo>
                    <a:pt x="357" y="269"/>
                  </a:lnTo>
                  <a:lnTo>
                    <a:pt x="383" y="236"/>
                  </a:lnTo>
                  <a:lnTo>
                    <a:pt x="407" y="203"/>
                  </a:lnTo>
                  <a:lnTo>
                    <a:pt x="427" y="168"/>
                  </a:lnTo>
                  <a:lnTo>
                    <a:pt x="445" y="137"/>
                  </a:lnTo>
                  <a:lnTo>
                    <a:pt x="461" y="105"/>
                  </a:lnTo>
                  <a:lnTo>
                    <a:pt x="470" y="76"/>
                  </a:lnTo>
                  <a:lnTo>
                    <a:pt x="469" y="50"/>
                  </a:lnTo>
                  <a:lnTo>
                    <a:pt x="461" y="28"/>
                  </a:lnTo>
                  <a:lnTo>
                    <a:pt x="445" y="11"/>
                  </a:lnTo>
                  <a:lnTo>
                    <a:pt x="423" y="2"/>
                  </a:lnTo>
                  <a:lnTo>
                    <a:pt x="397" y="0"/>
                  </a:lnTo>
                  <a:lnTo>
                    <a:pt x="368" y="9"/>
                  </a:lnTo>
                  <a:lnTo>
                    <a:pt x="336" y="27"/>
                  </a:lnTo>
                  <a:close/>
                </a:path>
              </a:pathLst>
            </a:custGeom>
            <a:solidFill>
              <a:srgbClr val="EADDD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8" name="Freeform 146"/>
            <p:cNvSpPr>
              <a:spLocks/>
            </p:cNvSpPr>
            <p:nvPr/>
          </p:nvSpPr>
          <p:spPr bwMode="gray">
            <a:xfrm>
              <a:off x="4145" y="2793"/>
              <a:ext cx="226" cy="175"/>
            </a:xfrm>
            <a:custGeom>
              <a:avLst/>
              <a:gdLst/>
              <a:ahLst/>
              <a:cxnLst>
                <a:cxn ang="0">
                  <a:pos x="326" y="25"/>
                </a:cxn>
                <a:cxn ang="0">
                  <a:pos x="322" y="29"/>
                </a:cxn>
                <a:cxn ang="0">
                  <a:pos x="311" y="38"/>
                </a:cxn>
                <a:cxn ang="0">
                  <a:pos x="294" y="50"/>
                </a:cxn>
                <a:cxn ang="0">
                  <a:pos x="272" y="64"/>
                </a:cxn>
                <a:cxn ang="0">
                  <a:pos x="246" y="78"/>
                </a:cxn>
                <a:cxn ang="0">
                  <a:pos x="218" y="87"/>
                </a:cxn>
                <a:cxn ang="0">
                  <a:pos x="189" y="93"/>
                </a:cxn>
                <a:cxn ang="0">
                  <a:pos x="160" y="91"/>
                </a:cxn>
                <a:cxn ang="0">
                  <a:pos x="130" y="89"/>
                </a:cxn>
                <a:cxn ang="0">
                  <a:pos x="97" y="90"/>
                </a:cxn>
                <a:cxn ang="0">
                  <a:pos x="65" y="97"/>
                </a:cxn>
                <a:cxn ang="0">
                  <a:pos x="38" y="109"/>
                </a:cxn>
                <a:cxn ang="0">
                  <a:pos x="16" y="127"/>
                </a:cxn>
                <a:cxn ang="0">
                  <a:pos x="2" y="151"/>
                </a:cxn>
                <a:cxn ang="0">
                  <a:pos x="0" y="181"/>
                </a:cxn>
                <a:cxn ang="0">
                  <a:pos x="14" y="218"/>
                </a:cxn>
                <a:cxn ang="0">
                  <a:pos x="25" y="237"/>
                </a:cxn>
                <a:cxn ang="0">
                  <a:pos x="36" y="257"/>
                </a:cxn>
                <a:cxn ang="0">
                  <a:pos x="47" y="273"/>
                </a:cxn>
                <a:cxn ang="0">
                  <a:pos x="60" y="288"/>
                </a:cxn>
                <a:cxn ang="0">
                  <a:pos x="71" y="304"/>
                </a:cxn>
                <a:cxn ang="0">
                  <a:pos x="83" y="316"/>
                </a:cxn>
                <a:cxn ang="0">
                  <a:pos x="97" y="327"/>
                </a:cxn>
                <a:cxn ang="0">
                  <a:pos x="111" y="335"/>
                </a:cxn>
                <a:cxn ang="0">
                  <a:pos x="124" y="342"/>
                </a:cxn>
                <a:cxn ang="0">
                  <a:pos x="138" y="348"/>
                </a:cxn>
                <a:cxn ang="0">
                  <a:pos x="153" y="350"/>
                </a:cxn>
                <a:cxn ang="0">
                  <a:pos x="170" y="352"/>
                </a:cxn>
                <a:cxn ang="0">
                  <a:pos x="186" y="350"/>
                </a:cxn>
                <a:cxn ang="0">
                  <a:pos x="204" y="346"/>
                </a:cxn>
                <a:cxn ang="0">
                  <a:pos x="224" y="341"/>
                </a:cxn>
                <a:cxn ang="0">
                  <a:pos x="243" y="331"/>
                </a:cxn>
                <a:cxn ang="0">
                  <a:pos x="282" y="308"/>
                </a:cxn>
                <a:cxn ang="0">
                  <a:pos x="315" y="281"/>
                </a:cxn>
                <a:cxn ang="0">
                  <a:pos x="345" y="253"/>
                </a:cxn>
                <a:cxn ang="0">
                  <a:pos x="371" y="222"/>
                </a:cxn>
                <a:cxn ang="0">
                  <a:pos x="393" y="191"/>
                </a:cxn>
                <a:cxn ang="0">
                  <a:pos x="413" y="159"/>
                </a:cxn>
                <a:cxn ang="0">
                  <a:pos x="429" y="127"/>
                </a:cxn>
                <a:cxn ang="0">
                  <a:pos x="444" y="98"/>
                </a:cxn>
                <a:cxn ang="0">
                  <a:pos x="453" y="71"/>
                </a:cxn>
                <a:cxn ang="0">
                  <a:pos x="453" y="46"/>
                </a:cxn>
                <a:cxn ang="0">
                  <a:pos x="444" y="25"/>
                </a:cxn>
                <a:cxn ang="0">
                  <a:pos x="429" y="10"/>
                </a:cxn>
                <a:cxn ang="0">
                  <a:pos x="408" y="0"/>
                </a:cxn>
                <a:cxn ang="0">
                  <a:pos x="384" y="0"/>
                </a:cxn>
                <a:cxn ang="0">
                  <a:pos x="356" y="7"/>
                </a:cxn>
                <a:cxn ang="0">
                  <a:pos x="326" y="25"/>
                </a:cxn>
              </a:cxnLst>
              <a:rect l="0" t="0" r="r" b="b"/>
              <a:pathLst>
                <a:path w="453" h="352">
                  <a:moveTo>
                    <a:pt x="326" y="25"/>
                  </a:moveTo>
                  <a:lnTo>
                    <a:pt x="322" y="29"/>
                  </a:lnTo>
                  <a:lnTo>
                    <a:pt x="311" y="38"/>
                  </a:lnTo>
                  <a:lnTo>
                    <a:pt x="294" y="50"/>
                  </a:lnTo>
                  <a:lnTo>
                    <a:pt x="272" y="64"/>
                  </a:lnTo>
                  <a:lnTo>
                    <a:pt x="246" y="78"/>
                  </a:lnTo>
                  <a:lnTo>
                    <a:pt x="218" y="87"/>
                  </a:lnTo>
                  <a:lnTo>
                    <a:pt x="189" y="93"/>
                  </a:lnTo>
                  <a:lnTo>
                    <a:pt x="160" y="91"/>
                  </a:lnTo>
                  <a:lnTo>
                    <a:pt x="130" y="89"/>
                  </a:lnTo>
                  <a:lnTo>
                    <a:pt x="97" y="90"/>
                  </a:lnTo>
                  <a:lnTo>
                    <a:pt x="65" y="97"/>
                  </a:lnTo>
                  <a:lnTo>
                    <a:pt x="38" y="109"/>
                  </a:lnTo>
                  <a:lnTo>
                    <a:pt x="16" y="127"/>
                  </a:lnTo>
                  <a:lnTo>
                    <a:pt x="2" y="151"/>
                  </a:lnTo>
                  <a:lnTo>
                    <a:pt x="0" y="181"/>
                  </a:lnTo>
                  <a:lnTo>
                    <a:pt x="14" y="218"/>
                  </a:lnTo>
                  <a:lnTo>
                    <a:pt x="25" y="237"/>
                  </a:lnTo>
                  <a:lnTo>
                    <a:pt x="36" y="257"/>
                  </a:lnTo>
                  <a:lnTo>
                    <a:pt x="47" y="273"/>
                  </a:lnTo>
                  <a:lnTo>
                    <a:pt x="60" y="288"/>
                  </a:lnTo>
                  <a:lnTo>
                    <a:pt x="71" y="304"/>
                  </a:lnTo>
                  <a:lnTo>
                    <a:pt x="83" y="316"/>
                  </a:lnTo>
                  <a:lnTo>
                    <a:pt x="97" y="327"/>
                  </a:lnTo>
                  <a:lnTo>
                    <a:pt x="111" y="335"/>
                  </a:lnTo>
                  <a:lnTo>
                    <a:pt x="124" y="342"/>
                  </a:lnTo>
                  <a:lnTo>
                    <a:pt x="138" y="348"/>
                  </a:lnTo>
                  <a:lnTo>
                    <a:pt x="153" y="350"/>
                  </a:lnTo>
                  <a:lnTo>
                    <a:pt x="170" y="352"/>
                  </a:lnTo>
                  <a:lnTo>
                    <a:pt x="186" y="350"/>
                  </a:lnTo>
                  <a:lnTo>
                    <a:pt x="204" y="346"/>
                  </a:lnTo>
                  <a:lnTo>
                    <a:pt x="224" y="341"/>
                  </a:lnTo>
                  <a:lnTo>
                    <a:pt x="243" y="331"/>
                  </a:lnTo>
                  <a:lnTo>
                    <a:pt x="282" y="308"/>
                  </a:lnTo>
                  <a:lnTo>
                    <a:pt x="315" y="281"/>
                  </a:lnTo>
                  <a:lnTo>
                    <a:pt x="345" y="253"/>
                  </a:lnTo>
                  <a:lnTo>
                    <a:pt x="371" y="222"/>
                  </a:lnTo>
                  <a:lnTo>
                    <a:pt x="393" y="191"/>
                  </a:lnTo>
                  <a:lnTo>
                    <a:pt x="413" y="159"/>
                  </a:lnTo>
                  <a:lnTo>
                    <a:pt x="429" y="127"/>
                  </a:lnTo>
                  <a:lnTo>
                    <a:pt x="444" y="98"/>
                  </a:lnTo>
                  <a:lnTo>
                    <a:pt x="453" y="71"/>
                  </a:lnTo>
                  <a:lnTo>
                    <a:pt x="453" y="46"/>
                  </a:lnTo>
                  <a:lnTo>
                    <a:pt x="444" y="25"/>
                  </a:lnTo>
                  <a:lnTo>
                    <a:pt x="429" y="10"/>
                  </a:lnTo>
                  <a:lnTo>
                    <a:pt x="408" y="0"/>
                  </a:lnTo>
                  <a:lnTo>
                    <a:pt x="384" y="0"/>
                  </a:lnTo>
                  <a:lnTo>
                    <a:pt x="356" y="7"/>
                  </a:lnTo>
                  <a:lnTo>
                    <a:pt x="326" y="25"/>
                  </a:lnTo>
                  <a:close/>
                </a:path>
              </a:pathLst>
            </a:custGeom>
            <a:solidFill>
              <a:srgbClr val="E8DBC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39" name="Freeform 147"/>
            <p:cNvSpPr>
              <a:spLocks/>
            </p:cNvSpPr>
            <p:nvPr/>
          </p:nvSpPr>
          <p:spPr bwMode="gray">
            <a:xfrm>
              <a:off x="4149" y="2798"/>
              <a:ext cx="219" cy="165"/>
            </a:xfrm>
            <a:custGeom>
              <a:avLst/>
              <a:gdLst/>
              <a:ahLst/>
              <a:cxnLst>
                <a:cxn ang="0">
                  <a:pos x="313" y="23"/>
                </a:cxn>
                <a:cxn ang="0">
                  <a:pos x="308" y="26"/>
                </a:cxn>
                <a:cxn ang="0">
                  <a:pos x="297" y="36"/>
                </a:cxn>
                <a:cxn ang="0">
                  <a:pos x="282" y="47"/>
                </a:cxn>
                <a:cxn ang="0">
                  <a:pos x="260" y="61"/>
                </a:cxn>
                <a:cxn ang="0">
                  <a:pos x="237" y="73"/>
                </a:cxn>
                <a:cxn ang="0">
                  <a:pos x="209" y="83"/>
                </a:cxn>
                <a:cxn ang="0">
                  <a:pos x="182" y="88"/>
                </a:cxn>
                <a:cxn ang="0">
                  <a:pos x="154" y="87"/>
                </a:cxn>
                <a:cxn ang="0">
                  <a:pos x="125" y="84"/>
                </a:cxn>
                <a:cxn ang="0">
                  <a:pos x="93" y="85"/>
                </a:cxn>
                <a:cxn ang="0">
                  <a:pos x="63" y="92"/>
                </a:cxn>
                <a:cxn ang="0">
                  <a:pos x="35" y="103"/>
                </a:cxn>
                <a:cxn ang="0">
                  <a:pos x="13" y="120"/>
                </a:cxn>
                <a:cxn ang="0">
                  <a:pos x="1" y="142"/>
                </a:cxn>
                <a:cxn ang="0">
                  <a:pos x="0" y="171"/>
                </a:cxn>
                <a:cxn ang="0">
                  <a:pos x="13" y="205"/>
                </a:cxn>
                <a:cxn ang="0">
                  <a:pos x="35" y="241"/>
                </a:cxn>
                <a:cxn ang="0">
                  <a:pos x="58" y="273"/>
                </a:cxn>
                <a:cxn ang="0">
                  <a:pos x="81" y="298"/>
                </a:cxn>
                <a:cxn ang="0">
                  <a:pos x="106" y="316"/>
                </a:cxn>
                <a:cxn ang="0">
                  <a:pos x="133" y="328"/>
                </a:cxn>
                <a:cxn ang="0">
                  <a:pos x="162" y="331"/>
                </a:cxn>
                <a:cxn ang="0">
                  <a:pos x="195" y="327"/>
                </a:cxn>
                <a:cxn ang="0">
                  <a:pos x="233" y="311"/>
                </a:cxn>
                <a:cxn ang="0">
                  <a:pos x="270" y="289"/>
                </a:cxn>
                <a:cxn ang="0">
                  <a:pos x="302" y="265"/>
                </a:cxn>
                <a:cxn ang="0">
                  <a:pos x="331" y="238"/>
                </a:cxn>
                <a:cxn ang="0">
                  <a:pos x="355" y="209"/>
                </a:cxn>
                <a:cxn ang="0">
                  <a:pos x="377" y="179"/>
                </a:cxn>
                <a:cxn ang="0">
                  <a:pos x="397" y="149"/>
                </a:cxn>
                <a:cxn ang="0">
                  <a:pos x="415" y="120"/>
                </a:cxn>
                <a:cxn ang="0">
                  <a:pos x="428" y="92"/>
                </a:cxn>
                <a:cxn ang="0">
                  <a:pos x="437" y="66"/>
                </a:cxn>
                <a:cxn ang="0">
                  <a:pos x="437" y="43"/>
                </a:cxn>
                <a:cxn ang="0">
                  <a:pos x="428" y="23"/>
                </a:cxn>
                <a:cxn ang="0">
                  <a:pos x="413" y="10"/>
                </a:cxn>
                <a:cxn ang="0">
                  <a:pos x="394" y="1"/>
                </a:cxn>
                <a:cxn ang="0">
                  <a:pos x="369" y="0"/>
                </a:cxn>
                <a:cxn ang="0">
                  <a:pos x="342" y="7"/>
                </a:cxn>
                <a:cxn ang="0">
                  <a:pos x="313" y="23"/>
                </a:cxn>
              </a:cxnLst>
              <a:rect l="0" t="0" r="r" b="b"/>
              <a:pathLst>
                <a:path w="437" h="331">
                  <a:moveTo>
                    <a:pt x="313" y="23"/>
                  </a:moveTo>
                  <a:lnTo>
                    <a:pt x="308" y="26"/>
                  </a:lnTo>
                  <a:lnTo>
                    <a:pt x="297" y="36"/>
                  </a:lnTo>
                  <a:lnTo>
                    <a:pt x="282" y="47"/>
                  </a:lnTo>
                  <a:lnTo>
                    <a:pt x="260" y="61"/>
                  </a:lnTo>
                  <a:lnTo>
                    <a:pt x="237" y="73"/>
                  </a:lnTo>
                  <a:lnTo>
                    <a:pt x="209" y="83"/>
                  </a:lnTo>
                  <a:lnTo>
                    <a:pt x="182" y="88"/>
                  </a:lnTo>
                  <a:lnTo>
                    <a:pt x="154" y="87"/>
                  </a:lnTo>
                  <a:lnTo>
                    <a:pt x="125" y="84"/>
                  </a:lnTo>
                  <a:lnTo>
                    <a:pt x="93" y="85"/>
                  </a:lnTo>
                  <a:lnTo>
                    <a:pt x="63" y="92"/>
                  </a:lnTo>
                  <a:lnTo>
                    <a:pt x="35" y="103"/>
                  </a:lnTo>
                  <a:lnTo>
                    <a:pt x="13" y="120"/>
                  </a:lnTo>
                  <a:lnTo>
                    <a:pt x="1" y="142"/>
                  </a:lnTo>
                  <a:lnTo>
                    <a:pt x="0" y="171"/>
                  </a:lnTo>
                  <a:lnTo>
                    <a:pt x="13" y="205"/>
                  </a:lnTo>
                  <a:lnTo>
                    <a:pt x="35" y="241"/>
                  </a:lnTo>
                  <a:lnTo>
                    <a:pt x="58" y="273"/>
                  </a:lnTo>
                  <a:lnTo>
                    <a:pt x="81" y="298"/>
                  </a:lnTo>
                  <a:lnTo>
                    <a:pt x="106" y="316"/>
                  </a:lnTo>
                  <a:lnTo>
                    <a:pt x="133" y="328"/>
                  </a:lnTo>
                  <a:lnTo>
                    <a:pt x="162" y="331"/>
                  </a:lnTo>
                  <a:lnTo>
                    <a:pt x="195" y="327"/>
                  </a:lnTo>
                  <a:lnTo>
                    <a:pt x="233" y="311"/>
                  </a:lnTo>
                  <a:lnTo>
                    <a:pt x="270" y="289"/>
                  </a:lnTo>
                  <a:lnTo>
                    <a:pt x="302" y="265"/>
                  </a:lnTo>
                  <a:lnTo>
                    <a:pt x="331" y="238"/>
                  </a:lnTo>
                  <a:lnTo>
                    <a:pt x="355" y="209"/>
                  </a:lnTo>
                  <a:lnTo>
                    <a:pt x="377" y="179"/>
                  </a:lnTo>
                  <a:lnTo>
                    <a:pt x="397" y="149"/>
                  </a:lnTo>
                  <a:lnTo>
                    <a:pt x="415" y="120"/>
                  </a:lnTo>
                  <a:lnTo>
                    <a:pt x="428" y="92"/>
                  </a:lnTo>
                  <a:lnTo>
                    <a:pt x="437" y="66"/>
                  </a:lnTo>
                  <a:lnTo>
                    <a:pt x="437" y="43"/>
                  </a:lnTo>
                  <a:lnTo>
                    <a:pt x="428" y="23"/>
                  </a:lnTo>
                  <a:lnTo>
                    <a:pt x="413" y="10"/>
                  </a:lnTo>
                  <a:lnTo>
                    <a:pt x="394" y="1"/>
                  </a:lnTo>
                  <a:lnTo>
                    <a:pt x="369" y="0"/>
                  </a:lnTo>
                  <a:lnTo>
                    <a:pt x="342" y="7"/>
                  </a:lnTo>
                  <a:lnTo>
                    <a:pt x="313" y="23"/>
                  </a:lnTo>
                  <a:close/>
                </a:path>
              </a:pathLst>
            </a:custGeom>
            <a:solidFill>
              <a:srgbClr val="E5D6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0" name="Freeform 148"/>
            <p:cNvSpPr>
              <a:spLocks/>
            </p:cNvSpPr>
            <p:nvPr/>
          </p:nvSpPr>
          <p:spPr bwMode="gray">
            <a:xfrm>
              <a:off x="4153" y="2803"/>
              <a:ext cx="211" cy="155"/>
            </a:xfrm>
            <a:custGeom>
              <a:avLst/>
              <a:gdLst/>
              <a:ahLst/>
              <a:cxnLst>
                <a:cxn ang="0">
                  <a:pos x="302" y="22"/>
                </a:cxn>
                <a:cxn ang="0">
                  <a:pos x="298" y="25"/>
                </a:cxn>
                <a:cxn ang="0">
                  <a:pos x="288" y="33"/>
                </a:cxn>
                <a:cxn ang="0">
                  <a:pos x="271" y="44"/>
                </a:cxn>
                <a:cxn ang="0">
                  <a:pos x="251" y="57"/>
                </a:cxn>
                <a:cxn ang="0">
                  <a:pos x="227" y="68"/>
                </a:cxn>
                <a:cxn ang="0">
                  <a:pos x="201" y="77"/>
                </a:cxn>
                <a:cxn ang="0">
                  <a:pos x="175" y="83"/>
                </a:cxn>
                <a:cxn ang="0">
                  <a:pos x="149" y="81"/>
                </a:cxn>
                <a:cxn ang="0">
                  <a:pos x="121" y="79"/>
                </a:cxn>
                <a:cxn ang="0">
                  <a:pos x="91" y="80"/>
                </a:cxn>
                <a:cxn ang="0">
                  <a:pos x="61" y="86"/>
                </a:cxn>
                <a:cxn ang="0">
                  <a:pos x="34" y="97"/>
                </a:cxn>
                <a:cxn ang="0">
                  <a:pos x="14" y="113"/>
                </a:cxn>
                <a:cxn ang="0">
                  <a:pos x="1" y="134"/>
                </a:cxn>
                <a:cxn ang="0">
                  <a:pos x="0" y="160"/>
                </a:cxn>
                <a:cxn ang="0">
                  <a:pos x="12" y="193"/>
                </a:cxn>
                <a:cxn ang="0">
                  <a:pos x="33" y="226"/>
                </a:cxn>
                <a:cxn ang="0">
                  <a:pos x="55" y="255"/>
                </a:cxn>
                <a:cxn ang="0">
                  <a:pos x="77" y="278"/>
                </a:cxn>
                <a:cxn ang="0">
                  <a:pos x="102" y="295"/>
                </a:cxn>
                <a:cxn ang="0">
                  <a:pos x="128" y="306"/>
                </a:cxn>
                <a:cxn ang="0">
                  <a:pos x="157" y="310"/>
                </a:cxn>
                <a:cxn ang="0">
                  <a:pos x="189" y="305"/>
                </a:cxn>
                <a:cxn ang="0">
                  <a:pos x="225" y="291"/>
                </a:cxn>
                <a:cxn ang="0">
                  <a:pos x="259" y="272"/>
                </a:cxn>
                <a:cxn ang="0">
                  <a:pos x="291" y="248"/>
                </a:cxn>
                <a:cxn ang="0">
                  <a:pos x="318" y="222"/>
                </a:cxn>
                <a:cxn ang="0">
                  <a:pos x="343" y="196"/>
                </a:cxn>
                <a:cxn ang="0">
                  <a:pos x="364" y="168"/>
                </a:cxn>
                <a:cxn ang="0">
                  <a:pos x="382" y="139"/>
                </a:cxn>
                <a:cxn ang="0">
                  <a:pos x="398" y="113"/>
                </a:cxn>
                <a:cxn ang="0">
                  <a:pos x="412" y="87"/>
                </a:cxn>
                <a:cxn ang="0">
                  <a:pos x="420" y="62"/>
                </a:cxn>
                <a:cxn ang="0">
                  <a:pos x="420" y="40"/>
                </a:cxn>
                <a:cxn ang="0">
                  <a:pos x="412" y="22"/>
                </a:cxn>
                <a:cxn ang="0">
                  <a:pos x="398" y="8"/>
                </a:cxn>
                <a:cxn ang="0">
                  <a:pos x="379" y="0"/>
                </a:cxn>
                <a:cxn ang="0">
                  <a:pos x="356" y="0"/>
                </a:cxn>
                <a:cxn ang="0">
                  <a:pos x="329" y="7"/>
                </a:cxn>
                <a:cxn ang="0">
                  <a:pos x="302" y="22"/>
                </a:cxn>
              </a:cxnLst>
              <a:rect l="0" t="0" r="r" b="b"/>
              <a:pathLst>
                <a:path w="420" h="310">
                  <a:moveTo>
                    <a:pt x="302" y="22"/>
                  </a:moveTo>
                  <a:lnTo>
                    <a:pt x="298" y="25"/>
                  </a:lnTo>
                  <a:lnTo>
                    <a:pt x="288" y="33"/>
                  </a:lnTo>
                  <a:lnTo>
                    <a:pt x="271" y="44"/>
                  </a:lnTo>
                  <a:lnTo>
                    <a:pt x="251" y="57"/>
                  </a:lnTo>
                  <a:lnTo>
                    <a:pt x="227" y="68"/>
                  </a:lnTo>
                  <a:lnTo>
                    <a:pt x="201" y="77"/>
                  </a:lnTo>
                  <a:lnTo>
                    <a:pt x="175" y="83"/>
                  </a:lnTo>
                  <a:lnTo>
                    <a:pt x="149" y="81"/>
                  </a:lnTo>
                  <a:lnTo>
                    <a:pt x="121" y="79"/>
                  </a:lnTo>
                  <a:lnTo>
                    <a:pt x="91" y="80"/>
                  </a:lnTo>
                  <a:lnTo>
                    <a:pt x="61" y="86"/>
                  </a:lnTo>
                  <a:lnTo>
                    <a:pt x="34" y="97"/>
                  </a:lnTo>
                  <a:lnTo>
                    <a:pt x="14" y="113"/>
                  </a:lnTo>
                  <a:lnTo>
                    <a:pt x="1" y="134"/>
                  </a:lnTo>
                  <a:lnTo>
                    <a:pt x="0" y="160"/>
                  </a:lnTo>
                  <a:lnTo>
                    <a:pt x="12" y="193"/>
                  </a:lnTo>
                  <a:lnTo>
                    <a:pt x="33" y="226"/>
                  </a:lnTo>
                  <a:lnTo>
                    <a:pt x="55" y="255"/>
                  </a:lnTo>
                  <a:lnTo>
                    <a:pt x="77" y="278"/>
                  </a:lnTo>
                  <a:lnTo>
                    <a:pt x="102" y="295"/>
                  </a:lnTo>
                  <a:lnTo>
                    <a:pt x="128" y="306"/>
                  </a:lnTo>
                  <a:lnTo>
                    <a:pt x="157" y="310"/>
                  </a:lnTo>
                  <a:lnTo>
                    <a:pt x="189" y="305"/>
                  </a:lnTo>
                  <a:lnTo>
                    <a:pt x="225" y="291"/>
                  </a:lnTo>
                  <a:lnTo>
                    <a:pt x="259" y="272"/>
                  </a:lnTo>
                  <a:lnTo>
                    <a:pt x="291" y="248"/>
                  </a:lnTo>
                  <a:lnTo>
                    <a:pt x="318" y="222"/>
                  </a:lnTo>
                  <a:lnTo>
                    <a:pt x="343" y="196"/>
                  </a:lnTo>
                  <a:lnTo>
                    <a:pt x="364" y="168"/>
                  </a:lnTo>
                  <a:lnTo>
                    <a:pt x="382" y="139"/>
                  </a:lnTo>
                  <a:lnTo>
                    <a:pt x="398" y="113"/>
                  </a:lnTo>
                  <a:lnTo>
                    <a:pt x="412" y="87"/>
                  </a:lnTo>
                  <a:lnTo>
                    <a:pt x="420" y="62"/>
                  </a:lnTo>
                  <a:lnTo>
                    <a:pt x="420" y="40"/>
                  </a:lnTo>
                  <a:lnTo>
                    <a:pt x="412" y="22"/>
                  </a:lnTo>
                  <a:lnTo>
                    <a:pt x="398" y="8"/>
                  </a:lnTo>
                  <a:lnTo>
                    <a:pt x="379" y="0"/>
                  </a:lnTo>
                  <a:lnTo>
                    <a:pt x="356" y="0"/>
                  </a:lnTo>
                  <a:lnTo>
                    <a:pt x="329" y="7"/>
                  </a:lnTo>
                  <a:lnTo>
                    <a:pt x="302" y="22"/>
                  </a:lnTo>
                  <a:close/>
                </a:path>
              </a:pathLst>
            </a:custGeom>
            <a:solidFill>
              <a:srgbClr val="E5D3C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1" name="Freeform 149"/>
            <p:cNvSpPr>
              <a:spLocks/>
            </p:cNvSpPr>
            <p:nvPr/>
          </p:nvSpPr>
          <p:spPr bwMode="gray">
            <a:xfrm>
              <a:off x="3927" y="2787"/>
              <a:ext cx="82" cy="178"/>
            </a:xfrm>
            <a:custGeom>
              <a:avLst/>
              <a:gdLst/>
              <a:ahLst/>
              <a:cxnLst>
                <a:cxn ang="0">
                  <a:pos x="120" y="0"/>
                </a:cxn>
                <a:cxn ang="0">
                  <a:pos x="118" y="3"/>
                </a:cxn>
                <a:cxn ang="0">
                  <a:pos x="111" y="10"/>
                </a:cxn>
                <a:cxn ang="0">
                  <a:pos x="102" y="21"/>
                </a:cxn>
                <a:cxn ang="0">
                  <a:pos x="93" y="39"/>
                </a:cxn>
                <a:cxn ang="0">
                  <a:pos x="84" y="64"/>
                </a:cxn>
                <a:cxn ang="0">
                  <a:pos x="79" y="94"/>
                </a:cxn>
                <a:cxn ang="0">
                  <a:pos x="79" y="133"/>
                </a:cxn>
                <a:cxn ang="0">
                  <a:pos x="84" y="178"/>
                </a:cxn>
                <a:cxn ang="0">
                  <a:pos x="86" y="181"/>
                </a:cxn>
                <a:cxn ang="0">
                  <a:pos x="89" y="188"/>
                </a:cxn>
                <a:cxn ang="0">
                  <a:pos x="94" y="199"/>
                </a:cxn>
                <a:cxn ang="0">
                  <a:pos x="102" y="211"/>
                </a:cxn>
                <a:cxn ang="0">
                  <a:pos x="113" y="225"/>
                </a:cxn>
                <a:cxn ang="0">
                  <a:pos x="127" y="239"/>
                </a:cxn>
                <a:cxn ang="0">
                  <a:pos x="144" y="251"/>
                </a:cxn>
                <a:cxn ang="0">
                  <a:pos x="164" y="262"/>
                </a:cxn>
                <a:cxn ang="0">
                  <a:pos x="163" y="265"/>
                </a:cxn>
                <a:cxn ang="0">
                  <a:pos x="156" y="273"/>
                </a:cxn>
                <a:cxn ang="0">
                  <a:pos x="148" y="284"/>
                </a:cxn>
                <a:cxn ang="0">
                  <a:pos x="137" y="298"/>
                </a:cxn>
                <a:cxn ang="0">
                  <a:pos x="123" y="313"/>
                </a:cxn>
                <a:cxn ang="0">
                  <a:pos x="108" y="330"/>
                </a:cxn>
                <a:cxn ang="0">
                  <a:pos x="93" y="343"/>
                </a:cxn>
                <a:cxn ang="0">
                  <a:pos x="76" y="356"/>
                </a:cxn>
                <a:cxn ang="0">
                  <a:pos x="73" y="353"/>
                </a:cxn>
                <a:cxn ang="0">
                  <a:pos x="65" y="345"/>
                </a:cxn>
                <a:cxn ang="0">
                  <a:pos x="54" y="332"/>
                </a:cxn>
                <a:cxn ang="0">
                  <a:pos x="40" y="315"/>
                </a:cxn>
                <a:cxn ang="0">
                  <a:pos x="27" y="292"/>
                </a:cxn>
                <a:cxn ang="0">
                  <a:pos x="14" y="266"/>
                </a:cxn>
                <a:cxn ang="0">
                  <a:pos x="6" y="237"/>
                </a:cxn>
                <a:cxn ang="0">
                  <a:pos x="0" y="206"/>
                </a:cxn>
                <a:cxn ang="0">
                  <a:pos x="0" y="174"/>
                </a:cxn>
                <a:cxn ang="0">
                  <a:pos x="3" y="144"/>
                </a:cxn>
                <a:cxn ang="0">
                  <a:pos x="10" y="115"/>
                </a:cxn>
                <a:cxn ang="0">
                  <a:pos x="20" y="90"/>
                </a:cxn>
                <a:cxn ang="0">
                  <a:pos x="31" y="67"/>
                </a:cxn>
                <a:cxn ang="0">
                  <a:pos x="43" y="46"/>
                </a:cxn>
                <a:cxn ang="0">
                  <a:pos x="57" y="28"/>
                </a:cxn>
                <a:cxn ang="0">
                  <a:pos x="71" y="13"/>
                </a:cxn>
                <a:cxn ang="0">
                  <a:pos x="120" y="0"/>
                </a:cxn>
              </a:cxnLst>
              <a:rect l="0" t="0" r="r" b="b"/>
              <a:pathLst>
                <a:path w="164" h="356">
                  <a:moveTo>
                    <a:pt x="120" y="0"/>
                  </a:moveTo>
                  <a:lnTo>
                    <a:pt x="118" y="3"/>
                  </a:lnTo>
                  <a:lnTo>
                    <a:pt x="111" y="10"/>
                  </a:lnTo>
                  <a:lnTo>
                    <a:pt x="102" y="21"/>
                  </a:lnTo>
                  <a:lnTo>
                    <a:pt x="93" y="39"/>
                  </a:lnTo>
                  <a:lnTo>
                    <a:pt x="84" y="64"/>
                  </a:lnTo>
                  <a:lnTo>
                    <a:pt x="79" y="94"/>
                  </a:lnTo>
                  <a:lnTo>
                    <a:pt x="79" y="133"/>
                  </a:lnTo>
                  <a:lnTo>
                    <a:pt x="84" y="178"/>
                  </a:lnTo>
                  <a:lnTo>
                    <a:pt x="86" y="181"/>
                  </a:lnTo>
                  <a:lnTo>
                    <a:pt x="89" y="188"/>
                  </a:lnTo>
                  <a:lnTo>
                    <a:pt x="94" y="199"/>
                  </a:lnTo>
                  <a:lnTo>
                    <a:pt x="102" y="211"/>
                  </a:lnTo>
                  <a:lnTo>
                    <a:pt x="113" y="225"/>
                  </a:lnTo>
                  <a:lnTo>
                    <a:pt x="127" y="239"/>
                  </a:lnTo>
                  <a:lnTo>
                    <a:pt x="144" y="251"/>
                  </a:lnTo>
                  <a:lnTo>
                    <a:pt x="164" y="262"/>
                  </a:lnTo>
                  <a:lnTo>
                    <a:pt x="163" y="265"/>
                  </a:lnTo>
                  <a:lnTo>
                    <a:pt x="156" y="273"/>
                  </a:lnTo>
                  <a:lnTo>
                    <a:pt x="148" y="284"/>
                  </a:lnTo>
                  <a:lnTo>
                    <a:pt x="137" y="298"/>
                  </a:lnTo>
                  <a:lnTo>
                    <a:pt x="123" y="313"/>
                  </a:lnTo>
                  <a:lnTo>
                    <a:pt x="108" y="330"/>
                  </a:lnTo>
                  <a:lnTo>
                    <a:pt x="93" y="343"/>
                  </a:lnTo>
                  <a:lnTo>
                    <a:pt x="76" y="356"/>
                  </a:lnTo>
                  <a:lnTo>
                    <a:pt x="73" y="353"/>
                  </a:lnTo>
                  <a:lnTo>
                    <a:pt x="65" y="345"/>
                  </a:lnTo>
                  <a:lnTo>
                    <a:pt x="54" y="332"/>
                  </a:lnTo>
                  <a:lnTo>
                    <a:pt x="40" y="315"/>
                  </a:lnTo>
                  <a:lnTo>
                    <a:pt x="27" y="292"/>
                  </a:lnTo>
                  <a:lnTo>
                    <a:pt x="14" y="266"/>
                  </a:lnTo>
                  <a:lnTo>
                    <a:pt x="6" y="237"/>
                  </a:lnTo>
                  <a:lnTo>
                    <a:pt x="0" y="206"/>
                  </a:lnTo>
                  <a:lnTo>
                    <a:pt x="0" y="174"/>
                  </a:lnTo>
                  <a:lnTo>
                    <a:pt x="3" y="144"/>
                  </a:lnTo>
                  <a:lnTo>
                    <a:pt x="10" y="115"/>
                  </a:lnTo>
                  <a:lnTo>
                    <a:pt x="20" y="90"/>
                  </a:lnTo>
                  <a:lnTo>
                    <a:pt x="31" y="67"/>
                  </a:lnTo>
                  <a:lnTo>
                    <a:pt x="43" y="46"/>
                  </a:lnTo>
                  <a:lnTo>
                    <a:pt x="57" y="28"/>
                  </a:lnTo>
                  <a:lnTo>
                    <a:pt x="71" y="13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EA4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2" name="Freeform 150"/>
            <p:cNvSpPr>
              <a:spLocks/>
            </p:cNvSpPr>
            <p:nvPr/>
          </p:nvSpPr>
          <p:spPr bwMode="gray">
            <a:xfrm>
              <a:off x="3811" y="2803"/>
              <a:ext cx="97" cy="232"/>
            </a:xfrm>
            <a:custGeom>
              <a:avLst/>
              <a:gdLst/>
              <a:ahLst/>
              <a:cxnLst>
                <a:cxn ang="0">
                  <a:pos x="191" y="0"/>
                </a:cxn>
                <a:cxn ang="0">
                  <a:pos x="187" y="3"/>
                </a:cxn>
                <a:cxn ang="0">
                  <a:pos x="179" y="10"/>
                </a:cxn>
                <a:cxn ang="0">
                  <a:pos x="165" y="22"/>
                </a:cxn>
                <a:cxn ang="0">
                  <a:pos x="149" y="40"/>
                </a:cxn>
                <a:cxn ang="0">
                  <a:pos x="133" y="63"/>
                </a:cxn>
                <a:cxn ang="0">
                  <a:pos x="118" y="92"/>
                </a:cxn>
                <a:cxn ang="0">
                  <a:pos x="107" y="128"/>
                </a:cxn>
                <a:cxn ang="0">
                  <a:pos x="102" y="170"/>
                </a:cxn>
                <a:cxn ang="0">
                  <a:pos x="102" y="212"/>
                </a:cxn>
                <a:cxn ang="0">
                  <a:pos x="107" y="252"/>
                </a:cxn>
                <a:cxn ang="0">
                  <a:pos x="117" y="287"/>
                </a:cxn>
                <a:cxn ang="0">
                  <a:pos x="129" y="318"/>
                </a:cxn>
                <a:cxn ang="0">
                  <a:pos x="144" y="346"/>
                </a:cxn>
                <a:cxn ang="0">
                  <a:pos x="160" y="369"/>
                </a:cxn>
                <a:cxn ang="0">
                  <a:pos x="178" y="389"/>
                </a:cxn>
                <a:cxn ang="0">
                  <a:pos x="194" y="404"/>
                </a:cxn>
                <a:cxn ang="0">
                  <a:pos x="88" y="464"/>
                </a:cxn>
                <a:cxn ang="0">
                  <a:pos x="84" y="460"/>
                </a:cxn>
                <a:cxn ang="0">
                  <a:pos x="73" y="447"/>
                </a:cxn>
                <a:cxn ang="0">
                  <a:pos x="58" y="426"/>
                </a:cxn>
                <a:cxn ang="0">
                  <a:pos x="40" y="398"/>
                </a:cxn>
                <a:cxn ang="0">
                  <a:pos x="23" y="365"/>
                </a:cxn>
                <a:cxn ang="0">
                  <a:pos x="9" y="328"/>
                </a:cxn>
                <a:cxn ang="0">
                  <a:pos x="0" y="287"/>
                </a:cxn>
                <a:cxn ang="0">
                  <a:pos x="0" y="243"/>
                </a:cxn>
                <a:cxn ang="0">
                  <a:pos x="4" y="201"/>
                </a:cxn>
                <a:cxn ang="0">
                  <a:pos x="11" y="165"/>
                </a:cxn>
                <a:cxn ang="0">
                  <a:pos x="19" y="134"/>
                </a:cxn>
                <a:cxn ang="0">
                  <a:pos x="30" y="106"/>
                </a:cxn>
                <a:cxn ang="0">
                  <a:pos x="44" y="81"/>
                </a:cxn>
                <a:cxn ang="0">
                  <a:pos x="62" y="57"/>
                </a:cxn>
                <a:cxn ang="0">
                  <a:pos x="84" y="33"/>
                </a:cxn>
                <a:cxn ang="0">
                  <a:pos x="110" y="10"/>
                </a:cxn>
                <a:cxn ang="0">
                  <a:pos x="191" y="0"/>
                </a:cxn>
              </a:cxnLst>
              <a:rect l="0" t="0" r="r" b="b"/>
              <a:pathLst>
                <a:path w="194" h="464">
                  <a:moveTo>
                    <a:pt x="191" y="0"/>
                  </a:moveTo>
                  <a:lnTo>
                    <a:pt x="187" y="3"/>
                  </a:lnTo>
                  <a:lnTo>
                    <a:pt x="179" y="10"/>
                  </a:lnTo>
                  <a:lnTo>
                    <a:pt x="165" y="22"/>
                  </a:lnTo>
                  <a:lnTo>
                    <a:pt x="149" y="40"/>
                  </a:lnTo>
                  <a:lnTo>
                    <a:pt x="133" y="63"/>
                  </a:lnTo>
                  <a:lnTo>
                    <a:pt x="118" y="92"/>
                  </a:lnTo>
                  <a:lnTo>
                    <a:pt x="107" y="128"/>
                  </a:lnTo>
                  <a:lnTo>
                    <a:pt x="102" y="170"/>
                  </a:lnTo>
                  <a:lnTo>
                    <a:pt x="102" y="212"/>
                  </a:lnTo>
                  <a:lnTo>
                    <a:pt x="107" y="252"/>
                  </a:lnTo>
                  <a:lnTo>
                    <a:pt x="117" y="287"/>
                  </a:lnTo>
                  <a:lnTo>
                    <a:pt x="129" y="318"/>
                  </a:lnTo>
                  <a:lnTo>
                    <a:pt x="144" y="346"/>
                  </a:lnTo>
                  <a:lnTo>
                    <a:pt x="160" y="369"/>
                  </a:lnTo>
                  <a:lnTo>
                    <a:pt x="178" y="389"/>
                  </a:lnTo>
                  <a:lnTo>
                    <a:pt x="194" y="404"/>
                  </a:lnTo>
                  <a:lnTo>
                    <a:pt x="88" y="464"/>
                  </a:lnTo>
                  <a:lnTo>
                    <a:pt x="84" y="460"/>
                  </a:lnTo>
                  <a:lnTo>
                    <a:pt x="73" y="447"/>
                  </a:lnTo>
                  <a:lnTo>
                    <a:pt x="58" y="426"/>
                  </a:lnTo>
                  <a:lnTo>
                    <a:pt x="40" y="398"/>
                  </a:lnTo>
                  <a:lnTo>
                    <a:pt x="23" y="365"/>
                  </a:lnTo>
                  <a:lnTo>
                    <a:pt x="9" y="328"/>
                  </a:lnTo>
                  <a:lnTo>
                    <a:pt x="0" y="287"/>
                  </a:lnTo>
                  <a:lnTo>
                    <a:pt x="0" y="243"/>
                  </a:lnTo>
                  <a:lnTo>
                    <a:pt x="4" y="201"/>
                  </a:lnTo>
                  <a:lnTo>
                    <a:pt x="11" y="165"/>
                  </a:lnTo>
                  <a:lnTo>
                    <a:pt x="19" y="134"/>
                  </a:lnTo>
                  <a:lnTo>
                    <a:pt x="30" y="106"/>
                  </a:lnTo>
                  <a:lnTo>
                    <a:pt x="44" y="81"/>
                  </a:lnTo>
                  <a:lnTo>
                    <a:pt x="62" y="57"/>
                  </a:lnTo>
                  <a:lnTo>
                    <a:pt x="84" y="33"/>
                  </a:lnTo>
                  <a:lnTo>
                    <a:pt x="110" y="1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A4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3" name="Freeform 151"/>
            <p:cNvSpPr>
              <a:spLocks/>
            </p:cNvSpPr>
            <p:nvPr/>
          </p:nvSpPr>
          <p:spPr bwMode="gray">
            <a:xfrm>
              <a:off x="4264" y="2779"/>
              <a:ext cx="143" cy="84"/>
            </a:xfrm>
            <a:custGeom>
              <a:avLst/>
              <a:gdLst/>
              <a:ahLst/>
              <a:cxnLst>
                <a:cxn ang="0">
                  <a:pos x="63" y="0"/>
                </a:cxn>
                <a:cxn ang="0">
                  <a:pos x="65" y="1"/>
                </a:cxn>
                <a:cxn ang="0">
                  <a:pos x="67" y="7"/>
                </a:cxn>
                <a:cxn ang="0">
                  <a:pos x="73" y="14"/>
                </a:cxn>
                <a:cxn ang="0">
                  <a:pos x="80" y="23"/>
                </a:cxn>
                <a:cxn ang="0">
                  <a:pos x="89" y="33"/>
                </a:cxn>
                <a:cxn ang="0">
                  <a:pos x="101" y="44"/>
                </a:cxn>
                <a:cxn ang="0">
                  <a:pos x="113" y="55"/>
                </a:cxn>
                <a:cxn ang="0">
                  <a:pos x="127" y="63"/>
                </a:cxn>
                <a:cxn ang="0">
                  <a:pos x="142" y="71"/>
                </a:cxn>
                <a:cxn ang="0">
                  <a:pos x="160" y="77"/>
                </a:cxn>
                <a:cxn ang="0">
                  <a:pos x="178" y="80"/>
                </a:cxn>
                <a:cxn ang="0">
                  <a:pos x="197" y="78"/>
                </a:cxn>
                <a:cxn ang="0">
                  <a:pos x="218" y="71"/>
                </a:cxn>
                <a:cxn ang="0">
                  <a:pos x="240" y="60"/>
                </a:cxn>
                <a:cxn ang="0">
                  <a:pos x="262" y="44"/>
                </a:cxn>
                <a:cxn ang="0">
                  <a:pos x="285" y="21"/>
                </a:cxn>
                <a:cxn ang="0">
                  <a:pos x="284" y="25"/>
                </a:cxn>
                <a:cxn ang="0">
                  <a:pos x="281" y="34"/>
                </a:cxn>
                <a:cxn ang="0">
                  <a:pos x="277" y="48"/>
                </a:cxn>
                <a:cxn ang="0">
                  <a:pos x="273" y="66"/>
                </a:cxn>
                <a:cxn ang="0">
                  <a:pos x="266" y="84"/>
                </a:cxn>
                <a:cxn ang="0">
                  <a:pos x="259" y="103"/>
                </a:cxn>
                <a:cxn ang="0">
                  <a:pos x="252" y="121"/>
                </a:cxn>
                <a:cxn ang="0">
                  <a:pos x="244" y="136"/>
                </a:cxn>
                <a:cxn ang="0">
                  <a:pos x="243" y="138"/>
                </a:cxn>
                <a:cxn ang="0">
                  <a:pos x="237" y="140"/>
                </a:cxn>
                <a:cxn ang="0">
                  <a:pos x="227" y="145"/>
                </a:cxn>
                <a:cxn ang="0">
                  <a:pos x="216" y="150"/>
                </a:cxn>
                <a:cxn ang="0">
                  <a:pos x="201" y="156"/>
                </a:cxn>
                <a:cxn ang="0">
                  <a:pos x="186" y="161"/>
                </a:cxn>
                <a:cxn ang="0">
                  <a:pos x="168" y="164"/>
                </a:cxn>
                <a:cxn ang="0">
                  <a:pos x="149" y="167"/>
                </a:cxn>
                <a:cxn ang="0">
                  <a:pos x="129" y="168"/>
                </a:cxn>
                <a:cxn ang="0">
                  <a:pos x="109" y="165"/>
                </a:cxn>
                <a:cxn ang="0">
                  <a:pos x="88" y="160"/>
                </a:cxn>
                <a:cxn ang="0">
                  <a:pos x="69" y="150"/>
                </a:cxn>
                <a:cxn ang="0">
                  <a:pos x="49" y="136"/>
                </a:cxn>
                <a:cxn ang="0">
                  <a:pos x="32" y="118"/>
                </a:cxn>
                <a:cxn ang="0">
                  <a:pos x="15" y="94"/>
                </a:cxn>
                <a:cxn ang="0">
                  <a:pos x="0" y="63"/>
                </a:cxn>
                <a:cxn ang="0">
                  <a:pos x="1" y="60"/>
                </a:cxn>
                <a:cxn ang="0">
                  <a:pos x="5" y="55"/>
                </a:cxn>
                <a:cxn ang="0">
                  <a:pos x="12" y="47"/>
                </a:cxn>
                <a:cxn ang="0">
                  <a:pos x="21" y="36"/>
                </a:cxn>
                <a:cxn ang="0">
                  <a:pos x="30" y="26"/>
                </a:cxn>
                <a:cxn ang="0">
                  <a:pos x="41" y="15"/>
                </a:cxn>
                <a:cxn ang="0">
                  <a:pos x="52" y="7"/>
                </a:cxn>
                <a:cxn ang="0">
                  <a:pos x="63" y="0"/>
                </a:cxn>
              </a:cxnLst>
              <a:rect l="0" t="0" r="r" b="b"/>
              <a:pathLst>
                <a:path w="285" h="168">
                  <a:moveTo>
                    <a:pt x="63" y="0"/>
                  </a:moveTo>
                  <a:lnTo>
                    <a:pt x="65" y="1"/>
                  </a:lnTo>
                  <a:lnTo>
                    <a:pt x="67" y="7"/>
                  </a:lnTo>
                  <a:lnTo>
                    <a:pt x="73" y="14"/>
                  </a:lnTo>
                  <a:lnTo>
                    <a:pt x="80" y="23"/>
                  </a:lnTo>
                  <a:lnTo>
                    <a:pt x="89" y="33"/>
                  </a:lnTo>
                  <a:lnTo>
                    <a:pt x="101" y="44"/>
                  </a:lnTo>
                  <a:lnTo>
                    <a:pt x="113" y="55"/>
                  </a:lnTo>
                  <a:lnTo>
                    <a:pt x="127" y="63"/>
                  </a:lnTo>
                  <a:lnTo>
                    <a:pt x="142" y="71"/>
                  </a:lnTo>
                  <a:lnTo>
                    <a:pt x="160" y="77"/>
                  </a:lnTo>
                  <a:lnTo>
                    <a:pt x="178" y="80"/>
                  </a:lnTo>
                  <a:lnTo>
                    <a:pt x="197" y="78"/>
                  </a:lnTo>
                  <a:lnTo>
                    <a:pt x="218" y="71"/>
                  </a:lnTo>
                  <a:lnTo>
                    <a:pt x="240" y="60"/>
                  </a:lnTo>
                  <a:lnTo>
                    <a:pt x="262" y="44"/>
                  </a:lnTo>
                  <a:lnTo>
                    <a:pt x="285" y="21"/>
                  </a:lnTo>
                  <a:lnTo>
                    <a:pt x="284" y="25"/>
                  </a:lnTo>
                  <a:lnTo>
                    <a:pt x="281" y="34"/>
                  </a:lnTo>
                  <a:lnTo>
                    <a:pt x="277" y="48"/>
                  </a:lnTo>
                  <a:lnTo>
                    <a:pt x="273" y="66"/>
                  </a:lnTo>
                  <a:lnTo>
                    <a:pt x="266" y="84"/>
                  </a:lnTo>
                  <a:lnTo>
                    <a:pt x="259" y="103"/>
                  </a:lnTo>
                  <a:lnTo>
                    <a:pt x="252" y="121"/>
                  </a:lnTo>
                  <a:lnTo>
                    <a:pt x="244" y="136"/>
                  </a:lnTo>
                  <a:lnTo>
                    <a:pt x="243" y="138"/>
                  </a:lnTo>
                  <a:lnTo>
                    <a:pt x="237" y="140"/>
                  </a:lnTo>
                  <a:lnTo>
                    <a:pt x="227" y="145"/>
                  </a:lnTo>
                  <a:lnTo>
                    <a:pt x="216" y="150"/>
                  </a:lnTo>
                  <a:lnTo>
                    <a:pt x="201" y="156"/>
                  </a:lnTo>
                  <a:lnTo>
                    <a:pt x="186" y="161"/>
                  </a:lnTo>
                  <a:lnTo>
                    <a:pt x="168" y="164"/>
                  </a:lnTo>
                  <a:lnTo>
                    <a:pt x="149" y="167"/>
                  </a:lnTo>
                  <a:lnTo>
                    <a:pt x="129" y="168"/>
                  </a:lnTo>
                  <a:lnTo>
                    <a:pt x="109" y="165"/>
                  </a:lnTo>
                  <a:lnTo>
                    <a:pt x="88" y="160"/>
                  </a:lnTo>
                  <a:lnTo>
                    <a:pt x="69" y="150"/>
                  </a:lnTo>
                  <a:lnTo>
                    <a:pt x="49" y="136"/>
                  </a:lnTo>
                  <a:lnTo>
                    <a:pt x="32" y="118"/>
                  </a:lnTo>
                  <a:lnTo>
                    <a:pt x="15" y="94"/>
                  </a:lnTo>
                  <a:lnTo>
                    <a:pt x="0" y="63"/>
                  </a:lnTo>
                  <a:lnTo>
                    <a:pt x="1" y="60"/>
                  </a:lnTo>
                  <a:lnTo>
                    <a:pt x="5" y="55"/>
                  </a:lnTo>
                  <a:lnTo>
                    <a:pt x="12" y="47"/>
                  </a:lnTo>
                  <a:lnTo>
                    <a:pt x="21" y="36"/>
                  </a:lnTo>
                  <a:lnTo>
                    <a:pt x="30" y="26"/>
                  </a:lnTo>
                  <a:lnTo>
                    <a:pt x="41" y="15"/>
                  </a:lnTo>
                  <a:lnTo>
                    <a:pt x="52" y="7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EA4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4" name="Freeform 152"/>
            <p:cNvSpPr>
              <a:spLocks/>
            </p:cNvSpPr>
            <p:nvPr/>
          </p:nvSpPr>
          <p:spPr bwMode="gray">
            <a:xfrm>
              <a:off x="4184" y="2804"/>
              <a:ext cx="183" cy="135"/>
            </a:xfrm>
            <a:custGeom>
              <a:avLst/>
              <a:gdLst/>
              <a:ahLst/>
              <a:cxnLst>
                <a:cxn ang="0">
                  <a:pos x="107" y="40"/>
                </a:cxn>
                <a:cxn ang="0">
                  <a:pos x="107" y="43"/>
                </a:cxn>
                <a:cxn ang="0">
                  <a:pos x="110" y="53"/>
                </a:cxn>
                <a:cxn ang="0">
                  <a:pos x="115" y="65"/>
                </a:cxn>
                <a:cxn ang="0">
                  <a:pos x="122" y="80"/>
                </a:cxn>
                <a:cxn ang="0">
                  <a:pos x="133" y="98"/>
                </a:cxn>
                <a:cxn ang="0">
                  <a:pos x="148" y="115"/>
                </a:cxn>
                <a:cxn ang="0">
                  <a:pos x="166" y="133"/>
                </a:cxn>
                <a:cxn ang="0">
                  <a:pos x="191" y="147"/>
                </a:cxn>
                <a:cxn ang="0">
                  <a:pos x="217" y="158"/>
                </a:cxn>
                <a:cxn ang="0">
                  <a:pos x="241" y="166"/>
                </a:cxn>
                <a:cxn ang="0">
                  <a:pos x="263" y="171"/>
                </a:cxn>
                <a:cxn ang="0">
                  <a:pos x="285" y="174"/>
                </a:cxn>
                <a:cxn ang="0">
                  <a:pos x="306" y="175"/>
                </a:cxn>
                <a:cxn ang="0">
                  <a:pos x="325" y="174"/>
                </a:cxn>
                <a:cxn ang="0">
                  <a:pos x="346" y="171"/>
                </a:cxn>
                <a:cxn ang="0">
                  <a:pos x="366" y="166"/>
                </a:cxn>
                <a:cxn ang="0">
                  <a:pos x="365" y="170"/>
                </a:cxn>
                <a:cxn ang="0">
                  <a:pos x="361" y="184"/>
                </a:cxn>
                <a:cxn ang="0">
                  <a:pos x="354" y="200"/>
                </a:cxn>
                <a:cxn ang="0">
                  <a:pos x="344" y="221"/>
                </a:cxn>
                <a:cxn ang="0">
                  <a:pos x="329" y="240"/>
                </a:cxn>
                <a:cxn ang="0">
                  <a:pos x="311" y="258"/>
                </a:cxn>
                <a:cxn ang="0">
                  <a:pos x="288" y="269"/>
                </a:cxn>
                <a:cxn ang="0">
                  <a:pos x="259" y="272"/>
                </a:cxn>
                <a:cxn ang="0">
                  <a:pos x="242" y="271"/>
                </a:cxn>
                <a:cxn ang="0">
                  <a:pos x="222" y="268"/>
                </a:cxn>
                <a:cxn ang="0">
                  <a:pos x="201" y="265"/>
                </a:cxn>
                <a:cxn ang="0">
                  <a:pos x="179" y="261"/>
                </a:cxn>
                <a:cxn ang="0">
                  <a:pos x="155" y="255"/>
                </a:cxn>
                <a:cxn ang="0">
                  <a:pos x="132" y="247"/>
                </a:cxn>
                <a:cxn ang="0">
                  <a:pos x="108" y="237"/>
                </a:cxn>
                <a:cxn ang="0">
                  <a:pos x="86" y="225"/>
                </a:cxn>
                <a:cxn ang="0">
                  <a:pos x="66" y="210"/>
                </a:cxn>
                <a:cxn ang="0">
                  <a:pos x="46" y="192"/>
                </a:cxn>
                <a:cxn ang="0">
                  <a:pos x="30" y="170"/>
                </a:cxn>
                <a:cxn ang="0">
                  <a:pos x="16" y="145"/>
                </a:cxn>
                <a:cxn ang="0">
                  <a:pos x="6" y="115"/>
                </a:cxn>
                <a:cxn ang="0">
                  <a:pos x="1" y="82"/>
                </a:cxn>
                <a:cxn ang="0">
                  <a:pos x="0" y="43"/>
                </a:cxn>
                <a:cxn ang="0">
                  <a:pos x="4" y="0"/>
                </a:cxn>
                <a:cxn ang="0">
                  <a:pos x="107" y="40"/>
                </a:cxn>
              </a:cxnLst>
              <a:rect l="0" t="0" r="r" b="b"/>
              <a:pathLst>
                <a:path w="366" h="272">
                  <a:moveTo>
                    <a:pt x="107" y="40"/>
                  </a:moveTo>
                  <a:lnTo>
                    <a:pt x="107" y="43"/>
                  </a:lnTo>
                  <a:lnTo>
                    <a:pt x="110" y="53"/>
                  </a:lnTo>
                  <a:lnTo>
                    <a:pt x="115" y="65"/>
                  </a:lnTo>
                  <a:lnTo>
                    <a:pt x="122" y="80"/>
                  </a:lnTo>
                  <a:lnTo>
                    <a:pt x="133" y="98"/>
                  </a:lnTo>
                  <a:lnTo>
                    <a:pt x="148" y="115"/>
                  </a:lnTo>
                  <a:lnTo>
                    <a:pt x="166" y="133"/>
                  </a:lnTo>
                  <a:lnTo>
                    <a:pt x="191" y="147"/>
                  </a:lnTo>
                  <a:lnTo>
                    <a:pt x="217" y="158"/>
                  </a:lnTo>
                  <a:lnTo>
                    <a:pt x="241" y="166"/>
                  </a:lnTo>
                  <a:lnTo>
                    <a:pt x="263" y="171"/>
                  </a:lnTo>
                  <a:lnTo>
                    <a:pt x="285" y="174"/>
                  </a:lnTo>
                  <a:lnTo>
                    <a:pt x="306" y="175"/>
                  </a:lnTo>
                  <a:lnTo>
                    <a:pt x="325" y="174"/>
                  </a:lnTo>
                  <a:lnTo>
                    <a:pt x="346" y="171"/>
                  </a:lnTo>
                  <a:lnTo>
                    <a:pt x="366" y="166"/>
                  </a:lnTo>
                  <a:lnTo>
                    <a:pt x="365" y="170"/>
                  </a:lnTo>
                  <a:lnTo>
                    <a:pt x="361" y="184"/>
                  </a:lnTo>
                  <a:lnTo>
                    <a:pt x="354" y="200"/>
                  </a:lnTo>
                  <a:lnTo>
                    <a:pt x="344" y="221"/>
                  </a:lnTo>
                  <a:lnTo>
                    <a:pt x="329" y="240"/>
                  </a:lnTo>
                  <a:lnTo>
                    <a:pt x="311" y="258"/>
                  </a:lnTo>
                  <a:lnTo>
                    <a:pt x="288" y="269"/>
                  </a:lnTo>
                  <a:lnTo>
                    <a:pt x="259" y="272"/>
                  </a:lnTo>
                  <a:lnTo>
                    <a:pt x="242" y="271"/>
                  </a:lnTo>
                  <a:lnTo>
                    <a:pt x="222" y="268"/>
                  </a:lnTo>
                  <a:lnTo>
                    <a:pt x="201" y="265"/>
                  </a:lnTo>
                  <a:lnTo>
                    <a:pt x="179" y="261"/>
                  </a:lnTo>
                  <a:lnTo>
                    <a:pt x="155" y="255"/>
                  </a:lnTo>
                  <a:lnTo>
                    <a:pt x="132" y="247"/>
                  </a:lnTo>
                  <a:lnTo>
                    <a:pt x="108" y="237"/>
                  </a:lnTo>
                  <a:lnTo>
                    <a:pt x="86" y="225"/>
                  </a:lnTo>
                  <a:lnTo>
                    <a:pt x="66" y="210"/>
                  </a:lnTo>
                  <a:lnTo>
                    <a:pt x="46" y="192"/>
                  </a:lnTo>
                  <a:lnTo>
                    <a:pt x="30" y="170"/>
                  </a:lnTo>
                  <a:lnTo>
                    <a:pt x="16" y="145"/>
                  </a:lnTo>
                  <a:lnTo>
                    <a:pt x="6" y="115"/>
                  </a:lnTo>
                  <a:lnTo>
                    <a:pt x="1" y="82"/>
                  </a:lnTo>
                  <a:lnTo>
                    <a:pt x="0" y="43"/>
                  </a:lnTo>
                  <a:lnTo>
                    <a:pt x="4" y="0"/>
                  </a:lnTo>
                  <a:lnTo>
                    <a:pt x="107" y="40"/>
                  </a:lnTo>
                  <a:close/>
                </a:path>
              </a:pathLst>
            </a:custGeom>
            <a:solidFill>
              <a:srgbClr val="FFEA4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5" name="Freeform 153"/>
            <p:cNvSpPr>
              <a:spLocks/>
            </p:cNvSpPr>
            <p:nvPr/>
          </p:nvSpPr>
          <p:spPr bwMode="gray">
            <a:xfrm>
              <a:off x="3811" y="2417"/>
              <a:ext cx="163" cy="3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2" y="17"/>
                </a:cxn>
                <a:cxn ang="0">
                  <a:pos x="9" y="26"/>
                </a:cxn>
                <a:cxn ang="0">
                  <a:pos x="22" y="44"/>
                </a:cxn>
                <a:cxn ang="0">
                  <a:pos x="36" y="68"/>
                </a:cxn>
                <a:cxn ang="0">
                  <a:pos x="53" y="97"/>
                </a:cxn>
                <a:cxn ang="0">
                  <a:pos x="73" y="132"/>
                </a:cxn>
                <a:cxn ang="0">
                  <a:pos x="93" y="174"/>
                </a:cxn>
                <a:cxn ang="0">
                  <a:pos x="116" y="221"/>
                </a:cxn>
                <a:cxn ang="0">
                  <a:pos x="136" y="273"/>
                </a:cxn>
                <a:cxn ang="0">
                  <a:pos x="155" y="329"/>
                </a:cxn>
                <a:cxn ang="0">
                  <a:pos x="175" y="391"/>
                </a:cxn>
                <a:cxn ang="0">
                  <a:pos x="190" y="458"/>
                </a:cxn>
                <a:cxn ang="0">
                  <a:pos x="204" y="528"/>
                </a:cxn>
                <a:cxn ang="0">
                  <a:pos x="213" y="601"/>
                </a:cxn>
                <a:cxn ang="0">
                  <a:pos x="218" y="678"/>
                </a:cxn>
                <a:cxn ang="0">
                  <a:pos x="218" y="759"/>
                </a:cxn>
                <a:cxn ang="0">
                  <a:pos x="219" y="761"/>
                </a:cxn>
                <a:cxn ang="0">
                  <a:pos x="223" y="762"/>
                </a:cxn>
                <a:cxn ang="0">
                  <a:pos x="230" y="763"/>
                </a:cxn>
                <a:cxn ang="0">
                  <a:pos x="241" y="765"/>
                </a:cxn>
                <a:cxn ang="0">
                  <a:pos x="255" y="763"/>
                </a:cxn>
                <a:cxn ang="0">
                  <a:pos x="274" y="761"/>
                </a:cxn>
                <a:cxn ang="0">
                  <a:pos x="296" y="754"/>
                </a:cxn>
                <a:cxn ang="0">
                  <a:pos x="324" y="743"/>
                </a:cxn>
                <a:cxn ang="0">
                  <a:pos x="324" y="737"/>
                </a:cxn>
                <a:cxn ang="0">
                  <a:pos x="325" y="721"/>
                </a:cxn>
                <a:cxn ang="0">
                  <a:pos x="325" y="696"/>
                </a:cxn>
                <a:cxn ang="0">
                  <a:pos x="325" y="661"/>
                </a:cxn>
                <a:cxn ang="0">
                  <a:pos x="325" y="620"/>
                </a:cxn>
                <a:cxn ang="0">
                  <a:pos x="322" y="573"/>
                </a:cxn>
                <a:cxn ang="0">
                  <a:pos x="318" y="521"/>
                </a:cxn>
                <a:cxn ang="0">
                  <a:pos x="313" y="464"/>
                </a:cxn>
                <a:cxn ang="0">
                  <a:pos x="303" y="405"/>
                </a:cxn>
                <a:cxn ang="0">
                  <a:pos x="291" y="345"/>
                </a:cxn>
                <a:cxn ang="0">
                  <a:pos x="275" y="283"/>
                </a:cxn>
                <a:cxn ang="0">
                  <a:pos x="256" y="222"/>
                </a:cxn>
                <a:cxn ang="0">
                  <a:pos x="231" y="161"/>
                </a:cxn>
                <a:cxn ang="0">
                  <a:pos x="202" y="103"/>
                </a:cxn>
                <a:cxn ang="0">
                  <a:pos x="168" y="50"/>
                </a:cxn>
                <a:cxn ang="0">
                  <a:pos x="128" y="0"/>
                </a:cxn>
                <a:cxn ang="0">
                  <a:pos x="127" y="1"/>
                </a:cxn>
                <a:cxn ang="0">
                  <a:pos x="122" y="4"/>
                </a:cxn>
                <a:cxn ang="0">
                  <a:pos x="114" y="8"/>
                </a:cxn>
                <a:cxn ang="0">
                  <a:pos x="102" y="12"/>
                </a:cxn>
                <a:cxn ang="0">
                  <a:pos x="84" y="17"/>
                </a:cxn>
                <a:cxn ang="0">
                  <a:pos x="62" y="18"/>
                </a:cxn>
                <a:cxn ang="0">
                  <a:pos x="34" y="17"/>
                </a:cxn>
                <a:cxn ang="0">
                  <a:pos x="0" y="12"/>
                </a:cxn>
              </a:cxnLst>
              <a:rect l="0" t="0" r="r" b="b"/>
              <a:pathLst>
                <a:path w="325" h="765">
                  <a:moveTo>
                    <a:pt x="0" y="12"/>
                  </a:moveTo>
                  <a:lnTo>
                    <a:pt x="2" y="17"/>
                  </a:lnTo>
                  <a:lnTo>
                    <a:pt x="9" y="26"/>
                  </a:lnTo>
                  <a:lnTo>
                    <a:pt x="22" y="44"/>
                  </a:lnTo>
                  <a:lnTo>
                    <a:pt x="36" y="68"/>
                  </a:lnTo>
                  <a:lnTo>
                    <a:pt x="53" y="97"/>
                  </a:lnTo>
                  <a:lnTo>
                    <a:pt x="73" y="132"/>
                  </a:lnTo>
                  <a:lnTo>
                    <a:pt x="93" y="174"/>
                  </a:lnTo>
                  <a:lnTo>
                    <a:pt x="116" y="221"/>
                  </a:lnTo>
                  <a:lnTo>
                    <a:pt x="136" y="273"/>
                  </a:lnTo>
                  <a:lnTo>
                    <a:pt x="155" y="329"/>
                  </a:lnTo>
                  <a:lnTo>
                    <a:pt x="175" y="391"/>
                  </a:lnTo>
                  <a:lnTo>
                    <a:pt x="190" y="458"/>
                  </a:lnTo>
                  <a:lnTo>
                    <a:pt x="204" y="528"/>
                  </a:lnTo>
                  <a:lnTo>
                    <a:pt x="213" y="601"/>
                  </a:lnTo>
                  <a:lnTo>
                    <a:pt x="218" y="678"/>
                  </a:lnTo>
                  <a:lnTo>
                    <a:pt x="218" y="759"/>
                  </a:lnTo>
                  <a:lnTo>
                    <a:pt x="219" y="761"/>
                  </a:lnTo>
                  <a:lnTo>
                    <a:pt x="223" y="762"/>
                  </a:lnTo>
                  <a:lnTo>
                    <a:pt x="230" y="763"/>
                  </a:lnTo>
                  <a:lnTo>
                    <a:pt x="241" y="765"/>
                  </a:lnTo>
                  <a:lnTo>
                    <a:pt x="255" y="763"/>
                  </a:lnTo>
                  <a:lnTo>
                    <a:pt x="274" y="761"/>
                  </a:lnTo>
                  <a:lnTo>
                    <a:pt x="296" y="754"/>
                  </a:lnTo>
                  <a:lnTo>
                    <a:pt x="324" y="743"/>
                  </a:lnTo>
                  <a:lnTo>
                    <a:pt x="324" y="737"/>
                  </a:lnTo>
                  <a:lnTo>
                    <a:pt x="325" y="721"/>
                  </a:lnTo>
                  <a:lnTo>
                    <a:pt x="325" y="696"/>
                  </a:lnTo>
                  <a:lnTo>
                    <a:pt x="325" y="661"/>
                  </a:lnTo>
                  <a:lnTo>
                    <a:pt x="325" y="620"/>
                  </a:lnTo>
                  <a:lnTo>
                    <a:pt x="322" y="573"/>
                  </a:lnTo>
                  <a:lnTo>
                    <a:pt x="318" y="521"/>
                  </a:lnTo>
                  <a:lnTo>
                    <a:pt x="313" y="464"/>
                  </a:lnTo>
                  <a:lnTo>
                    <a:pt x="303" y="405"/>
                  </a:lnTo>
                  <a:lnTo>
                    <a:pt x="291" y="345"/>
                  </a:lnTo>
                  <a:lnTo>
                    <a:pt x="275" y="283"/>
                  </a:lnTo>
                  <a:lnTo>
                    <a:pt x="256" y="222"/>
                  </a:lnTo>
                  <a:lnTo>
                    <a:pt x="231" y="161"/>
                  </a:lnTo>
                  <a:lnTo>
                    <a:pt x="202" y="103"/>
                  </a:lnTo>
                  <a:lnTo>
                    <a:pt x="168" y="50"/>
                  </a:lnTo>
                  <a:lnTo>
                    <a:pt x="128" y="0"/>
                  </a:lnTo>
                  <a:lnTo>
                    <a:pt x="127" y="1"/>
                  </a:lnTo>
                  <a:lnTo>
                    <a:pt x="122" y="4"/>
                  </a:lnTo>
                  <a:lnTo>
                    <a:pt x="114" y="8"/>
                  </a:lnTo>
                  <a:lnTo>
                    <a:pt x="102" y="12"/>
                  </a:lnTo>
                  <a:lnTo>
                    <a:pt x="84" y="17"/>
                  </a:lnTo>
                  <a:lnTo>
                    <a:pt x="62" y="18"/>
                  </a:lnTo>
                  <a:lnTo>
                    <a:pt x="34" y="17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EA4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6" name="Freeform 154"/>
            <p:cNvSpPr>
              <a:spLocks/>
            </p:cNvSpPr>
            <p:nvPr/>
          </p:nvSpPr>
          <p:spPr bwMode="gray">
            <a:xfrm>
              <a:off x="4185" y="2606"/>
              <a:ext cx="371" cy="219"/>
            </a:xfrm>
            <a:custGeom>
              <a:avLst/>
              <a:gdLst/>
              <a:ahLst/>
              <a:cxnLst>
                <a:cxn ang="0">
                  <a:pos x="66" y="163"/>
                </a:cxn>
                <a:cxn ang="0">
                  <a:pos x="44" y="172"/>
                </a:cxn>
                <a:cxn ang="0">
                  <a:pos x="17" y="194"/>
                </a:cxn>
                <a:cxn ang="0">
                  <a:pos x="0" y="229"/>
                </a:cxn>
                <a:cxn ang="0">
                  <a:pos x="13" y="291"/>
                </a:cxn>
                <a:cxn ang="0">
                  <a:pos x="44" y="365"/>
                </a:cxn>
                <a:cxn ang="0">
                  <a:pos x="86" y="419"/>
                </a:cxn>
                <a:cxn ang="0">
                  <a:pos x="131" y="438"/>
                </a:cxn>
                <a:cxn ang="0">
                  <a:pos x="170" y="420"/>
                </a:cxn>
                <a:cxn ang="0">
                  <a:pos x="215" y="391"/>
                </a:cxn>
                <a:cxn ang="0">
                  <a:pos x="279" y="353"/>
                </a:cxn>
                <a:cxn ang="0">
                  <a:pos x="352" y="309"/>
                </a:cxn>
                <a:cxn ang="0">
                  <a:pos x="428" y="263"/>
                </a:cxn>
                <a:cxn ang="0">
                  <a:pos x="499" y="220"/>
                </a:cxn>
                <a:cxn ang="0">
                  <a:pos x="561" y="183"/>
                </a:cxn>
                <a:cxn ang="0">
                  <a:pos x="607" y="157"/>
                </a:cxn>
                <a:cxn ang="0">
                  <a:pos x="641" y="136"/>
                </a:cxn>
                <a:cxn ang="0">
                  <a:pos x="681" y="112"/>
                </a:cxn>
                <a:cxn ang="0">
                  <a:pos x="714" y="92"/>
                </a:cxn>
                <a:cxn ang="0">
                  <a:pos x="737" y="77"/>
                </a:cxn>
                <a:cxn ang="0">
                  <a:pos x="742" y="62"/>
                </a:cxn>
                <a:cxn ang="0">
                  <a:pos x="741" y="40"/>
                </a:cxn>
                <a:cxn ang="0">
                  <a:pos x="730" y="15"/>
                </a:cxn>
                <a:cxn ang="0">
                  <a:pos x="708" y="1"/>
                </a:cxn>
                <a:cxn ang="0">
                  <a:pos x="676" y="3"/>
                </a:cxn>
                <a:cxn ang="0">
                  <a:pos x="615" y="18"/>
                </a:cxn>
                <a:cxn ang="0">
                  <a:pos x="526" y="40"/>
                </a:cxn>
                <a:cxn ang="0">
                  <a:pos x="418" y="69"/>
                </a:cxn>
                <a:cxn ang="0">
                  <a:pos x="308" y="98"/>
                </a:cxn>
                <a:cxn ang="0">
                  <a:pos x="204" y="125"/>
                </a:cxn>
                <a:cxn ang="0">
                  <a:pos x="124" y="147"/>
                </a:cxn>
                <a:cxn ang="0">
                  <a:pos x="78" y="160"/>
                </a:cxn>
              </a:cxnLst>
              <a:rect l="0" t="0" r="r" b="b"/>
              <a:pathLst>
                <a:path w="742" h="438">
                  <a:moveTo>
                    <a:pt x="71" y="161"/>
                  </a:moveTo>
                  <a:lnTo>
                    <a:pt x="66" y="163"/>
                  </a:lnTo>
                  <a:lnTo>
                    <a:pt x="58" y="167"/>
                  </a:lnTo>
                  <a:lnTo>
                    <a:pt x="44" y="172"/>
                  </a:lnTo>
                  <a:lnTo>
                    <a:pt x="31" y="182"/>
                  </a:lnTo>
                  <a:lnTo>
                    <a:pt x="17" y="194"/>
                  </a:lnTo>
                  <a:lnTo>
                    <a:pt x="6" y="209"/>
                  </a:lnTo>
                  <a:lnTo>
                    <a:pt x="0" y="229"/>
                  </a:lnTo>
                  <a:lnTo>
                    <a:pt x="2" y="252"/>
                  </a:lnTo>
                  <a:lnTo>
                    <a:pt x="13" y="291"/>
                  </a:lnTo>
                  <a:lnTo>
                    <a:pt x="27" y="329"/>
                  </a:lnTo>
                  <a:lnTo>
                    <a:pt x="44" y="365"/>
                  </a:lnTo>
                  <a:lnTo>
                    <a:pt x="64" y="395"/>
                  </a:lnTo>
                  <a:lnTo>
                    <a:pt x="86" y="419"/>
                  </a:lnTo>
                  <a:lnTo>
                    <a:pt x="108" y="434"/>
                  </a:lnTo>
                  <a:lnTo>
                    <a:pt x="131" y="438"/>
                  </a:lnTo>
                  <a:lnTo>
                    <a:pt x="155" y="430"/>
                  </a:lnTo>
                  <a:lnTo>
                    <a:pt x="170" y="420"/>
                  </a:lnTo>
                  <a:lnTo>
                    <a:pt x="189" y="406"/>
                  </a:lnTo>
                  <a:lnTo>
                    <a:pt x="215" y="391"/>
                  </a:lnTo>
                  <a:lnTo>
                    <a:pt x="246" y="373"/>
                  </a:lnTo>
                  <a:lnTo>
                    <a:pt x="279" y="353"/>
                  </a:lnTo>
                  <a:lnTo>
                    <a:pt x="313" y="331"/>
                  </a:lnTo>
                  <a:lnTo>
                    <a:pt x="352" y="309"/>
                  </a:lnTo>
                  <a:lnTo>
                    <a:pt x="389" y="287"/>
                  </a:lnTo>
                  <a:lnTo>
                    <a:pt x="428" y="263"/>
                  </a:lnTo>
                  <a:lnTo>
                    <a:pt x="465" y="241"/>
                  </a:lnTo>
                  <a:lnTo>
                    <a:pt x="499" y="220"/>
                  </a:lnTo>
                  <a:lnTo>
                    <a:pt x="532" y="201"/>
                  </a:lnTo>
                  <a:lnTo>
                    <a:pt x="561" y="183"/>
                  </a:lnTo>
                  <a:lnTo>
                    <a:pt x="588" y="169"/>
                  </a:lnTo>
                  <a:lnTo>
                    <a:pt x="607" y="157"/>
                  </a:lnTo>
                  <a:lnTo>
                    <a:pt x="621" y="149"/>
                  </a:lnTo>
                  <a:lnTo>
                    <a:pt x="641" y="136"/>
                  </a:lnTo>
                  <a:lnTo>
                    <a:pt x="662" y="124"/>
                  </a:lnTo>
                  <a:lnTo>
                    <a:pt x="681" y="112"/>
                  </a:lnTo>
                  <a:lnTo>
                    <a:pt x="699" y="102"/>
                  </a:lnTo>
                  <a:lnTo>
                    <a:pt x="714" y="92"/>
                  </a:lnTo>
                  <a:lnTo>
                    <a:pt x="727" y="84"/>
                  </a:lnTo>
                  <a:lnTo>
                    <a:pt x="737" y="77"/>
                  </a:lnTo>
                  <a:lnTo>
                    <a:pt x="741" y="70"/>
                  </a:lnTo>
                  <a:lnTo>
                    <a:pt x="742" y="62"/>
                  </a:lnTo>
                  <a:lnTo>
                    <a:pt x="742" y="51"/>
                  </a:lnTo>
                  <a:lnTo>
                    <a:pt x="741" y="40"/>
                  </a:lnTo>
                  <a:lnTo>
                    <a:pt x="737" y="26"/>
                  </a:lnTo>
                  <a:lnTo>
                    <a:pt x="730" y="15"/>
                  </a:lnTo>
                  <a:lnTo>
                    <a:pt x="720" y="7"/>
                  </a:lnTo>
                  <a:lnTo>
                    <a:pt x="708" y="1"/>
                  </a:lnTo>
                  <a:lnTo>
                    <a:pt x="691" y="0"/>
                  </a:lnTo>
                  <a:lnTo>
                    <a:pt x="676" y="3"/>
                  </a:lnTo>
                  <a:lnTo>
                    <a:pt x="651" y="8"/>
                  </a:lnTo>
                  <a:lnTo>
                    <a:pt x="615" y="18"/>
                  </a:lnTo>
                  <a:lnTo>
                    <a:pt x="574" y="28"/>
                  </a:lnTo>
                  <a:lnTo>
                    <a:pt x="526" y="40"/>
                  </a:lnTo>
                  <a:lnTo>
                    <a:pt x="473" y="54"/>
                  </a:lnTo>
                  <a:lnTo>
                    <a:pt x="418" y="69"/>
                  </a:lnTo>
                  <a:lnTo>
                    <a:pt x="363" y="83"/>
                  </a:lnTo>
                  <a:lnTo>
                    <a:pt x="308" y="98"/>
                  </a:lnTo>
                  <a:lnTo>
                    <a:pt x="254" y="112"/>
                  </a:lnTo>
                  <a:lnTo>
                    <a:pt x="204" y="125"/>
                  </a:lnTo>
                  <a:lnTo>
                    <a:pt x="160" y="136"/>
                  </a:lnTo>
                  <a:lnTo>
                    <a:pt x="124" y="147"/>
                  </a:lnTo>
                  <a:lnTo>
                    <a:pt x="95" y="154"/>
                  </a:lnTo>
                  <a:lnTo>
                    <a:pt x="78" y="160"/>
                  </a:lnTo>
                  <a:lnTo>
                    <a:pt x="71" y="16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7" name="Freeform 155"/>
            <p:cNvSpPr>
              <a:spLocks/>
            </p:cNvSpPr>
            <p:nvPr/>
          </p:nvSpPr>
          <p:spPr bwMode="gray">
            <a:xfrm>
              <a:off x="4187" y="2609"/>
              <a:ext cx="362" cy="214"/>
            </a:xfrm>
            <a:custGeom>
              <a:avLst/>
              <a:gdLst/>
              <a:ahLst/>
              <a:cxnLst>
                <a:cxn ang="0">
                  <a:pos x="65" y="158"/>
                </a:cxn>
                <a:cxn ang="0">
                  <a:pos x="45" y="168"/>
                </a:cxn>
                <a:cxn ang="0">
                  <a:pos x="17" y="190"/>
                </a:cxn>
                <a:cxn ang="0">
                  <a:pos x="0" y="223"/>
                </a:cxn>
                <a:cxn ang="0">
                  <a:pos x="13" y="284"/>
                </a:cxn>
                <a:cxn ang="0">
                  <a:pos x="45" y="355"/>
                </a:cxn>
                <a:cxn ang="0">
                  <a:pos x="85" y="409"/>
                </a:cxn>
                <a:cxn ang="0">
                  <a:pos x="130" y="427"/>
                </a:cxn>
                <a:cxn ang="0">
                  <a:pos x="166" y="409"/>
                </a:cxn>
                <a:cxn ang="0">
                  <a:pos x="211" y="382"/>
                </a:cxn>
                <a:cxn ang="0">
                  <a:pos x="273" y="343"/>
                </a:cxn>
                <a:cxn ang="0">
                  <a:pos x="344" y="300"/>
                </a:cxn>
                <a:cxn ang="0">
                  <a:pos x="418" y="256"/>
                </a:cxn>
                <a:cxn ang="0">
                  <a:pos x="488" y="215"/>
                </a:cxn>
                <a:cxn ang="0">
                  <a:pos x="549" y="179"/>
                </a:cxn>
                <a:cxn ang="0">
                  <a:pos x="593" y="153"/>
                </a:cxn>
                <a:cxn ang="0">
                  <a:pos x="628" y="132"/>
                </a:cxn>
                <a:cxn ang="0">
                  <a:pos x="666" y="109"/>
                </a:cxn>
                <a:cxn ang="0">
                  <a:pos x="698" y="89"/>
                </a:cxn>
                <a:cxn ang="0">
                  <a:pos x="719" y="74"/>
                </a:cxn>
                <a:cxn ang="0">
                  <a:pos x="724" y="61"/>
                </a:cxn>
                <a:cxn ang="0">
                  <a:pos x="723" y="38"/>
                </a:cxn>
                <a:cxn ang="0">
                  <a:pos x="712" y="15"/>
                </a:cxn>
                <a:cxn ang="0">
                  <a:pos x="690" y="1"/>
                </a:cxn>
                <a:cxn ang="0">
                  <a:pos x="659" y="3"/>
                </a:cxn>
                <a:cxn ang="0">
                  <a:pos x="602" y="16"/>
                </a:cxn>
                <a:cxn ang="0">
                  <a:pos x="513" y="40"/>
                </a:cxn>
                <a:cxn ang="0">
                  <a:pos x="409" y="66"/>
                </a:cxn>
                <a:cxn ang="0">
                  <a:pos x="301" y="95"/>
                </a:cxn>
                <a:cxn ang="0">
                  <a:pos x="200" y="123"/>
                </a:cxn>
                <a:cxn ang="0">
                  <a:pos x="122" y="143"/>
                </a:cxn>
                <a:cxn ang="0">
                  <a:pos x="76" y="156"/>
                </a:cxn>
              </a:cxnLst>
              <a:rect l="0" t="0" r="r" b="b"/>
              <a:pathLst>
                <a:path w="724" h="427">
                  <a:moveTo>
                    <a:pt x="69" y="157"/>
                  </a:moveTo>
                  <a:lnTo>
                    <a:pt x="65" y="158"/>
                  </a:lnTo>
                  <a:lnTo>
                    <a:pt x="57" y="162"/>
                  </a:lnTo>
                  <a:lnTo>
                    <a:pt x="45" y="168"/>
                  </a:lnTo>
                  <a:lnTo>
                    <a:pt x="29" y="178"/>
                  </a:lnTo>
                  <a:lnTo>
                    <a:pt x="17" y="190"/>
                  </a:lnTo>
                  <a:lnTo>
                    <a:pt x="6" y="205"/>
                  </a:lnTo>
                  <a:lnTo>
                    <a:pt x="0" y="223"/>
                  </a:lnTo>
                  <a:lnTo>
                    <a:pt x="2" y="245"/>
                  </a:lnTo>
                  <a:lnTo>
                    <a:pt x="13" y="284"/>
                  </a:lnTo>
                  <a:lnTo>
                    <a:pt x="28" y="321"/>
                  </a:lnTo>
                  <a:lnTo>
                    <a:pt x="45" y="355"/>
                  </a:lnTo>
                  <a:lnTo>
                    <a:pt x="64" y="386"/>
                  </a:lnTo>
                  <a:lnTo>
                    <a:pt x="85" y="409"/>
                  </a:lnTo>
                  <a:lnTo>
                    <a:pt x="107" y="423"/>
                  </a:lnTo>
                  <a:lnTo>
                    <a:pt x="130" y="427"/>
                  </a:lnTo>
                  <a:lnTo>
                    <a:pt x="152" y="419"/>
                  </a:lnTo>
                  <a:lnTo>
                    <a:pt x="166" y="409"/>
                  </a:lnTo>
                  <a:lnTo>
                    <a:pt x="187" y="397"/>
                  </a:lnTo>
                  <a:lnTo>
                    <a:pt x="211" y="382"/>
                  </a:lnTo>
                  <a:lnTo>
                    <a:pt x="240" y="364"/>
                  </a:lnTo>
                  <a:lnTo>
                    <a:pt x="273" y="343"/>
                  </a:lnTo>
                  <a:lnTo>
                    <a:pt x="308" y="322"/>
                  </a:lnTo>
                  <a:lnTo>
                    <a:pt x="344" y="300"/>
                  </a:lnTo>
                  <a:lnTo>
                    <a:pt x="381" y="278"/>
                  </a:lnTo>
                  <a:lnTo>
                    <a:pt x="418" y="256"/>
                  </a:lnTo>
                  <a:lnTo>
                    <a:pt x="454" y="236"/>
                  </a:lnTo>
                  <a:lnTo>
                    <a:pt x="488" y="215"/>
                  </a:lnTo>
                  <a:lnTo>
                    <a:pt x="522" y="196"/>
                  </a:lnTo>
                  <a:lnTo>
                    <a:pt x="549" y="179"/>
                  </a:lnTo>
                  <a:lnTo>
                    <a:pt x="574" y="164"/>
                  </a:lnTo>
                  <a:lnTo>
                    <a:pt x="593" y="153"/>
                  </a:lnTo>
                  <a:lnTo>
                    <a:pt x="607" y="145"/>
                  </a:lnTo>
                  <a:lnTo>
                    <a:pt x="628" y="132"/>
                  </a:lnTo>
                  <a:lnTo>
                    <a:pt x="647" y="120"/>
                  </a:lnTo>
                  <a:lnTo>
                    <a:pt x="666" y="109"/>
                  </a:lnTo>
                  <a:lnTo>
                    <a:pt x="684" y="99"/>
                  </a:lnTo>
                  <a:lnTo>
                    <a:pt x="698" y="89"/>
                  </a:lnTo>
                  <a:lnTo>
                    <a:pt x="710" y="81"/>
                  </a:lnTo>
                  <a:lnTo>
                    <a:pt x="719" y="74"/>
                  </a:lnTo>
                  <a:lnTo>
                    <a:pt x="723" y="67"/>
                  </a:lnTo>
                  <a:lnTo>
                    <a:pt x="724" y="61"/>
                  </a:lnTo>
                  <a:lnTo>
                    <a:pt x="724" y="49"/>
                  </a:lnTo>
                  <a:lnTo>
                    <a:pt x="723" y="38"/>
                  </a:lnTo>
                  <a:lnTo>
                    <a:pt x="719" y="26"/>
                  </a:lnTo>
                  <a:lnTo>
                    <a:pt x="712" y="15"/>
                  </a:lnTo>
                  <a:lnTo>
                    <a:pt x="702" y="5"/>
                  </a:lnTo>
                  <a:lnTo>
                    <a:pt x="690" y="1"/>
                  </a:lnTo>
                  <a:lnTo>
                    <a:pt x="675" y="0"/>
                  </a:lnTo>
                  <a:lnTo>
                    <a:pt x="659" y="3"/>
                  </a:lnTo>
                  <a:lnTo>
                    <a:pt x="635" y="8"/>
                  </a:lnTo>
                  <a:lnTo>
                    <a:pt x="602" y="16"/>
                  </a:lnTo>
                  <a:lnTo>
                    <a:pt x="560" y="27"/>
                  </a:lnTo>
                  <a:lnTo>
                    <a:pt x="513" y="40"/>
                  </a:lnTo>
                  <a:lnTo>
                    <a:pt x="462" y="52"/>
                  </a:lnTo>
                  <a:lnTo>
                    <a:pt x="409" y="66"/>
                  </a:lnTo>
                  <a:lnTo>
                    <a:pt x="355" y="81"/>
                  </a:lnTo>
                  <a:lnTo>
                    <a:pt x="301" y="95"/>
                  </a:lnTo>
                  <a:lnTo>
                    <a:pt x="249" y="109"/>
                  </a:lnTo>
                  <a:lnTo>
                    <a:pt x="200" y="123"/>
                  </a:lnTo>
                  <a:lnTo>
                    <a:pt x="158" y="134"/>
                  </a:lnTo>
                  <a:lnTo>
                    <a:pt x="122" y="143"/>
                  </a:lnTo>
                  <a:lnTo>
                    <a:pt x="93" y="150"/>
                  </a:lnTo>
                  <a:lnTo>
                    <a:pt x="76" y="156"/>
                  </a:lnTo>
                  <a:lnTo>
                    <a:pt x="69" y="157"/>
                  </a:lnTo>
                  <a:close/>
                </a:path>
              </a:pathLst>
            </a:custGeom>
            <a:solidFill>
              <a:srgbClr val="F4F7F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8" name="Freeform 156"/>
            <p:cNvSpPr>
              <a:spLocks/>
            </p:cNvSpPr>
            <p:nvPr/>
          </p:nvSpPr>
          <p:spPr bwMode="gray">
            <a:xfrm>
              <a:off x="4190" y="2613"/>
              <a:ext cx="353" cy="208"/>
            </a:xfrm>
            <a:custGeom>
              <a:avLst/>
              <a:gdLst/>
              <a:ahLst/>
              <a:cxnLst>
                <a:cxn ang="0">
                  <a:pos x="63" y="154"/>
                </a:cxn>
                <a:cxn ang="0">
                  <a:pos x="43" y="164"/>
                </a:cxn>
                <a:cxn ang="0">
                  <a:pos x="15" y="184"/>
                </a:cxn>
                <a:cxn ang="0">
                  <a:pos x="0" y="217"/>
                </a:cxn>
                <a:cxn ang="0">
                  <a:pos x="12" y="277"/>
                </a:cxn>
                <a:cxn ang="0">
                  <a:pos x="43" y="346"/>
                </a:cxn>
                <a:cxn ang="0">
                  <a:pos x="81" y="398"/>
                </a:cxn>
                <a:cxn ang="0">
                  <a:pos x="125" y="416"/>
                </a:cxn>
                <a:cxn ang="0">
                  <a:pos x="161" y="398"/>
                </a:cxn>
                <a:cxn ang="0">
                  <a:pos x="205" y="370"/>
                </a:cxn>
                <a:cxn ang="0">
                  <a:pos x="265" y="335"/>
                </a:cxn>
                <a:cxn ang="0">
                  <a:pos x="334" y="293"/>
                </a:cxn>
                <a:cxn ang="0">
                  <a:pos x="407" y="251"/>
                </a:cxn>
                <a:cxn ang="0">
                  <a:pos x="476" y="209"/>
                </a:cxn>
                <a:cxn ang="0">
                  <a:pos x="534" y="173"/>
                </a:cxn>
                <a:cxn ang="0">
                  <a:pos x="576" y="149"/>
                </a:cxn>
                <a:cxn ang="0">
                  <a:pos x="611" y="128"/>
                </a:cxn>
                <a:cxn ang="0">
                  <a:pos x="648" y="106"/>
                </a:cxn>
                <a:cxn ang="0">
                  <a:pos x="680" y="88"/>
                </a:cxn>
                <a:cxn ang="0">
                  <a:pos x="700" y="71"/>
                </a:cxn>
                <a:cxn ang="0">
                  <a:pos x="706" y="59"/>
                </a:cxn>
                <a:cxn ang="0">
                  <a:pos x="703" y="37"/>
                </a:cxn>
                <a:cxn ang="0">
                  <a:pos x="693" y="15"/>
                </a:cxn>
                <a:cxn ang="0">
                  <a:pos x="671" y="0"/>
                </a:cxn>
                <a:cxn ang="0">
                  <a:pos x="642" y="3"/>
                </a:cxn>
                <a:cxn ang="0">
                  <a:pos x="586" y="16"/>
                </a:cxn>
                <a:cxn ang="0">
                  <a:pos x="500" y="38"/>
                </a:cxn>
                <a:cxn ang="0">
                  <a:pos x="398" y="65"/>
                </a:cxn>
                <a:cxn ang="0">
                  <a:pos x="292" y="92"/>
                </a:cxn>
                <a:cxn ang="0">
                  <a:pos x="196" y="118"/>
                </a:cxn>
                <a:cxn ang="0">
                  <a:pos x="119" y="139"/>
                </a:cxn>
                <a:cxn ang="0">
                  <a:pos x="73" y="151"/>
                </a:cxn>
              </a:cxnLst>
              <a:rect l="0" t="0" r="r" b="b"/>
              <a:pathLst>
                <a:path w="706" h="416">
                  <a:moveTo>
                    <a:pt x="68" y="153"/>
                  </a:moveTo>
                  <a:lnTo>
                    <a:pt x="63" y="154"/>
                  </a:lnTo>
                  <a:lnTo>
                    <a:pt x="55" y="157"/>
                  </a:lnTo>
                  <a:lnTo>
                    <a:pt x="43" y="164"/>
                  </a:lnTo>
                  <a:lnTo>
                    <a:pt x="29" y="172"/>
                  </a:lnTo>
                  <a:lnTo>
                    <a:pt x="15" y="184"/>
                  </a:lnTo>
                  <a:lnTo>
                    <a:pt x="5" y="200"/>
                  </a:lnTo>
                  <a:lnTo>
                    <a:pt x="0" y="217"/>
                  </a:lnTo>
                  <a:lnTo>
                    <a:pt x="1" y="240"/>
                  </a:lnTo>
                  <a:lnTo>
                    <a:pt x="12" y="277"/>
                  </a:lnTo>
                  <a:lnTo>
                    <a:pt x="26" y="313"/>
                  </a:lnTo>
                  <a:lnTo>
                    <a:pt x="43" y="346"/>
                  </a:lnTo>
                  <a:lnTo>
                    <a:pt x="62" y="375"/>
                  </a:lnTo>
                  <a:lnTo>
                    <a:pt x="81" y="398"/>
                  </a:lnTo>
                  <a:lnTo>
                    <a:pt x="103" y="412"/>
                  </a:lnTo>
                  <a:lnTo>
                    <a:pt x="125" y="416"/>
                  </a:lnTo>
                  <a:lnTo>
                    <a:pt x="147" y="408"/>
                  </a:lnTo>
                  <a:lnTo>
                    <a:pt x="161" y="398"/>
                  </a:lnTo>
                  <a:lnTo>
                    <a:pt x="181" y="386"/>
                  </a:lnTo>
                  <a:lnTo>
                    <a:pt x="205" y="370"/>
                  </a:lnTo>
                  <a:lnTo>
                    <a:pt x="233" y="354"/>
                  </a:lnTo>
                  <a:lnTo>
                    <a:pt x="265" y="335"/>
                  </a:lnTo>
                  <a:lnTo>
                    <a:pt x="299" y="314"/>
                  </a:lnTo>
                  <a:lnTo>
                    <a:pt x="334" y="293"/>
                  </a:lnTo>
                  <a:lnTo>
                    <a:pt x="371" y="271"/>
                  </a:lnTo>
                  <a:lnTo>
                    <a:pt x="407" y="251"/>
                  </a:lnTo>
                  <a:lnTo>
                    <a:pt x="441" y="229"/>
                  </a:lnTo>
                  <a:lnTo>
                    <a:pt x="476" y="209"/>
                  </a:lnTo>
                  <a:lnTo>
                    <a:pt x="506" y="190"/>
                  </a:lnTo>
                  <a:lnTo>
                    <a:pt x="534" y="173"/>
                  </a:lnTo>
                  <a:lnTo>
                    <a:pt x="558" y="160"/>
                  </a:lnTo>
                  <a:lnTo>
                    <a:pt x="576" y="149"/>
                  </a:lnTo>
                  <a:lnTo>
                    <a:pt x="590" y="140"/>
                  </a:lnTo>
                  <a:lnTo>
                    <a:pt x="611" y="128"/>
                  </a:lnTo>
                  <a:lnTo>
                    <a:pt x="630" y="117"/>
                  </a:lnTo>
                  <a:lnTo>
                    <a:pt x="648" y="106"/>
                  </a:lnTo>
                  <a:lnTo>
                    <a:pt x="664" y="96"/>
                  </a:lnTo>
                  <a:lnTo>
                    <a:pt x="680" y="88"/>
                  </a:lnTo>
                  <a:lnTo>
                    <a:pt x="691" y="80"/>
                  </a:lnTo>
                  <a:lnTo>
                    <a:pt x="700" y="71"/>
                  </a:lnTo>
                  <a:lnTo>
                    <a:pt x="704" y="66"/>
                  </a:lnTo>
                  <a:lnTo>
                    <a:pt x="706" y="59"/>
                  </a:lnTo>
                  <a:lnTo>
                    <a:pt x="706" y="48"/>
                  </a:lnTo>
                  <a:lnTo>
                    <a:pt x="703" y="37"/>
                  </a:lnTo>
                  <a:lnTo>
                    <a:pt x="699" y="25"/>
                  </a:lnTo>
                  <a:lnTo>
                    <a:pt x="693" y="15"/>
                  </a:lnTo>
                  <a:lnTo>
                    <a:pt x="684" y="5"/>
                  </a:lnTo>
                  <a:lnTo>
                    <a:pt x="671" y="0"/>
                  </a:lnTo>
                  <a:lnTo>
                    <a:pt x="656" y="0"/>
                  </a:lnTo>
                  <a:lnTo>
                    <a:pt x="642" y="3"/>
                  </a:lnTo>
                  <a:lnTo>
                    <a:pt x="618" y="8"/>
                  </a:lnTo>
                  <a:lnTo>
                    <a:pt x="586" y="16"/>
                  </a:lnTo>
                  <a:lnTo>
                    <a:pt x="546" y="26"/>
                  </a:lnTo>
                  <a:lnTo>
                    <a:pt x="500" y="38"/>
                  </a:lnTo>
                  <a:lnTo>
                    <a:pt x="451" y="51"/>
                  </a:lnTo>
                  <a:lnTo>
                    <a:pt x="398" y="65"/>
                  </a:lnTo>
                  <a:lnTo>
                    <a:pt x="346" y="78"/>
                  </a:lnTo>
                  <a:lnTo>
                    <a:pt x="292" y="92"/>
                  </a:lnTo>
                  <a:lnTo>
                    <a:pt x="243" y="106"/>
                  </a:lnTo>
                  <a:lnTo>
                    <a:pt x="196" y="118"/>
                  </a:lnTo>
                  <a:lnTo>
                    <a:pt x="153" y="129"/>
                  </a:lnTo>
                  <a:lnTo>
                    <a:pt x="119" y="139"/>
                  </a:lnTo>
                  <a:lnTo>
                    <a:pt x="91" y="146"/>
                  </a:lnTo>
                  <a:lnTo>
                    <a:pt x="73" y="151"/>
                  </a:lnTo>
                  <a:lnTo>
                    <a:pt x="68" y="153"/>
                  </a:lnTo>
                  <a:close/>
                </a:path>
              </a:pathLst>
            </a:custGeom>
            <a:solidFill>
              <a:srgbClr val="E8EF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49" name="Freeform 157"/>
            <p:cNvSpPr>
              <a:spLocks/>
            </p:cNvSpPr>
            <p:nvPr/>
          </p:nvSpPr>
          <p:spPr bwMode="gray">
            <a:xfrm>
              <a:off x="4193" y="2617"/>
              <a:ext cx="343" cy="203"/>
            </a:xfrm>
            <a:custGeom>
              <a:avLst/>
              <a:gdLst/>
              <a:ahLst/>
              <a:cxnLst>
                <a:cxn ang="0">
                  <a:pos x="63" y="150"/>
                </a:cxn>
                <a:cxn ang="0">
                  <a:pos x="42" y="160"/>
                </a:cxn>
                <a:cxn ang="0">
                  <a:pos x="16" y="179"/>
                </a:cxn>
                <a:cxn ang="0">
                  <a:pos x="0" y="212"/>
                </a:cxn>
                <a:cxn ang="0">
                  <a:pos x="13" y="269"/>
                </a:cxn>
                <a:cxn ang="0">
                  <a:pos x="42" y="338"/>
                </a:cxn>
                <a:cxn ang="0">
                  <a:pos x="80" y="389"/>
                </a:cxn>
                <a:cxn ang="0">
                  <a:pos x="123" y="405"/>
                </a:cxn>
                <a:cxn ang="0">
                  <a:pos x="158" y="389"/>
                </a:cxn>
                <a:cxn ang="0">
                  <a:pos x="200" y="361"/>
                </a:cxn>
                <a:cxn ang="0">
                  <a:pos x="258" y="327"/>
                </a:cxn>
                <a:cxn ang="0">
                  <a:pos x="326" y="285"/>
                </a:cxn>
                <a:cxn ang="0">
                  <a:pos x="396" y="244"/>
                </a:cxn>
                <a:cxn ang="0">
                  <a:pos x="464" y="204"/>
                </a:cxn>
                <a:cxn ang="0">
                  <a:pos x="522" y="170"/>
                </a:cxn>
                <a:cxn ang="0">
                  <a:pos x="563" y="146"/>
                </a:cxn>
                <a:cxn ang="0">
                  <a:pos x="595" y="125"/>
                </a:cxn>
                <a:cxn ang="0">
                  <a:pos x="632" y="103"/>
                </a:cxn>
                <a:cxn ang="0">
                  <a:pos x="662" y="85"/>
                </a:cxn>
                <a:cxn ang="0">
                  <a:pos x="682" y="70"/>
                </a:cxn>
                <a:cxn ang="0">
                  <a:pos x="687" y="58"/>
                </a:cxn>
                <a:cxn ang="0">
                  <a:pos x="684" y="36"/>
                </a:cxn>
                <a:cxn ang="0">
                  <a:pos x="675" y="14"/>
                </a:cxn>
                <a:cxn ang="0">
                  <a:pos x="654" y="0"/>
                </a:cxn>
                <a:cxn ang="0">
                  <a:pos x="625" y="3"/>
                </a:cxn>
                <a:cxn ang="0">
                  <a:pos x="570" y="17"/>
                </a:cxn>
                <a:cxn ang="0">
                  <a:pos x="487" y="37"/>
                </a:cxn>
                <a:cxn ang="0">
                  <a:pos x="388" y="63"/>
                </a:cxn>
                <a:cxn ang="0">
                  <a:pos x="284" y="91"/>
                </a:cxn>
                <a:cxn ang="0">
                  <a:pos x="189" y="116"/>
                </a:cxn>
                <a:cxn ang="0">
                  <a:pos x="115" y="135"/>
                </a:cxn>
                <a:cxn ang="0">
                  <a:pos x="71" y="147"/>
                </a:cxn>
              </a:cxnLst>
              <a:rect l="0" t="0" r="r" b="b"/>
              <a:pathLst>
                <a:path w="687" h="405">
                  <a:moveTo>
                    <a:pt x="65" y="149"/>
                  </a:moveTo>
                  <a:lnTo>
                    <a:pt x="63" y="150"/>
                  </a:lnTo>
                  <a:lnTo>
                    <a:pt x="53" y="153"/>
                  </a:lnTo>
                  <a:lnTo>
                    <a:pt x="42" y="160"/>
                  </a:lnTo>
                  <a:lnTo>
                    <a:pt x="28" y="168"/>
                  </a:lnTo>
                  <a:lnTo>
                    <a:pt x="16" y="179"/>
                  </a:lnTo>
                  <a:lnTo>
                    <a:pt x="6" y="194"/>
                  </a:lnTo>
                  <a:lnTo>
                    <a:pt x="0" y="212"/>
                  </a:lnTo>
                  <a:lnTo>
                    <a:pt x="2" y="233"/>
                  </a:lnTo>
                  <a:lnTo>
                    <a:pt x="13" y="269"/>
                  </a:lnTo>
                  <a:lnTo>
                    <a:pt x="27" y="305"/>
                  </a:lnTo>
                  <a:lnTo>
                    <a:pt x="42" y="338"/>
                  </a:lnTo>
                  <a:lnTo>
                    <a:pt x="61" y="367"/>
                  </a:lnTo>
                  <a:lnTo>
                    <a:pt x="80" y="389"/>
                  </a:lnTo>
                  <a:lnTo>
                    <a:pt x="101" y="401"/>
                  </a:lnTo>
                  <a:lnTo>
                    <a:pt x="123" y="405"/>
                  </a:lnTo>
                  <a:lnTo>
                    <a:pt x="144" y="397"/>
                  </a:lnTo>
                  <a:lnTo>
                    <a:pt x="158" y="389"/>
                  </a:lnTo>
                  <a:lnTo>
                    <a:pt x="177" y="376"/>
                  </a:lnTo>
                  <a:lnTo>
                    <a:pt x="200" y="361"/>
                  </a:lnTo>
                  <a:lnTo>
                    <a:pt x="228" y="345"/>
                  </a:lnTo>
                  <a:lnTo>
                    <a:pt x="258" y="327"/>
                  </a:lnTo>
                  <a:lnTo>
                    <a:pt x="291" y="306"/>
                  </a:lnTo>
                  <a:lnTo>
                    <a:pt x="326" y="285"/>
                  </a:lnTo>
                  <a:lnTo>
                    <a:pt x="362" y="265"/>
                  </a:lnTo>
                  <a:lnTo>
                    <a:pt x="396" y="244"/>
                  </a:lnTo>
                  <a:lnTo>
                    <a:pt x="431" y="223"/>
                  </a:lnTo>
                  <a:lnTo>
                    <a:pt x="464" y="204"/>
                  </a:lnTo>
                  <a:lnTo>
                    <a:pt x="494" y="186"/>
                  </a:lnTo>
                  <a:lnTo>
                    <a:pt x="522" y="170"/>
                  </a:lnTo>
                  <a:lnTo>
                    <a:pt x="544" y="157"/>
                  </a:lnTo>
                  <a:lnTo>
                    <a:pt x="563" y="146"/>
                  </a:lnTo>
                  <a:lnTo>
                    <a:pt x="575" y="138"/>
                  </a:lnTo>
                  <a:lnTo>
                    <a:pt x="595" y="125"/>
                  </a:lnTo>
                  <a:lnTo>
                    <a:pt x="614" y="114"/>
                  </a:lnTo>
                  <a:lnTo>
                    <a:pt x="632" y="103"/>
                  </a:lnTo>
                  <a:lnTo>
                    <a:pt x="648" y="94"/>
                  </a:lnTo>
                  <a:lnTo>
                    <a:pt x="662" y="85"/>
                  </a:lnTo>
                  <a:lnTo>
                    <a:pt x="673" y="77"/>
                  </a:lnTo>
                  <a:lnTo>
                    <a:pt x="682" y="70"/>
                  </a:lnTo>
                  <a:lnTo>
                    <a:pt x="686" y="65"/>
                  </a:lnTo>
                  <a:lnTo>
                    <a:pt x="687" y="58"/>
                  </a:lnTo>
                  <a:lnTo>
                    <a:pt x="687" y="47"/>
                  </a:lnTo>
                  <a:lnTo>
                    <a:pt x="684" y="36"/>
                  </a:lnTo>
                  <a:lnTo>
                    <a:pt x="682" y="25"/>
                  </a:lnTo>
                  <a:lnTo>
                    <a:pt x="675" y="14"/>
                  </a:lnTo>
                  <a:lnTo>
                    <a:pt x="665" y="6"/>
                  </a:lnTo>
                  <a:lnTo>
                    <a:pt x="654" y="0"/>
                  </a:lnTo>
                  <a:lnTo>
                    <a:pt x="639" y="0"/>
                  </a:lnTo>
                  <a:lnTo>
                    <a:pt x="625" y="3"/>
                  </a:lnTo>
                  <a:lnTo>
                    <a:pt x="602" y="8"/>
                  </a:lnTo>
                  <a:lnTo>
                    <a:pt x="570" y="17"/>
                  </a:lnTo>
                  <a:lnTo>
                    <a:pt x="531" y="26"/>
                  </a:lnTo>
                  <a:lnTo>
                    <a:pt x="487" y="37"/>
                  </a:lnTo>
                  <a:lnTo>
                    <a:pt x="439" y="50"/>
                  </a:lnTo>
                  <a:lnTo>
                    <a:pt x="388" y="63"/>
                  </a:lnTo>
                  <a:lnTo>
                    <a:pt x="335" y="77"/>
                  </a:lnTo>
                  <a:lnTo>
                    <a:pt x="284" y="91"/>
                  </a:lnTo>
                  <a:lnTo>
                    <a:pt x="235" y="103"/>
                  </a:lnTo>
                  <a:lnTo>
                    <a:pt x="189" y="116"/>
                  </a:lnTo>
                  <a:lnTo>
                    <a:pt x="149" y="127"/>
                  </a:lnTo>
                  <a:lnTo>
                    <a:pt x="115" y="135"/>
                  </a:lnTo>
                  <a:lnTo>
                    <a:pt x="89" y="143"/>
                  </a:lnTo>
                  <a:lnTo>
                    <a:pt x="71" y="147"/>
                  </a:lnTo>
                  <a:lnTo>
                    <a:pt x="65" y="149"/>
                  </a:lnTo>
                  <a:close/>
                </a:path>
              </a:pathLst>
            </a:custGeom>
            <a:solidFill>
              <a:srgbClr val="DDE8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0" name="Freeform 158"/>
            <p:cNvSpPr>
              <a:spLocks/>
            </p:cNvSpPr>
            <p:nvPr/>
          </p:nvSpPr>
          <p:spPr bwMode="gray">
            <a:xfrm>
              <a:off x="4195" y="2620"/>
              <a:ext cx="334" cy="198"/>
            </a:xfrm>
            <a:custGeom>
              <a:avLst/>
              <a:gdLst/>
              <a:ahLst/>
              <a:cxnLst>
                <a:cxn ang="0">
                  <a:pos x="61" y="146"/>
                </a:cxn>
                <a:cxn ang="0">
                  <a:pos x="40" y="156"/>
                </a:cxn>
                <a:cxn ang="0">
                  <a:pos x="15" y="175"/>
                </a:cxn>
                <a:cxn ang="0">
                  <a:pos x="0" y="207"/>
                </a:cxn>
                <a:cxn ang="0">
                  <a:pos x="11" y="262"/>
                </a:cxn>
                <a:cxn ang="0">
                  <a:pos x="40" y="328"/>
                </a:cxn>
                <a:cxn ang="0">
                  <a:pos x="77" y="377"/>
                </a:cxn>
                <a:cxn ang="0">
                  <a:pos x="119" y="394"/>
                </a:cxn>
                <a:cxn ang="0">
                  <a:pos x="153" y="377"/>
                </a:cxn>
                <a:cxn ang="0">
                  <a:pos x="194" y="351"/>
                </a:cxn>
                <a:cxn ang="0">
                  <a:pos x="251" y="317"/>
                </a:cxn>
                <a:cxn ang="0">
                  <a:pos x="316" y="277"/>
                </a:cxn>
                <a:cxn ang="0">
                  <a:pos x="385" y="237"/>
                </a:cxn>
                <a:cxn ang="0">
                  <a:pos x="449" y="198"/>
                </a:cxn>
                <a:cxn ang="0">
                  <a:pos x="506" y="165"/>
                </a:cxn>
                <a:cxn ang="0">
                  <a:pos x="546" y="140"/>
                </a:cxn>
                <a:cxn ang="0">
                  <a:pos x="578" y="123"/>
                </a:cxn>
                <a:cxn ang="0">
                  <a:pos x="614" y="101"/>
                </a:cxn>
                <a:cxn ang="0">
                  <a:pos x="642" y="83"/>
                </a:cxn>
                <a:cxn ang="0">
                  <a:pos x="662" y="69"/>
                </a:cxn>
                <a:cxn ang="0">
                  <a:pos x="667" y="56"/>
                </a:cxn>
                <a:cxn ang="0">
                  <a:pos x="666" y="36"/>
                </a:cxn>
                <a:cxn ang="0">
                  <a:pos x="656" y="14"/>
                </a:cxn>
                <a:cxn ang="0">
                  <a:pos x="636" y="0"/>
                </a:cxn>
                <a:cxn ang="0">
                  <a:pos x="608" y="3"/>
                </a:cxn>
                <a:cxn ang="0">
                  <a:pos x="554" y="15"/>
                </a:cxn>
                <a:cxn ang="0">
                  <a:pos x="473" y="36"/>
                </a:cxn>
                <a:cxn ang="0">
                  <a:pos x="376" y="61"/>
                </a:cxn>
                <a:cxn ang="0">
                  <a:pos x="277" y="88"/>
                </a:cxn>
                <a:cxn ang="0">
                  <a:pos x="185" y="112"/>
                </a:cxn>
                <a:cxn ang="0">
                  <a:pos x="112" y="132"/>
                </a:cxn>
                <a:cxn ang="0">
                  <a:pos x="69" y="143"/>
                </a:cxn>
              </a:cxnLst>
              <a:rect l="0" t="0" r="r" b="b"/>
              <a:pathLst>
                <a:path w="667" h="394">
                  <a:moveTo>
                    <a:pt x="63" y="145"/>
                  </a:moveTo>
                  <a:lnTo>
                    <a:pt x="61" y="146"/>
                  </a:lnTo>
                  <a:lnTo>
                    <a:pt x="52" y="149"/>
                  </a:lnTo>
                  <a:lnTo>
                    <a:pt x="40" y="156"/>
                  </a:lnTo>
                  <a:lnTo>
                    <a:pt x="28" y="164"/>
                  </a:lnTo>
                  <a:lnTo>
                    <a:pt x="15" y="175"/>
                  </a:lnTo>
                  <a:lnTo>
                    <a:pt x="6" y="189"/>
                  </a:lnTo>
                  <a:lnTo>
                    <a:pt x="0" y="207"/>
                  </a:lnTo>
                  <a:lnTo>
                    <a:pt x="1" y="227"/>
                  </a:lnTo>
                  <a:lnTo>
                    <a:pt x="11" y="262"/>
                  </a:lnTo>
                  <a:lnTo>
                    <a:pt x="25" y="296"/>
                  </a:lnTo>
                  <a:lnTo>
                    <a:pt x="40" y="328"/>
                  </a:lnTo>
                  <a:lnTo>
                    <a:pt x="58" y="355"/>
                  </a:lnTo>
                  <a:lnTo>
                    <a:pt x="77" y="377"/>
                  </a:lnTo>
                  <a:lnTo>
                    <a:pt x="98" y="390"/>
                  </a:lnTo>
                  <a:lnTo>
                    <a:pt x="119" y="394"/>
                  </a:lnTo>
                  <a:lnTo>
                    <a:pt x="139" y="386"/>
                  </a:lnTo>
                  <a:lnTo>
                    <a:pt x="153" y="377"/>
                  </a:lnTo>
                  <a:lnTo>
                    <a:pt x="171" y="365"/>
                  </a:lnTo>
                  <a:lnTo>
                    <a:pt x="194" y="351"/>
                  </a:lnTo>
                  <a:lnTo>
                    <a:pt x="221" y="335"/>
                  </a:lnTo>
                  <a:lnTo>
                    <a:pt x="251" y="317"/>
                  </a:lnTo>
                  <a:lnTo>
                    <a:pt x="283" y="298"/>
                  </a:lnTo>
                  <a:lnTo>
                    <a:pt x="316" y="277"/>
                  </a:lnTo>
                  <a:lnTo>
                    <a:pt x="350" y="258"/>
                  </a:lnTo>
                  <a:lnTo>
                    <a:pt x="385" y="237"/>
                  </a:lnTo>
                  <a:lnTo>
                    <a:pt x="418" y="216"/>
                  </a:lnTo>
                  <a:lnTo>
                    <a:pt x="449" y="198"/>
                  </a:lnTo>
                  <a:lnTo>
                    <a:pt x="480" y="180"/>
                  </a:lnTo>
                  <a:lnTo>
                    <a:pt x="506" y="165"/>
                  </a:lnTo>
                  <a:lnTo>
                    <a:pt x="528" y="152"/>
                  </a:lnTo>
                  <a:lnTo>
                    <a:pt x="546" y="140"/>
                  </a:lnTo>
                  <a:lnTo>
                    <a:pt x="558" y="134"/>
                  </a:lnTo>
                  <a:lnTo>
                    <a:pt x="578" y="123"/>
                  </a:lnTo>
                  <a:lnTo>
                    <a:pt x="596" y="112"/>
                  </a:lnTo>
                  <a:lnTo>
                    <a:pt x="614" y="101"/>
                  </a:lnTo>
                  <a:lnTo>
                    <a:pt x="629" y="92"/>
                  </a:lnTo>
                  <a:lnTo>
                    <a:pt x="642" y="83"/>
                  </a:lnTo>
                  <a:lnTo>
                    <a:pt x="653" y="76"/>
                  </a:lnTo>
                  <a:lnTo>
                    <a:pt x="662" y="69"/>
                  </a:lnTo>
                  <a:lnTo>
                    <a:pt x="666" y="63"/>
                  </a:lnTo>
                  <a:lnTo>
                    <a:pt x="667" y="56"/>
                  </a:lnTo>
                  <a:lnTo>
                    <a:pt x="667" y="47"/>
                  </a:lnTo>
                  <a:lnTo>
                    <a:pt x="666" y="36"/>
                  </a:lnTo>
                  <a:lnTo>
                    <a:pt x="662" y="23"/>
                  </a:lnTo>
                  <a:lnTo>
                    <a:pt x="656" y="14"/>
                  </a:lnTo>
                  <a:lnTo>
                    <a:pt x="647" y="5"/>
                  </a:lnTo>
                  <a:lnTo>
                    <a:pt x="636" y="0"/>
                  </a:lnTo>
                  <a:lnTo>
                    <a:pt x="622" y="0"/>
                  </a:lnTo>
                  <a:lnTo>
                    <a:pt x="608" y="3"/>
                  </a:lnTo>
                  <a:lnTo>
                    <a:pt x="586" y="8"/>
                  </a:lnTo>
                  <a:lnTo>
                    <a:pt x="554" y="15"/>
                  </a:lnTo>
                  <a:lnTo>
                    <a:pt x="517" y="25"/>
                  </a:lnTo>
                  <a:lnTo>
                    <a:pt x="473" y="36"/>
                  </a:lnTo>
                  <a:lnTo>
                    <a:pt x="426" y="48"/>
                  </a:lnTo>
                  <a:lnTo>
                    <a:pt x="376" y="61"/>
                  </a:lnTo>
                  <a:lnTo>
                    <a:pt x="327" y="74"/>
                  </a:lnTo>
                  <a:lnTo>
                    <a:pt x="277" y="88"/>
                  </a:lnTo>
                  <a:lnTo>
                    <a:pt x="229" y="101"/>
                  </a:lnTo>
                  <a:lnTo>
                    <a:pt x="185" y="112"/>
                  </a:lnTo>
                  <a:lnTo>
                    <a:pt x="145" y="123"/>
                  </a:lnTo>
                  <a:lnTo>
                    <a:pt x="112" y="132"/>
                  </a:lnTo>
                  <a:lnTo>
                    <a:pt x="85" y="139"/>
                  </a:lnTo>
                  <a:lnTo>
                    <a:pt x="69" y="143"/>
                  </a:lnTo>
                  <a:lnTo>
                    <a:pt x="63" y="145"/>
                  </a:lnTo>
                  <a:close/>
                </a:path>
              </a:pathLst>
            </a:custGeom>
            <a:solidFill>
              <a:srgbClr val="D3E0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1" name="Freeform 159"/>
            <p:cNvSpPr>
              <a:spLocks/>
            </p:cNvSpPr>
            <p:nvPr/>
          </p:nvSpPr>
          <p:spPr bwMode="gray">
            <a:xfrm>
              <a:off x="4198" y="2624"/>
              <a:ext cx="325" cy="191"/>
            </a:xfrm>
            <a:custGeom>
              <a:avLst/>
              <a:gdLst/>
              <a:ahLst/>
              <a:cxnLst>
                <a:cxn ang="0">
                  <a:pos x="59" y="142"/>
                </a:cxn>
                <a:cxn ang="0">
                  <a:pos x="38" y="150"/>
                </a:cxn>
                <a:cxn ang="0">
                  <a:pos x="15" y="169"/>
                </a:cxn>
                <a:cxn ang="0">
                  <a:pos x="0" y="200"/>
                </a:cxn>
                <a:cxn ang="0">
                  <a:pos x="11" y="255"/>
                </a:cxn>
                <a:cxn ang="0">
                  <a:pos x="38" y="318"/>
                </a:cxn>
                <a:cxn ang="0">
                  <a:pos x="74" y="366"/>
                </a:cxn>
                <a:cxn ang="0">
                  <a:pos x="114" y="383"/>
                </a:cxn>
                <a:cxn ang="0">
                  <a:pos x="147" y="368"/>
                </a:cxn>
                <a:cxn ang="0">
                  <a:pos x="187" y="342"/>
                </a:cxn>
                <a:cxn ang="0">
                  <a:pos x="242" y="308"/>
                </a:cxn>
                <a:cxn ang="0">
                  <a:pos x="307" y="270"/>
                </a:cxn>
                <a:cxn ang="0">
                  <a:pos x="373" y="230"/>
                </a:cxn>
                <a:cxn ang="0">
                  <a:pos x="437" y="193"/>
                </a:cxn>
                <a:cxn ang="0">
                  <a:pos x="492" y="160"/>
                </a:cxn>
                <a:cxn ang="0">
                  <a:pos x="530" y="136"/>
                </a:cxn>
                <a:cxn ang="0">
                  <a:pos x="561" y="118"/>
                </a:cxn>
                <a:cxn ang="0">
                  <a:pos x="596" y="98"/>
                </a:cxn>
                <a:cxn ang="0">
                  <a:pos x="625" y="80"/>
                </a:cxn>
                <a:cxn ang="0">
                  <a:pos x="643" y="66"/>
                </a:cxn>
                <a:cxn ang="0">
                  <a:pos x="649" y="54"/>
                </a:cxn>
                <a:cxn ang="0">
                  <a:pos x="647" y="34"/>
                </a:cxn>
                <a:cxn ang="0">
                  <a:pos x="636" y="14"/>
                </a:cxn>
                <a:cxn ang="0">
                  <a:pos x="617" y="0"/>
                </a:cxn>
                <a:cxn ang="0">
                  <a:pos x="591" y="3"/>
                </a:cxn>
                <a:cxn ang="0">
                  <a:pos x="539" y="15"/>
                </a:cxn>
                <a:cxn ang="0">
                  <a:pos x="460" y="34"/>
                </a:cxn>
                <a:cxn ang="0">
                  <a:pos x="366" y="59"/>
                </a:cxn>
                <a:cxn ang="0">
                  <a:pos x="268" y="85"/>
                </a:cxn>
                <a:cxn ang="0">
                  <a:pos x="179" y="109"/>
                </a:cxn>
                <a:cxn ang="0">
                  <a:pos x="108" y="128"/>
                </a:cxn>
                <a:cxn ang="0">
                  <a:pos x="67" y="139"/>
                </a:cxn>
              </a:cxnLst>
              <a:rect l="0" t="0" r="r" b="b"/>
              <a:pathLst>
                <a:path w="649" h="383">
                  <a:moveTo>
                    <a:pt x="62" y="140"/>
                  </a:moveTo>
                  <a:lnTo>
                    <a:pt x="59" y="142"/>
                  </a:lnTo>
                  <a:lnTo>
                    <a:pt x="51" y="145"/>
                  </a:lnTo>
                  <a:lnTo>
                    <a:pt x="38" y="150"/>
                  </a:lnTo>
                  <a:lnTo>
                    <a:pt x="26" y="158"/>
                  </a:lnTo>
                  <a:lnTo>
                    <a:pt x="15" y="169"/>
                  </a:lnTo>
                  <a:lnTo>
                    <a:pt x="5" y="183"/>
                  </a:lnTo>
                  <a:lnTo>
                    <a:pt x="0" y="200"/>
                  </a:lnTo>
                  <a:lnTo>
                    <a:pt x="1" y="220"/>
                  </a:lnTo>
                  <a:lnTo>
                    <a:pt x="11" y="255"/>
                  </a:lnTo>
                  <a:lnTo>
                    <a:pt x="23" y="288"/>
                  </a:lnTo>
                  <a:lnTo>
                    <a:pt x="38" y="318"/>
                  </a:lnTo>
                  <a:lnTo>
                    <a:pt x="56" y="346"/>
                  </a:lnTo>
                  <a:lnTo>
                    <a:pt x="74" y="366"/>
                  </a:lnTo>
                  <a:lnTo>
                    <a:pt x="95" y="379"/>
                  </a:lnTo>
                  <a:lnTo>
                    <a:pt x="114" y="383"/>
                  </a:lnTo>
                  <a:lnTo>
                    <a:pt x="135" y="376"/>
                  </a:lnTo>
                  <a:lnTo>
                    <a:pt x="147" y="368"/>
                  </a:lnTo>
                  <a:lnTo>
                    <a:pt x="165" y="355"/>
                  </a:lnTo>
                  <a:lnTo>
                    <a:pt x="187" y="342"/>
                  </a:lnTo>
                  <a:lnTo>
                    <a:pt x="213" y="326"/>
                  </a:lnTo>
                  <a:lnTo>
                    <a:pt x="242" y="308"/>
                  </a:lnTo>
                  <a:lnTo>
                    <a:pt x="274" y="289"/>
                  </a:lnTo>
                  <a:lnTo>
                    <a:pt x="307" y="270"/>
                  </a:lnTo>
                  <a:lnTo>
                    <a:pt x="340" y="251"/>
                  </a:lnTo>
                  <a:lnTo>
                    <a:pt x="373" y="230"/>
                  </a:lnTo>
                  <a:lnTo>
                    <a:pt x="406" y="211"/>
                  </a:lnTo>
                  <a:lnTo>
                    <a:pt x="437" y="193"/>
                  </a:lnTo>
                  <a:lnTo>
                    <a:pt x="465" y="175"/>
                  </a:lnTo>
                  <a:lnTo>
                    <a:pt x="492" y="160"/>
                  </a:lnTo>
                  <a:lnTo>
                    <a:pt x="514" y="147"/>
                  </a:lnTo>
                  <a:lnTo>
                    <a:pt x="530" y="136"/>
                  </a:lnTo>
                  <a:lnTo>
                    <a:pt x="543" y="129"/>
                  </a:lnTo>
                  <a:lnTo>
                    <a:pt x="561" y="118"/>
                  </a:lnTo>
                  <a:lnTo>
                    <a:pt x="580" y="107"/>
                  </a:lnTo>
                  <a:lnTo>
                    <a:pt x="596" y="98"/>
                  </a:lnTo>
                  <a:lnTo>
                    <a:pt x="612" y="88"/>
                  </a:lnTo>
                  <a:lnTo>
                    <a:pt x="625" y="80"/>
                  </a:lnTo>
                  <a:lnTo>
                    <a:pt x="636" y="73"/>
                  </a:lnTo>
                  <a:lnTo>
                    <a:pt x="643" y="66"/>
                  </a:lnTo>
                  <a:lnTo>
                    <a:pt x="647" y="60"/>
                  </a:lnTo>
                  <a:lnTo>
                    <a:pt x="649" y="54"/>
                  </a:lnTo>
                  <a:lnTo>
                    <a:pt x="649" y="44"/>
                  </a:lnTo>
                  <a:lnTo>
                    <a:pt x="647" y="34"/>
                  </a:lnTo>
                  <a:lnTo>
                    <a:pt x="643" y="23"/>
                  </a:lnTo>
                  <a:lnTo>
                    <a:pt x="636" y="14"/>
                  </a:lnTo>
                  <a:lnTo>
                    <a:pt x="628" y="5"/>
                  </a:lnTo>
                  <a:lnTo>
                    <a:pt x="617" y="0"/>
                  </a:lnTo>
                  <a:lnTo>
                    <a:pt x="603" y="0"/>
                  </a:lnTo>
                  <a:lnTo>
                    <a:pt x="591" y="3"/>
                  </a:lnTo>
                  <a:lnTo>
                    <a:pt x="569" y="8"/>
                  </a:lnTo>
                  <a:lnTo>
                    <a:pt x="539" y="15"/>
                  </a:lnTo>
                  <a:lnTo>
                    <a:pt x="501" y="25"/>
                  </a:lnTo>
                  <a:lnTo>
                    <a:pt x="460" y="34"/>
                  </a:lnTo>
                  <a:lnTo>
                    <a:pt x="413" y="47"/>
                  </a:lnTo>
                  <a:lnTo>
                    <a:pt x="366" y="59"/>
                  </a:lnTo>
                  <a:lnTo>
                    <a:pt x="317" y="71"/>
                  </a:lnTo>
                  <a:lnTo>
                    <a:pt x="268" y="85"/>
                  </a:lnTo>
                  <a:lnTo>
                    <a:pt x="221" y="98"/>
                  </a:lnTo>
                  <a:lnTo>
                    <a:pt x="179" y="109"/>
                  </a:lnTo>
                  <a:lnTo>
                    <a:pt x="140" y="120"/>
                  </a:lnTo>
                  <a:lnTo>
                    <a:pt x="108" y="128"/>
                  </a:lnTo>
                  <a:lnTo>
                    <a:pt x="84" y="135"/>
                  </a:lnTo>
                  <a:lnTo>
                    <a:pt x="67" y="139"/>
                  </a:lnTo>
                  <a:lnTo>
                    <a:pt x="62" y="140"/>
                  </a:lnTo>
                  <a:close/>
                </a:path>
              </a:pathLst>
            </a:custGeom>
            <a:solidFill>
              <a:srgbClr val="C9D8D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2" name="Freeform 160"/>
            <p:cNvSpPr>
              <a:spLocks/>
            </p:cNvSpPr>
            <p:nvPr/>
          </p:nvSpPr>
          <p:spPr bwMode="gray">
            <a:xfrm>
              <a:off x="4201" y="2627"/>
              <a:ext cx="315" cy="186"/>
            </a:xfrm>
            <a:custGeom>
              <a:avLst/>
              <a:gdLst/>
              <a:ahLst/>
              <a:cxnLst>
                <a:cxn ang="0">
                  <a:pos x="57" y="138"/>
                </a:cxn>
                <a:cxn ang="0">
                  <a:pos x="37" y="146"/>
                </a:cxn>
                <a:cxn ang="0">
                  <a:pos x="14" y="165"/>
                </a:cxn>
                <a:cxn ang="0">
                  <a:pos x="0" y="194"/>
                </a:cxn>
                <a:cxn ang="0">
                  <a:pos x="11" y="246"/>
                </a:cxn>
                <a:cxn ang="0">
                  <a:pos x="37" y="310"/>
                </a:cxn>
                <a:cxn ang="0">
                  <a:pos x="73" y="355"/>
                </a:cxn>
                <a:cxn ang="0">
                  <a:pos x="112" y="372"/>
                </a:cxn>
                <a:cxn ang="0">
                  <a:pos x="143" y="357"/>
                </a:cxn>
                <a:cxn ang="0">
                  <a:pos x="182" y="332"/>
                </a:cxn>
                <a:cxn ang="0">
                  <a:pos x="236" y="300"/>
                </a:cxn>
                <a:cxn ang="0">
                  <a:pos x="298" y="263"/>
                </a:cxn>
                <a:cxn ang="0">
                  <a:pos x="363" y="224"/>
                </a:cxn>
                <a:cxn ang="0">
                  <a:pos x="425" y="187"/>
                </a:cxn>
                <a:cxn ang="0">
                  <a:pos x="477" y="155"/>
                </a:cxn>
                <a:cxn ang="0">
                  <a:pos x="516" y="132"/>
                </a:cxn>
                <a:cxn ang="0">
                  <a:pos x="545" y="114"/>
                </a:cxn>
                <a:cxn ang="0">
                  <a:pos x="579" y="95"/>
                </a:cxn>
                <a:cxn ang="0">
                  <a:pos x="607" y="78"/>
                </a:cxn>
                <a:cxn ang="0">
                  <a:pos x="625" y="64"/>
                </a:cxn>
                <a:cxn ang="0">
                  <a:pos x="630" y="52"/>
                </a:cxn>
                <a:cxn ang="0">
                  <a:pos x="629" y="33"/>
                </a:cxn>
                <a:cxn ang="0">
                  <a:pos x="619" y="12"/>
                </a:cxn>
                <a:cxn ang="0">
                  <a:pos x="600" y="0"/>
                </a:cxn>
                <a:cxn ang="0">
                  <a:pos x="574" y="2"/>
                </a:cxn>
                <a:cxn ang="0">
                  <a:pos x="523" y="15"/>
                </a:cxn>
                <a:cxn ang="0">
                  <a:pos x="447" y="34"/>
                </a:cxn>
                <a:cxn ang="0">
                  <a:pos x="356" y="58"/>
                </a:cxn>
                <a:cxn ang="0">
                  <a:pos x="261" y="82"/>
                </a:cxn>
                <a:cxn ang="0">
                  <a:pos x="174" y="106"/>
                </a:cxn>
                <a:cxn ang="0">
                  <a:pos x="105" y="124"/>
                </a:cxn>
                <a:cxn ang="0">
                  <a:pos x="65" y="135"/>
                </a:cxn>
              </a:cxnLst>
              <a:rect l="0" t="0" r="r" b="b"/>
              <a:pathLst>
                <a:path w="630" h="372">
                  <a:moveTo>
                    <a:pt x="59" y="136"/>
                  </a:moveTo>
                  <a:lnTo>
                    <a:pt x="57" y="138"/>
                  </a:lnTo>
                  <a:lnTo>
                    <a:pt x="48" y="140"/>
                  </a:lnTo>
                  <a:lnTo>
                    <a:pt x="37" y="146"/>
                  </a:lnTo>
                  <a:lnTo>
                    <a:pt x="25" y="154"/>
                  </a:lnTo>
                  <a:lnTo>
                    <a:pt x="14" y="165"/>
                  </a:lnTo>
                  <a:lnTo>
                    <a:pt x="4" y="177"/>
                  </a:lnTo>
                  <a:lnTo>
                    <a:pt x="0" y="194"/>
                  </a:lnTo>
                  <a:lnTo>
                    <a:pt x="1" y="213"/>
                  </a:lnTo>
                  <a:lnTo>
                    <a:pt x="11" y="246"/>
                  </a:lnTo>
                  <a:lnTo>
                    <a:pt x="23" y="279"/>
                  </a:lnTo>
                  <a:lnTo>
                    <a:pt x="37" y="310"/>
                  </a:lnTo>
                  <a:lnTo>
                    <a:pt x="54" y="336"/>
                  </a:lnTo>
                  <a:lnTo>
                    <a:pt x="73" y="355"/>
                  </a:lnTo>
                  <a:lnTo>
                    <a:pt x="91" y="369"/>
                  </a:lnTo>
                  <a:lnTo>
                    <a:pt x="112" y="372"/>
                  </a:lnTo>
                  <a:lnTo>
                    <a:pt x="131" y="365"/>
                  </a:lnTo>
                  <a:lnTo>
                    <a:pt x="143" y="357"/>
                  </a:lnTo>
                  <a:lnTo>
                    <a:pt x="161" y="346"/>
                  </a:lnTo>
                  <a:lnTo>
                    <a:pt x="182" y="332"/>
                  </a:lnTo>
                  <a:lnTo>
                    <a:pt x="208" y="317"/>
                  </a:lnTo>
                  <a:lnTo>
                    <a:pt x="236" y="300"/>
                  </a:lnTo>
                  <a:lnTo>
                    <a:pt x="266" y="281"/>
                  </a:lnTo>
                  <a:lnTo>
                    <a:pt x="298" y="263"/>
                  </a:lnTo>
                  <a:lnTo>
                    <a:pt x="331" y="242"/>
                  </a:lnTo>
                  <a:lnTo>
                    <a:pt x="363" y="224"/>
                  </a:lnTo>
                  <a:lnTo>
                    <a:pt x="394" y="205"/>
                  </a:lnTo>
                  <a:lnTo>
                    <a:pt x="425" y="187"/>
                  </a:lnTo>
                  <a:lnTo>
                    <a:pt x="452" y="171"/>
                  </a:lnTo>
                  <a:lnTo>
                    <a:pt x="477" y="155"/>
                  </a:lnTo>
                  <a:lnTo>
                    <a:pt x="498" y="143"/>
                  </a:lnTo>
                  <a:lnTo>
                    <a:pt x="516" y="132"/>
                  </a:lnTo>
                  <a:lnTo>
                    <a:pt x="527" y="125"/>
                  </a:lnTo>
                  <a:lnTo>
                    <a:pt x="545" y="114"/>
                  </a:lnTo>
                  <a:lnTo>
                    <a:pt x="563" y="104"/>
                  </a:lnTo>
                  <a:lnTo>
                    <a:pt x="579" y="95"/>
                  </a:lnTo>
                  <a:lnTo>
                    <a:pt x="594" y="87"/>
                  </a:lnTo>
                  <a:lnTo>
                    <a:pt x="607" y="78"/>
                  </a:lnTo>
                  <a:lnTo>
                    <a:pt x="618" y="71"/>
                  </a:lnTo>
                  <a:lnTo>
                    <a:pt x="625" y="64"/>
                  </a:lnTo>
                  <a:lnTo>
                    <a:pt x="629" y="59"/>
                  </a:lnTo>
                  <a:lnTo>
                    <a:pt x="630" y="52"/>
                  </a:lnTo>
                  <a:lnTo>
                    <a:pt x="630" y="42"/>
                  </a:lnTo>
                  <a:lnTo>
                    <a:pt x="629" y="33"/>
                  </a:lnTo>
                  <a:lnTo>
                    <a:pt x="625" y="22"/>
                  </a:lnTo>
                  <a:lnTo>
                    <a:pt x="619" y="12"/>
                  </a:lnTo>
                  <a:lnTo>
                    <a:pt x="611" y="5"/>
                  </a:lnTo>
                  <a:lnTo>
                    <a:pt x="600" y="0"/>
                  </a:lnTo>
                  <a:lnTo>
                    <a:pt x="586" y="0"/>
                  </a:lnTo>
                  <a:lnTo>
                    <a:pt x="574" y="2"/>
                  </a:lnTo>
                  <a:lnTo>
                    <a:pt x="551" y="7"/>
                  </a:lnTo>
                  <a:lnTo>
                    <a:pt x="523" y="15"/>
                  </a:lnTo>
                  <a:lnTo>
                    <a:pt x="487" y="23"/>
                  </a:lnTo>
                  <a:lnTo>
                    <a:pt x="447" y="34"/>
                  </a:lnTo>
                  <a:lnTo>
                    <a:pt x="401" y="45"/>
                  </a:lnTo>
                  <a:lnTo>
                    <a:pt x="356" y="58"/>
                  </a:lnTo>
                  <a:lnTo>
                    <a:pt x="307" y="70"/>
                  </a:lnTo>
                  <a:lnTo>
                    <a:pt x="261" y="82"/>
                  </a:lnTo>
                  <a:lnTo>
                    <a:pt x="215" y="95"/>
                  </a:lnTo>
                  <a:lnTo>
                    <a:pt x="174" y="106"/>
                  </a:lnTo>
                  <a:lnTo>
                    <a:pt x="137" y="115"/>
                  </a:lnTo>
                  <a:lnTo>
                    <a:pt x="105" y="124"/>
                  </a:lnTo>
                  <a:lnTo>
                    <a:pt x="80" y="131"/>
                  </a:lnTo>
                  <a:lnTo>
                    <a:pt x="65" y="135"/>
                  </a:lnTo>
                  <a:lnTo>
                    <a:pt x="59" y="136"/>
                  </a:lnTo>
                  <a:close/>
                </a:path>
              </a:pathLst>
            </a:custGeom>
            <a:solidFill>
              <a:srgbClr val="C1D3D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3" name="Freeform 161"/>
            <p:cNvSpPr>
              <a:spLocks/>
            </p:cNvSpPr>
            <p:nvPr/>
          </p:nvSpPr>
          <p:spPr bwMode="gray">
            <a:xfrm>
              <a:off x="4203" y="2631"/>
              <a:ext cx="306" cy="180"/>
            </a:xfrm>
            <a:custGeom>
              <a:avLst/>
              <a:gdLst/>
              <a:ahLst/>
              <a:cxnLst>
                <a:cxn ang="0">
                  <a:pos x="57" y="133"/>
                </a:cxn>
                <a:cxn ang="0">
                  <a:pos x="37" y="142"/>
                </a:cxn>
                <a:cxn ang="0">
                  <a:pos x="14" y="159"/>
                </a:cxn>
                <a:cxn ang="0">
                  <a:pos x="0" y="188"/>
                </a:cxn>
                <a:cxn ang="0">
                  <a:pos x="11" y="239"/>
                </a:cxn>
                <a:cxn ang="0">
                  <a:pos x="37" y="300"/>
                </a:cxn>
                <a:cxn ang="0">
                  <a:pos x="72" y="345"/>
                </a:cxn>
                <a:cxn ang="0">
                  <a:pos x="109" y="361"/>
                </a:cxn>
                <a:cxn ang="0">
                  <a:pos x="141" y="345"/>
                </a:cxn>
                <a:cxn ang="0">
                  <a:pos x="178" y="322"/>
                </a:cxn>
                <a:cxn ang="0">
                  <a:pos x="230" y="290"/>
                </a:cxn>
                <a:cxn ang="0">
                  <a:pos x="290" y="253"/>
                </a:cxn>
                <a:cxn ang="0">
                  <a:pos x="353" y="216"/>
                </a:cxn>
                <a:cxn ang="0">
                  <a:pos x="412" y="180"/>
                </a:cxn>
                <a:cxn ang="0">
                  <a:pos x="465" y="150"/>
                </a:cxn>
                <a:cxn ang="0">
                  <a:pos x="502" y="128"/>
                </a:cxn>
                <a:cxn ang="0">
                  <a:pos x="531" y="111"/>
                </a:cxn>
                <a:cxn ang="0">
                  <a:pos x="564" y="92"/>
                </a:cxn>
                <a:cxn ang="0">
                  <a:pos x="590" y="75"/>
                </a:cxn>
                <a:cxn ang="0">
                  <a:pos x="607" y="62"/>
                </a:cxn>
                <a:cxn ang="0">
                  <a:pos x="612" y="49"/>
                </a:cxn>
                <a:cxn ang="0">
                  <a:pos x="611" y="31"/>
                </a:cxn>
                <a:cxn ang="0">
                  <a:pos x="601" y="12"/>
                </a:cxn>
                <a:cxn ang="0">
                  <a:pos x="583" y="0"/>
                </a:cxn>
                <a:cxn ang="0">
                  <a:pos x="557" y="2"/>
                </a:cxn>
                <a:cxn ang="0">
                  <a:pos x="508" y="13"/>
                </a:cxn>
                <a:cxn ang="0">
                  <a:pos x="434" y="33"/>
                </a:cxn>
                <a:cxn ang="0">
                  <a:pos x="346" y="56"/>
                </a:cxn>
                <a:cxn ang="0">
                  <a:pos x="254" y="80"/>
                </a:cxn>
                <a:cxn ang="0">
                  <a:pos x="170" y="103"/>
                </a:cxn>
                <a:cxn ang="0">
                  <a:pos x="104" y="119"/>
                </a:cxn>
                <a:cxn ang="0">
                  <a:pos x="65" y="131"/>
                </a:cxn>
              </a:cxnLst>
              <a:rect l="0" t="0" r="r" b="b"/>
              <a:pathLst>
                <a:path w="612" h="361">
                  <a:moveTo>
                    <a:pt x="59" y="132"/>
                  </a:moveTo>
                  <a:lnTo>
                    <a:pt x="57" y="133"/>
                  </a:lnTo>
                  <a:lnTo>
                    <a:pt x="48" y="136"/>
                  </a:lnTo>
                  <a:lnTo>
                    <a:pt x="37" y="142"/>
                  </a:lnTo>
                  <a:lnTo>
                    <a:pt x="26" y="148"/>
                  </a:lnTo>
                  <a:lnTo>
                    <a:pt x="14" y="159"/>
                  </a:lnTo>
                  <a:lnTo>
                    <a:pt x="6" y="173"/>
                  </a:lnTo>
                  <a:lnTo>
                    <a:pt x="0" y="188"/>
                  </a:lnTo>
                  <a:lnTo>
                    <a:pt x="2" y="208"/>
                  </a:lnTo>
                  <a:lnTo>
                    <a:pt x="11" y="239"/>
                  </a:lnTo>
                  <a:lnTo>
                    <a:pt x="24" y="271"/>
                  </a:lnTo>
                  <a:lnTo>
                    <a:pt x="37" y="300"/>
                  </a:lnTo>
                  <a:lnTo>
                    <a:pt x="54" y="325"/>
                  </a:lnTo>
                  <a:lnTo>
                    <a:pt x="72" y="345"/>
                  </a:lnTo>
                  <a:lnTo>
                    <a:pt x="91" y="358"/>
                  </a:lnTo>
                  <a:lnTo>
                    <a:pt x="109" y="361"/>
                  </a:lnTo>
                  <a:lnTo>
                    <a:pt x="128" y="354"/>
                  </a:lnTo>
                  <a:lnTo>
                    <a:pt x="141" y="345"/>
                  </a:lnTo>
                  <a:lnTo>
                    <a:pt x="157" y="334"/>
                  </a:lnTo>
                  <a:lnTo>
                    <a:pt x="178" y="322"/>
                  </a:lnTo>
                  <a:lnTo>
                    <a:pt x="203" y="307"/>
                  </a:lnTo>
                  <a:lnTo>
                    <a:pt x="230" y="290"/>
                  </a:lnTo>
                  <a:lnTo>
                    <a:pt x="259" y="272"/>
                  </a:lnTo>
                  <a:lnTo>
                    <a:pt x="290" y="253"/>
                  </a:lnTo>
                  <a:lnTo>
                    <a:pt x="321" y="235"/>
                  </a:lnTo>
                  <a:lnTo>
                    <a:pt x="353" y="216"/>
                  </a:lnTo>
                  <a:lnTo>
                    <a:pt x="383" y="198"/>
                  </a:lnTo>
                  <a:lnTo>
                    <a:pt x="412" y="180"/>
                  </a:lnTo>
                  <a:lnTo>
                    <a:pt x="440" y="165"/>
                  </a:lnTo>
                  <a:lnTo>
                    <a:pt x="465" y="150"/>
                  </a:lnTo>
                  <a:lnTo>
                    <a:pt x="485" y="137"/>
                  </a:lnTo>
                  <a:lnTo>
                    <a:pt x="502" y="128"/>
                  </a:lnTo>
                  <a:lnTo>
                    <a:pt x="513" y="121"/>
                  </a:lnTo>
                  <a:lnTo>
                    <a:pt x="531" y="111"/>
                  </a:lnTo>
                  <a:lnTo>
                    <a:pt x="547" y="102"/>
                  </a:lnTo>
                  <a:lnTo>
                    <a:pt x="564" y="92"/>
                  </a:lnTo>
                  <a:lnTo>
                    <a:pt x="578" y="84"/>
                  </a:lnTo>
                  <a:lnTo>
                    <a:pt x="590" y="75"/>
                  </a:lnTo>
                  <a:lnTo>
                    <a:pt x="600" y="69"/>
                  </a:lnTo>
                  <a:lnTo>
                    <a:pt x="607" y="62"/>
                  </a:lnTo>
                  <a:lnTo>
                    <a:pt x="611" y="56"/>
                  </a:lnTo>
                  <a:lnTo>
                    <a:pt x="612" y="49"/>
                  </a:lnTo>
                  <a:lnTo>
                    <a:pt x="612" y="41"/>
                  </a:lnTo>
                  <a:lnTo>
                    <a:pt x="611" y="31"/>
                  </a:lnTo>
                  <a:lnTo>
                    <a:pt x="607" y="22"/>
                  </a:lnTo>
                  <a:lnTo>
                    <a:pt x="601" y="12"/>
                  </a:lnTo>
                  <a:lnTo>
                    <a:pt x="593" y="4"/>
                  </a:lnTo>
                  <a:lnTo>
                    <a:pt x="583" y="0"/>
                  </a:lnTo>
                  <a:lnTo>
                    <a:pt x="570" y="0"/>
                  </a:lnTo>
                  <a:lnTo>
                    <a:pt x="557" y="2"/>
                  </a:lnTo>
                  <a:lnTo>
                    <a:pt x="536" y="6"/>
                  </a:lnTo>
                  <a:lnTo>
                    <a:pt x="508" y="13"/>
                  </a:lnTo>
                  <a:lnTo>
                    <a:pt x="473" y="23"/>
                  </a:lnTo>
                  <a:lnTo>
                    <a:pt x="434" y="33"/>
                  </a:lnTo>
                  <a:lnTo>
                    <a:pt x="392" y="44"/>
                  </a:lnTo>
                  <a:lnTo>
                    <a:pt x="346" y="56"/>
                  </a:lnTo>
                  <a:lnTo>
                    <a:pt x="301" y="67"/>
                  </a:lnTo>
                  <a:lnTo>
                    <a:pt x="254" y="80"/>
                  </a:lnTo>
                  <a:lnTo>
                    <a:pt x="211" y="92"/>
                  </a:lnTo>
                  <a:lnTo>
                    <a:pt x="170" y="103"/>
                  </a:lnTo>
                  <a:lnTo>
                    <a:pt x="134" y="113"/>
                  </a:lnTo>
                  <a:lnTo>
                    <a:pt x="104" y="119"/>
                  </a:lnTo>
                  <a:lnTo>
                    <a:pt x="80" y="126"/>
                  </a:lnTo>
                  <a:lnTo>
                    <a:pt x="65" y="131"/>
                  </a:lnTo>
                  <a:lnTo>
                    <a:pt x="59" y="132"/>
                  </a:lnTo>
                  <a:close/>
                </a:path>
              </a:pathLst>
            </a:custGeom>
            <a:solidFill>
              <a:srgbClr val="B5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4" name="Freeform 162"/>
            <p:cNvSpPr>
              <a:spLocks/>
            </p:cNvSpPr>
            <p:nvPr/>
          </p:nvSpPr>
          <p:spPr bwMode="gray">
            <a:xfrm>
              <a:off x="4206" y="2634"/>
              <a:ext cx="297" cy="175"/>
            </a:xfrm>
            <a:custGeom>
              <a:avLst/>
              <a:gdLst/>
              <a:ahLst/>
              <a:cxnLst>
                <a:cxn ang="0">
                  <a:pos x="53" y="130"/>
                </a:cxn>
                <a:cxn ang="0">
                  <a:pos x="36" y="138"/>
                </a:cxn>
                <a:cxn ang="0">
                  <a:pos x="13" y="156"/>
                </a:cxn>
                <a:cxn ang="0">
                  <a:pos x="0" y="184"/>
                </a:cxn>
                <a:cxn ang="0">
                  <a:pos x="11" y="233"/>
                </a:cxn>
                <a:cxn ang="0">
                  <a:pos x="37" y="291"/>
                </a:cxn>
                <a:cxn ang="0">
                  <a:pos x="69" y="335"/>
                </a:cxn>
                <a:cxn ang="0">
                  <a:pos x="106" y="350"/>
                </a:cxn>
                <a:cxn ang="0">
                  <a:pos x="135" y="335"/>
                </a:cxn>
                <a:cxn ang="0">
                  <a:pos x="172" y="312"/>
                </a:cxn>
                <a:cxn ang="0">
                  <a:pos x="223" y="282"/>
                </a:cxn>
                <a:cxn ang="0">
                  <a:pos x="281" y="247"/>
                </a:cxn>
                <a:cxn ang="0">
                  <a:pos x="342" y="211"/>
                </a:cxn>
                <a:cxn ang="0">
                  <a:pos x="401" y="177"/>
                </a:cxn>
                <a:cxn ang="0">
                  <a:pos x="450" y="147"/>
                </a:cxn>
                <a:cxn ang="0">
                  <a:pos x="486" y="126"/>
                </a:cxn>
                <a:cxn ang="0">
                  <a:pos x="514" y="109"/>
                </a:cxn>
                <a:cxn ang="0">
                  <a:pos x="546" y="90"/>
                </a:cxn>
                <a:cxn ang="0">
                  <a:pos x="572" y="74"/>
                </a:cxn>
                <a:cxn ang="0">
                  <a:pos x="588" y="61"/>
                </a:cxn>
                <a:cxn ang="0">
                  <a:pos x="594" y="50"/>
                </a:cxn>
                <a:cxn ang="0">
                  <a:pos x="591" y="31"/>
                </a:cxn>
                <a:cxn ang="0">
                  <a:pos x="583" y="13"/>
                </a:cxn>
                <a:cxn ang="0">
                  <a:pos x="565" y="0"/>
                </a:cxn>
                <a:cxn ang="0">
                  <a:pos x="540" y="3"/>
                </a:cxn>
                <a:cxn ang="0">
                  <a:pos x="492" y="14"/>
                </a:cxn>
                <a:cxn ang="0">
                  <a:pos x="420" y="32"/>
                </a:cxn>
                <a:cxn ang="0">
                  <a:pos x="335" y="54"/>
                </a:cxn>
                <a:cxn ang="0">
                  <a:pos x="245" y="78"/>
                </a:cxn>
                <a:cxn ang="0">
                  <a:pos x="164" y="100"/>
                </a:cxn>
                <a:cxn ang="0">
                  <a:pos x="99" y="118"/>
                </a:cxn>
                <a:cxn ang="0">
                  <a:pos x="62" y="127"/>
                </a:cxn>
              </a:cxnLst>
              <a:rect l="0" t="0" r="r" b="b"/>
              <a:pathLst>
                <a:path w="594" h="350">
                  <a:moveTo>
                    <a:pt x="56" y="129"/>
                  </a:moveTo>
                  <a:lnTo>
                    <a:pt x="53" y="130"/>
                  </a:lnTo>
                  <a:lnTo>
                    <a:pt x="45" y="133"/>
                  </a:lnTo>
                  <a:lnTo>
                    <a:pt x="36" y="138"/>
                  </a:lnTo>
                  <a:lnTo>
                    <a:pt x="24" y="145"/>
                  </a:lnTo>
                  <a:lnTo>
                    <a:pt x="13" y="156"/>
                  </a:lnTo>
                  <a:lnTo>
                    <a:pt x="4" y="169"/>
                  </a:lnTo>
                  <a:lnTo>
                    <a:pt x="0" y="184"/>
                  </a:lnTo>
                  <a:lnTo>
                    <a:pt x="1" y="202"/>
                  </a:lnTo>
                  <a:lnTo>
                    <a:pt x="11" y="233"/>
                  </a:lnTo>
                  <a:lnTo>
                    <a:pt x="22" y="264"/>
                  </a:lnTo>
                  <a:lnTo>
                    <a:pt x="37" y="291"/>
                  </a:lnTo>
                  <a:lnTo>
                    <a:pt x="52" y="316"/>
                  </a:lnTo>
                  <a:lnTo>
                    <a:pt x="69" y="335"/>
                  </a:lnTo>
                  <a:lnTo>
                    <a:pt x="87" y="346"/>
                  </a:lnTo>
                  <a:lnTo>
                    <a:pt x="106" y="350"/>
                  </a:lnTo>
                  <a:lnTo>
                    <a:pt x="124" y="344"/>
                  </a:lnTo>
                  <a:lnTo>
                    <a:pt x="135" y="335"/>
                  </a:lnTo>
                  <a:lnTo>
                    <a:pt x="151" y="326"/>
                  </a:lnTo>
                  <a:lnTo>
                    <a:pt x="172" y="312"/>
                  </a:lnTo>
                  <a:lnTo>
                    <a:pt x="195" y="298"/>
                  </a:lnTo>
                  <a:lnTo>
                    <a:pt x="223" y="282"/>
                  </a:lnTo>
                  <a:lnTo>
                    <a:pt x="251" y="265"/>
                  </a:lnTo>
                  <a:lnTo>
                    <a:pt x="281" y="247"/>
                  </a:lnTo>
                  <a:lnTo>
                    <a:pt x="311" y="229"/>
                  </a:lnTo>
                  <a:lnTo>
                    <a:pt x="342" y="211"/>
                  </a:lnTo>
                  <a:lnTo>
                    <a:pt x="372" y="193"/>
                  </a:lnTo>
                  <a:lnTo>
                    <a:pt x="401" y="177"/>
                  </a:lnTo>
                  <a:lnTo>
                    <a:pt x="427" y="160"/>
                  </a:lnTo>
                  <a:lnTo>
                    <a:pt x="450" y="147"/>
                  </a:lnTo>
                  <a:lnTo>
                    <a:pt x="470" y="136"/>
                  </a:lnTo>
                  <a:lnTo>
                    <a:pt x="486" y="126"/>
                  </a:lnTo>
                  <a:lnTo>
                    <a:pt x="497" y="119"/>
                  </a:lnTo>
                  <a:lnTo>
                    <a:pt x="514" y="109"/>
                  </a:lnTo>
                  <a:lnTo>
                    <a:pt x="530" y="100"/>
                  </a:lnTo>
                  <a:lnTo>
                    <a:pt x="546" y="90"/>
                  </a:lnTo>
                  <a:lnTo>
                    <a:pt x="559" y="82"/>
                  </a:lnTo>
                  <a:lnTo>
                    <a:pt x="572" y="74"/>
                  </a:lnTo>
                  <a:lnTo>
                    <a:pt x="581" y="67"/>
                  </a:lnTo>
                  <a:lnTo>
                    <a:pt x="588" y="61"/>
                  </a:lnTo>
                  <a:lnTo>
                    <a:pt x="593" y="56"/>
                  </a:lnTo>
                  <a:lnTo>
                    <a:pt x="594" y="50"/>
                  </a:lnTo>
                  <a:lnTo>
                    <a:pt x="594" y="40"/>
                  </a:lnTo>
                  <a:lnTo>
                    <a:pt x="591" y="31"/>
                  </a:lnTo>
                  <a:lnTo>
                    <a:pt x="588" y="21"/>
                  </a:lnTo>
                  <a:lnTo>
                    <a:pt x="583" y="13"/>
                  </a:lnTo>
                  <a:lnTo>
                    <a:pt x="575" y="5"/>
                  </a:lnTo>
                  <a:lnTo>
                    <a:pt x="565" y="0"/>
                  </a:lnTo>
                  <a:lnTo>
                    <a:pt x="553" y="0"/>
                  </a:lnTo>
                  <a:lnTo>
                    <a:pt x="540" y="3"/>
                  </a:lnTo>
                  <a:lnTo>
                    <a:pt x="519" y="7"/>
                  </a:lnTo>
                  <a:lnTo>
                    <a:pt x="492" y="14"/>
                  </a:lnTo>
                  <a:lnTo>
                    <a:pt x="459" y="23"/>
                  </a:lnTo>
                  <a:lnTo>
                    <a:pt x="420" y="32"/>
                  </a:lnTo>
                  <a:lnTo>
                    <a:pt x="379" y="43"/>
                  </a:lnTo>
                  <a:lnTo>
                    <a:pt x="335" y="54"/>
                  </a:lnTo>
                  <a:lnTo>
                    <a:pt x="291" y="67"/>
                  </a:lnTo>
                  <a:lnTo>
                    <a:pt x="245" y="78"/>
                  </a:lnTo>
                  <a:lnTo>
                    <a:pt x="204" y="90"/>
                  </a:lnTo>
                  <a:lnTo>
                    <a:pt x="164" y="100"/>
                  </a:lnTo>
                  <a:lnTo>
                    <a:pt x="128" y="109"/>
                  </a:lnTo>
                  <a:lnTo>
                    <a:pt x="99" y="118"/>
                  </a:lnTo>
                  <a:lnTo>
                    <a:pt x="76" y="123"/>
                  </a:lnTo>
                  <a:lnTo>
                    <a:pt x="62" y="127"/>
                  </a:lnTo>
                  <a:lnTo>
                    <a:pt x="56" y="129"/>
                  </a:lnTo>
                  <a:close/>
                </a:path>
              </a:pathLst>
            </a:custGeom>
            <a:solidFill>
              <a:srgbClr val="AAC4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5" name="Freeform 163"/>
            <p:cNvSpPr>
              <a:spLocks/>
            </p:cNvSpPr>
            <p:nvPr/>
          </p:nvSpPr>
          <p:spPr bwMode="gray">
            <a:xfrm>
              <a:off x="4209" y="2638"/>
              <a:ext cx="287" cy="169"/>
            </a:xfrm>
            <a:custGeom>
              <a:avLst/>
              <a:gdLst/>
              <a:ahLst/>
              <a:cxnLst>
                <a:cxn ang="0">
                  <a:pos x="53" y="126"/>
                </a:cxn>
                <a:cxn ang="0">
                  <a:pos x="35" y="133"/>
                </a:cxn>
                <a:cxn ang="0">
                  <a:pos x="13" y="151"/>
                </a:cxn>
                <a:cxn ang="0">
                  <a:pos x="0" y="177"/>
                </a:cxn>
                <a:cxn ang="0">
                  <a:pos x="10" y="225"/>
                </a:cxn>
                <a:cxn ang="0">
                  <a:pos x="35" y="281"/>
                </a:cxn>
                <a:cxn ang="0">
                  <a:pos x="68" y="324"/>
                </a:cxn>
                <a:cxn ang="0">
                  <a:pos x="102" y="339"/>
                </a:cxn>
                <a:cxn ang="0">
                  <a:pos x="131" y="324"/>
                </a:cxn>
                <a:cxn ang="0">
                  <a:pos x="167" y="302"/>
                </a:cxn>
                <a:cxn ang="0">
                  <a:pos x="215" y="273"/>
                </a:cxn>
                <a:cxn ang="0">
                  <a:pos x="272" y="239"/>
                </a:cxn>
                <a:cxn ang="0">
                  <a:pos x="331" y="203"/>
                </a:cxn>
                <a:cxn ang="0">
                  <a:pos x="388" y="170"/>
                </a:cxn>
                <a:cxn ang="0">
                  <a:pos x="436" y="142"/>
                </a:cxn>
                <a:cxn ang="0">
                  <a:pos x="470" y="122"/>
                </a:cxn>
                <a:cxn ang="0">
                  <a:pos x="498" y="105"/>
                </a:cxn>
                <a:cxn ang="0">
                  <a:pos x="528" y="87"/>
                </a:cxn>
                <a:cxn ang="0">
                  <a:pos x="554" y="72"/>
                </a:cxn>
                <a:cxn ang="0">
                  <a:pos x="571" y="60"/>
                </a:cxn>
                <a:cxn ang="0">
                  <a:pos x="575" y="49"/>
                </a:cxn>
                <a:cxn ang="0">
                  <a:pos x="574" y="31"/>
                </a:cxn>
                <a:cxn ang="0">
                  <a:pos x="564" y="11"/>
                </a:cxn>
                <a:cxn ang="0">
                  <a:pos x="548" y="0"/>
                </a:cxn>
                <a:cxn ang="0">
                  <a:pos x="524" y="3"/>
                </a:cxn>
                <a:cxn ang="0">
                  <a:pos x="477" y="13"/>
                </a:cxn>
                <a:cxn ang="0">
                  <a:pos x="407" y="31"/>
                </a:cxn>
                <a:cxn ang="0">
                  <a:pos x="324" y="53"/>
                </a:cxn>
                <a:cxn ang="0">
                  <a:pos x="239" y="75"/>
                </a:cxn>
                <a:cxn ang="0">
                  <a:pos x="159" y="97"/>
                </a:cxn>
                <a:cxn ang="0">
                  <a:pos x="97" y="113"/>
                </a:cxn>
                <a:cxn ang="0">
                  <a:pos x="61" y="123"/>
                </a:cxn>
              </a:cxnLst>
              <a:rect l="0" t="0" r="r" b="b"/>
              <a:pathLst>
                <a:path w="575" h="339">
                  <a:moveTo>
                    <a:pt x="55" y="124"/>
                  </a:moveTo>
                  <a:lnTo>
                    <a:pt x="53" y="126"/>
                  </a:lnTo>
                  <a:lnTo>
                    <a:pt x="46" y="129"/>
                  </a:lnTo>
                  <a:lnTo>
                    <a:pt x="35" y="133"/>
                  </a:lnTo>
                  <a:lnTo>
                    <a:pt x="24" y="141"/>
                  </a:lnTo>
                  <a:lnTo>
                    <a:pt x="13" y="151"/>
                  </a:lnTo>
                  <a:lnTo>
                    <a:pt x="4" y="162"/>
                  </a:lnTo>
                  <a:lnTo>
                    <a:pt x="0" y="177"/>
                  </a:lnTo>
                  <a:lnTo>
                    <a:pt x="2" y="195"/>
                  </a:lnTo>
                  <a:lnTo>
                    <a:pt x="10" y="225"/>
                  </a:lnTo>
                  <a:lnTo>
                    <a:pt x="22" y="254"/>
                  </a:lnTo>
                  <a:lnTo>
                    <a:pt x="35" y="281"/>
                  </a:lnTo>
                  <a:lnTo>
                    <a:pt x="51" y="305"/>
                  </a:lnTo>
                  <a:lnTo>
                    <a:pt x="68" y="324"/>
                  </a:lnTo>
                  <a:lnTo>
                    <a:pt x="84" y="335"/>
                  </a:lnTo>
                  <a:lnTo>
                    <a:pt x="102" y="339"/>
                  </a:lnTo>
                  <a:lnTo>
                    <a:pt x="120" y="332"/>
                  </a:lnTo>
                  <a:lnTo>
                    <a:pt x="131" y="324"/>
                  </a:lnTo>
                  <a:lnTo>
                    <a:pt x="148" y="315"/>
                  </a:lnTo>
                  <a:lnTo>
                    <a:pt x="167" y="302"/>
                  </a:lnTo>
                  <a:lnTo>
                    <a:pt x="190" y="288"/>
                  </a:lnTo>
                  <a:lnTo>
                    <a:pt x="215" y="273"/>
                  </a:lnTo>
                  <a:lnTo>
                    <a:pt x="243" y="255"/>
                  </a:lnTo>
                  <a:lnTo>
                    <a:pt x="272" y="239"/>
                  </a:lnTo>
                  <a:lnTo>
                    <a:pt x="302" y="221"/>
                  </a:lnTo>
                  <a:lnTo>
                    <a:pt x="331" y="203"/>
                  </a:lnTo>
                  <a:lnTo>
                    <a:pt x="360" y="186"/>
                  </a:lnTo>
                  <a:lnTo>
                    <a:pt x="388" y="170"/>
                  </a:lnTo>
                  <a:lnTo>
                    <a:pt x="412" y="155"/>
                  </a:lnTo>
                  <a:lnTo>
                    <a:pt x="436" y="142"/>
                  </a:lnTo>
                  <a:lnTo>
                    <a:pt x="455" y="130"/>
                  </a:lnTo>
                  <a:lnTo>
                    <a:pt x="470" y="122"/>
                  </a:lnTo>
                  <a:lnTo>
                    <a:pt x="481" y="115"/>
                  </a:lnTo>
                  <a:lnTo>
                    <a:pt x="498" y="105"/>
                  </a:lnTo>
                  <a:lnTo>
                    <a:pt x="514" y="95"/>
                  </a:lnTo>
                  <a:lnTo>
                    <a:pt x="528" y="87"/>
                  </a:lnTo>
                  <a:lnTo>
                    <a:pt x="542" y="79"/>
                  </a:lnTo>
                  <a:lnTo>
                    <a:pt x="554" y="72"/>
                  </a:lnTo>
                  <a:lnTo>
                    <a:pt x="564" y="65"/>
                  </a:lnTo>
                  <a:lnTo>
                    <a:pt x="571" y="60"/>
                  </a:lnTo>
                  <a:lnTo>
                    <a:pt x="574" y="54"/>
                  </a:lnTo>
                  <a:lnTo>
                    <a:pt x="575" y="49"/>
                  </a:lnTo>
                  <a:lnTo>
                    <a:pt x="575" y="40"/>
                  </a:lnTo>
                  <a:lnTo>
                    <a:pt x="574" y="31"/>
                  </a:lnTo>
                  <a:lnTo>
                    <a:pt x="570" y="21"/>
                  </a:lnTo>
                  <a:lnTo>
                    <a:pt x="564" y="11"/>
                  </a:lnTo>
                  <a:lnTo>
                    <a:pt x="557" y="5"/>
                  </a:lnTo>
                  <a:lnTo>
                    <a:pt x="548" y="0"/>
                  </a:lnTo>
                  <a:lnTo>
                    <a:pt x="535" y="0"/>
                  </a:lnTo>
                  <a:lnTo>
                    <a:pt x="524" y="3"/>
                  </a:lnTo>
                  <a:lnTo>
                    <a:pt x="503" y="7"/>
                  </a:lnTo>
                  <a:lnTo>
                    <a:pt x="477" y="13"/>
                  </a:lnTo>
                  <a:lnTo>
                    <a:pt x="444" y="21"/>
                  </a:lnTo>
                  <a:lnTo>
                    <a:pt x="407" y="31"/>
                  </a:lnTo>
                  <a:lnTo>
                    <a:pt x="367" y="42"/>
                  </a:lnTo>
                  <a:lnTo>
                    <a:pt x="324" y="53"/>
                  </a:lnTo>
                  <a:lnTo>
                    <a:pt x="281" y="64"/>
                  </a:lnTo>
                  <a:lnTo>
                    <a:pt x="239" y="75"/>
                  </a:lnTo>
                  <a:lnTo>
                    <a:pt x="197" y="86"/>
                  </a:lnTo>
                  <a:lnTo>
                    <a:pt x="159" y="97"/>
                  </a:lnTo>
                  <a:lnTo>
                    <a:pt x="126" y="105"/>
                  </a:lnTo>
                  <a:lnTo>
                    <a:pt x="97" y="113"/>
                  </a:lnTo>
                  <a:lnTo>
                    <a:pt x="75" y="119"/>
                  </a:lnTo>
                  <a:lnTo>
                    <a:pt x="61" y="123"/>
                  </a:lnTo>
                  <a:lnTo>
                    <a:pt x="55" y="124"/>
                  </a:lnTo>
                  <a:close/>
                </a:path>
              </a:pathLst>
            </a:custGeom>
            <a:solidFill>
              <a:srgbClr val="A0BCB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6" name="Freeform 164"/>
            <p:cNvSpPr>
              <a:spLocks/>
            </p:cNvSpPr>
            <p:nvPr/>
          </p:nvSpPr>
          <p:spPr bwMode="gray">
            <a:xfrm>
              <a:off x="4211" y="2641"/>
              <a:ext cx="279" cy="164"/>
            </a:xfrm>
            <a:custGeom>
              <a:avLst/>
              <a:gdLst/>
              <a:ahLst/>
              <a:cxnLst>
                <a:cxn ang="0">
                  <a:pos x="51" y="122"/>
                </a:cxn>
                <a:cxn ang="0">
                  <a:pos x="34" y="128"/>
                </a:cxn>
                <a:cxn ang="0">
                  <a:pos x="12" y="145"/>
                </a:cxn>
                <a:cxn ang="0">
                  <a:pos x="0" y="171"/>
                </a:cxn>
                <a:cxn ang="0">
                  <a:pos x="9" y="217"/>
                </a:cxn>
                <a:cxn ang="0">
                  <a:pos x="33" y="273"/>
                </a:cxn>
                <a:cxn ang="0">
                  <a:pos x="65" y="313"/>
                </a:cxn>
                <a:cxn ang="0">
                  <a:pos x="98" y="328"/>
                </a:cxn>
                <a:cxn ang="0">
                  <a:pos x="127" y="314"/>
                </a:cxn>
                <a:cxn ang="0">
                  <a:pos x="161" y="292"/>
                </a:cxn>
                <a:cxn ang="0">
                  <a:pos x="208" y="263"/>
                </a:cxn>
                <a:cxn ang="0">
                  <a:pos x="263" y="230"/>
                </a:cxn>
                <a:cxn ang="0">
                  <a:pos x="320" y="197"/>
                </a:cxn>
                <a:cxn ang="0">
                  <a:pos x="375" y="164"/>
                </a:cxn>
                <a:cxn ang="0">
                  <a:pos x="422" y="137"/>
                </a:cxn>
                <a:cxn ang="0">
                  <a:pos x="455" y="117"/>
                </a:cxn>
                <a:cxn ang="0">
                  <a:pos x="481" y="101"/>
                </a:cxn>
                <a:cxn ang="0">
                  <a:pos x="511" y="83"/>
                </a:cxn>
                <a:cxn ang="0">
                  <a:pos x="536" y="69"/>
                </a:cxn>
                <a:cxn ang="0">
                  <a:pos x="551" y="57"/>
                </a:cxn>
                <a:cxn ang="0">
                  <a:pos x="557" y="46"/>
                </a:cxn>
                <a:cxn ang="0">
                  <a:pos x="554" y="29"/>
                </a:cxn>
                <a:cxn ang="0">
                  <a:pos x="546" y="11"/>
                </a:cxn>
                <a:cxn ang="0">
                  <a:pos x="529" y="0"/>
                </a:cxn>
                <a:cxn ang="0">
                  <a:pos x="506" y="2"/>
                </a:cxn>
                <a:cxn ang="0">
                  <a:pos x="462" y="13"/>
                </a:cxn>
                <a:cxn ang="0">
                  <a:pos x="394" y="31"/>
                </a:cxn>
                <a:cxn ang="0">
                  <a:pos x="314" y="51"/>
                </a:cxn>
                <a:cxn ang="0">
                  <a:pos x="231" y="73"/>
                </a:cxn>
                <a:cxn ang="0">
                  <a:pos x="154" y="93"/>
                </a:cxn>
                <a:cxn ang="0">
                  <a:pos x="93" y="109"/>
                </a:cxn>
                <a:cxn ang="0">
                  <a:pos x="58" y="119"/>
                </a:cxn>
              </a:cxnLst>
              <a:rect l="0" t="0" r="r" b="b"/>
              <a:pathLst>
                <a:path w="557" h="328">
                  <a:moveTo>
                    <a:pt x="53" y="120"/>
                  </a:moveTo>
                  <a:lnTo>
                    <a:pt x="51" y="122"/>
                  </a:lnTo>
                  <a:lnTo>
                    <a:pt x="44" y="124"/>
                  </a:lnTo>
                  <a:lnTo>
                    <a:pt x="34" y="128"/>
                  </a:lnTo>
                  <a:lnTo>
                    <a:pt x="23" y="135"/>
                  </a:lnTo>
                  <a:lnTo>
                    <a:pt x="12" y="145"/>
                  </a:lnTo>
                  <a:lnTo>
                    <a:pt x="4" y="157"/>
                  </a:lnTo>
                  <a:lnTo>
                    <a:pt x="0" y="171"/>
                  </a:lnTo>
                  <a:lnTo>
                    <a:pt x="1" y="188"/>
                  </a:lnTo>
                  <a:lnTo>
                    <a:pt x="9" y="217"/>
                  </a:lnTo>
                  <a:lnTo>
                    <a:pt x="20" y="246"/>
                  </a:lnTo>
                  <a:lnTo>
                    <a:pt x="33" y="273"/>
                  </a:lnTo>
                  <a:lnTo>
                    <a:pt x="48" y="295"/>
                  </a:lnTo>
                  <a:lnTo>
                    <a:pt x="65" y="313"/>
                  </a:lnTo>
                  <a:lnTo>
                    <a:pt x="81" y="325"/>
                  </a:lnTo>
                  <a:lnTo>
                    <a:pt x="98" y="328"/>
                  </a:lnTo>
                  <a:lnTo>
                    <a:pt x="116" y="321"/>
                  </a:lnTo>
                  <a:lnTo>
                    <a:pt x="127" y="314"/>
                  </a:lnTo>
                  <a:lnTo>
                    <a:pt x="142" y="305"/>
                  </a:lnTo>
                  <a:lnTo>
                    <a:pt x="161" y="292"/>
                  </a:lnTo>
                  <a:lnTo>
                    <a:pt x="183" y="279"/>
                  </a:lnTo>
                  <a:lnTo>
                    <a:pt x="208" y="263"/>
                  </a:lnTo>
                  <a:lnTo>
                    <a:pt x="235" y="247"/>
                  </a:lnTo>
                  <a:lnTo>
                    <a:pt x="263" y="230"/>
                  </a:lnTo>
                  <a:lnTo>
                    <a:pt x="292" y="214"/>
                  </a:lnTo>
                  <a:lnTo>
                    <a:pt x="320" y="197"/>
                  </a:lnTo>
                  <a:lnTo>
                    <a:pt x="349" y="181"/>
                  </a:lnTo>
                  <a:lnTo>
                    <a:pt x="375" y="164"/>
                  </a:lnTo>
                  <a:lnTo>
                    <a:pt x="400" y="150"/>
                  </a:lnTo>
                  <a:lnTo>
                    <a:pt x="422" y="137"/>
                  </a:lnTo>
                  <a:lnTo>
                    <a:pt x="441" y="126"/>
                  </a:lnTo>
                  <a:lnTo>
                    <a:pt x="455" y="117"/>
                  </a:lnTo>
                  <a:lnTo>
                    <a:pt x="466" y="111"/>
                  </a:lnTo>
                  <a:lnTo>
                    <a:pt x="481" y="101"/>
                  </a:lnTo>
                  <a:lnTo>
                    <a:pt x="496" y="93"/>
                  </a:lnTo>
                  <a:lnTo>
                    <a:pt x="511" y="83"/>
                  </a:lnTo>
                  <a:lnTo>
                    <a:pt x="524" y="76"/>
                  </a:lnTo>
                  <a:lnTo>
                    <a:pt x="536" y="69"/>
                  </a:lnTo>
                  <a:lnTo>
                    <a:pt x="544" y="62"/>
                  </a:lnTo>
                  <a:lnTo>
                    <a:pt x="551" y="57"/>
                  </a:lnTo>
                  <a:lnTo>
                    <a:pt x="555" y="51"/>
                  </a:lnTo>
                  <a:lnTo>
                    <a:pt x="557" y="46"/>
                  </a:lnTo>
                  <a:lnTo>
                    <a:pt x="557" y="37"/>
                  </a:lnTo>
                  <a:lnTo>
                    <a:pt x="554" y="29"/>
                  </a:lnTo>
                  <a:lnTo>
                    <a:pt x="551" y="20"/>
                  </a:lnTo>
                  <a:lnTo>
                    <a:pt x="546" y="11"/>
                  </a:lnTo>
                  <a:lnTo>
                    <a:pt x="539" y="4"/>
                  </a:lnTo>
                  <a:lnTo>
                    <a:pt x="529" y="0"/>
                  </a:lnTo>
                  <a:lnTo>
                    <a:pt x="517" y="0"/>
                  </a:lnTo>
                  <a:lnTo>
                    <a:pt x="506" y="2"/>
                  </a:lnTo>
                  <a:lnTo>
                    <a:pt x="486" y="7"/>
                  </a:lnTo>
                  <a:lnTo>
                    <a:pt x="462" y="13"/>
                  </a:lnTo>
                  <a:lnTo>
                    <a:pt x="430" y="21"/>
                  </a:lnTo>
                  <a:lnTo>
                    <a:pt x="394" y="31"/>
                  </a:lnTo>
                  <a:lnTo>
                    <a:pt x="355" y="40"/>
                  </a:lnTo>
                  <a:lnTo>
                    <a:pt x="314" y="51"/>
                  </a:lnTo>
                  <a:lnTo>
                    <a:pt x="273" y="62"/>
                  </a:lnTo>
                  <a:lnTo>
                    <a:pt x="231" y="73"/>
                  </a:lnTo>
                  <a:lnTo>
                    <a:pt x="191" y="83"/>
                  </a:lnTo>
                  <a:lnTo>
                    <a:pt x="154" y="93"/>
                  </a:lnTo>
                  <a:lnTo>
                    <a:pt x="121" y="102"/>
                  </a:lnTo>
                  <a:lnTo>
                    <a:pt x="93" y="109"/>
                  </a:lnTo>
                  <a:lnTo>
                    <a:pt x="71" y="115"/>
                  </a:lnTo>
                  <a:lnTo>
                    <a:pt x="58" y="119"/>
                  </a:lnTo>
                  <a:lnTo>
                    <a:pt x="53" y="120"/>
                  </a:lnTo>
                  <a:close/>
                </a:path>
              </a:pathLst>
            </a:custGeom>
            <a:solidFill>
              <a:srgbClr val="93B5B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7" name="Freeform 165"/>
            <p:cNvSpPr>
              <a:spLocks/>
            </p:cNvSpPr>
            <p:nvPr/>
          </p:nvSpPr>
          <p:spPr bwMode="gray">
            <a:xfrm>
              <a:off x="4214" y="2645"/>
              <a:ext cx="269" cy="158"/>
            </a:xfrm>
            <a:custGeom>
              <a:avLst/>
              <a:gdLst/>
              <a:ahLst/>
              <a:cxnLst>
                <a:cxn ang="0">
                  <a:pos x="48" y="117"/>
                </a:cxn>
                <a:cxn ang="0">
                  <a:pos x="33" y="124"/>
                </a:cxn>
                <a:cxn ang="0">
                  <a:pos x="13" y="139"/>
                </a:cxn>
                <a:cxn ang="0">
                  <a:pos x="0" y="166"/>
                </a:cxn>
                <a:cxn ang="0">
                  <a:pos x="10" y="210"/>
                </a:cxn>
                <a:cxn ang="0">
                  <a:pos x="33" y="263"/>
                </a:cxn>
                <a:cxn ang="0">
                  <a:pos x="62" y="302"/>
                </a:cxn>
                <a:cxn ang="0">
                  <a:pos x="95" y="317"/>
                </a:cxn>
                <a:cxn ang="0">
                  <a:pos x="123" y="303"/>
                </a:cxn>
                <a:cxn ang="0">
                  <a:pos x="156" y="283"/>
                </a:cxn>
                <a:cxn ang="0">
                  <a:pos x="202" y="255"/>
                </a:cxn>
                <a:cxn ang="0">
                  <a:pos x="254" y="222"/>
                </a:cxn>
                <a:cxn ang="0">
                  <a:pos x="309" y="190"/>
                </a:cxn>
                <a:cxn ang="0">
                  <a:pos x="361" y="159"/>
                </a:cxn>
                <a:cxn ang="0">
                  <a:pos x="407" y="131"/>
                </a:cxn>
                <a:cxn ang="0">
                  <a:pos x="440" y="112"/>
                </a:cxn>
                <a:cxn ang="0">
                  <a:pos x="465" y="97"/>
                </a:cxn>
                <a:cxn ang="0">
                  <a:pos x="494" y="80"/>
                </a:cxn>
                <a:cxn ang="0">
                  <a:pos x="519" y="66"/>
                </a:cxn>
                <a:cxn ang="0">
                  <a:pos x="534" y="54"/>
                </a:cxn>
                <a:cxn ang="0">
                  <a:pos x="538" y="44"/>
                </a:cxn>
                <a:cxn ang="0">
                  <a:pos x="535" y="28"/>
                </a:cxn>
                <a:cxn ang="0">
                  <a:pos x="527" y="11"/>
                </a:cxn>
                <a:cxn ang="0">
                  <a:pos x="510" y="0"/>
                </a:cxn>
                <a:cxn ang="0">
                  <a:pos x="488" y="2"/>
                </a:cxn>
                <a:cxn ang="0">
                  <a:pos x="446" y="13"/>
                </a:cxn>
                <a:cxn ang="0">
                  <a:pos x="381" y="29"/>
                </a:cxn>
                <a:cxn ang="0">
                  <a:pos x="304" y="48"/>
                </a:cxn>
                <a:cxn ang="0">
                  <a:pos x="222" y="70"/>
                </a:cxn>
                <a:cxn ang="0">
                  <a:pos x="149" y="90"/>
                </a:cxn>
                <a:cxn ang="0">
                  <a:pos x="90" y="106"/>
                </a:cxn>
                <a:cxn ang="0">
                  <a:pos x="55" y="115"/>
                </a:cxn>
              </a:cxnLst>
              <a:rect l="0" t="0" r="r" b="b"/>
              <a:pathLst>
                <a:path w="538" h="317">
                  <a:moveTo>
                    <a:pt x="51" y="116"/>
                  </a:moveTo>
                  <a:lnTo>
                    <a:pt x="48" y="117"/>
                  </a:lnTo>
                  <a:lnTo>
                    <a:pt x="42" y="120"/>
                  </a:lnTo>
                  <a:lnTo>
                    <a:pt x="33" y="124"/>
                  </a:lnTo>
                  <a:lnTo>
                    <a:pt x="22" y="131"/>
                  </a:lnTo>
                  <a:lnTo>
                    <a:pt x="13" y="139"/>
                  </a:lnTo>
                  <a:lnTo>
                    <a:pt x="4" y="152"/>
                  </a:lnTo>
                  <a:lnTo>
                    <a:pt x="0" y="166"/>
                  </a:lnTo>
                  <a:lnTo>
                    <a:pt x="2" y="182"/>
                  </a:lnTo>
                  <a:lnTo>
                    <a:pt x="10" y="210"/>
                  </a:lnTo>
                  <a:lnTo>
                    <a:pt x="20" y="237"/>
                  </a:lnTo>
                  <a:lnTo>
                    <a:pt x="33" y="263"/>
                  </a:lnTo>
                  <a:lnTo>
                    <a:pt x="47" y="285"/>
                  </a:lnTo>
                  <a:lnTo>
                    <a:pt x="62" y="302"/>
                  </a:lnTo>
                  <a:lnTo>
                    <a:pt x="79" y="313"/>
                  </a:lnTo>
                  <a:lnTo>
                    <a:pt x="95" y="317"/>
                  </a:lnTo>
                  <a:lnTo>
                    <a:pt x="112" y="310"/>
                  </a:lnTo>
                  <a:lnTo>
                    <a:pt x="123" y="303"/>
                  </a:lnTo>
                  <a:lnTo>
                    <a:pt x="137" y="294"/>
                  </a:lnTo>
                  <a:lnTo>
                    <a:pt x="156" y="283"/>
                  </a:lnTo>
                  <a:lnTo>
                    <a:pt x="178" y="269"/>
                  </a:lnTo>
                  <a:lnTo>
                    <a:pt x="202" y="255"/>
                  </a:lnTo>
                  <a:lnTo>
                    <a:pt x="228" y="239"/>
                  </a:lnTo>
                  <a:lnTo>
                    <a:pt x="254" y="222"/>
                  </a:lnTo>
                  <a:lnTo>
                    <a:pt x="281" y="205"/>
                  </a:lnTo>
                  <a:lnTo>
                    <a:pt x="309" y="190"/>
                  </a:lnTo>
                  <a:lnTo>
                    <a:pt x="337" y="174"/>
                  </a:lnTo>
                  <a:lnTo>
                    <a:pt x="361" y="159"/>
                  </a:lnTo>
                  <a:lnTo>
                    <a:pt x="386" y="145"/>
                  </a:lnTo>
                  <a:lnTo>
                    <a:pt x="407" y="131"/>
                  </a:lnTo>
                  <a:lnTo>
                    <a:pt x="425" y="121"/>
                  </a:lnTo>
                  <a:lnTo>
                    <a:pt x="440" y="112"/>
                  </a:lnTo>
                  <a:lnTo>
                    <a:pt x="450" y="106"/>
                  </a:lnTo>
                  <a:lnTo>
                    <a:pt x="465" y="97"/>
                  </a:lnTo>
                  <a:lnTo>
                    <a:pt x="480" y="88"/>
                  </a:lnTo>
                  <a:lnTo>
                    <a:pt x="494" y="80"/>
                  </a:lnTo>
                  <a:lnTo>
                    <a:pt x="508" y="73"/>
                  </a:lnTo>
                  <a:lnTo>
                    <a:pt x="519" y="66"/>
                  </a:lnTo>
                  <a:lnTo>
                    <a:pt x="527" y="59"/>
                  </a:lnTo>
                  <a:lnTo>
                    <a:pt x="534" y="54"/>
                  </a:lnTo>
                  <a:lnTo>
                    <a:pt x="537" y="50"/>
                  </a:lnTo>
                  <a:lnTo>
                    <a:pt x="538" y="44"/>
                  </a:lnTo>
                  <a:lnTo>
                    <a:pt x="538" y="36"/>
                  </a:lnTo>
                  <a:lnTo>
                    <a:pt x="535" y="28"/>
                  </a:lnTo>
                  <a:lnTo>
                    <a:pt x="532" y="18"/>
                  </a:lnTo>
                  <a:lnTo>
                    <a:pt x="527" y="11"/>
                  </a:lnTo>
                  <a:lnTo>
                    <a:pt x="520" y="4"/>
                  </a:lnTo>
                  <a:lnTo>
                    <a:pt x="510" y="0"/>
                  </a:lnTo>
                  <a:lnTo>
                    <a:pt x="499" y="0"/>
                  </a:lnTo>
                  <a:lnTo>
                    <a:pt x="488" y="2"/>
                  </a:lnTo>
                  <a:lnTo>
                    <a:pt x="470" y="6"/>
                  </a:lnTo>
                  <a:lnTo>
                    <a:pt x="446" y="13"/>
                  </a:lnTo>
                  <a:lnTo>
                    <a:pt x="415" y="19"/>
                  </a:lnTo>
                  <a:lnTo>
                    <a:pt x="381" y="29"/>
                  </a:lnTo>
                  <a:lnTo>
                    <a:pt x="344" y="39"/>
                  </a:lnTo>
                  <a:lnTo>
                    <a:pt x="304" y="48"/>
                  </a:lnTo>
                  <a:lnTo>
                    <a:pt x="264" y="59"/>
                  </a:lnTo>
                  <a:lnTo>
                    <a:pt x="222" y="70"/>
                  </a:lnTo>
                  <a:lnTo>
                    <a:pt x="185" y="80"/>
                  </a:lnTo>
                  <a:lnTo>
                    <a:pt x="149" y="90"/>
                  </a:lnTo>
                  <a:lnTo>
                    <a:pt x="116" y="98"/>
                  </a:lnTo>
                  <a:lnTo>
                    <a:pt x="90" y="106"/>
                  </a:lnTo>
                  <a:lnTo>
                    <a:pt x="69" y="112"/>
                  </a:lnTo>
                  <a:lnTo>
                    <a:pt x="55" y="115"/>
                  </a:lnTo>
                  <a:lnTo>
                    <a:pt x="51" y="116"/>
                  </a:lnTo>
                  <a:close/>
                </a:path>
              </a:pathLst>
            </a:custGeom>
            <a:solidFill>
              <a:srgbClr val="89ADA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8" name="Freeform 166"/>
            <p:cNvSpPr>
              <a:spLocks/>
            </p:cNvSpPr>
            <p:nvPr/>
          </p:nvSpPr>
          <p:spPr bwMode="gray">
            <a:xfrm>
              <a:off x="4286" y="2687"/>
              <a:ext cx="140" cy="139"/>
            </a:xfrm>
            <a:custGeom>
              <a:avLst/>
              <a:gdLst/>
              <a:ahLst/>
              <a:cxnLst>
                <a:cxn ang="0">
                  <a:pos x="9" y="210"/>
                </a:cxn>
                <a:cxn ang="0">
                  <a:pos x="2" y="229"/>
                </a:cxn>
                <a:cxn ang="0">
                  <a:pos x="0" y="254"/>
                </a:cxn>
                <a:cxn ang="0">
                  <a:pos x="15" y="273"/>
                </a:cxn>
                <a:cxn ang="0">
                  <a:pos x="33" y="277"/>
                </a:cxn>
                <a:cxn ang="0">
                  <a:pos x="44" y="280"/>
                </a:cxn>
                <a:cxn ang="0">
                  <a:pos x="60" y="276"/>
                </a:cxn>
                <a:cxn ang="0">
                  <a:pos x="77" y="258"/>
                </a:cxn>
                <a:cxn ang="0">
                  <a:pos x="88" y="239"/>
                </a:cxn>
                <a:cxn ang="0">
                  <a:pos x="106" y="237"/>
                </a:cxn>
                <a:cxn ang="0">
                  <a:pos x="133" y="230"/>
                </a:cxn>
                <a:cxn ang="0">
                  <a:pos x="157" y="214"/>
                </a:cxn>
                <a:cxn ang="0">
                  <a:pos x="166" y="200"/>
                </a:cxn>
                <a:cxn ang="0">
                  <a:pos x="175" y="203"/>
                </a:cxn>
                <a:cxn ang="0">
                  <a:pos x="188" y="204"/>
                </a:cxn>
                <a:cxn ang="0">
                  <a:pos x="209" y="199"/>
                </a:cxn>
                <a:cxn ang="0">
                  <a:pos x="222" y="192"/>
                </a:cxn>
                <a:cxn ang="0">
                  <a:pos x="230" y="194"/>
                </a:cxn>
                <a:cxn ang="0">
                  <a:pos x="245" y="192"/>
                </a:cxn>
                <a:cxn ang="0">
                  <a:pos x="262" y="179"/>
                </a:cxn>
                <a:cxn ang="0">
                  <a:pos x="279" y="142"/>
                </a:cxn>
                <a:cxn ang="0">
                  <a:pos x="278" y="108"/>
                </a:cxn>
                <a:cxn ang="0">
                  <a:pos x="279" y="51"/>
                </a:cxn>
                <a:cxn ang="0">
                  <a:pos x="273" y="0"/>
                </a:cxn>
                <a:cxn ang="0">
                  <a:pos x="252" y="17"/>
                </a:cxn>
                <a:cxn ang="0">
                  <a:pos x="248" y="7"/>
                </a:cxn>
                <a:cxn ang="0">
                  <a:pos x="238" y="0"/>
                </a:cxn>
                <a:cxn ang="0">
                  <a:pos x="219" y="8"/>
                </a:cxn>
                <a:cxn ang="0">
                  <a:pos x="202" y="24"/>
                </a:cxn>
                <a:cxn ang="0">
                  <a:pos x="186" y="31"/>
                </a:cxn>
                <a:cxn ang="0">
                  <a:pos x="160" y="46"/>
                </a:cxn>
                <a:cxn ang="0">
                  <a:pos x="136" y="73"/>
                </a:cxn>
                <a:cxn ang="0">
                  <a:pos x="125" y="91"/>
                </a:cxn>
                <a:cxn ang="0">
                  <a:pos x="109" y="93"/>
                </a:cxn>
                <a:cxn ang="0">
                  <a:pos x="77" y="112"/>
                </a:cxn>
                <a:cxn ang="0">
                  <a:pos x="34" y="164"/>
                </a:cxn>
              </a:cxnLst>
              <a:rect l="0" t="0" r="r" b="b"/>
              <a:pathLst>
                <a:path w="281" h="280">
                  <a:moveTo>
                    <a:pt x="11" y="207"/>
                  </a:moveTo>
                  <a:lnTo>
                    <a:pt x="9" y="210"/>
                  </a:lnTo>
                  <a:lnTo>
                    <a:pt x="6" y="218"/>
                  </a:lnTo>
                  <a:lnTo>
                    <a:pt x="2" y="229"/>
                  </a:lnTo>
                  <a:lnTo>
                    <a:pt x="0" y="241"/>
                  </a:lnTo>
                  <a:lnTo>
                    <a:pt x="0" y="254"/>
                  </a:lnTo>
                  <a:lnTo>
                    <a:pt x="4" y="265"/>
                  </a:lnTo>
                  <a:lnTo>
                    <a:pt x="15" y="273"/>
                  </a:lnTo>
                  <a:lnTo>
                    <a:pt x="31" y="276"/>
                  </a:lnTo>
                  <a:lnTo>
                    <a:pt x="33" y="277"/>
                  </a:lnTo>
                  <a:lnTo>
                    <a:pt x="37" y="279"/>
                  </a:lnTo>
                  <a:lnTo>
                    <a:pt x="44" y="280"/>
                  </a:lnTo>
                  <a:lnTo>
                    <a:pt x="51" y="280"/>
                  </a:lnTo>
                  <a:lnTo>
                    <a:pt x="60" y="276"/>
                  </a:lnTo>
                  <a:lnTo>
                    <a:pt x="69" y="269"/>
                  </a:lnTo>
                  <a:lnTo>
                    <a:pt x="77" y="258"/>
                  </a:lnTo>
                  <a:lnTo>
                    <a:pt x="85" y="239"/>
                  </a:lnTo>
                  <a:lnTo>
                    <a:pt x="88" y="239"/>
                  </a:lnTo>
                  <a:lnTo>
                    <a:pt x="96" y="239"/>
                  </a:lnTo>
                  <a:lnTo>
                    <a:pt x="106" y="237"/>
                  </a:lnTo>
                  <a:lnTo>
                    <a:pt x="120" y="234"/>
                  </a:lnTo>
                  <a:lnTo>
                    <a:pt x="133" y="230"/>
                  </a:lnTo>
                  <a:lnTo>
                    <a:pt x="146" y="223"/>
                  </a:lnTo>
                  <a:lnTo>
                    <a:pt x="157" y="214"/>
                  </a:lnTo>
                  <a:lnTo>
                    <a:pt x="165" y="200"/>
                  </a:lnTo>
                  <a:lnTo>
                    <a:pt x="166" y="200"/>
                  </a:lnTo>
                  <a:lnTo>
                    <a:pt x="169" y="201"/>
                  </a:lnTo>
                  <a:lnTo>
                    <a:pt x="175" y="203"/>
                  </a:lnTo>
                  <a:lnTo>
                    <a:pt x="180" y="204"/>
                  </a:lnTo>
                  <a:lnTo>
                    <a:pt x="188" y="204"/>
                  </a:lnTo>
                  <a:lnTo>
                    <a:pt x="198" y="203"/>
                  </a:lnTo>
                  <a:lnTo>
                    <a:pt x="209" y="199"/>
                  </a:lnTo>
                  <a:lnTo>
                    <a:pt x="220" y="192"/>
                  </a:lnTo>
                  <a:lnTo>
                    <a:pt x="222" y="192"/>
                  </a:lnTo>
                  <a:lnTo>
                    <a:pt x="224" y="193"/>
                  </a:lnTo>
                  <a:lnTo>
                    <a:pt x="230" y="194"/>
                  </a:lnTo>
                  <a:lnTo>
                    <a:pt x="237" y="194"/>
                  </a:lnTo>
                  <a:lnTo>
                    <a:pt x="245" y="192"/>
                  </a:lnTo>
                  <a:lnTo>
                    <a:pt x="253" y="188"/>
                  </a:lnTo>
                  <a:lnTo>
                    <a:pt x="262" y="179"/>
                  </a:lnTo>
                  <a:lnTo>
                    <a:pt x="270" y="167"/>
                  </a:lnTo>
                  <a:lnTo>
                    <a:pt x="279" y="142"/>
                  </a:lnTo>
                  <a:lnTo>
                    <a:pt x="281" y="124"/>
                  </a:lnTo>
                  <a:lnTo>
                    <a:pt x="278" y="108"/>
                  </a:lnTo>
                  <a:lnTo>
                    <a:pt x="277" y="84"/>
                  </a:lnTo>
                  <a:lnTo>
                    <a:pt x="279" y="51"/>
                  </a:lnTo>
                  <a:lnTo>
                    <a:pt x="281" y="17"/>
                  </a:lnTo>
                  <a:lnTo>
                    <a:pt x="273" y="0"/>
                  </a:lnTo>
                  <a:lnTo>
                    <a:pt x="252" y="18"/>
                  </a:lnTo>
                  <a:lnTo>
                    <a:pt x="252" y="17"/>
                  </a:lnTo>
                  <a:lnTo>
                    <a:pt x="251" y="13"/>
                  </a:lnTo>
                  <a:lnTo>
                    <a:pt x="248" y="7"/>
                  </a:lnTo>
                  <a:lnTo>
                    <a:pt x="244" y="3"/>
                  </a:lnTo>
                  <a:lnTo>
                    <a:pt x="238" y="0"/>
                  </a:lnTo>
                  <a:lnTo>
                    <a:pt x="230" y="2"/>
                  </a:lnTo>
                  <a:lnTo>
                    <a:pt x="219" y="8"/>
                  </a:lnTo>
                  <a:lnTo>
                    <a:pt x="205" y="22"/>
                  </a:lnTo>
                  <a:lnTo>
                    <a:pt x="202" y="24"/>
                  </a:lnTo>
                  <a:lnTo>
                    <a:pt x="195" y="25"/>
                  </a:lnTo>
                  <a:lnTo>
                    <a:pt x="186" y="31"/>
                  </a:lnTo>
                  <a:lnTo>
                    <a:pt x="173" y="37"/>
                  </a:lnTo>
                  <a:lnTo>
                    <a:pt x="160" y="46"/>
                  </a:lnTo>
                  <a:lnTo>
                    <a:pt x="147" y="58"/>
                  </a:lnTo>
                  <a:lnTo>
                    <a:pt x="136" y="73"/>
                  </a:lnTo>
                  <a:lnTo>
                    <a:pt x="128" y="91"/>
                  </a:lnTo>
                  <a:lnTo>
                    <a:pt x="125" y="91"/>
                  </a:lnTo>
                  <a:lnTo>
                    <a:pt x="118" y="91"/>
                  </a:lnTo>
                  <a:lnTo>
                    <a:pt x="109" y="93"/>
                  </a:lnTo>
                  <a:lnTo>
                    <a:pt x="95" y="99"/>
                  </a:lnTo>
                  <a:lnTo>
                    <a:pt x="77" y="112"/>
                  </a:lnTo>
                  <a:lnTo>
                    <a:pt x="58" y="132"/>
                  </a:lnTo>
                  <a:lnTo>
                    <a:pt x="34" y="164"/>
                  </a:lnTo>
                  <a:lnTo>
                    <a:pt x="11" y="207"/>
                  </a:lnTo>
                  <a:close/>
                </a:path>
              </a:pathLst>
            </a:custGeom>
            <a:solidFill>
              <a:srgbClr val="49494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59" name="Freeform 167"/>
            <p:cNvSpPr>
              <a:spLocks/>
            </p:cNvSpPr>
            <p:nvPr/>
          </p:nvSpPr>
          <p:spPr bwMode="gray">
            <a:xfrm>
              <a:off x="3610" y="1916"/>
              <a:ext cx="333" cy="323"/>
            </a:xfrm>
            <a:custGeom>
              <a:avLst/>
              <a:gdLst/>
              <a:ahLst/>
              <a:cxnLst>
                <a:cxn ang="0">
                  <a:pos x="376" y="7"/>
                </a:cxn>
                <a:cxn ang="0">
                  <a:pos x="330" y="13"/>
                </a:cxn>
                <a:cxn ang="0">
                  <a:pos x="264" y="46"/>
                </a:cxn>
                <a:cxn ang="0">
                  <a:pos x="202" y="129"/>
                </a:cxn>
                <a:cxn ang="0">
                  <a:pos x="164" y="261"/>
                </a:cxn>
                <a:cxn ang="0">
                  <a:pos x="137" y="346"/>
                </a:cxn>
                <a:cxn ang="0">
                  <a:pos x="115" y="389"/>
                </a:cxn>
                <a:cxn ang="0">
                  <a:pos x="95" y="411"/>
                </a:cxn>
                <a:cxn ang="0">
                  <a:pos x="70" y="440"/>
                </a:cxn>
                <a:cxn ang="0">
                  <a:pos x="34" y="490"/>
                </a:cxn>
                <a:cxn ang="0">
                  <a:pos x="5" y="547"/>
                </a:cxn>
                <a:cxn ang="0">
                  <a:pos x="2" y="600"/>
                </a:cxn>
                <a:cxn ang="0">
                  <a:pos x="38" y="634"/>
                </a:cxn>
                <a:cxn ang="0">
                  <a:pos x="78" y="647"/>
                </a:cxn>
                <a:cxn ang="0">
                  <a:pos x="115" y="640"/>
                </a:cxn>
                <a:cxn ang="0">
                  <a:pos x="147" y="616"/>
                </a:cxn>
                <a:cxn ang="0">
                  <a:pos x="179" y="569"/>
                </a:cxn>
                <a:cxn ang="0">
                  <a:pos x="195" y="517"/>
                </a:cxn>
                <a:cxn ang="0">
                  <a:pos x="194" y="474"/>
                </a:cxn>
                <a:cxn ang="0">
                  <a:pos x="201" y="445"/>
                </a:cxn>
                <a:cxn ang="0">
                  <a:pos x="215" y="418"/>
                </a:cxn>
                <a:cxn ang="0">
                  <a:pos x="234" y="390"/>
                </a:cxn>
                <a:cxn ang="0">
                  <a:pos x="259" y="363"/>
                </a:cxn>
                <a:cxn ang="0">
                  <a:pos x="296" y="321"/>
                </a:cxn>
                <a:cxn ang="0">
                  <a:pos x="337" y="279"/>
                </a:cxn>
                <a:cxn ang="0">
                  <a:pos x="380" y="243"/>
                </a:cxn>
                <a:cxn ang="0">
                  <a:pos x="408" y="226"/>
                </a:cxn>
                <a:cxn ang="0">
                  <a:pos x="434" y="218"/>
                </a:cxn>
                <a:cxn ang="0">
                  <a:pos x="464" y="211"/>
                </a:cxn>
                <a:cxn ang="0">
                  <a:pos x="500" y="206"/>
                </a:cxn>
                <a:cxn ang="0">
                  <a:pos x="534" y="200"/>
                </a:cxn>
                <a:cxn ang="0">
                  <a:pos x="569" y="196"/>
                </a:cxn>
                <a:cxn ang="0">
                  <a:pos x="596" y="193"/>
                </a:cxn>
                <a:cxn ang="0">
                  <a:pos x="619" y="192"/>
                </a:cxn>
                <a:cxn ang="0">
                  <a:pos x="636" y="186"/>
                </a:cxn>
                <a:cxn ang="0">
                  <a:pos x="656" y="171"/>
                </a:cxn>
                <a:cxn ang="0">
                  <a:pos x="664" y="144"/>
                </a:cxn>
                <a:cxn ang="0">
                  <a:pos x="653" y="106"/>
                </a:cxn>
                <a:cxn ang="0">
                  <a:pos x="628" y="75"/>
                </a:cxn>
                <a:cxn ang="0">
                  <a:pos x="608" y="55"/>
                </a:cxn>
                <a:cxn ang="0">
                  <a:pos x="584" y="38"/>
                </a:cxn>
                <a:cxn ang="0">
                  <a:pos x="558" y="22"/>
                </a:cxn>
                <a:cxn ang="0">
                  <a:pos x="529" y="10"/>
                </a:cxn>
                <a:cxn ang="0">
                  <a:pos x="494" y="3"/>
                </a:cxn>
                <a:cxn ang="0">
                  <a:pos x="454" y="0"/>
                </a:cxn>
                <a:cxn ang="0">
                  <a:pos x="409" y="3"/>
                </a:cxn>
              </a:cxnLst>
              <a:rect l="0" t="0" r="r" b="b"/>
              <a:pathLst>
                <a:path w="664" h="647">
                  <a:moveTo>
                    <a:pt x="383" y="7"/>
                  </a:moveTo>
                  <a:lnTo>
                    <a:pt x="376" y="7"/>
                  </a:lnTo>
                  <a:lnTo>
                    <a:pt x="358" y="9"/>
                  </a:lnTo>
                  <a:lnTo>
                    <a:pt x="330" y="13"/>
                  </a:lnTo>
                  <a:lnTo>
                    <a:pt x="299" y="25"/>
                  </a:lnTo>
                  <a:lnTo>
                    <a:pt x="264" y="46"/>
                  </a:lnTo>
                  <a:lnTo>
                    <a:pt x="231" y="80"/>
                  </a:lnTo>
                  <a:lnTo>
                    <a:pt x="202" y="129"/>
                  </a:lnTo>
                  <a:lnTo>
                    <a:pt x="180" y="195"/>
                  </a:lnTo>
                  <a:lnTo>
                    <a:pt x="164" y="261"/>
                  </a:lnTo>
                  <a:lnTo>
                    <a:pt x="150" y="310"/>
                  </a:lnTo>
                  <a:lnTo>
                    <a:pt x="137" y="346"/>
                  </a:lnTo>
                  <a:lnTo>
                    <a:pt x="126" y="371"/>
                  </a:lnTo>
                  <a:lnTo>
                    <a:pt x="115" y="389"/>
                  </a:lnTo>
                  <a:lnTo>
                    <a:pt x="104" y="401"/>
                  </a:lnTo>
                  <a:lnTo>
                    <a:pt x="95" y="411"/>
                  </a:lnTo>
                  <a:lnTo>
                    <a:pt x="84" y="423"/>
                  </a:lnTo>
                  <a:lnTo>
                    <a:pt x="70" y="440"/>
                  </a:lnTo>
                  <a:lnTo>
                    <a:pt x="52" y="463"/>
                  </a:lnTo>
                  <a:lnTo>
                    <a:pt x="34" y="490"/>
                  </a:lnTo>
                  <a:lnTo>
                    <a:pt x="17" y="518"/>
                  </a:lnTo>
                  <a:lnTo>
                    <a:pt x="5" y="547"/>
                  </a:lnTo>
                  <a:lnTo>
                    <a:pt x="0" y="575"/>
                  </a:lnTo>
                  <a:lnTo>
                    <a:pt x="2" y="600"/>
                  </a:lnTo>
                  <a:lnTo>
                    <a:pt x="17" y="620"/>
                  </a:lnTo>
                  <a:lnTo>
                    <a:pt x="38" y="634"/>
                  </a:lnTo>
                  <a:lnTo>
                    <a:pt x="59" y="642"/>
                  </a:lnTo>
                  <a:lnTo>
                    <a:pt x="78" y="647"/>
                  </a:lnTo>
                  <a:lnTo>
                    <a:pt x="97" y="645"/>
                  </a:lnTo>
                  <a:lnTo>
                    <a:pt x="115" y="640"/>
                  </a:lnTo>
                  <a:lnTo>
                    <a:pt x="132" y="630"/>
                  </a:lnTo>
                  <a:lnTo>
                    <a:pt x="147" y="616"/>
                  </a:lnTo>
                  <a:lnTo>
                    <a:pt x="159" y="601"/>
                  </a:lnTo>
                  <a:lnTo>
                    <a:pt x="179" y="569"/>
                  </a:lnTo>
                  <a:lnTo>
                    <a:pt x="190" y="543"/>
                  </a:lnTo>
                  <a:lnTo>
                    <a:pt x="195" y="517"/>
                  </a:lnTo>
                  <a:lnTo>
                    <a:pt x="195" y="490"/>
                  </a:lnTo>
                  <a:lnTo>
                    <a:pt x="194" y="474"/>
                  </a:lnTo>
                  <a:lnTo>
                    <a:pt x="197" y="459"/>
                  </a:lnTo>
                  <a:lnTo>
                    <a:pt x="201" y="445"/>
                  </a:lnTo>
                  <a:lnTo>
                    <a:pt x="206" y="432"/>
                  </a:lnTo>
                  <a:lnTo>
                    <a:pt x="215" y="418"/>
                  </a:lnTo>
                  <a:lnTo>
                    <a:pt x="224" y="404"/>
                  </a:lnTo>
                  <a:lnTo>
                    <a:pt x="234" y="390"/>
                  </a:lnTo>
                  <a:lnTo>
                    <a:pt x="245" y="378"/>
                  </a:lnTo>
                  <a:lnTo>
                    <a:pt x="259" y="363"/>
                  </a:lnTo>
                  <a:lnTo>
                    <a:pt x="275" y="343"/>
                  </a:lnTo>
                  <a:lnTo>
                    <a:pt x="296" y="321"/>
                  </a:lnTo>
                  <a:lnTo>
                    <a:pt x="317" y="299"/>
                  </a:lnTo>
                  <a:lnTo>
                    <a:pt x="337" y="279"/>
                  </a:lnTo>
                  <a:lnTo>
                    <a:pt x="359" y="259"/>
                  </a:lnTo>
                  <a:lnTo>
                    <a:pt x="380" y="243"/>
                  </a:lnTo>
                  <a:lnTo>
                    <a:pt x="398" y="230"/>
                  </a:lnTo>
                  <a:lnTo>
                    <a:pt x="408" y="226"/>
                  </a:lnTo>
                  <a:lnTo>
                    <a:pt x="420" y="222"/>
                  </a:lnTo>
                  <a:lnTo>
                    <a:pt x="434" y="218"/>
                  </a:lnTo>
                  <a:lnTo>
                    <a:pt x="449" y="214"/>
                  </a:lnTo>
                  <a:lnTo>
                    <a:pt x="464" y="211"/>
                  </a:lnTo>
                  <a:lnTo>
                    <a:pt x="482" y="208"/>
                  </a:lnTo>
                  <a:lnTo>
                    <a:pt x="500" y="206"/>
                  </a:lnTo>
                  <a:lnTo>
                    <a:pt x="518" y="203"/>
                  </a:lnTo>
                  <a:lnTo>
                    <a:pt x="534" y="200"/>
                  </a:lnTo>
                  <a:lnTo>
                    <a:pt x="552" y="199"/>
                  </a:lnTo>
                  <a:lnTo>
                    <a:pt x="569" y="196"/>
                  </a:lnTo>
                  <a:lnTo>
                    <a:pt x="584" y="195"/>
                  </a:lnTo>
                  <a:lnTo>
                    <a:pt x="596" y="193"/>
                  </a:lnTo>
                  <a:lnTo>
                    <a:pt x="609" y="192"/>
                  </a:lnTo>
                  <a:lnTo>
                    <a:pt x="619" y="192"/>
                  </a:lnTo>
                  <a:lnTo>
                    <a:pt x="625" y="191"/>
                  </a:lnTo>
                  <a:lnTo>
                    <a:pt x="636" y="186"/>
                  </a:lnTo>
                  <a:lnTo>
                    <a:pt x="647" y="180"/>
                  </a:lnTo>
                  <a:lnTo>
                    <a:pt x="656" y="171"/>
                  </a:lnTo>
                  <a:lnTo>
                    <a:pt x="663" y="159"/>
                  </a:lnTo>
                  <a:lnTo>
                    <a:pt x="664" y="144"/>
                  </a:lnTo>
                  <a:lnTo>
                    <a:pt x="661" y="126"/>
                  </a:lnTo>
                  <a:lnTo>
                    <a:pt x="653" y="106"/>
                  </a:lnTo>
                  <a:lnTo>
                    <a:pt x="638" y="86"/>
                  </a:lnTo>
                  <a:lnTo>
                    <a:pt x="628" y="75"/>
                  </a:lnTo>
                  <a:lnTo>
                    <a:pt x="617" y="65"/>
                  </a:lnTo>
                  <a:lnTo>
                    <a:pt x="608" y="55"/>
                  </a:lnTo>
                  <a:lnTo>
                    <a:pt x="596" y="46"/>
                  </a:lnTo>
                  <a:lnTo>
                    <a:pt x="584" y="38"/>
                  </a:lnTo>
                  <a:lnTo>
                    <a:pt x="572" y="29"/>
                  </a:lnTo>
                  <a:lnTo>
                    <a:pt x="558" y="22"/>
                  </a:lnTo>
                  <a:lnTo>
                    <a:pt x="544" y="16"/>
                  </a:lnTo>
                  <a:lnTo>
                    <a:pt x="529" y="10"/>
                  </a:lnTo>
                  <a:lnTo>
                    <a:pt x="512" y="6"/>
                  </a:lnTo>
                  <a:lnTo>
                    <a:pt x="494" y="3"/>
                  </a:lnTo>
                  <a:lnTo>
                    <a:pt x="475" y="0"/>
                  </a:lnTo>
                  <a:lnTo>
                    <a:pt x="454" y="0"/>
                  </a:lnTo>
                  <a:lnTo>
                    <a:pt x="432" y="2"/>
                  </a:lnTo>
                  <a:lnTo>
                    <a:pt x="409" y="3"/>
                  </a:lnTo>
                  <a:lnTo>
                    <a:pt x="383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0" name="Freeform 168"/>
            <p:cNvSpPr>
              <a:spLocks/>
            </p:cNvSpPr>
            <p:nvPr/>
          </p:nvSpPr>
          <p:spPr bwMode="gray">
            <a:xfrm>
              <a:off x="3613" y="1917"/>
              <a:ext cx="327" cy="319"/>
            </a:xfrm>
            <a:custGeom>
              <a:avLst/>
              <a:gdLst/>
              <a:ahLst/>
              <a:cxnLst>
                <a:cxn ang="0">
                  <a:pos x="167" y="245"/>
                </a:cxn>
                <a:cxn ang="0">
                  <a:pos x="146" y="321"/>
                </a:cxn>
                <a:cxn ang="0">
                  <a:pos x="127" y="365"/>
                </a:cxn>
                <a:cxn ang="0">
                  <a:pos x="112" y="390"/>
                </a:cxn>
                <a:cxn ang="0">
                  <a:pos x="98" y="404"/>
                </a:cxn>
                <a:cxn ang="0">
                  <a:pos x="90" y="412"/>
                </a:cxn>
                <a:cxn ang="0">
                  <a:pos x="70" y="434"/>
                </a:cxn>
                <a:cxn ang="0">
                  <a:pos x="34" y="484"/>
                </a:cxn>
                <a:cxn ang="0">
                  <a:pos x="6" y="542"/>
                </a:cxn>
                <a:cxn ang="0">
                  <a:pos x="3" y="594"/>
                </a:cxn>
                <a:cxn ang="0">
                  <a:pos x="33" y="626"/>
                </a:cxn>
                <a:cxn ang="0">
                  <a:pos x="65" y="637"/>
                </a:cxn>
                <a:cxn ang="0">
                  <a:pos x="97" y="635"/>
                </a:cxn>
                <a:cxn ang="0">
                  <a:pos x="123" y="623"/>
                </a:cxn>
                <a:cxn ang="0">
                  <a:pos x="141" y="608"/>
                </a:cxn>
                <a:cxn ang="0">
                  <a:pos x="150" y="597"/>
                </a:cxn>
                <a:cxn ang="0">
                  <a:pos x="172" y="560"/>
                </a:cxn>
                <a:cxn ang="0">
                  <a:pos x="189" y="507"/>
                </a:cxn>
                <a:cxn ang="0">
                  <a:pos x="188" y="466"/>
                </a:cxn>
                <a:cxn ang="0">
                  <a:pos x="194" y="437"/>
                </a:cxn>
                <a:cxn ang="0">
                  <a:pos x="210" y="411"/>
                </a:cxn>
                <a:cxn ang="0">
                  <a:pos x="229" y="383"/>
                </a:cxn>
                <a:cxn ang="0">
                  <a:pos x="243" y="367"/>
                </a:cxn>
                <a:cxn ang="0">
                  <a:pos x="251" y="357"/>
                </a:cxn>
                <a:cxn ang="0">
                  <a:pos x="267" y="338"/>
                </a:cxn>
                <a:cxn ang="0">
                  <a:pos x="299" y="305"/>
                </a:cxn>
                <a:cxn ang="0">
                  <a:pos x="332" y="272"/>
                </a:cxn>
                <a:cxn ang="0">
                  <a:pos x="365" y="243"/>
                </a:cxn>
                <a:cxn ang="0">
                  <a:pos x="383" y="230"/>
                </a:cxn>
                <a:cxn ang="0">
                  <a:pos x="387" y="227"/>
                </a:cxn>
                <a:cxn ang="0">
                  <a:pos x="408" y="218"/>
                </a:cxn>
                <a:cxn ang="0">
                  <a:pos x="463" y="204"/>
                </a:cxn>
                <a:cxn ang="0">
                  <a:pos x="527" y="194"/>
                </a:cxn>
                <a:cxn ang="0">
                  <a:pos x="582" y="188"/>
                </a:cxn>
                <a:cxn ang="0">
                  <a:pos x="605" y="183"/>
                </a:cxn>
                <a:cxn ang="0">
                  <a:pos x="609" y="183"/>
                </a:cxn>
                <a:cxn ang="0">
                  <a:pos x="623" y="179"/>
                </a:cxn>
                <a:cxn ang="0">
                  <a:pos x="644" y="164"/>
                </a:cxn>
                <a:cxn ang="0">
                  <a:pos x="654" y="138"/>
                </a:cxn>
                <a:cxn ang="0">
                  <a:pos x="644" y="103"/>
                </a:cxn>
                <a:cxn ang="0">
                  <a:pos x="619" y="72"/>
                </a:cxn>
                <a:cxn ang="0">
                  <a:pos x="598" y="52"/>
                </a:cxn>
                <a:cxn ang="0">
                  <a:pos x="576" y="35"/>
                </a:cxn>
                <a:cxn ang="0">
                  <a:pos x="550" y="21"/>
                </a:cxn>
                <a:cxn ang="0">
                  <a:pos x="521" y="10"/>
                </a:cxn>
                <a:cxn ang="0">
                  <a:pos x="487" y="3"/>
                </a:cxn>
                <a:cxn ang="0">
                  <a:pos x="447" y="0"/>
                </a:cxn>
                <a:cxn ang="0">
                  <a:pos x="401" y="3"/>
                </a:cxn>
                <a:cxn ang="0">
                  <a:pos x="370" y="7"/>
                </a:cxn>
                <a:cxn ang="0">
                  <a:pos x="325" y="14"/>
                </a:cxn>
                <a:cxn ang="0">
                  <a:pos x="262" y="47"/>
                </a:cxn>
                <a:cxn ang="0">
                  <a:pos x="201" y="128"/>
                </a:cxn>
              </a:cxnLst>
              <a:rect l="0" t="0" r="r" b="b"/>
              <a:pathLst>
                <a:path w="654" h="638">
                  <a:moveTo>
                    <a:pt x="179" y="193"/>
                  </a:moveTo>
                  <a:lnTo>
                    <a:pt x="167" y="245"/>
                  </a:lnTo>
                  <a:lnTo>
                    <a:pt x="156" y="288"/>
                  </a:lnTo>
                  <a:lnTo>
                    <a:pt x="146" y="321"/>
                  </a:lnTo>
                  <a:lnTo>
                    <a:pt x="137" y="346"/>
                  </a:lnTo>
                  <a:lnTo>
                    <a:pt x="127" y="365"/>
                  </a:lnTo>
                  <a:lnTo>
                    <a:pt x="119" y="379"/>
                  </a:lnTo>
                  <a:lnTo>
                    <a:pt x="112" y="390"/>
                  </a:lnTo>
                  <a:lnTo>
                    <a:pt x="103" y="398"/>
                  </a:lnTo>
                  <a:lnTo>
                    <a:pt x="98" y="404"/>
                  </a:lnTo>
                  <a:lnTo>
                    <a:pt x="94" y="408"/>
                  </a:lnTo>
                  <a:lnTo>
                    <a:pt x="90" y="412"/>
                  </a:lnTo>
                  <a:lnTo>
                    <a:pt x="84" y="418"/>
                  </a:lnTo>
                  <a:lnTo>
                    <a:pt x="70" y="434"/>
                  </a:lnTo>
                  <a:lnTo>
                    <a:pt x="52" y="458"/>
                  </a:lnTo>
                  <a:lnTo>
                    <a:pt x="34" y="484"/>
                  </a:lnTo>
                  <a:lnTo>
                    <a:pt x="18" y="513"/>
                  </a:lnTo>
                  <a:lnTo>
                    <a:pt x="6" y="542"/>
                  </a:lnTo>
                  <a:lnTo>
                    <a:pt x="0" y="569"/>
                  </a:lnTo>
                  <a:lnTo>
                    <a:pt x="3" y="594"/>
                  </a:lnTo>
                  <a:lnTo>
                    <a:pt x="17" y="613"/>
                  </a:lnTo>
                  <a:lnTo>
                    <a:pt x="33" y="626"/>
                  </a:lnTo>
                  <a:lnTo>
                    <a:pt x="50" y="633"/>
                  </a:lnTo>
                  <a:lnTo>
                    <a:pt x="65" y="637"/>
                  </a:lnTo>
                  <a:lnTo>
                    <a:pt x="81" y="638"/>
                  </a:lnTo>
                  <a:lnTo>
                    <a:pt x="97" y="635"/>
                  </a:lnTo>
                  <a:lnTo>
                    <a:pt x="110" y="631"/>
                  </a:lnTo>
                  <a:lnTo>
                    <a:pt x="123" y="623"/>
                  </a:lnTo>
                  <a:lnTo>
                    <a:pt x="135" y="613"/>
                  </a:lnTo>
                  <a:lnTo>
                    <a:pt x="141" y="608"/>
                  </a:lnTo>
                  <a:lnTo>
                    <a:pt x="145" y="602"/>
                  </a:lnTo>
                  <a:lnTo>
                    <a:pt x="150" y="597"/>
                  </a:lnTo>
                  <a:lnTo>
                    <a:pt x="154" y="591"/>
                  </a:lnTo>
                  <a:lnTo>
                    <a:pt x="172" y="560"/>
                  </a:lnTo>
                  <a:lnTo>
                    <a:pt x="183" y="533"/>
                  </a:lnTo>
                  <a:lnTo>
                    <a:pt x="189" y="507"/>
                  </a:lnTo>
                  <a:lnTo>
                    <a:pt x="188" y="480"/>
                  </a:lnTo>
                  <a:lnTo>
                    <a:pt x="188" y="466"/>
                  </a:lnTo>
                  <a:lnTo>
                    <a:pt x="190" y="451"/>
                  </a:lnTo>
                  <a:lnTo>
                    <a:pt x="194" y="437"/>
                  </a:lnTo>
                  <a:lnTo>
                    <a:pt x="201" y="423"/>
                  </a:lnTo>
                  <a:lnTo>
                    <a:pt x="210" y="411"/>
                  </a:lnTo>
                  <a:lnTo>
                    <a:pt x="218" y="397"/>
                  </a:lnTo>
                  <a:lnTo>
                    <a:pt x="229" y="383"/>
                  </a:lnTo>
                  <a:lnTo>
                    <a:pt x="240" y="371"/>
                  </a:lnTo>
                  <a:lnTo>
                    <a:pt x="243" y="367"/>
                  </a:lnTo>
                  <a:lnTo>
                    <a:pt x="247" y="361"/>
                  </a:lnTo>
                  <a:lnTo>
                    <a:pt x="251" y="357"/>
                  </a:lnTo>
                  <a:lnTo>
                    <a:pt x="255" y="353"/>
                  </a:lnTo>
                  <a:lnTo>
                    <a:pt x="267" y="338"/>
                  </a:lnTo>
                  <a:lnTo>
                    <a:pt x="283" y="321"/>
                  </a:lnTo>
                  <a:lnTo>
                    <a:pt x="299" y="305"/>
                  </a:lnTo>
                  <a:lnTo>
                    <a:pt x="316" y="288"/>
                  </a:lnTo>
                  <a:lnTo>
                    <a:pt x="332" y="272"/>
                  </a:lnTo>
                  <a:lnTo>
                    <a:pt x="349" y="256"/>
                  </a:lnTo>
                  <a:lnTo>
                    <a:pt x="365" y="243"/>
                  </a:lnTo>
                  <a:lnTo>
                    <a:pt x="381" y="232"/>
                  </a:lnTo>
                  <a:lnTo>
                    <a:pt x="383" y="230"/>
                  </a:lnTo>
                  <a:lnTo>
                    <a:pt x="385" y="229"/>
                  </a:lnTo>
                  <a:lnTo>
                    <a:pt x="387" y="227"/>
                  </a:lnTo>
                  <a:lnTo>
                    <a:pt x="389" y="226"/>
                  </a:lnTo>
                  <a:lnTo>
                    <a:pt x="408" y="218"/>
                  </a:lnTo>
                  <a:lnTo>
                    <a:pt x="433" y="211"/>
                  </a:lnTo>
                  <a:lnTo>
                    <a:pt x="463" y="204"/>
                  </a:lnTo>
                  <a:lnTo>
                    <a:pt x="495" y="199"/>
                  </a:lnTo>
                  <a:lnTo>
                    <a:pt x="527" y="194"/>
                  </a:lnTo>
                  <a:lnTo>
                    <a:pt x="557" y="190"/>
                  </a:lnTo>
                  <a:lnTo>
                    <a:pt x="582" y="188"/>
                  </a:lnTo>
                  <a:lnTo>
                    <a:pt x="603" y="185"/>
                  </a:lnTo>
                  <a:lnTo>
                    <a:pt x="605" y="183"/>
                  </a:lnTo>
                  <a:lnTo>
                    <a:pt x="608" y="183"/>
                  </a:lnTo>
                  <a:lnTo>
                    <a:pt x="609" y="183"/>
                  </a:lnTo>
                  <a:lnTo>
                    <a:pt x="612" y="183"/>
                  </a:lnTo>
                  <a:lnTo>
                    <a:pt x="623" y="179"/>
                  </a:lnTo>
                  <a:lnTo>
                    <a:pt x="634" y="174"/>
                  </a:lnTo>
                  <a:lnTo>
                    <a:pt x="644" y="164"/>
                  </a:lnTo>
                  <a:lnTo>
                    <a:pt x="651" y="153"/>
                  </a:lnTo>
                  <a:lnTo>
                    <a:pt x="654" y="138"/>
                  </a:lnTo>
                  <a:lnTo>
                    <a:pt x="652" y="123"/>
                  </a:lnTo>
                  <a:lnTo>
                    <a:pt x="644" y="103"/>
                  </a:lnTo>
                  <a:lnTo>
                    <a:pt x="629" y="83"/>
                  </a:lnTo>
                  <a:lnTo>
                    <a:pt x="619" y="72"/>
                  </a:lnTo>
                  <a:lnTo>
                    <a:pt x="609" y="62"/>
                  </a:lnTo>
                  <a:lnTo>
                    <a:pt x="598" y="52"/>
                  </a:lnTo>
                  <a:lnTo>
                    <a:pt x="587" y="44"/>
                  </a:lnTo>
                  <a:lnTo>
                    <a:pt x="576" y="35"/>
                  </a:lnTo>
                  <a:lnTo>
                    <a:pt x="564" y="28"/>
                  </a:lnTo>
                  <a:lnTo>
                    <a:pt x="550" y="21"/>
                  </a:lnTo>
                  <a:lnTo>
                    <a:pt x="536" y="14"/>
                  </a:lnTo>
                  <a:lnTo>
                    <a:pt x="521" y="10"/>
                  </a:lnTo>
                  <a:lnTo>
                    <a:pt x="505" y="6"/>
                  </a:lnTo>
                  <a:lnTo>
                    <a:pt x="487" y="3"/>
                  </a:lnTo>
                  <a:lnTo>
                    <a:pt x="467" y="0"/>
                  </a:lnTo>
                  <a:lnTo>
                    <a:pt x="447" y="0"/>
                  </a:lnTo>
                  <a:lnTo>
                    <a:pt x="425" y="2"/>
                  </a:lnTo>
                  <a:lnTo>
                    <a:pt x="401" y="3"/>
                  </a:lnTo>
                  <a:lnTo>
                    <a:pt x="376" y="7"/>
                  </a:lnTo>
                  <a:lnTo>
                    <a:pt x="370" y="7"/>
                  </a:lnTo>
                  <a:lnTo>
                    <a:pt x="352" y="8"/>
                  </a:lnTo>
                  <a:lnTo>
                    <a:pt x="325" y="14"/>
                  </a:lnTo>
                  <a:lnTo>
                    <a:pt x="295" y="25"/>
                  </a:lnTo>
                  <a:lnTo>
                    <a:pt x="262" y="47"/>
                  </a:lnTo>
                  <a:lnTo>
                    <a:pt x="229" y="80"/>
                  </a:lnTo>
                  <a:lnTo>
                    <a:pt x="201" y="128"/>
                  </a:lnTo>
                  <a:lnTo>
                    <a:pt x="179" y="193"/>
                  </a:lnTo>
                  <a:close/>
                </a:path>
              </a:pathLst>
            </a:custGeom>
            <a:solidFill>
              <a:srgbClr val="E8F2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1" name="Freeform 169"/>
            <p:cNvSpPr>
              <a:spLocks/>
            </p:cNvSpPr>
            <p:nvPr/>
          </p:nvSpPr>
          <p:spPr bwMode="gray">
            <a:xfrm>
              <a:off x="3615" y="1919"/>
              <a:ext cx="322" cy="315"/>
            </a:xfrm>
            <a:custGeom>
              <a:avLst/>
              <a:gdLst/>
              <a:ahLst/>
              <a:cxnLst>
                <a:cxn ang="0">
                  <a:pos x="168" y="243"/>
                </a:cxn>
                <a:cxn ang="0">
                  <a:pos x="148" y="317"/>
                </a:cxn>
                <a:cxn ang="0">
                  <a:pos x="128" y="360"/>
                </a:cxn>
                <a:cxn ang="0">
                  <a:pos x="112" y="385"/>
                </a:cxn>
                <a:cxn ang="0">
                  <a:pos x="99" y="398"/>
                </a:cxn>
                <a:cxn ang="0">
                  <a:pos x="91" y="407"/>
                </a:cxn>
                <a:cxn ang="0">
                  <a:pos x="72" y="429"/>
                </a:cxn>
                <a:cxn ang="0">
                  <a:pos x="36" y="478"/>
                </a:cxn>
                <a:cxn ang="0">
                  <a:pos x="7" y="536"/>
                </a:cxn>
                <a:cxn ang="0">
                  <a:pos x="2" y="587"/>
                </a:cxn>
                <a:cxn ang="0">
                  <a:pos x="32" y="619"/>
                </a:cxn>
                <a:cxn ang="0">
                  <a:pos x="65" y="630"/>
                </a:cxn>
                <a:cxn ang="0">
                  <a:pos x="94" y="627"/>
                </a:cxn>
                <a:cxn ang="0">
                  <a:pos x="120" y="613"/>
                </a:cxn>
                <a:cxn ang="0">
                  <a:pos x="138" y="598"/>
                </a:cxn>
                <a:cxn ang="0">
                  <a:pos x="146" y="586"/>
                </a:cxn>
                <a:cxn ang="0">
                  <a:pos x="167" y="550"/>
                </a:cxn>
                <a:cxn ang="0">
                  <a:pos x="182" y="498"/>
                </a:cxn>
                <a:cxn ang="0">
                  <a:pos x="182" y="458"/>
                </a:cxn>
                <a:cxn ang="0">
                  <a:pos x="189" y="430"/>
                </a:cxn>
                <a:cxn ang="0">
                  <a:pos x="203" y="403"/>
                </a:cxn>
                <a:cxn ang="0">
                  <a:pos x="222" y="375"/>
                </a:cxn>
                <a:cxn ang="0">
                  <a:pos x="237" y="359"/>
                </a:cxn>
                <a:cxn ang="0">
                  <a:pos x="246" y="350"/>
                </a:cxn>
                <a:cxn ang="0">
                  <a:pos x="262" y="331"/>
                </a:cxn>
                <a:cxn ang="0">
                  <a:pos x="292" y="298"/>
                </a:cxn>
                <a:cxn ang="0">
                  <a:pos x="326" y="265"/>
                </a:cxn>
                <a:cxn ang="0">
                  <a:pos x="357" y="237"/>
                </a:cxn>
                <a:cxn ang="0">
                  <a:pos x="375" y="225"/>
                </a:cxn>
                <a:cxn ang="0">
                  <a:pos x="379" y="222"/>
                </a:cxn>
                <a:cxn ang="0">
                  <a:pos x="400" y="212"/>
                </a:cxn>
                <a:cxn ang="0">
                  <a:pos x="454" y="199"/>
                </a:cxn>
                <a:cxn ang="0">
                  <a:pos x="516" y="188"/>
                </a:cxn>
                <a:cxn ang="0">
                  <a:pos x="570" y="179"/>
                </a:cxn>
                <a:cxn ang="0">
                  <a:pos x="592" y="177"/>
                </a:cxn>
                <a:cxn ang="0">
                  <a:pos x="596" y="177"/>
                </a:cxn>
                <a:cxn ang="0">
                  <a:pos x="610" y="173"/>
                </a:cxn>
                <a:cxn ang="0">
                  <a:pos x="632" y="157"/>
                </a:cxn>
                <a:cxn ang="0">
                  <a:pos x="644" y="134"/>
                </a:cxn>
                <a:cxn ang="0">
                  <a:pos x="636" y="99"/>
                </a:cxn>
                <a:cxn ang="0">
                  <a:pos x="612" y="71"/>
                </a:cxn>
                <a:cxn ang="0">
                  <a:pos x="592" y="51"/>
                </a:cxn>
                <a:cxn ang="0">
                  <a:pos x="570" y="35"/>
                </a:cxn>
                <a:cxn ang="0">
                  <a:pos x="543" y="20"/>
                </a:cxn>
                <a:cxn ang="0">
                  <a:pos x="514" y="10"/>
                </a:cxn>
                <a:cxn ang="0">
                  <a:pos x="480" y="3"/>
                </a:cxn>
                <a:cxn ang="0">
                  <a:pos x="441" y="0"/>
                </a:cxn>
                <a:cxn ang="0">
                  <a:pos x="397" y="3"/>
                </a:cxn>
                <a:cxn ang="0">
                  <a:pos x="366" y="7"/>
                </a:cxn>
                <a:cxn ang="0">
                  <a:pos x="323" y="14"/>
                </a:cxn>
                <a:cxn ang="0">
                  <a:pos x="261" y="47"/>
                </a:cxn>
                <a:cxn ang="0">
                  <a:pos x="201" y="127"/>
                </a:cxn>
              </a:cxnLst>
              <a:rect l="0" t="0" r="r" b="b"/>
              <a:pathLst>
                <a:path w="644" h="630">
                  <a:moveTo>
                    <a:pt x="181" y="190"/>
                  </a:moveTo>
                  <a:lnTo>
                    <a:pt x="168" y="243"/>
                  </a:lnTo>
                  <a:lnTo>
                    <a:pt x="157" y="284"/>
                  </a:lnTo>
                  <a:lnTo>
                    <a:pt x="148" y="317"/>
                  </a:lnTo>
                  <a:lnTo>
                    <a:pt x="138" y="342"/>
                  </a:lnTo>
                  <a:lnTo>
                    <a:pt x="128" y="360"/>
                  </a:lnTo>
                  <a:lnTo>
                    <a:pt x="120" y="375"/>
                  </a:lnTo>
                  <a:lnTo>
                    <a:pt x="112" y="385"/>
                  </a:lnTo>
                  <a:lnTo>
                    <a:pt x="104" y="394"/>
                  </a:lnTo>
                  <a:lnTo>
                    <a:pt x="99" y="398"/>
                  </a:lnTo>
                  <a:lnTo>
                    <a:pt x="95" y="403"/>
                  </a:lnTo>
                  <a:lnTo>
                    <a:pt x="91" y="407"/>
                  </a:lnTo>
                  <a:lnTo>
                    <a:pt x="86" y="412"/>
                  </a:lnTo>
                  <a:lnTo>
                    <a:pt x="72" y="429"/>
                  </a:lnTo>
                  <a:lnTo>
                    <a:pt x="54" y="452"/>
                  </a:lnTo>
                  <a:lnTo>
                    <a:pt x="36" y="478"/>
                  </a:lnTo>
                  <a:lnTo>
                    <a:pt x="19" y="507"/>
                  </a:lnTo>
                  <a:lnTo>
                    <a:pt x="7" y="536"/>
                  </a:lnTo>
                  <a:lnTo>
                    <a:pt x="0" y="564"/>
                  </a:lnTo>
                  <a:lnTo>
                    <a:pt x="2" y="587"/>
                  </a:lnTo>
                  <a:lnTo>
                    <a:pt x="15" y="607"/>
                  </a:lnTo>
                  <a:lnTo>
                    <a:pt x="32" y="619"/>
                  </a:lnTo>
                  <a:lnTo>
                    <a:pt x="48" y="626"/>
                  </a:lnTo>
                  <a:lnTo>
                    <a:pt x="65" y="630"/>
                  </a:lnTo>
                  <a:lnTo>
                    <a:pt x="80" y="630"/>
                  </a:lnTo>
                  <a:lnTo>
                    <a:pt x="94" y="627"/>
                  </a:lnTo>
                  <a:lnTo>
                    <a:pt x="108" y="622"/>
                  </a:lnTo>
                  <a:lnTo>
                    <a:pt x="120" y="613"/>
                  </a:lnTo>
                  <a:lnTo>
                    <a:pt x="133" y="604"/>
                  </a:lnTo>
                  <a:lnTo>
                    <a:pt x="138" y="598"/>
                  </a:lnTo>
                  <a:lnTo>
                    <a:pt x="142" y="593"/>
                  </a:lnTo>
                  <a:lnTo>
                    <a:pt x="146" y="586"/>
                  </a:lnTo>
                  <a:lnTo>
                    <a:pt x="150" y="580"/>
                  </a:lnTo>
                  <a:lnTo>
                    <a:pt x="167" y="550"/>
                  </a:lnTo>
                  <a:lnTo>
                    <a:pt x="178" y="524"/>
                  </a:lnTo>
                  <a:lnTo>
                    <a:pt x="182" y="498"/>
                  </a:lnTo>
                  <a:lnTo>
                    <a:pt x="182" y="472"/>
                  </a:lnTo>
                  <a:lnTo>
                    <a:pt x="182" y="458"/>
                  </a:lnTo>
                  <a:lnTo>
                    <a:pt x="185" y="444"/>
                  </a:lnTo>
                  <a:lnTo>
                    <a:pt x="189" y="430"/>
                  </a:lnTo>
                  <a:lnTo>
                    <a:pt x="196" y="416"/>
                  </a:lnTo>
                  <a:lnTo>
                    <a:pt x="203" y="403"/>
                  </a:lnTo>
                  <a:lnTo>
                    <a:pt x="212" y="389"/>
                  </a:lnTo>
                  <a:lnTo>
                    <a:pt x="222" y="375"/>
                  </a:lnTo>
                  <a:lnTo>
                    <a:pt x="233" y="363"/>
                  </a:lnTo>
                  <a:lnTo>
                    <a:pt x="237" y="359"/>
                  </a:lnTo>
                  <a:lnTo>
                    <a:pt x="241" y="354"/>
                  </a:lnTo>
                  <a:lnTo>
                    <a:pt x="246" y="350"/>
                  </a:lnTo>
                  <a:lnTo>
                    <a:pt x="250" y="345"/>
                  </a:lnTo>
                  <a:lnTo>
                    <a:pt x="262" y="331"/>
                  </a:lnTo>
                  <a:lnTo>
                    <a:pt x="277" y="314"/>
                  </a:lnTo>
                  <a:lnTo>
                    <a:pt x="292" y="298"/>
                  </a:lnTo>
                  <a:lnTo>
                    <a:pt x="309" y="281"/>
                  </a:lnTo>
                  <a:lnTo>
                    <a:pt x="326" y="265"/>
                  </a:lnTo>
                  <a:lnTo>
                    <a:pt x="342" y="250"/>
                  </a:lnTo>
                  <a:lnTo>
                    <a:pt x="357" y="237"/>
                  </a:lnTo>
                  <a:lnTo>
                    <a:pt x="372" y="226"/>
                  </a:lnTo>
                  <a:lnTo>
                    <a:pt x="375" y="225"/>
                  </a:lnTo>
                  <a:lnTo>
                    <a:pt x="377" y="223"/>
                  </a:lnTo>
                  <a:lnTo>
                    <a:pt x="379" y="222"/>
                  </a:lnTo>
                  <a:lnTo>
                    <a:pt x="381" y="221"/>
                  </a:lnTo>
                  <a:lnTo>
                    <a:pt x="400" y="212"/>
                  </a:lnTo>
                  <a:lnTo>
                    <a:pt x="425" y="206"/>
                  </a:lnTo>
                  <a:lnTo>
                    <a:pt x="454" y="199"/>
                  </a:lnTo>
                  <a:lnTo>
                    <a:pt x="485" y="192"/>
                  </a:lnTo>
                  <a:lnTo>
                    <a:pt x="516" y="188"/>
                  </a:lnTo>
                  <a:lnTo>
                    <a:pt x="545" y="182"/>
                  </a:lnTo>
                  <a:lnTo>
                    <a:pt x="570" y="179"/>
                  </a:lnTo>
                  <a:lnTo>
                    <a:pt x="589" y="177"/>
                  </a:lnTo>
                  <a:lnTo>
                    <a:pt x="592" y="177"/>
                  </a:lnTo>
                  <a:lnTo>
                    <a:pt x="594" y="177"/>
                  </a:lnTo>
                  <a:lnTo>
                    <a:pt x="596" y="177"/>
                  </a:lnTo>
                  <a:lnTo>
                    <a:pt x="599" y="175"/>
                  </a:lnTo>
                  <a:lnTo>
                    <a:pt x="610" y="173"/>
                  </a:lnTo>
                  <a:lnTo>
                    <a:pt x="622" y="167"/>
                  </a:lnTo>
                  <a:lnTo>
                    <a:pt x="632" y="157"/>
                  </a:lnTo>
                  <a:lnTo>
                    <a:pt x="640" y="146"/>
                  </a:lnTo>
                  <a:lnTo>
                    <a:pt x="644" y="134"/>
                  </a:lnTo>
                  <a:lnTo>
                    <a:pt x="643" y="117"/>
                  </a:lnTo>
                  <a:lnTo>
                    <a:pt x="636" y="99"/>
                  </a:lnTo>
                  <a:lnTo>
                    <a:pt x="622" y="80"/>
                  </a:lnTo>
                  <a:lnTo>
                    <a:pt x="612" y="71"/>
                  </a:lnTo>
                  <a:lnTo>
                    <a:pt x="603" y="61"/>
                  </a:lnTo>
                  <a:lnTo>
                    <a:pt x="592" y="51"/>
                  </a:lnTo>
                  <a:lnTo>
                    <a:pt x="581" y="42"/>
                  </a:lnTo>
                  <a:lnTo>
                    <a:pt x="570" y="35"/>
                  </a:lnTo>
                  <a:lnTo>
                    <a:pt x="557" y="26"/>
                  </a:lnTo>
                  <a:lnTo>
                    <a:pt x="543" y="20"/>
                  </a:lnTo>
                  <a:lnTo>
                    <a:pt x="530" y="14"/>
                  </a:lnTo>
                  <a:lnTo>
                    <a:pt x="514" y="10"/>
                  </a:lnTo>
                  <a:lnTo>
                    <a:pt x="498" y="6"/>
                  </a:lnTo>
                  <a:lnTo>
                    <a:pt x="480" y="3"/>
                  </a:lnTo>
                  <a:lnTo>
                    <a:pt x="462" y="0"/>
                  </a:lnTo>
                  <a:lnTo>
                    <a:pt x="441" y="0"/>
                  </a:lnTo>
                  <a:lnTo>
                    <a:pt x="419" y="2"/>
                  </a:lnTo>
                  <a:lnTo>
                    <a:pt x="397" y="3"/>
                  </a:lnTo>
                  <a:lnTo>
                    <a:pt x="372" y="7"/>
                  </a:lnTo>
                  <a:lnTo>
                    <a:pt x="366" y="7"/>
                  </a:lnTo>
                  <a:lnTo>
                    <a:pt x="349" y="9"/>
                  </a:lnTo>
                  <a:lnTo>
                    <a:pt x="323" y="14"/>
                  </a:lnTo>
                  <a:lnTo>
                    <a:pt x="294" y="26"/>
                  </a:lnTo>
                  <a:lnTo>
                    <a:pt x="261" y="47"/>
                  </a:lnTo>
                  <a:lnTo>
                    <a:pt x="229" y="80"/>
                  </a:lnTo>
                  <a:lnTo>
                    <a:pt x="201" y="127"/>
                  </a:lnTo>
                  <a:lnTo>
                    <a:pt x="181" y="190"/>
                  </a:lnTo>
                  <a:close/>
                </a:path>
              </a:pathLst>
            </a:custGeom>
            <a:solidFill>
              <a:srgbClr val="D3E5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2" name="Freeform 170"/>
            <p:cNvSpPr>
              <a:spLocks/>
            </p:cNvSpPr>
            <p:nvPr/>
          </p:nvSpPr>
          <p:spPr bwMode="gray">
            <a:xfrm>
              <a:off x="3617" y="1921"/>
              <a:ext cx="317" cy="311"/>
            </a:xfrm>
            <a:custGeom>
              <a:avLst/>
              <a:gdLst/>
              <a:ahLst/>
              <a:cxnLst>
                <a:cxn ang="0">
                  <a:pos x="170" y="240"/>
                </a:cxn>
                <a:cxn ang="0">
                  <a:pos x="148" y="313"/>
                </a:cxn>
                <a:cxn ang="0">
                  <a:pos x="130" y="356"/>
                </a:cxn>
                <a:cxn ang="0">
                  <a:pos x="113" y="379"/>
                </a:cxn>
                <a:cxn ang="0">
                  <a:pos x="101" y="393"/>
                </a:cxn>
                <a:cxn ang="0">
                  <a:pos x="93" y="401"/>
                </a:cxn>
                <a:cxn ang="0">
                  <a:pos x="75" y="425"/>
                </a:cxn>
                <a:cxn ang="0">
                  <a:pos x="38" y="473"/>
                </a:cxn>
                <a:cxn ang="0">
                  <a:pos x="7" y="531"/>
                </a:cxn>
                <a:cxn ang="0">
                  <a:pos x="3" y="580"/>
                </a:cxn>
                <a:cxn ang="0">
                  <a:pos x="32" y="611"/>
                </a:cxn>
                <a:cxn ang="0">
                  <a:pos x="62" y="622"/>
                </a:cxn>
                <a:cxn ang="0">
                  <a:pos x="91" y="618"/>
                </a:cxn>
                <a:cxn ang="0">
                  <a:pos x="117" y="604"/>
                </a:cxn>
                <a:cxn ang="0">
                  <a:pos x="134" y="589"/>
                </a:cxn>
                <a:cxn ang="0">
                  <a:pos x="142" y="576"/>
                </a:cxn>
                <a:cxn ang="0">
                  <a:pos x="163" y="541"/>
                </a:cxn>
                <a:cxn ang="0">
                  <a:pos x="178" y="488"/>
                </a:cxn>
                <a:cxn ang="0">
                  <a:pos x="177" y="448"/>
                </a:cxn>
                <a:cxn ang="0">
                  <a:pos x="182" y="422"/>
                </a:cxn>
                <a:cxn ang="0">
                  <a:pos x="197" y="394"/>
                </a:cxn>
                <a:cxn ang="0">
                  <a:pos x="217" y="368"/>
                </a:cxn>
                <a:cxn ang="0">
                  <a:pos x="232" y="352"/>
                </a:cxn>
                <a:cxn ang="0">
                  <a:pos x="240" y="342"/>
                </a:cxn>
                <a:cxn ang="0">
                  <a:pos x="257" y="324"/>
                </a:cxn>
                <a:cxn ang="0">
                  <a:pos x="286" y="293"/>
                </a:cxn>
                <a:cxn ang="0">
                  <a:pos x="317" y="259"/>
                </a:cxn>
                <a:cxn ang="0">
                  <a:pos x="349" y="232"/>
                </a:cxn>
                <a:cxn ang="0">
                  <a:pos x="367" y="219"/>
                </a:cxn>
                <a:cxn ang="0">
                  <a:pos x="371" y="217"/>
                </a:cxn>
                <a:cxn ang="0">
                  <a:pos x="392" y="207"/>
                </a:cxn>
                <a:cxn ang="0">
                  <a:pos x="444" y="193"/>
                </a:cxn>
                <a:cxn ang="0">
                  <a:pos x="505" y="181"/>
                </a:cxn>
                <a:cxn ang="0">
                  <a:pos x="559" y="173"/>
                </a:cxn>
                <a:cxn ang="0">
                  <a:pos x="579" y="170"/>
                </a:cxn>
                <a:cxn ang="0">
                  <a:pos x="583" y="169"/>
                </a:cxn>
                <a:cxn ang="0">
                  <a:pos x="597" y="166"/>
                </a:cxn>
                <a:cxn ang="0">
                  <a:pos x="621" y="151"/>
                </a:cxn>
                <a:cxn ang="0">
                  <a:pos x="634" y="129"/>
                </a:cxn>
                <a:cxn ang="0">
                  <a:pos x="628" y="97"/>
                </a:cxn>
                <a:cxn ang="0">
                  <a:pos x="604" y="68"/>
                </a:cxn>
                <a:cxn ang="0">
                  <a:pos x="585" y="49"/>
                </a:cxn>
                <a:cxn ang="0">
                  <a:pos x="561" y="32"/>
                </a:cxn>
                <a:cxn ang="0">
                  <a:pos x="537" y="18"/>
                </a:cxn>
                <a:cxn ang="0">
                  <a:pos x="506" y="9"/>
                </a:cxn>
                <a:cxn ang="0">
                  <a:pos x="473" y="2"/>
                </a:cxn>
                <a:cxn ang="0">
                  <a:pos x="435" y="0"/>
                </a:cxn>
                <a:cxn ang="0">
                  <a:pos x="390" y="3"/>
                </a:cxn>
                <a:cxn ang="0">
                  <a:pos x="360" y="7"/>
                </a:cxn>
                <a:cxn ang="0">
                  <a:pos x="320" y="16"/>
                </a:cxn>
                <a:cxn ang="0">
                  <a:pos x="259" y="49"/>
                </a:cxn>
                <a:cxn ang="0">
                  <a:pos x="202" y="126"/>
                </a:cxn>
              </a:cxnLst>
              <a:rect l="0" t="0" r="r" b="b"/>
              <a:pathLst>
                <a:path w="634" h="622">
                  <a:moveTo>
                    <a:pt x="182" y="188"/>
                  </a:moveTo>
                  <a:lnTo>
                    <a:pt x="170" y="240"/>
                  </a:lnTo>
                  <a:lnTo>
                    <a:pt x="159" y="281"/>
                  </a:lnTo>
                  <a:lnTo>
                    <a:pt x="148" y="313"/>
                  </a:lnTo>
                  <a:lnTo>
                    <a:pt x="138" y="338"/>
                  </a:lnTo>
                  <a:lnTo>
                    <a:pt x="130" y="356"/>
                  </a:lnTo>
                  <a:lnTo>
                    <a:pt x="122" y="370"/>
                  </a:lnTo>
                  <a:lnTo>
                    <a:pt x="113" y="379"/>
                  </a:lnTo>
                  <a:lnTo>
                    <a:pt x="105" y="389"/>
                  </a:lnTo>
                  <a:lnTo>
                    <a:pt x="101" y="393"/>
                  </a:lnTo>
                  <a:lnTo>
                    <a:pt x="97" y="397"/>
                  </a:lnTo>
                  <a:lnTo>
                    <a:pt x="93" y="401"/>
                  </a:lnTo>
                  <a:lnTo>
                    <a:pt x="89" y="407"/>
                  </a:lnTo>
                  <a:lnTo>
                    <a:pt x="75" y="425"/>
                  </a:lnTo>
                  <a:lnTo>
                    <a:pt x="57" y="447"/>
                  </a:lnTo>
                  <a:lnTo>
                    <a:pt x="38" y="473"/>
                  </a:lnTo>
                  <a:lnTo>
                    <a:pt x="21" y="502"/>
                  </a:lnTo>
                  <a:lnTo>
                    <a:pt x="7" y="531"/>
                  </a:lnTo>
                  <a:lnTo>
                    <a:pt x="0" y="557"/>
                  </a:lnTo>
                  <a:lnTo>
                    <a:pt x="3" y="580"/>
                  </a:lnTo>
                  <a:lnTo>
                    <a:pt x="15" y="600"/>
                  </a:lnTo>
                  <a:lnTo>
                    <a:pt x="32" y="611"/>
                  </a:lnTo>
                  <a:lnTo>
                    <a:pt x="47" y="618"/>
                  </a:lnTo>
                  <a:lnTo>
                    <a:pt x="62" y="622"/>
                  </a:lnTo>
                  <a:lnTo>
                    <a:pt x="78" y="620"/>
                  </a:lnTo>
                  <a:lnTo>
                    <a:pt x="91" y="618"/>
                  </a:lnTo>
                  <a:lnTo>
                    <a:pt x="105" y="612"/>
                  </a:lnTo>
                  <a:lnTo>
                    <a:pt x="117" y="604"/>
                  </a:lnTo>
                  <a:lnTo>
                    <a:pt x="129" y="593"/>
                  </a:lnTo>
                  <a:lnTo>
                    <a:pt x="134" y="589"/>
                  </a:lnTo>
                  <a:lnTo>
                    <a:pt x="138" y="583"/>
                  </a:lnTo>
                  <a:lnTo>
                    <a:pt x="142" y="576"/>
                  </a:lnTo>
                  <a:lnTo>
                    <a:pt x="146" y="571"/>
                  </a:lnTo>
                  <a:lnTo>
                    <a:pt x="163" y="541"/>
                  </a:lnTo>
                  <a:lnTo>
                    <a:pt x="173" y="514"/>
                  </a:lnTo>
                  <a:lnTo>
                    <a:pt x="178" y="488"/>
                  </a:lnTo>
                  <a:lnTo>
                    <a:pt x="177" y="462"/>
                  </a:lnTo>
                  <a:lnTo>
                    <a:pt x="177" y="448"/>
                  </a:lnTo>
                  <a:lnTo>
                    <a:pt x="178" y="434"/>
                  </a:lnTo>
                  <a:lnTo>
                    <a:pt x="182" y="422"/>
                  </a:lnTo>
                  <a:lnTo>
                    <a:pt x="189" y="408"/>
                  </a:lnTo>
                  <a:lnTo>
                    <a:pt x="197" y="394"/>
                  </a:lnTo>
                  <a:lnTo>
                    <a:pt x="207" y="381"/>
                  </a:lnTo>
                  <a:lnTo>
                    <a:pt x="217" y="368"/>
                  </a:lnTo>
                  <a:lnTo>
                    <a:pt x="228" y="356"/>
                  </a:lnTo>
                  <a:lnTo>
                    <a:pt x="232" y="352"/>
                  </a:lnTo>
                  <a:lnTo>
                    <a:pt x="236" y="346"/>
                  </a:lnTo>
                  <a:lnTo>
                    <a:pt x="240" y="342"/>
                  </a:lnTo>
                  <a:lnTo>
                    <a:pt x="244" y="338"/>
                  </a:lnTo>
                  <a:lnTo>
                    <a:pt x="257" y="324"/>
                  </a:lnTo>
                  <a:lnTo>
                    <a:pt x="271" y="309"/>
                  </a:lnTo>
                  <a:lnTo>
                    <a:pt x="286" y="293"/>
                  </a:lnTo>
                  <a:lnTo>
                    <a:pt x="302" y="275"/>
                  </a:lnTo>
                  <a:lnTo>
                    <a:pt x="317" y="259"/>
                  </a:lnTo>
                  <a:lnTo>
                    <a:pt x="334" y="244"/>
                  </a:lnTo>
                  <a:lnTo>
                    <a:pt x="349" y="232"/>
                  </a:lnTo>
                  <a:lnTo>
                    <a:pt x="364" y="221"/>
                  </a:lnTo>
                  <a:lnTo>
                    <a:pt x="367" y="219"/>
                  </a:lnTo>
                  <a:lnTo>
                    <a:pt x="368" y="218"/>
                  </a:lnTo>
                  <a:lnTo>
                    <a:pt x="371" y="217"/>
                  </a:lnTo>
                  <a:lnTo>
                    <a:pt x="373" y="215"/>
                  </a:lnTo>
                  <a:lnTo>
                    <a:pt x="392" y="207"/>
                  </a:lnTo>
                  <a:lnTo>
                    <a:pt x="417" y="200"/>
                  </a:lnTo>
                  <a:lnTo>
                    <a:pt x="444" y="193"/>
                  </a:lnTo>
                  <a:lnTo>
                    <a:pt x="475" y="186"/>
                  </a:lnTo>
                  <a:lnTo>
                    <a:pt x="505" y="181"/>
                  </a:lnTo>
                  <a:lnTo>
                    <a:pt x="534" y="177"/>
                  </a:lnTo>
                  <a:lnTo>
                    <a:pt x="559" y="173"/>
                  </a:lnTo>
                  <a:lnTo>
                    <a:pt x="577" y="170"/>
                  </a:lnTo>
                  <a:lnTo>
                    <a:pt x="579" y="170"/>
                  </a:lnTo>
                  <a:lnTo>
                    <a:pt x="581" y="169"/>
                  </a:lnTo>
                  <a:lnTo>
                    <a:pt x="583" y="169"/>
                  </a:lnTo>
                  <a:lnTo>
                    <a:pt x="585" y="169"/>
                  </a:lnTo>
                  <a:lnTo>
                    <a:pt x="597" y="166"/>
                  </a:lnTo>
                  <a:lnTo>
                    <a:pt x="608" y="159"/>
                  </a:lnTo>
                  <a:lnTo>
                    <a:pt x="621" y="151"/>
                  </a:lnTo>
                  <a:lnTo>
                    <a:pt x="629" y="141"/>
                  </a:lnTo>
                  <a:lnTo>
                    <a:pt x="634" y="129"/>
                  </a:lnTo>
                  <a:lnTo>
                    <a:pt x="634" y="113"/>
                  </a:lnTo>
                  <a:lnTo>
                    <a:pt x="628" y="97"/>
                  </a:lnTo>
                  <a:lnTo>
                    <a:pt x="614" y="78"/>
                  </a:lnTo>
                  <a:lnTo>
                    <a:pt x="604" y="68"/>
                  </a:lnTo>
                  <a:lnTo>
                    <a:pt x="595" y="58"/>
                  </a:lnTo>
                  <a:lnTo>
                    <a:pt x="585" y="49"/>
                  </a:lnTo>
                  <a:lnTo>
                    <a:pt x="574" y="40"/>
                  </a:lnTo>
                  <a:lnTo>
                    <a:pt x="561" y="32"/>
                  </a:lnTo>
                  <a:lnTo>
                    <a:pt x="549" y="25"/>
                  </a:lnTo>
                  <a:lnTo>
                    <a:pt x="537" y="18"/>
                  </a:lnTo>
                  <a:lnTo>
                    <a:pt x="521" y="13"/>
                  </a:lnTo>
                  <a:lnTo>
                    <a:pt x="506" y="9"/>
                  </a:lnTo>
                  <a:lnTo>
                    <a:pt x="491" y="5"/>
                  </a:lnTo>
                  <a:lnTo>
                    <a:pt x="473" y="2"/>
                  </a:lnTo>
                  <a:lnTo>
                    <a:pt x="455" y="0"/>
                  </a:lnTo>
                  <a:lnTo>
                    <a:pt x="435" y="0"/>
                  </a:lnTo>
                  <a:lnTo>
                    <a:pt x="414" y="2"/>
                  </a:lnTo>
                  <a:lnTo>
                    <a:pt x="390" y="3"/>
                  </a:lnTo>
                  <a:lnTo>
                    <a:pt x="367" y="7"/>
                  </a:lnTo>
                  <a:lnTo>
                    <a:pt x="360" y="7"/>
                  </a:lnTo>
                  <a:lnTo>
                    <a:pt x="344" y="9"/>
                  </a:lnTo>
                  <a:lnTo>
                    <a:pt x="320" y="16"/>
                  </a:lnTo>
                  <a:lnTo>
                    <a:pt x="290" y="27"/>
                  </a:lnTo>
                  <a:lnTo>
                    <a:pt x="259" y="49"/>
                  </a:lnTo>
                  <a:lnTo>
                    <a:pt x="229" y="80"/>
                  </a:lnTo>
                  <a:lnTo>
                    <a:pt x="202" y="126"/>
                  </a:lnTo>
                  <a:lnTo>
                    <a:pt x="182" y="188"/>
                  </a:lnTo>
                  <a:close/>
                </a:path>
              </a:pathLst>
            </a:custGeom>
            <a:solidFill>
              <a:srgbClr val="BCD8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3" name="Freeform 171"/>
            <p:cNvSpPr>
              <a:spLocks/>
            </p:cNvSpPr>
            <p:nvPr/>
          </p:nvSpPr>
          <p:spPr bwMode="gray">
            <a:xfrm>
              <a:off x="3619" y="1923"/>
              <a:ext cx="312" cy="307"/>
            </a:xfrm>
            <a:custGeom>
              <a:avLst/>
              <a:gdLst/>
              <a:ahLst/>
              <a:cxnLst>
                <a:cxn ang="0">
                  <a:pos x="170" y="237"/>
                </a:cxn>
                <a:cxn ang="0">
                  <a:pos x="149" y="310"/>
                </a:cxn>
                <a:cxn ang="0">
                  <a:pos x="131" y="351"/>
                </a:cxn>
                <a:cxn ang="0">
                  <a:pos x="115" y="374"/>
                </a:cxn>
                <a:cxn ang="0">
                  <a:pos x="102" y="387"/>
                </a:cxn>
                <a:cxn ang="0">
                  <a:pos x="94" y="395"/>
                </a:cxn>
                <a:cxn ang="0">
                  <a:pos x="75" y="418"/>
                </a:cxn>
                <a:cxn ang="0">
                  <a:pos x="39" y="467"/>
                </a:cxn>
                <a:cxn ang="0">
                  <a:pos x="9" y="523"/>
                </a:cxn>
                <a:cxn ang="0">
                  <a:pos x="2" y="574"/>
                </a:cxn>
                <a:cxn ang="0">
                  <a:pos x="31" y="603"/>
                </a:cxn>
                <a:cxn ang="0">
                  <a:pos x="61" y="613"/>
                </a:cxn>
                <a:cxn ang="0">
                  <a:pos x="90" y="609"/>
                </a:cxn>
                <a:cxn ang="0">
                  <a:pos x="115" y="593"/>
                </a:cxn>
                <a:cxn ang="0">
                  <a:pos x="130" y="577"/>
                </a:cxn>
                <a:cxn ang="0">
                  <a:pos x="138" y="566"/>
                </a:cxn>
                <a:cxn ang="0">
                  <a:pos x="158" y="531"/>
                </a:cxn>
                <a:cxn ang="0">
                  <a:pos x="171" y="479"/>
                </a:cxn>
                <a:cxn ang="0">
                  <a:pos x="170" y="440"/>
                </a:cxn>
                <a:cxn ang="0">
                  <a:pos x="177" y="413"/>
                </a:cxn>
                <a:cxn ang="0">
                  <a:pos x="192" y="387"/>
                </a:cxn>
                <a:cxn ang="0">
                  <a:pos x="211" y="361"/>
                </a:cxn>
                <a:cxn ang="0">
                  <a:pos x="227" y="343"/>
                </a:cxn>
                <a:cxn ang="0">
                  <a:pos x="235" y="334"/>
                </a:cxn>
                <a:cxn ang="0">
                  <a:pos x="251" y="315"/>
                </a:cxn>
                <a:cxn ang="0">
                  <a:pos x="279" y="285"/>
                </a:cxn>
                <a:cxn ang="0">
                  <a:pos x="311" y="252"/>
                </a:cxn>
                <a:cxn ang="0">
                  <a:pos x="341" y="224"/>
                </a:cxn>
                <a:cxn ang="0">
                  <a:pos x="359" y="213"/>
                </a:cxn>
                <a:cxn ang="0">
                  <a:pos x="363" y="210"/>
                </a:cxn>
                <a:cxn ang="0">
                  <a:pos x="382" y="201"/>
                </a:cxn>
                <a:cxn ang="0">
                  <a:pos x="435" y="186"/>
                </a:cxn>
                <a:cxn ang="0">
                  <a:pos x="495" y="173"/>
                </a:cxn>
                <a:cxn ang="0">
                  <a:pos x="546" y="165"/>
                </a:cxn>
                <a:cxn ang="0">
                  <a:pos x="566" y="161"/>
                </a:cxn>
                <a:cxn ang="0">
                  <a:pos x="570" y="161"/>
                </a:cxn>
                <a:cxn ang="0">
                  <a:pos x="585" y="158"/>
                </a:cxn>
                <a:cxn ang="0">
                  <a:pos x="608" y="144"/>
                </a:cxn>
                <a:cxn ang="0">
                  <a:pos x="624" y="122"/>
                </a:cxn>
                <a:cxn ang="0">
                  <a:pos x="619" y="90"/>
                </a:cxn>
                <a:cxn ang="0">
                  <a:pos x="597" y="63"/>
                </a:cxn>
                <a:cxn ang="0">
                  <a:pos x="578" y="45"/>
                </a:cxn>
                <a:cxn ang="0">
                  <a:pos x="555" y="30"/>
                </a:cxn>
                <a:cxn ang="0">
                  <a:pos x="530" y="16"/>
                </a:cxn>
                <a:cxn ang="0">
                  <a:pos x="500" y="6"/>
                </a:cxn>
                <a:cxn ang="0">
                  <a:pos x="466" y="1"/>
                </a:cxn>
                <a:cxn ang="0">
                  <a:pos x="428" y="0"/>
                </a:cxn>
                <a:cxn ang="0">
                  <a:pos x="385" y="2"/>
                </a:cxn>
                <a:cxn ang="0">
                  <a:pos x="356" y="6"/>
                </a:cxn>
                <a:cxn ang="0">
                  <a:pos x="316" y="15"/>
                </a:cxn>
                <a:cxn ang="0">
                  <a:pos x="257" y="48"/>
                </a:cxn>
                <a:cxn ang="0">
                  <a:pos x="202" y="124"/>
                </a:cxn>
              </a:cxnLst>
              <a:rect l="0" t="0" r="r" b="b"/>
              <a:pathLst>
                <a:path w="625" h="613">
                  <a:moveTo>
                    <a:pt x="182" y="184"/>
                  </a:moveTo>
                  <a:lnTo>
                    <a:pt x="170" y="237"/>
                  </a:lnTo>
                  <a:lnTo>
                    <a:pt x="159" y="276"/>
                  </a:lnTo>
                  <a:lnTo>
                    <a:pt x="149" y="310"/>
                  </a:lnTo>
                  <a:lnTo>
                    <a:pt x="140" y="333"/>
                  </a:lnTo>
                  <a:lnTo>
                    <a:pt x="131" y="351"/>
                  </a:lnTo>
                  <a:lnTo>
                    <a:pt x="123" y="363"/>
                  </a:lnTo>
                  <a:lnTo>
                    <a:pt x="115" y="374"/>
                  </a:lnTo>
                  <a:lnTo>
                    <a:pt x="107" y="383"/>
                  </a:lnTo>
                  <a:lnTo>
                    <a:pt x="102" y="387"/>
                  </a:lnTo>
                  <a:lnTo>
                    <a:pt x="98" y="391"/>
                  </a:lnTo>
                  <a:lnTo>
                    <a:pt x="94" y="395"/>
                  </a:lnTo>
                  <a:lnTo>
                    <a:pt x="90" y="400"/>
                  </a:lnTo>
                  <a:lnTo>
                    <a:pt x="75" y="418"/>
                  </a:lnTo>
                  <a:lnTo>
                    <a:pt x="57" y="440"/>
                  </a:lnTo>
                  <a:lnTo>
                    <a:pt x="39" y="467"/>
                  </a:lnTo>
                  <a:lnTo>
                    <a:pt x="21" y="496"/>
                  </a:lnTo>
                  <a:lnTo>
                    <a:pt x="9" y="523"/>
                  </a:lnTo>
                  <a:lnTo>
                    <a:pt x="0" y="551"/>
                  </a:lnTo>
                  <a:lnTo>
                    <a:pt x="2" y="574"/>
                  </a:lnTo>
                  <a:lnTo>
                    <a:pt x="14" y="592"/>
                  </a:lnTo>
                  <a:lnTo>
                    <a:pt x="31" y="603"/>
                  </a:lnTo>
                  <a:lnTo>
                    <a:pt x="46" y="610"/>
                  </a:lnTo>
                  <a:lnTo>
                    <a:pt x="61" y="613"/>
                  </a:lnTo>
                  <a:lnTo>
                    <a:pt x="76" y="611"/>
                  </a:lnTo>
                  <a:lnTo>
                    <a:pt x="90" y="609"/>
                  </a:lnTo>
                  <a:lnTo>
                    <a:pt x="102" y="602"/>
                  </a:lnTo>
                  <a:lnTo>
                    <a:pt x="115" y="593"/>
                  </a:lnTo>
                  <a:lnTo>
                    <a:pt x="126" y="582"/>
                  </a:lnTo>
                  <a:lnTo>
                    <a:pt x="130" y="577"/>
                  </a:lnTo>
                  <a:lnTo>
                    <a:pt x="134" y="571"/>
                  </a:lnTo>
                  <a:lnTo>
                    <a:pt x="138" y="566"/>
                  </a:lnTo>
                  <a:lnTo>
                    <a:pt x="142" y="560"/>
                  </a:lnTo>
                  <a:lnTo>
                    <a:pt x="158" y="531"/>
                  </a:lnTo>
                  <a:lnTo>
                    <a:pt x="167" y="504"/>
                  </a:lnTo>
                  <a:lnTo>
                    <a:pt x="171" y="479"/>
                  </a:lnTo>
                  <a:lnTo>
                    <a:pt x="170" y="453"/>
                  </a:lnTo>
                  <a:lnTo>
                    <a:pt x="170" y="440"/>
                  </a:lnTo>
                  <a:lnTo>
                    <a:pt x="173" y="427"/>
                  </a:lnTo>
                  <a:lnTo>
                    <a:pt x="177" y="413"/>
                  </a:lnTo>
                  <a:lnTo>
                    <a:pt x="184" y="400"/>
                  </a:lnTo>
                  <a:lnTo>
                    <a:pt x="192" y="387"/>
                  </a:lnTo>
                  <a:lnTo>
                    <a:pt x="202" y="373"/>
                  </a:lnTo>
                  <a:lnTo>
                    <a:pt x="211" y="361"/>
                  </a:lnTo>
                  <a:lnTo>
                    <a:pt x="222" y="348"/>
                  </a:lnTo>
                  <a:lnTo>
                    <a:pt x="227" y="343"/>
                  </a:lnTo>
                  <a:lnTo>
                    <a:pt x="231" y="338"/>
                  </a:lnTo>
                  <a:lnTo>
                    <a:pt x="235" y="334"/>
                  </a:lnTo>
                  <a:lnTo>
                    <a:pt x="239" y="329"/>
                  </a:lnTo>
                  <a:lnTo>
                    <a:pt x="251" y="315"/>
                  </a:lnTo>
                  <a:lnTo>
                    <a:pt x="264" y="300"/>
                  </a:lnTo>
                  <a:lnTo>
                    <a:pt x="279" y="285"/>
                  </a:lnTo>
                  <a:lnTo>
                    <a:pt x="294" y="268"/>
                  </a:lnTo>
                  <a:lnTo>
                    <a:pt x="311" y="252"/>
                  </a:lnTo>
                  <a:lnTo>
                    <a:pt x="326" y="238"/>
                  </a:lnTo>
                  <a:lnTo>
                    <a:pt x="341" y="224"/>
                  </a:lnTo>
                  <a:lnTo>
                    <a:pt x="356" y="214"/>
                  </a:lnTo>
                  <a:lnTo>
                    <a:pt x="359" y="213"/>
                  </a:lnTo>
                  <a:lnTo>
                    <a:pt x="360" y="212"/>
                  </a:lnTo>
                  <a:lnTo>
                    <a:pt x="363" y="210"/>
                  </a:lnTo>
                  <a:lnTo>
                    <a:pt x="364" y="209"/>
                  </a:lnTo>
                  <a:lnTo>
                    <a:pt x="382" y="201"/>
                  </a:lnTo>
                  <a:lnTo>
                    <a:pt x="407" y="192"/>
                  </a:lnTo>
                  <a:lnTo>
                    <a:pt x="435" y="186"/>
                  </a:lnTo>
                  <a:lnTo>
                    <a:pt x="465" y="179"/>
                  </a:lnTo>
                  <a:lnTo>
                    <a:pt x="495" y="173"/>
                  </a:lnTo>
                  <a:lnTo>
                    <a:pt x="523" y="168"/>
                  </a:lnTo>
                  <a:lnTo>
                    <a:pt x="546" y="165"/>
                  </a:lnTo>
                  <a:lnTo>
                    <a:pt x="563" y="162"/>
                  </a:lnTo>
                  <a:lnTo>
                    <a:pt x="566" y="161"/>
                  </a:lnTo>
                  <a:lnTo>
                    <a:pt x="568" y="161"/>
                  </a:lnTo>
                  <a:lnTo>
                    <a:pt x="570" y="161"/>
                  </a:lnTo>
                  <a:lnTo>
                    <a:pt x="573" y="161"/>
                  </a:lnTo>
                  <a:lnTo>
                    <a:pt x="585" y="158"/>
                  </a:lnTo>
                  <a:lnTo>
                    <a:pt x="597" y="152"/>
                  </a:lnTo>
                  <a:lnTo>
                    <a:pt x="608" y="144"/>
                  </a:lnTo>
                  <a:lnTo>
                    <a:pt x="618" y="135"/>
                  </a:lnTo>
                  <a:lnTo>
                    <a:pt x="624" y="122"/>
                  </a:lnTo>
                  <a:lnTo>
                    <a:pt x="625" y="107"/>
                  </a:lnTo>
                  <a:lnTo>
                    <a:pt x="619" y="90"/>
                  </a:lnTo>
                  <a:lnTo>
                    <a:pt x="607" y="73"/>
                  </a:lnTo>
                  <a:lnTo>
                    <a:pt x="597" y="63"/>
                  </a:lnTo>
                  <a:lnTo>
                    <a:pt x="588" y="53"/>
                  </a:lnTo>
                  <a:lnTo>
                    <a:pt x="578" y="45"/>
                  </a:lnTo>
                  <a:lnTo>
                    <a:pt x="567" y="37"/>
                  </a:lnTo>
                  <a:lnTo>
                    <a:pt x="555" y="30"/>
                  </a:lnTo>
                  <a:lnTo>
                    <a:pt x="542" y="23"/>
                  </a:lnTo>
                  <a:lnTo>
                    <a:pt x="530" y="16"/>
                  </a:lnTo>
                  <a:lnTo>
                    <a:pt x="515" y="11"/>
                  </a:lnTo>
                  <a:lnTo>
                    <a:pt x="500" y="6"/>
                  </a:lnTo>
                  <a:lnTo>
                    <a:pt x="483" y="4"/>
                  </a:lnTo>
                  <a:lnTo>
                    <a:pt x="466" y="1"/>
                  </a:lnTo>
                  <a:lnTo>
                    <a:pt x="447" y="0"/>
                  </a:lnTo>
                  <a:lnTo>
                    <a:pt x="428" y="0"/>
                  </a:lnTo>
                  <a:lnTo>
                    <a:pt x="407" y="1"/>
                  </a:lnTo>
                  <a:lnTo>
                    <a:pt x="385" y="2"/>
                  </a:lnTo>
                  <a:lnTo>
                    <a:pt x="362" y="6"/>
                  </a:lnTo>
                  <a:lnTo>
                    <a:pt x="356" y="6"/>
                  </a:lnTo>
                  <a:lnTo>
                    <a:pt x="340" y="8"/>
                  </a:lnTo>
                  <a:lnTo>
                    <a:pt x="316" y="15"/>
                  </a:lnTo>
                  <a:lnTo>
                    <a:pt x="287" y="27"/>
                  </a:lnTo>
                  <a:lnTo>
                    <a:pt x="257" y="48"/>
                  </a:lnTo>
                  <a:lnTo>
                    <a:pt x="228" y="79"/>
                  </a:lnTo>
                  <a:lnTo>
                    <a:pt x="202" y="124"/>
                  </a:lnTo>
                  <a:lnTo>
                    <a:pt x="182" y="184"/>
                  </a:lnTo>
                  <a:close/>
                </a:path>
              </a:pathLst>
            </a:custGeom>
            <a:solidFill>
              <a:srgbClr val="A5CE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4" name="Freeform 172"/>
            <p:cNvSpPr>
              <a:spLocks/>
            </p:cNvSpPr>
            <p:nvPr/>
          </p:nvSpPr>
          <p:spPr bwMode="gray">
            <a:xfrm>
              <a:off x="3622" y="1925"/>
              <a:ext cx="307" cy="302"/>
            </a:xfrm>
            <a:custGeom>
              <a:avLst/>
              <a:gdLst/>
              <a:ahLst/>
              <a:cxnLst>
                <a:cxn ang="0">
                  <a:pos x="170" y="235"/>
                </a:cxn>
                <a:cxn ang="0">
                  <a:pos x="147" y="308"/>
                </a:cxn>
                <a:cxn ang="0">
                  <a:pos x="130" y="349"/>
                </a:cxn>
                <a:cxn ang="0">
                  <a:pos x="113" y="372"/>
                </a:cxn>
                <a:cxn ang="0">
                  <a:pos x="102" y="383"/>
                </a:cxn>
                <a:cxn ang="0">
                  <a:pos x="94" y="392"/>
                </a:cxn>
                <a:cxn ang="0">
                  <a:pos x="74" y="414"/>
                </a:cxn>
                <a:cxn ang="0">
                  <a:pos x="39" y="463"/>
                </a:cxn>
                <a:cxn ang="0">
                  <a:pos x="7" y="520"/>
                </a:cxn>
                <a:cxn ang="0">
                  <a:pos x="1" y="568"/>
                </a:cxn>
                <a:cxn ang="0">
                  <a:pos x="29" y="597"/>
                </a:cxn>
                <a:cxn ang="0">
                  <a:pos x="58" y="605"/>
                </a:cxn>
                <a:cxn ang="0">
                  <a:pos x="85" y="600"/>
                </a:cxn>
                <a:cxn ang="0">
                  <a:pos x="109" y="585"/>
                </a:cxn>
                <a:cxn ang="0">
                  <a:pos x="125" y="569"/>
                </a:cxn>
                <a:cxn ang="0">
                  <a:pos x="134" y="557"/>
                </a:cxn>
                <a:cxn ang="0">
                  <a:pos x="150" y="523"/>
                </a:cxn>
                <a:cxn ang="0">
                  <a:pos x="164" y="470"/>
                </a:cxn>
                <a:cxn ang="0">
                  <a:pos x="163" y="433"/>
                </a:cxn>
                <a:cxn ang="0">
                  <a:pos x="170" y="407"/>
                </a:cxn>
                <a:cxn ang="0">
                  <a:pos x="185" y="381"/>
                </a:cxn>
                <a:cxn ang="0">
                  <a:pos x="204" y="354"/>
                </a:cxn>
                <a:cxn ang="0">
                  <a:pos x="218" y="338"/>
                </a:cxn>
                <a:cxn ang="0">
                  <a:pos x="226" y="328"/>
                </a:cxn>
                <a:cxn ang="0">
                  <a:pos x="243" y="310"/>
                </a:cxn>
                <a:cxn ang="0">
                  <a:pos x="270" y="280"/>
                </a:cxn>
                <a:cxn ang="0">
                  <a:pos x="302" y="248"/>
                </a:cxn>
                <a:cxn ang="0">
                  <a:pos x="332" y="221"/>
                </a:cxn>
                <a:cxn ang="0">
                  <a:pos x="349" y="210"/>
                </a:cxn>
                <a:cxn ang="0">
                  <a:pos x="353" y="208"/>
                </a:cxn>
                <a:cxn ang="0">
                  <a:pos x="372" y="199"/>
                </a:cxn>
                <a:cxn ang="0">
                  <a:pos x="425" y="182"/>
                </a:cxn>
                <a:cxn ang="0">
                  <a:pos x="482" y="168"/>
                </a:cxn>
                <a:cxn ang="0">
                  <a:pos x="532" y="159"/>
                </a:cxn>
                <a:cxn ang="0">
                  <a:pos x="551" y="156"/>
                </a:cxn>
                <a:cxn ang="0">
                  <a:pos x="556" y="156"/>
                </a:cxn>
                <a:cxn ang="0">
                  <a:pos x="569" y="152"/>
                </a:cxn>
                <a:cxn ang="0">
                  <a:pos x="594" y="139"/>
                </a:cxn>
                <a:cxn ang="0">
                  <a:pos x="612" y="119"/>
                </a:cxn>
                <a:cxn ang="0">
                  <a:pos x="609" y="90"/>
                </a:cxn>
                <a:cxn ang="0">
                  <a:pos x="589" y="62"/>
                </a:cxn>
                <a:cxn ang="0">
                  <a:pos x="568" y="44"/>
                </a:cxn>
                <a:cxn ang="0">
                  <a:pos x="546" y="29"/>
                </a:cxn>
                <a:cxn ang="0">
                  <a:pos x="520" y="17"/>
                </a:cxn>
                <a:cxn ang="0">
                  <a:pos x="491" y="7"/>
                </a:cxn>
                <a:cxn ang="0">
                  <a:pos x="456" y="2"/>
                </a:cxn>
                <a:cxn ang="0">
                  <a:pos x="419" y="0"/>
                </a:cxn>
                <a:cxn ang="0">
                  <a:pos x="378" y="3"/>
                </a:cxn>
                <a:cxn ang="0">
                  <a:pos x="349" y="7"/>
                </a:cxn>
                <a:cxn ang="0">
                  <a:pos x="310" y="15"/>
                </a:cxn>
                <a:cxn ang="0">
                  <a:pos x="254" y="50"/>
                </a:cxn>
                <a:cxn ang="0">
                  <a:pos x="201" y="124"/>
                </a:cxn>
              </a:cxnLst>
              <a:rect l="0" t="0" r="r" b="b"/>
              <a:pathLst>
                <a:path w="613" h="605">
                  <a:moveTo>
                    <a:pt x="182" y="184"/>
                  </a:moveTo>
                  <a:lnTo>
                    <a:pt x="170" y="235"/>
                  </a:lnTo>
                  <a:lnTo>
                    <a:pt x="158" y="276"/>
                  </a:lnTo>
                  <a:lnTo>
                    <a:pt x="147" y="308"/>
                  </a:lnTo>
                  <a:lnTo>
                    <a:pt x="138" y="331"/>
                  </a:lnTo>
                  <a:lnTo>
                    <a:pt x="130" y="349"/>
                  </a:lnTo>
                  <a:lnTo>
                    <a:pt x="121" y="361"/>
                  </a:lnTo>
                  <a:lnTo>
                    <a:pt x="113" y="372"/>
                  </a:lnTo>
                  <a:lnTo>
                    <a:pt x="105" y="381"/>
                  </a:lnTo>
                  <a:lnTo>
                    <a:pt x="102" y="383"/>
                  </a:lnTo>
                  <a:lnTo>
                    <a:pt x="98" y="387"/>
                  </a:lnTo>
                  <a:lnTo>
                    <a:pt x="94" y="392"/>
                  </a:lnTo>
                  <a:lnTo>
                    <a:pt x="90" y="396"/>
                  </a:lnTo>
                  <a:lnTo>
                    <a:pt x="74" y="414"/>
                  </a:lnTo>
                  <a:lnTo>
                    <a:pt x="56" y="437"/>
                  </a:lnTo>
                  <a:lnTo>
                    <a:pt x="39" y="463"/>
                  </a:lnTo>
                  <a:lnTo>
                    <a:pt x="21" y="491"/>
                  </a:lnTo>
                  <a:lnTo>
                    <a:pt x="7" y="520"/>
                  </a:lnTo>
                  <a:lnTo>
                    <a:pt x="0" y="546"/>
                  </a:lnTo>
                  <a:lnTo>
                    <a:pt x="1" y="568"/>
                  </a:lnTo>
                  <a:lnTo>
                    <a:pt x="12" y="586"/>
                  </a:lnTo>
                  <a:lnTo>
                    <a:pt x="29" y="597"/>
                  </a:lnTo>
                  <a:lnTo>
                    <a:pt x="44" y="604"/>
                  </a:lnTo>
                  <a:lnTo>
                    <a:pt x="58" y="605"/>
                  </a:lnTo>
                  <a:lnTo>
                    <a:pt x="73" y="604"/>
                  </a:lnTo>
                  <a:lnTo>
                    <a:pt x="85" y="600"/>
                  </a:lnTo>
                  <a:lnTo>
                    <a:pt x="98" y="593"/>
                  </a:lnTo>
                  <a:lnTo>
                    <a:pt x="109" y="585"/>
                  </a:lnTo>
                  <a:lnTo>
                    <a:pt x="120" y="573"/>
                  </a:lnTo>
                  <a:lnTo>
                    <a:pt x="125" y="569"/>
                  </a:lnTo>
                  <a:lnTo>
                    <a:pt x="130" y="564"/>
                  </a:lnTo>
                  <a:lnTo>
                    <a:pt x="134" y="557"/>
                  </a:lnTo>
                  <a:lnTo>
                    <a:pt x="136" y="551"/>
                  </a:lnTo>
                  <a:lnTo>
                    <a:pt x="150" y="523"/>
                  </a:lnTo>
                  <a:lnTo>
                    <a:pt x="160" y="496"/>
                  </a:lnTo>
                  <a:lnTo>
                    <a:pt x="164" y="470"/>
                  </a:lnTo>
                  <a:lnTo>
                    <a:pt x="163" y="445"/>
                  </a:lnTo>
                  <a:lnTo>
                    <a:pt x="163" y="433"/>
                  </a:lnTo>
                  <a:lnTo>
                    <a:pt x="165" y="421"/>
                  </a:lnTo>
                  <a:lnTo>
                    <a:pt x="170" y="407"/>
                  </a:lnTo>
                  <a:lnTo>
                    <a:pt x="176" y="393"/>
                  </a:lnTo>
                  <a:lnTo>
                    <a:pt x="185" y="381"/>
                  </a:lnTo>
                  <a:lnTo>
                    <a:pt x="194" y="367"/>
                  </a:lnTo>
                  <a:lnTo>
                    <a:pt x="204" y="354"/>
                  </a:lnTo>
                  <a:lnTo>
                    <a:pt x="215" y="342"/>
                  </a:lnTo>
                  <a:lnTo>
                    <a:pt x="218" y="338"/>
                  </a:lnTo>
                  <a:lnTo>
                    <a:pt x="222" y="332"/>
                  </a:lnTo>
                  <a:lnTo>
                    <a:pt x="226" y="328"/>
                  </a:lnTo>
                  <a:lnTo>
                    <a:pt x="230" y="324"/>
                  </a:lnTo>
                  <a:lnTo>
                    <a:pt x="243" y="310"/>
                  </a:lnTo>
                  <a:lnTo>
                    <a:pt x="255" y="295"/>
                  </a:lnTo>
                  <a:lnTo>
                    <a:pt x="270" y="280"/>
                  </a:lnTo>
                  <a:lnTo>
                    <a:pt x="285" y="263"/>
                  </a:lnTo>
                  <a:lnTo>
                    <a:pt x="302" y="248"/>
                  </a:lnTo>
                  <a:lnTo>
                    <a:pt x="317" y="233"/>
                  </a:lnTo>
                  <a:lnTo>
                    <a:pt x="332" y="221"/>
                  </a:lnTo>
                  <a:lnTo>
                    <a:pt x="346" y="211"/>
                  </a:lnTo>
                  <a:lnTo>
                    <a:pt x="349" y="210"/>
                  </a:lnTo>
                  <a:lnTo>
                    <a:pt x="350" y="208"/>
                  </a:lnTo>
                  <a:lnTo>
                    <a:pt x="353" y="208"/>
                  </a:lnTo>
                  <a:lnTo>
                    <a:pt x="354" y="207"/>
                  </a:lnTo>
                  <a:lnTo>
                    <a:pt x="372" y="199"/>
                  </a:lnTo>
                  <a:lnTo>
                    <a:pt x="397" y="190"/>
                  </a:lnTo>
                  <a:lnTo>
                    <a:pt x="425" y="182"/>
                  </a:lnTo>
                  <a:lnTo>
                    <a:pt x="454" y="175"/>
                  </a:lnTo>
                  <a:lnTo>
                    <a:pt x="482" y="168"/>
                  </a:lnTo>
                  <a:lnTo>
                    <a:pt x="510" y="163"/>
                  </a:lnTo>
                  <a:lnTo>
                    <a:pt x="532" y="159"/>
                  </a:lnTo>
                  <a:lnTo>
                    <a:pt x="549" y="156"/>
                  </a:lnTo>
                  <a:lnTo>
                    <a:pt x="551" y="156"/>
                  </a:lnTo>
                  <a:lnTo>
                    <a:pt x="553" y="156"/>
                  </a:lnTo>
                  <a:lnTo>
                    <a:pt x="556" y="156"/>
                  </a:lnTo>
                  <a:lnTo>
                    <a:pt x="557" y="155"/>
                  </a:lnTo>
                  <a:lnTo>
                    <a:pt x="569" y="152"/>
                  </a:lnTo>
                  <a:lnTo>
                    <a:pt x="582" y="146"/>
                  </a:lnTo>
                  <a:lnTo>
                    <a:pt x="594" y="139"/>
                  </a:lnTo>
                  <a:lnTo>
                    <a:pt x="605" y="130"/>
                  </a:lnTo>
                  <a:lnTo>
                    <a:pt x="612" y="119"/>
                  </a:lnTo>
                  <a:lnTo>
                    <a:pt x="613" y="105"/>
                  </a:lnTo>
                  <a:lnTo>
                    <a:pt x="609" y="90"/>
                  </a:lnTo>
                  <a:lnTo>
                    <a:pt x="597" y="72"/>
                  </a:lnTo>
                  <a:lnTo>
                    <a:pt x="589" y="62"/>
                  </a:lnTo>
                  <a:lnTo>
                    <a:pt x="579" y="53"/>
                  </a:lnTo>
                  <a:lnTo>
                    <a:pt x="568" y="44"/>
                  </a:lnTo>
                  <a:lnTo>
                    <a:pt x="557" y="36"/>
                  </a:lnTo>
                  <a:lnTo>
                    <a:pt x="546" y="29"/>
                  </a:lnTo>
                  <a:lnTo>
                    <a:pt x="533" y="22"/>
                  </a:lnTo>
                  <a:lnTo>
                    <a:pt x="520" y="17"/>
                  </a:lnTo>
                  <a:lnTo>
                    <a:pt x="506" y="11"/>
                  </a:lnTo>
                  <a:lnTo>
                    <a:pt x="491" y="7"/>
                  </a:lnTo>
                  <a:lnTo>
                    <a:pt x="474" y="4"/>
                  </a:lnTo>
                  <a:lnTo>
                    <a:pt x="456" y="2"/>
                  </a:lnTo>
                  <a:lnTo>
                    <a:pt x="438" y="0"/>
                  </a:lnTo>
                  <a:lnTo>
                    <a:pt x="419" y="0"/>
                  </a:lnTo>
                  <a:lnTo>
                    <a:pt x="398" y="2"/>
                  </a:lnTo>
                  <a:lnTo>
                    <a:pt x="378" y="3"/>
                  </a:lnTo>
                  <a:lnTo>
                    <a:pt x="354" y="7"/>
                  </a:lnTo>
                  <a:lnTo>
                    <a:pt x="349" y="7"/>
                  </a:lnTo>
                  <a:lnTo>
                    <a:pt x="334" y="10"/>
                  </a:lnTo>
                  <a:lnTo>
                    <a:pt x="310" y="15"/>
                  </a:lnTo>
                  <a:lnTo>
                    <a:pt x="283" y="29"/>
                  </a:lnTo>
                  <a:lnTo>
                    <a:pt x="254" y="50"/>
                  </a:lnTo>
                  <a:lnTo>
                    <a:pt x="226" y="82"/>
                  </a:lnTo>
                  <a:lnTo>
                    <a:pt x="201" y="124"/>
                  </a:lnTo>
                  <a:lnTo>
                    <a:pt x="182" y="184"/>
                  </a:lnTo>
                  <a:close/>
                </a:path>
              </a:pathLst>
            </a:custGeom>
            <a:solidFill>
              <a:srgbClr val="91C1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5" name="Freeform 173"/>
            <p:cNvSpPr>
              <a:spLocks/>
            </p:cNvSpPr>
            <p:nvPr/>
          </p:nvSpPr>
          <p:spPr bwMode="gray">
            <a:xfrm>
              <a:off x="3624" y="1927"/>
              <a:ext cx="303" cy="299"/>
            </a:xfrm>
            <a:custGeom>
              <a:avLst/>
              <a:gdLst/>
              <a:ahLst/>
              <a:cxnLst>
                <a:cxn ang="0">
                  <a:pos x="170" y="232"/>
                </a:cxn>
                <a:cxn ang="0">
                  <a:pos x="149" y="304"/>
                </a:cxn>
                <a:cxn ang="0">
                  <a:pos x="131" y="344"/>
                </a:cxn>
                <a:cxn ang="0">
                  <a:pos x="115" y="367"/>
                </a:cxn>
                <a:cxn ang="0">
                  <a:pos x="103" y="378"/>
                </a:cxn>
                <a:cxn ang="0">
                  <a:pos x="95" y="386"/>
                </a:cxn>
                <a:cxn ang="0">
                  <a:pos x="76" y="408"/>
                </a:cxn>
                <a:cxn ang="0">
                  <a:pos x="39" y="458"/>
                </a:cxn>
                <a:cxn ang="0">
                  <a:pos x="8" y="513"/>
                </a:cxn>
                <a:cxn ang="0">
                  <a:pos x="1" y="563"/>
                </a:cxn>
                <a:cxn ang="0">
                  <a:pos x="28" y="590"/>
                </a:cxn>
                <a:cxn ang="0">
                  <a:pos x="57" y="598"/>
                </a:cxn>
                <a:cxn ang="0">
                  <a:pos x="83" y="592"/>
                </a:cxn>
                <a:cxn ang="0">
                  <a:pos x="106" y="575"/>
                </a:cxn>
                <a:cxn ang="0">
                  <a:pos x="121" y="558"/>
                </a:cxn>
                <a:cxn ang="0">
                  <a:pos x="130" y="547"/>
                </a:cxn>
                <a:cxn ang="0">
                  <a:pos x="145" y="513"/>
                </a:cxn>
                <a:cxn ang="0">
                  <a:pos x="157" y="461"/>
                </a:cxn>
                <a:cxn ang="0">
                  <a:pos x="156" y="423"/>
                </a:cxn>
                <a:cxn ang="0">
                  <a:pos x="164" y="399"/>
                </a:cxn>
                <a:cxn ang="0">
                  <a:pos x="179" y="372"/>
                </a:cxn>
                <a:cxn ang="0">
                  <a:pos x="199" y="348"/>
                </a:cxn>
                <a:cxn ang="0">
                  <a:pos x="212" y="330"/>
                </a:cxn>
                <a:cxn ang="0">
                  <a:pos x="221" y="321"/>
                </a:cxn>
                <a:cxn ang="0">
                  <a:pos x="236" y="305"/>
                </a:cxn>
                <a:cxn ang="0">
                  <a:pos x="263" y="273"/>
                </a:cxn>
                <a:cxn ang="0">
                  <a:pos x="294" y="243"/>
                </a:cxn>
                <a:cxn ang="0">
                  <a:pos x="324" y="215"/>
                </a:cxn>
                <a:cxn ang="0">
                  <a:pos x="339" y="204"/>
                </a:cxn>
                <a:cxn ang="0">
                  <a:pos x="343" y="203"/>
                </a:cxn>
                <a:cxn ang="0">
                  <a:pos x="364" y="193"/>
                </a:cxn>
                <a:cxn ang="0">
                  <a:pos x="415" y="177"/>
                </a:cxn>
                <a:cxn ang="0">
                  <a:pos x="472" y="162"/>
                </a:cxn>
                <a:cxn ang="0">
                  <a:pos x="520" y="152"/>
                </a:cxn>
                <a:cxn ang="0">
                  <a:pos x="538" y="149"/>
                </a:cxn>
                <a:cxn ang="0">
                  <a:pos x="542" y="148"/>
                </a:cxn>
                <a:cxn ang="0">
                  <a:pos x="556" y="145"/>
                </a:cxn>
                <a:cxn ang="0">
                  <a:pos x="583" y="133"/>
                </a:cxn>
                <a:cxn ang="0">
                  <a:pos x="603" y="113"/>
                </a:cxn>
                <a:cxn ang="0">
                  <a:pos x="601" y="84"/>
                </a:cxn>
                <a:cxn ang="0">
                  <a:pos x="582" y="58"/>
                </a:cxn>
                <a:cxn ang="0">
                  <a:pos x="561" y="42"/>
                </a:cxn>
                <a:cxn ang="0">
                  <a:pos x="539" y="28"/>
                </a:cxn>
                <a:cxn ang="0">
                  <a:pos x="513" y="16"/>
                </a:cxn>
                <a:cxn ang="0">
                  <a:pos x="483" y="7"/>
                </a:cxn>
                <a:cxn ang="0">
                  <a:pos x="450" y="2"/>
                </a:cxn>
                <a:cxn ang="0">
                  <a:pos x="412" y="0"/>
                </a:cxn>
                <a:cxn ang="0">
                  <a:pos x="371" y="3"/>
                </a:cxn>
                <a:cxn ang="0">
                  <a:pos x="343" y="7"/>
                </a:cxn>
                <a:cxn ang="0">
                  <a:pos x="306" y="17"/>
                </a:cxn>
                <a:cxn ang="0">
                  <a:pos x="252" y="50"/>
                </a:cxn>
                <a:cxn ang="0">
                  <a:pos x="201" y="124"/>
                </a:cxn>
              </a:cxnLst>
              <a:rect l="0" t="0" r="r" b="b"/>
              <a:pathLst>
                <a:path w="605" h="598">
                  <a:moveTo>
                    <a:pt x="182" y="181"/>
                  </a:moveTo>
                  <a:lnTo>
                    <a:pt x="170" y="232"/>
                  </a:lnTo>
                  <a:lnTo>
                    <a:pt x="159" y="272"/>
                  </a:lnTo>
                  <a:lnTo>
                    <a:pt x="149" y="304"/>
                  </a:lnTo>
                  <a:lnTo>
                    <a:pt x="139" y="327"/>
                  </a:lnTo>
                  <a:lnTo>
                    <a:pt x="131" y="344"/>
                  </a:lnTo>
                  <a:lnTo>
                    <a:pt x="123" y="356"/>
                  </a:lnTo>
                  <a:lnTo>
                    <a:pt x="115" y="367"/>
                  </a:lnTo>
                  <a:lnTo>
                    <a:pt x="106" y="375"/>
                  </a:lnTo>
                  <a:lnTo>
                    <a:pt x="103" y="378"/>
                  </a:lnTo>
                  <a:lnTo>
                    <a:pt x="99" y="382"/>
                  </a:lnTo>
                  <a:lnTo>
                    <a:pt x="95" y="386"/>
                  </a:lnTo>
                  <a:lnTo>
                    <a:pt x="91" y="390"/>
                  </a:lnTo>
                  <a:lnTo>
                    <a:pt x="76" y="408"/>
                  </a:lnTo>
                  <a:lnTo>
                    <a:pt x="58" y="430"/>
                  </a:lnTo>
                  <a:lnTo>
                    <a:pt x="39" y="458"/>
                  </a:lnTo>
                  <a:lnTo>
                    <a:pt x="22" y="485"/>
                  </a:lnTo>
                  <a:lnTo>
                    <a:pt x="8" y="513"/>
                  </a:lnTo>
                  <a:lnTo>
                    <a:pt x="0" y="539"/>
                  </a:lnTo>
                  <a:lnTo>
                    <a:pt x="1" y="563"/>
                  </a:lnTo>
                  <a:lnTo>
                    <a:pt x="12" y="579"/>
                  </a:lnTo>
                  <a:lnTo>
                    <a:pt x="28" y="590"/>
                  </a:lnTo>
                  <a:lnTo>
                    <a:pt x="43" y="596"/>
                  </a:lnTo>
                  <a:lnTo>
                    <a:pt x="57" y="598"/>
                  </a:lnTo>
                  <a:lnTo>
                    <a:pt x="70" y="596"/>
                  </a:lnTo>
                  <a:lnTo>
                    <a:pt x="83" y="592"/>
                  </a:lnTo>
                  <a:lnTo>
                    <a:pt x="95" y="585"/>
                  </a:lnTo>
                  <a:lnTo>
                    <a:pt x="106" y="575"/>
                  </a:lnTo>
                  <a:lnTo>
                    <a:pt x="117" y="564"/>
                  </a:lnTo>
                  <a:lnTo>
                    <a:pt x="121" y="558"/>
                  </a:lnTo>
                  <a:lnTo>
                    <a:pt x="126" y="553"/>
                  </a:lnTo>
                  <a:lnTo>
                    <a:pt x="130" y="547"/>
                  </a:lnTo>
                  <a:lnTo>
                    <a:pt x="132" y="542"/>
                  </a:lnTo>
                  <a:lnTo>
                    <a:pt x="145" y="513"/>
                  </a:lnTo>
                  <a:lnTo>
                    <a:pt x="153" y="487"/>
                  </a:lnTo>
                  <a:lnTo>
                    <a:pt x="157" y="461"/>
                  </a:lnTo>
                  <a:lnTo>
                    <a:pt x="156" y="436"/>
                  </a:lnTo>
                  <a:lnTo>
                    <a:pt x="156" y="423"/>
                  </a:lnTo>
                  <a:lnTo>
                    <a:pt x="159" y="412"/>
                  </a:lnTo>
                  <a:lnTo>
                    <a:pt x="164" y="399"/>
                  </a:lnTo>
                  <a:lnTo>
                    <a:pt x="171" y="386"/>
                  </a:lnTo>
                  <a:lnTo>
                    <a:pt x="179" y="372"/>
                  </a:lnTo>
                  <a:lnTo>
                    <a:pt x="189" y="360"/>
                  </a:lnTo>
                  <a:lnTo>
                    <a:pt x="199" y="348"/>
                  </a:lnTo>
                  <a:lnTo>
                    <a:pt x="208" y="335"/>
                  </a:lnTo>
                  <a:lnTo>
                    <a:pt x="212" y="330"/>
                  </a:lnTo>
                  <a:lnTo>
                    <a:pt x="217" y="326"/>
                  </a:lnTo>
                  <a:lnTo>
                    <a:pt x="221" y="321"/>
                  </a:lnTo>
                  <a:lnTo>
                    <a:pt x="225" y="317"/>
                  </a:lnTo>
                  <a:lnTo>
                    <a:pt x="236" y="305"/>
                  </a:lnTo>
                  <a:lnTo>
                    <a:pt x="250" y="290"/>
                  </a:lnTo>
                  <a:lnTo>
                    <a:pt x="263" y="273"/>
                  </a:lnTo>
                  <a:lnTo>
                    <a:pt x="279" y="258"/>
                  </a:lnTo>
                  <a:lnTo>
                    <a:pt x="294" y="243"/>
                  </a:lnTo>
                  <a:lnTo>
                    <a:pt x="309" y="228"/>
                  </a:lnTo>
                  <a:lnTo>
                    <a:pt x="324" y="215"/>
                  </a:lnTo>
                  <a:lnTo>
                    <a:pt x="338" y="206"/>
                  </a:lnTo>
                  <a:lnTo>
                    <a:pt x="339" y="204"/>
                  </a:lnTo>
                  <a:lnTo>
                    <a:pt x="342" y="203"/>
                  </a:lnTo>
                  <a:lnTo>
                    <a:pt x="343" y="203"/>
                  </a:lnTo>
                  <a:lnTo>
                    <a:pt x="345" y="202"/>
                  </a:lnTo>
                  <a:lnTo>
                    <a:pt x="364" y="193"/>
                  </a:lnTo>
                  <a:lnTo>
                    <a:pt x="387" y="185"/>
                  </a:lnTo>
                  <a:lnTo>
                    <a:pt x="415" y="177"/>
                  </a:lnTo>
                  <a:lnTo>
                    <a:pt x="444" y="169"/>
                  </a:lnTo>
                  <a:lnTo>
                    <a:pt x="472" y="162"/>
                  </a:lnTo>
                  <a:lnTo>
                    <a:pt x="498" y="156"/>
                  </a:lnTo>
                  <a:lnTo>
                    <a:pt x="520" y="152"/>
                  </a:lnTo>
                  <a:lnTo>
                    <a:pt x="535" y="149"/>
                  </a:lnTo>
                  <a:lnTo>
                    <a:pt x="538" y="149"/>
                  </a:lnTo>
                  <a:lnTo>
                    <a:pt x="539" y="148"/>
                  </a:lnTo>
                  <a:lnTo>
                    <a:pt x="542" y="148"/>
                  </a:lnTo>
                  <a:lnTo>
                    <a:pt x="543" y="148"/>
                  </a:lnTo>
                  <a:lnTo>
                    <a:pt x="556" y="145"/>
                  </a:lnTo>
                  <a:lnTo>
                    <a:pt x="569" y="140"/>
                  </a:lnTo>
                  <a:lnTo>
                    <a:pt x="583" y="133"/>
                  </a:lnTo>
                  <a:lnTo>
                    <a:pt x="594" y="124"/>
                  </a:lnTo>
                  <a:lnTo>
                    <a:pt x="603" y="113"/>
                  </a:lnTo>
                  <a:lnTo>
                    <a:pt x="605" y="100"/>
                  </a:lnTo>
                  <a:lnTo>
                    <a:pt x="601" y="84"/>
                  </a:lnTo>
                  <a:lnTo>
                    <a:pt x="590" y="68"/>
                  </a:lnTo>
                  <a:lnTo>
                    <a:pt x="582" y="58"/>
                  </a:lnTo>
                  <a:lnTo>
                    <a:pt x="572" y="50"/>
                  </a:lnTo>
                  <a:lnTo>
                    <a:pt x="561" y="42"/>
                  </a:lnTo>
                  <a:lnTo>
                    <a:pt x="550" y="35"/>
                  </a:lnTo>
                  <a:lnTo>
                    <a:pt x="539" y="28"/>
                  </a:lnTo>
                  <a:lnTo>
                    <a:pt x="527" y="21"/>
                  </a:lnTo>
                  <a:lnTo>
                    <a:pt x="513" y="16"/>
                  </a:lnTo>
                  <a:lnTo>
                    <a:pt x="499" y="10"/>
                  </a:lnTo>
                  <a:lnTo>
                    <a:pt x="483" y="7"/>
                  </a:lnTo>
                  <a:lnTo>
                    <a:pt x="467" y="3"/>
                  </a:lnTo>
                  <a:lnTo>
                    <a:pt x="450" y="2"/>
                  </a:lnTo>
                  <a:lnTo>
                    <a:pt x="432" y="0"/>
                  </a:lnTo>
                  <a:lnTo>
                    <a:pt x="412" y="0"/>
                  </a:lnTo>
                  <a:lnTo>
                    <a:pt x="393" y="2"/>
                  </a:lnTo>
                  <a:lnTo>
                    <a:pt x="371" y="3"/>
                  </a:lnTo>
                  <a:lnTo>
                    <a:pt x="349" y="7"/>
                  </a:lnTo>
                  <a:lnTo>
                    <a:pt x="343" y="7"/>
                  </a:lnTo>
                  <a:lnTo>
                    <a:pt x="328" y="10"/>
                  </a:lnTo>
                  <a:lnTo>
                    <a:pt x="306" y="17"/>
                  </a:lnTo>
                  <a:lnTo>
                    <a:pt x="280" y="29"/>
                  </a:lnTo>
                  <a:lnTo>
                    <a:pt x="252" y="50"/>
                  </a:lnTo>
                  <a:lnTo>
                    <a:pt x="225" y="82"/>
                  </a:lnTo>
                  <a:lnTo>
                    <a:pt x="201" y="124"/>
                  </a:lnTo>
                  <a:lnTo>
                    <a:pt x="182" y="181"/>
                  </a:lnTo>
                  <a:close/>
                </a:path>
              </a:pathLst>
            </a:custGeom>
            <a:solidFill>
              <a:srgbClr val="7CB5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6" name="Freeform 174"/>
            <p:cNvSpPr>
              <a:spLocks/>
            </p:cNvSpPr>
            <p:nvPr/>
          </p:nvSpPr>
          <p:spPr bwMode="gray">
            <a:xfrm>
              <a:off x="3626" y="1929"/>
              <a:ext cx="298" cy="295"/>
            </a:xfrm>
            <a:custGeom>
              <a:avLst/>
              <a:gdLst/>
              <a:ahLst/>
              <a:cxnLst>
                <a:cxn ang="0">
                  <a:pos x="171" y="228"/>
                </a:cxn>
                <a:cxn ang="0">
                  <a:pos x="150" y="299"/>
                </a:cxn>
                <a:cxn ang="0">
                  <a:pos x="133" y="339"/>
                </a:cxn>
                <a:cxn ang="0">
                  <a:pos x="115" y="361"/>
                </a:cxn>
                <a:cxn ang="0">
                  <a:pos x="104" y="372"/>
                </a:cxn>
                <a:cxn ang="0">
                  <a:pos x="97" y="380"/>
                </a:cxn>
                <a:cxn ang="0">
                  <a:pos x="79" y="402"/>
                </a:cxn>
                <a:cxn ang="0">
                  <a:pos x="42" y="450"/>
                </a:cxn>
                <a:cxn ang="0">
                  <a:pos x="8" y="507"/>
                </a:cxn>
                <a:cxn ang="0">
                  <a:pos x="0" y="555"/>
                </a:cxn>
                <a:cxn ang="0">
                  <a:pos x="26" y="582"/>
                </a:cxn>
                <a:cxn ang="0">
                  <a:pos x="55" y="589"/>
                </a:cxn>
                <a:cxn ang="0">
                  <a:pos x="80" y="581"/>
                </a:cxn>
                <a:cxn ang="0">
                  <a:pos x="104" y="563"/>
                </a:cxn>
                <a:cxn ang="0">
                  <a:pos x="117" y="548"/>
                </a:cxn>
                <a:cxn ang="0">
                  <a:pos x="126" y="536"/>
                </a:cxn>
                <a:cxn ang="0">
                  <a:pos x="141" y="502"/>
                </a:cxn>
                <a:cxn ang="0">
                  <a:pos x="150" y="450"/>
                </a:cxn>
                <a:cxn ang="0">
                  <a:pos x="150" y="414"/>
                </a:cxn>
                <a:cxn ang="0">
                  <a:pos x="159" y="389"/>
                </a:cxn>
                <a:cxn ang="0">
                  <a:pos x="174" y="363"/>
                </a:cxn>
                <a:cxn ang="0">
                  <a:pos x="193" y="339"/>
                </a:cxn>
                <a:cxn ang="0">
                  <a:pos x="207" y="322"/>
                </a:cxn>
                <a:cxn ang="0">
                  <a:pos x="215" y="312"/>
                </a:cxn>
                <a:cxn ang="0">
                  <a:pos x="230" y="296"/>
                </a:cxn>
                <a:cxn ang="0">
                  <a:pos x="257" y="265"/>
                </a:cxn>
                <a:cxn ang="0">
                  <a:pos x="287" y="235"/>
                </a:cxn>
                <a:cxn ang="0">
                  <a:pos x="316" y="209"/>
                </a:cxn>
                <a:cxn ang="0">
                  <a:pos x="331" y="198"/>
                </a:cxn>
                <a:cxn ang="0">
                  <a:pos x="335" y="197"/>
                </a:cxn>
                <a:cxn ang="0">
                  <a:pos x="356" y="187"/>
                </a:cxn>
                <a:cxn ang="0">
                  <a:pos x="406" y="170"/>
                </a:cxn>
                <a:cxn ang="0">
                  <a:pos x="462" y="154"/>
                </a:cxn>
                <a:cxn ang="0">
                  <a:pos x="508" y="143"/>
                </a:cxn>
                <a:cxn ang="0">
                  <a:pos x="524" y="140"/>
                </a:cxn>
                <a:cxn ang="0">
                  <a:pos x="528" y="140"/>
                </a:cxn>
                <a:cxn ang="0">
                  <a:pos x="542" y="136"/>
                </a:cxn>
                <a:cxn ang="0">
                  <a:pos x="571" y="125"/>
                </a:cxn>
                <a:cxn ang="0">
                  <a:pos x="592" y="107"/>
                </a:cxn>
                <a:cxn ang="0">
                  <a:pos x="593" y="81"/>
                </a:cxn>
                <a:cxn ang="0">
                  <a:pos x="574" y="55"/>
                </a:cxn>
                <a:cxn ang="0">
                  <a:pos x="554" y="38"/>
                </a:cxn>
                <a:cxn ang="0">
                  <a:pos x="532" y="24"/>
                </a:cxn>
                <a:cxn ang="0">
                  <a:pos x="506" y="13"/>
                </a:cxn>
                <a:cxn ang="0">
                  <a:pos x="477" y="5"/>
                </a:cxn>
                <a:cxn ang="0">
                  <a:pos x="444" y="0"/>
                </a:cxn>
                <a:cxn ang="0">
                  <a:pos x="407" y="0"/>
                </a:cxn>
                <a:cxn ang="0">
                  <a:pos x="367" y="2"/>
                </a:cxn>
                <a:cxn ang="0">
                  <a:pos x="339" y="6"/>
                </a:cxn>
                <a:cxn ang="0">
                  <a:pos x="304" y="16"/>
                </a:cxn>
                <a:cxn ang="0">
                  <a:pos x="251" y="49"/>
                </a:cxn>
                <a:cxn ang="0">
                  <a:pos x="202" y="122"/>
                </a:cxn>
              </a:cxnLst>
              <a:rect l="0" t="0" r="r" b="b"/>
              <a:pathLst>
                <a:path w="596" h="589">
                  <a:moveTo>
                    <a:pt x="184" y="177"/>
                  </a:moveTo>
                  <a:lnTo>
                    <a:pt x="171" y="228"/>
                  </a:lnTo>
                  <a:lnTo>
                    <a:pt x="160" y="268"/>
                  </a:lnTo>
                  <a:lnTo>
                    <a:pt x="150" y="299"/>
                  </a:lnTo>
                  <a:lnTo>
                    <a:pt x="141" y="321"/>
                  </a:lnTo>
                  <a:lnTo>
                    <a:pt x="133" y="339"/>
                  </a:lnTo>
                  <a:lnTo>
                    <a:pt x="123" y="351"/>
                  </a:lnTo>
                  <a:lnTo>
                    <a:pt x="115" y="361"/>
                  </a:lnTo>
                  <a:lnTo>
                    <a:pt x="106" y="369"/>
                  </a:lnTo>
                  <a:lnTo>
                    <a:pt x="104" y="372"/>
                  </a:lnTo>
                  <a:lnTo>
                    <a:pt x="101" y="376"/>
                  </a:lnTo>
                  <a:lnTo>
                    <a:pt x="97" y="380"/>
                  </a:lnTo>
                  <a:lnTo>
                    <a:pt x="94" y="384"/>
                  </a:lnTo>
                  <a:lnTo>
                    <a:pt x="79" y="402"/>
                  </a:lnTo>
                  <a:lnTo>
                    <a:pt x="61" y="424"/>
                  </a:lnTo>
                  <a:lnTo>
                    <a:pt x="42" y="450"/>
                  </a:lnTo>
                  <a:lnTo>
                    <a:pt x="24" y="479"/>
                  </a:lnTo>
                  <a:lnTo>
                    <a:pt x="8" y="507"/>
                  </a:lnTo>
                  <a:lnTo>
                    <a:pt x="0" y="533"/>
                  </a:lnTo>
                  <a:lnTo>
                    <a:pt x="0" y="555"/>
                  </a:lnTo>
                  <a:lnTo>
                    <a:pt x="11" y="571"/>
                  </a:lnTo>
                  <a:lnTo>
                    <a:pt x="26" y="582"/>
                  </a:lnTo>
                  <a:lnTo>
                    <a:pt x="42" y="588"/>
                  </a:lnTo>
                  <a:lnTo>
                    <a:pt x="55" y="589"/>
                  </a:lnTo>
                  <a:lnTo>
                    <a:pt x="69" y="587"/>
                  </a:lnTo>
                  <a:lnTo>
                    <a:pt x="80" y="581"/>
                  </a:lnTo>
                  <a:lnTo>
                    <a:pt x="93" y="573"/>
                  </a:lnTo>
                  <a:lnTo>
                    <a:pt x="104" y="563"/>
                  </a:lnTo>
                  <a:lnTo>
                    <a:pt x="113" y="552"/>
                  </a:lnTo>
                  <a:lnTo>
                    <a:pt x="117" y="548"/>
                  </a:lnTo>
                  <a:lnTo>
                    <a:pt x="122" y="542"/>
                  </a:lnTo>
                  <a:lnTo>
                    <a:pt x="126" y="536"/>
                  </a:lnTo>
                  <a:lnTo>
                    <a:pt x="128" y="530"/>
                  </a:lnTo>
                  <a:lnTo>
                    <a:pt x="141" y="502"/>
                  </a:lnTo>
                  <a:lnTo>
                    <a:pt x="148" y="475"/>
                  </a:lnTo>
                  <a:lnTo>
                    <a:pt x="150" y="450"/>
                  </a:lnTo>
                  <a:lnTo>
                    <a:pt x="150" y="427"/>
                  </a:lnTo>
                  <a:lnTo>
                    <a:pt x="150" y="414"/>
                  </a:lnTo>
                  <a:lnTo>
                    <a:pt x="153" y="403"/>
                  </a:lnTo>
                  <a:lnTo>
                    <a:pt x="159" y="389"/>
                  </a:lnTo>
                  <a:lnTo>
                    <a:pt x="166" y="377"/>
                  </a:lnTo>
                  <a:lnTo>
                    <a:pt x="174" y="363"/>
                  </a:lnTo>
                  <a:lnTo>
                    <a:pt x="184" y="351"/>
                  </a:lnTo>
                  <a:lnTo>
                    <a:pt x="193" y="339"/>
                  </a:lnTo>
                  <a:lnTo>
                    <a:pt x="203" y="326"/>
                  </a:lnTo>
                  <a:lnTo>
                    <a:pt x="207" y="322"/>
                  </a:lnTo>
                  <a:lnTo>
                    <a:pt x="211" y="316"/>
                  </a:lnTo>
                  <a:lnTo>
                    <a:pt x="215" y="312"/>
                  </a:lnTo>
                  <a:lnTo>
                    <a:pt x="219" y="308"/>
                  </a:lnTo>
                  <a:lnTo>
                    <a:pt x="230" y="296"/>
                  </a:lnTo>
                  <a:lnTo>
                    <a:pt x="243" y="281"/>
                  </a:lnTo>
                  <a:lnTo>
                    <a:pt x="257" y="265"/>
                  </a:lnTo>
                  <a:lnTo>
                    <a:pt x="272" y="250"/>
                  </a:lnTo>
                  <a:lnTo>
                    <a:pt x="287" y="235"/>
                  </a:lnTo>
                  <a:lnTo>
                    <a:pt x="302" y="221"/>
                  </a:lnTo>
                  <a:lnTo>
                    <a:pt x="316" y="209"/>
                  </a:lnTo>
                  <a:lnTo>
                    <a:pt x="330" y="199"/>
                  </a:lnTo>
                  <a:lnTo>
                    <a:pt x="331" y="198"/>
                  </a:lnTo>
                  <a:lnTo>
                    <a:pt x="334" y="197"/>
                  </a:lnTo>
                  <a:lnTo>
                    <a:pt x="335" y="197"/>
                  </a:lnTo>
                  <a:lnTo>
                    <a:pt x="337" y="195"/>
                  </a:lnTo>
                  <a:lnTo>
                    <a:pt x="356" y="187"/>
                  </a:lnTo>
                  <a:lnTo>
                    <a:pt x="379" y="179"/>
                  </a:lnTo>
                  <a:lnTo>
                    <a:pt x="406" y="170"/>
                  </a:lnTo>
                  <a:lnTo>
                    <a:pt x="434" y="161"/>
                  </a:lnTo>
                  <a:lnTo>
                    <a:pt x="462" y="154"/>
                  </a:lnTo>
                  <a:lnTo>
                    <a:pt x="487" y="147"/>
                  </a:lnTo>
                  <a:lnTo>
                    <a:pt x="508" y="143"/>
                  </a:lnTo>
                  <a:lnTo>
                    <a:pt x="523" y="140"/>
                  </a:lnTo>
                  <a:lnTo>
                    <a:pt x="524" y="140"/>
                  </a:lnTo>
                  <a:lnTo>
                    <a:pt x="527" y="140"/>
                  </a:lnTo>
                  <a:lnTo>
                    <a:pt x="528" y="140"/>
                  </a:lnTo>
                  <a:lnTo>
                    <a:pt x="530" y="139"/>
                  </a:lnTo>
                  <a:lnTo>
                    <a:pt x="542" y="136"/>
                  </a:lnTo>
                  <a:lnTo>
                    <a:pt x="556" y="132"/>
                  </a:lnTo>
                  <a:lnTo>
                    <a:pt x="571" y="125"/>
                  </a:lnTo>
                  <a:lnTo>
                    <a:pt x="583" y="117"/>
                  </a:lnTo>
                  <a:lnTo>
                    <a:pt x="592" y="107"/>
                  </a:lnTo>
                  <a:lnTo>
                    <a:pt x="596" y="95"/>
                  </a:lnTo>
                  <a:lnTo>
                    <a:pt x="593" y="81"/>
                  </a:lnTo>
                  <a:lnTo>
                    <a:pt x="582" y="64"/>
                  </a:lnTo>
                  <a:lnTo>
                    <a:pt x="574" y="55"/>
                  </a:lnTo>
                  <a:lnTo>
                    <a:pt x="564" y="46"/>
                  </a:lnTo>
                  <a:lnTo>
                    <a:pt x="554" y="38"/>
                  </a:lnTo>
                  <a:lnTo>
                    <a:pt x="543" y="31"/>
                  </a:lnTo>
                  <a:lnTo>
                    <a:pt x="532" y="24"/>
                  </a:lnTo>
                  <a:lnTo>
                    <a:pt x="520" y="19"/>
                  </a:lnTo>
                  <a:lnTo>
                    <a:pt x="506" y="13"/>
                  </a:lnTo>
                  <a:lnTo>
                    <a:pt x="492" y="8"/>
                  </a:lnTo>
                  <a:lnTo>
                    <a:pt x="477" y="5"/>
                  </a:lnTo>
                  <a:lnTo>
                    <a:pt x="461" y="2"/>
                  </a:lnTo>
                  <a:lnTo>
                    <a:pt x="444" y="0"/>
                  </a:lnTo>
                  <a:lnTo>
                    <a:pt x="426" y="0"/>
                  </a:lnTo>
                  <a:lnTo>
                    <a:pt x="407" y="0"/>
                  </a:lnTo>
                  <a:lnTo>
                    <a:pt x="388" y="1"/>
                  </a:lnTo>
                  <a:lnTo>
                    <a:pt x="367" y="2"/>
                  </a:lnTo>
                  <a:lnTo>
                    <a:pt x="345" y="6"/>
                  </a:lnTo>
                  <a:lnTo>
                    <a:pt x="339" y="6"/>
                  </a:lnTo>
                  <a:lnTo>
                    <a:pt x="326" y="9"/>
                  </a:lnTo>
                  <a:lnTo>
                    <a:pt x="304" y="16"/>
                  </a:lnTo>
                  <a:lnTo>
                    <a:pt x="279" y="28"/>
                  </a:lnTo>
                  <a:lnTo>
                    <a:pt x="251" y="49"/>
                  </a:lnTo>
                  <a:lnTo>
                    <a:pt x="225" y="79"/>
                  </a:lnTo>
                  <a:lnTo>
                    <a:pt x="202" y="122"/>
                  </a:lnTo>
                  <a:lnTo>
                    <a:pt x="184" y="177"/>
                  </a:lnTo>
                  <a:close/>
                </a:path>
              </a:pathLst>
            </a:custGeom>
            <a:solidFill>
              <a:srgbClr val="66A8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7" name="Freeform 175"/>
            <p:cNvSpPr>
              <a:spLocks/>
            </p:cNvSpPr>
            <p:nvPr/>
          </p:nvSpPr>
          <p:spPr bwMode="gray">
            <a:xfrm>
              <a:off x="3629" y="1930"/>
              <a:ext cx="293" cy="291"/>
            </a:xfrm>
            <a:custGeom>
              <a:avLst/>
              <a:gdLst/>
              <a:ahLst/>
              <a:cxnLst>
                <a:cxn ang="0">
                  <a:pos x="169" y="226"/>
                </a:cxn>
                <a:cxn ang="0">
                  <a:pos x="149" y="297"/>
                </a:cxn>
                <a:cxn ang="0">
                  <a:pos x="131" y="334"/>
                </a:cxn>
                <a:cxn ang="0">
                  <a:pos x="114" y="356"/>
                </a:cxn>
                <a:cxn ang="0">
                  <a:pos x="103" y="368"/>
                </a:cxn>
                <a:cxn ang="0">
                  <a:pos x="96" y="375"/>
                </a:cxn>
                <a:cxn ang="0">
                  <a:pos x="78" y="397"/>
                </a:cxn>
                <a:cxn ang="0">
                  <a:pos x="41" y="447"/>
                </a:cxn>
                <a:cxn ang="0">
                  <a:pos x="8" y="502"/>
                </a:cxn>
                <a:cxn ang="0">
                  <a:pos x="0" y="549"/>
                </a:cxn>
                <a:cxn ang="0">
                  <a:pos x="25" y="575"/>
                </a:cxn>
                <a:cxn ang="0">
                  <a:pos x="54" y="582"/>
                </a:cxn>
                <a:cxn ang="0">
                  <a:pos x="77" y="574"/>
                </a:cxn>
                <a:cxn ang="0">
                  <a:pos x="99" y="556"/>
                </a:cxn>
                <a:cxn ang="0">
                  <a:pos x="113" y="539"/>
                </a:cxn>
                <a:cxn ang="0">
                  <a:pos x="120" y="528"/>
                </a:cxn>
                <a:cxn ang="0">
                  <a:pos x="133" y="495"/>
                </a:cxn>
                <a:cxn ang="0">
                  <a:pos x="143" y="441"/>
                </a:cxn>
                <a:cxn ang="0">
                  <a:pos x="142" y="408"/>
                </a:cxn>
                <a:cxn ang="0">
                  <a:pos x="150" y="383"/>
                </a:cxn>
                <a:cxn ang="0">
                  <a:pos x="167" y="359"/>
                </a:cxn>
                <a:cxn ang="0">
                  <a:pos x="186" y="334"/>
                </a:cxn>
                <a:cxn ang="0">
                  <a:pos x="200" y="316"/>
                </a:cxn>
                <a:cxn ang="0">
                  <a:pos x="208" y="306"/>
                </a:cxn>
                <a:cxn ang="0">
                  <a:pos x="222" y="290"/>
                </a:cxn>
                <a:cxn ang="0">
                  <a:pos x="248" y="261"/>
                </a:cxn>
                <a:cxn ang="0">
                  <a:pos x="277" y="230"/>
                </a:cxn>
                <a:cxn ang="0">
                  <a:pos x="307" y="204"/>
                </a:cxn>
                <a:cxn ang="0">
                  <a:pos x="322" y="193"/>
                </a:cxn>
                <a:cxn ang="0">
                  <a:pos x="325" y="193"/>
                </a:cxn>
                <a:cxn ang="0">
                  <a:pos x="344" y="184"/>
                </a:cxn>
                <a:cxn ang="0">
                  <a:pos x="394" y="166"/>
                </a:cxn>
                <a:cxn ang="0">
                  <a:pos x="448" y="149"/>
                </a:cxn>
                <a:cxn ang="0">
                  <a:pos x="493" y="138"/>
                </a:cxn>
                <a:cxn ang="0">
                  <a:pos x="510" y="134"/>
                </a:cxn>
                <a:cxn ang="0">
                  <a:pos x="514" y="134"/>
                </a:cxn>
                <a:cxn ang="0">
                  <a:pos x="528" y="131"/>
                </a:cxn>
                <a:cxn ang="0">
                  <a:pos x="557" y="120"/>
                </a:cxn>
                <a:cxn ang="0">
                  <a:pos x="580" y="102"/>
                </a:cxn>
                <a:cxn ang="0">
                  <a:pos x="583" y="77"/>
                </a:cxn>
                <a:cxn ang="0">
                  <a:pos x="565" y="54"/>
                </a:cxn>
                <a:cxn ang="0">
                  <a:pos x="546" y="38"/>
                </a:cxn>
                <a:cxn ang="0">
                  <a:pos x="524" y="25"/>
                </a:cxn>
                <a:cxn ang="0">
                  <a:pos x="497" y="14"/>
                </a:cxn>
                <a:cxn ang="0">
                  <a:pos x="467" y="6"/>
                </a:cxn>
                <a:cxn ang="0">
                  <a:pos x="435" y="2"/>
                </a:cxn>
                <a:cxn ang="0">
                  <a:pos x="398" y="0"/>
                </a:cxn>
                <a:cxn ang="0">
                  <a:pos x="358" y="4"/>
                </a:cxn>
                <a:cxn ang="0">
                  <a:pos x="332" y="7"/>
                </a:cxn>
                <a:cxn ang="0">
                  <a:pos x="298" y="18"/>
                </a:cxn>
                <a:cxn ang="0">
                  <a:pos x="248" y="51"/>
                </a:cxn>
                <a:cxn ang="0">
                  <a:pos x="200" y="123"/>
                </a:cxn>
              </a:cxnLst>
              <a:rect l="0" t="0" r="r" b="b"/>
              <a:pathLst>
                <a:path w="586" h="582">
                  <a:moveTo>
                    <a:pt x="182" y="177"/>
                  </a:moveTo>
                  <a:lnTo>
                    <a:pt x="169" y="226"/>
                  </a:lnTo>
                  <a:lnTo>
                    <a:pt x="158" y="266"/>
                  </a:lnTo>
                  <a:lnTo>
                    <a:pt x="149" y="297"/>
                  </a:lnTo>
                  <a:lnTo>
                    <a:pt x="139" y="319"/>
                  </a:lnTo>
                  <a:lnTo>
                    <a:pt x="131" y="334"/>
                  </a:lnTo>
                  <a:lnTo>
                    <a:pt x="122" y="346"/>
                  </a:lnTo>
                  <a:lnTo>
                    <a:pt x="114" y="356"/>
                  </a:lnTo>
                  <a:lnTo>
                    <a:pt x="106" y="365"/>
                  </a:lnTo>
                  <a:lnTo>
                    <a:pt x="103" y="368"/>
                  </a:lnTo>
                  <a:lnTo>
                    <a:pt x="100" y="372"/>
                  </a:lnTo>
                  <a:lnTo>
                    <a:pt x="96" y="375"/>
                  </a:lnTo>
                  <a:lnTo>
                    <a:pt x="93" y="379"/>
                  </a:lnTo>
                  <a:lnTo>
                    <a:pt x="78" y="397"/>
                  </a:lnTo>
                  <a:lnTo>
                    <a:pt x="60" y="421"/>
                  </a:lnTo>
                  <a:lnTo>
                    <a:pt x="41" y="447"/>
                  </a:lnTo>
                  <a:lnTo>
                    <a:pt x="23" y="474"/>
                  </a:lnTo>
                  <a:lnTo>
                    <a:pt x="8" y="502"/>
                  </a:lnTo>
                  <a:lnTo>
                    <a:pt x="0" y="527"/>
                  </a:lnTo>
                  <a:lnTo>
                    <a:pt x="0" y="549"/>
                  </a:lnTo>
                  <a:lnTo>
                    <a:pt x="9" y="565"/>
                  </a:lnTo>
                  <a:lnTo>
                    <a:pt x="25" y="575"/>
                  </a:lnTo>
                  <a:lnTo>
                    <a:pt x="40" y="580"/>
                  </a:lnTo>
                  <a:lnTo>
                    <a:pt x="54" y="582"/>
                  </a:lnTo>
                  <a:lnTo>
                    <a:pt x="66" y="579"/>
                  </a:lnTo>
                  <a:lnTo>
                    <a:pt x="77" y="574"/>
                  </a:lnTo>
                  <a:lnTo>
                    <a:pt x="89" y="567"/>
                  </a:lnTo>
                  <a:lnTo>
                    <a:pt x="99" y="556"/>
                  </a:lnTo>
                  <a:lnTo>
                    <a:pt x="109" y="545"/>
                  </a:lnTo>
                  <a:lnTo>
                    <a:pt x="113" y="539"/>
                  </a:lnTo>
                  <a:lnTo>
                    <a:pt x="116" y="534"/>
                  </a:lnTo>
                  <a:lnTo>
                    <a:pt x="120" y="528"/>
                  </a:lnTo>
                  <a:lnTo>
                    <a:pt x="122" y="523"/>
                  </a:lnTo>
                  <a:lnTo>
                    <a:pt x="133" y="495"/>
                  </a:lnTo>
                  <a:lnTo>
                    <a:pt x="140" y="467"/>
                  </a:lnTo>
                  <a:lnTo>
                    <a:pt x="143" y="441"/>
                  </a:lnTo>
                  <a:lnTo>
                    <a:pt x="142" y="419"/>
                  </a:lnTo>
                  <a:lnTo>
                    <a:pt x="142" y="408"/>
                  </a:lnTo>
                  <a:lnTo>
                    <a:pt x="146" y="396"/>
                  </a:lnTo>
                  <a:lnTo>
                    <a:pt x="150" y="383"/>
                  </a:lnTo>
                  <a:lnTo>
                    <a:pt x="158" y="371"/>
                  </a:lnTo>
                  <a:lnTo>
                    <a:pt x="167" y="359"/>
                  </a:lnTo>
                  <a:lnTo>
                    <a:pt x="176" y="345"/>
                  </a:lnTo>
                  <a:lnTo>
                    <a:pt x="186" y="334"/>
                  </a:lnTo>
                  <a:lnTo>
                    <a:pt x="196" y="321"/>
                  </a:lnTo>
                  <a:lnTo>
                    <a:pt x="200" y="316"/>
                  </a:lnTo>
                  <a:lnTo>
                    <a:pt x="204" y="312"/>
                  </a:lnTo>
                  <a:lnTo>
                    <a:pt x="208" y="306"/>
                  </a:lnTo>
                  <a:lnTo>
                    <a:pt x="212" y="302"/>
                  </a:lnTo>
                  <a:lnTo>
                    <a:pt x="222" y="290"/>
                  </a:lnTo>
                  <a:lnTo>
                    <a:pt x="234" y="276"/>
                  </a:lnTo>
                  <a:lnTo>
                    <a:pt x="248" y="261"/>
                  </a:lnTo>
                  <a:lnTo>
                    <a:pt x="263" y="246"/>
                  </a:lnTo>
                  <a:lnTo>
                    <a:pt x="277" y="230"/>
                  </a:lnTo>
                  <a:lnTo>
                    <a:pt x="292" y="217"/>
                  </a:lnTo>
                  <a:lnTo>
                    <a:pt x="307" y="204"/>
                  </a:lnTo>
                  <a:lnTo>
                    <a:pt x="321" y="195"/>
                  </a:lnTo>
                  <a:lnTo>
                    <a:pt x="322" y="193"/>
                  </a:lnTo>
                  <a:lnTo>
                    <a:pt x="324" y="193"/>
                  </a:lnTo>
                  <a:lnTo>
                    <a:pt x="325" y="193"/>
                  </a:lnTo>
                  <a:lnTo>
                    <a:pt x="326" y="192"/>
                  </a:lnTo>
                  <a:lnTo>
                    <a:pt x="344" y="184"/>
                  </a:lnTo>
                  <a:lnTo>
                    <a:pt x="368" y="175"/>
                  </a:lnTo>
                  <a:lnTo>
                    <a:pt x="394" y="166"/>
                  </a:lnTo>
                  <a:lnTo>
                    <a:pt x="422" y="157"/>
                  </a:lnTo>
                  <a:lnTo>
                    <a:pt x="448" y="149"/>
                  </a:lnTo>
                  <a:lnTo>
                    <a:pt x="473" y="144"/>
                  </a:lnTo>
                  <a:lnTo>
                    <a:pt x="493" y="138"/>
                  </a:lnTo>
                  <a:lnTo>
                    <a:pt x="507" y="135"/>
                  </a:lnTo>
                  <a:lnTo>
                    <a:pt x="510" y="134"/>
                  </a:lnTo>
                  <a:lnTo>
                    <a:pt x="511" y="134"/>
                  </a:lnTo>
                  <a:lnTo>
                    <a:pt x="514" y="134"/>
                  </a:lnTo>
                  <a:lnTo>
                    <a:pt x="515" y="134"/>
                  </a:lnTo>
                  <a:lnTo>
                    <a:pt x="528" y="131"/>
                  </a:lnTo>
                  <a:lnTo>
                    <a:pt x="543" y="127"/>
                  </a:lnTo>
                  <a:lnTo>
                    <a:pt x="557" y="120"/>
                  </a:lnTo>
                  <a:lnTo>
                    <a:pt x="571" y="112"/>
                  </a:lnTo>
                  <a:lnTo>
                    <a:pt x="580" y="102"/>
                  </a:lnTo>
                  <a:lnTo>
                    <a:pt x="586" y="91"/>
                  </a:lnTo>
                  <a:lnTo>
                    <a:pt x="583" y="77"/>
                  </a:lnTo>
                  <a:lnTo>
                    <a:pt x="573" y="62"/>
                  </a:lnTo>
                  <a:lnTo>
                    <a:pt x="565" y="54"/>
                  </a:lnTo>
                  <a:lnTo>
                    <a:pt x="555" y="46"/>
                  </a:lnTo>
                  <a:lnTo>
                    <a:pt x="546" y="38"/>
                  </a:lnTo>
                  <a:lnTo>
                    <a:pt x="535" y="31"/>
                  </a:lnTo>
                  <a:lnTo>
                    <a:pt x="524" y="25"/>
                  </a:lnTo>
                  <a:lnTo>
                    <a:pt x="510" y="18"/>
                  </a:lnTo>
                  <a:lnTo>
                    <a:pt x="497" y="14"/>
                  </a:lnTo>
                  <a:lnTo>
                    <a:pt x="482" y="10"/>
                  </a:lnTo>
                  <a:lnTo>
                    <a:pt x="467" y="6"/>
                  </a:lnTo>
                  <a:lnTo>
                    <a:pt x="452" y="3"/>
                  </a:lnTo>
                  <a:lnTo>
                    <a:pt x="435" y="2"/>
                  </a:lnTo>
                  <a:lnTo>
                    <a:pt x="417" y="0"/>
                  </a:lnTo>
                  <a:lnTo>
                    <a:pt x="398" y="0"/>
                  </a:lnTo>
                  <a:lnTo>
                    <a:pt x="379" y="2"/>
                  </a:lnTo>
                  <a:lnTo>
                    <a:pt x="358" y="4"/>
                  </a:lnTo>
                  <a:lnTo>
                    <a:pt x="338" y="7"/>
                  </a:lnTo>
                  <a:lnTo>
                    <a:pt x="332" y="7"/>
                  </a:lnTo>
                  <a:lnTo>
                    <a:pt x="318" y="11"/>
                  </a:lnTo>
                  <a:lnTo>
                    <a:pt x="298" y="18"/>
                  </a:lnTo>
                  <a:lnTo>
                    <a:pt x="274" y="31"/>
                  </a:lnTo>
                  <a:lnTo>
                    <a:pt x="248" y="51"/>
                  </a:lnTo>
                  <a:lnTo>
                    <a:pt x="222" y="82"/>
                  </a:lnTo>
                  <a:lnTo>
                    <a:pt x="200" y="123"/>
                  </a:lnTo>
                  <a:lnTo>
                    <a:pt x="182" y="177"/>
                  </a:lnTo>
                  <a:close/>
                </a:path>
              </a:pathLst>
            </a:custGeom>
            <a:solidFill>
              <a:srgbClr val="4F9B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8" name="Freeform 176"/>
            <p:cNvSpPr>
              <a:spLocks/>
            </p:cNvSpPr>
            <p:nvPr/>
          </p:nvSpPr>
          <p:spPr bwMode="gray">
            <a:xfrm>
              <a:off x="3630" y="1932"/>
              <a:ext cx="289" cy="287"/>
            </a:xfrm>
            <a:custGeom>
              <a:avLst/>
              <a:gdLst/>
              <a:ahLst/>
              <a:cxnLst>
                <a:cxn ang="0">
                  <a:pos x="173" y="225"/>
                </a:cxn>
                <a:cxn ang="0">
                  <a:pos x="152" y="292"/>
                </a:cxn>
                <a:cxn ang="0">
                  <a:pos x="134" y="331"/>
                </a:cxn>
                <a:cxn ang="0">
                  <a:pos x="118" y="351"/>
                </a:cxn>
                <a:cxn ang="0">
                  <a:pos x="107" y="364"/>
                </a:cxn>
                <a:cxn ang="0">
                  <a:pos x="101" y="371"/>
                </a:cxn>
                <a:cxn ang="0">
                  <a:pos x="82" y="393"/>
                </a:cxn>
                <a:cxn ang="0">
                  <a:pos x="43" y="442"/>
                </a:cxn>
                <a:cxn ang="0">
                  <a:pos x="12" y="496"/>
                </a:cxn>
                <a:cxn ang="0">
                  <a:pos x="0" y="543"/>
                </a:cxn>
                <a:cxn ang="0">
                  <a:pos x="25" y="568"/>
                </a:cxn>
                <a:cxn ang="0">
                  <a:pos x="53" y="575"/>
                </a:cxn>
                <a:cxn ang="0">
                  <a:pos x="78" y="565"/>
                </a:cxn>
                <a:cxn ang="0">
                  <a:pos x="97" y="546"/>
                </a:cxn>
                <a:cxn ang="0">
                  <a:pos x="111" y="529"/>
                </a:cxn>
                <a:cxn ang="0">
                  <a:pos x="118" y="518"/>
                </a:cxn>
                <a:cxn ang="0">
                  <a:pos x="130" y="485"/>
                </a:cxn>
                <a:cxn ang="0">
                  <a:pos x="140" y="433"/>
                </a:cxn>
                <a:cxn ang="0">
                  <a:pos x="138" y="400"/>
                </a:cxn>
                <a:cxn ang="0">
                  <a:pos x="147" y="376"/>
                </a:cxn>
                <a:cxn ang="0">
                  <a:pos x="163" y="351"/>
                </a:cxn>
                <a:cxn ang="0">
                  <a:pos x="182" y="327"/>
                </a:cxn>
                <a:cxn ang="0">
                  <a:pos x="196" y="309"/>
                </a:cxn>
                <a:cxn ang="0">
                  <a:pos x="205" y="299"/>
                </a:cxn>
                <a:cxn ang="0">
                  <a:pos x="218" y="284"/>
                </a:cxn>
                <a:cxn ang="0">
                  <a:pos x="243" y="255"/>
                </a:cxn>
                <a:cxn ang="0">
                  <a:pos x="272" y="225"/>
                </a:cxn>
                <a:cxn ang="0">
                  <a:pos x="301" y="198"/>
                </a:cxn>
                <a:cxn ang="0">
                  <a:pos x="316" y="189"/>
                </a:cxn>
                <a:cxn ang="0">
                  <a:pos x="319" y="187"/>
                </a:cxn>
                <a:cxn ang="0">
                  <a:pos x="338" y="179"/>
                </a:cxn>
                <a:cxn ang="0">
                  <a:pos x="387" y="161"/>
                </a:cxn>
                <a:cxn ang="0">
                  <a:pos x="440" y="143"/>
                </a:cxn>
                <a:cxn ang="0">
                  <a:pos x="483" y="131"/>
                </a:cxn>
                <a:cxn ang="0">
                  <a:pos x="498" y="128"/>
                </a:cxn>
                <a:cxn ang="0">
                  <a:pos x="502" y="127"/>
                </a:cxn>
                <a:cxn ang="0">
                  <a:pos x="516" y="124"/>
                </a:cxn>
                <a:cxn ang="0">
                  <a:pos x="548" y="114"/>
                </a:cxn>
                <a:cxn ang="0">
                  <a:pos x="573" y="98"/>
                </a:cxn>
                <a:cxn ang="0">
                  <a:pos x="577" y="74"/>
                </a:cxn>
                <a:cxn ang="0">
                  <a:pos x="559" y="51"/>
                </a:cxn>
                <a:cxn ang="0">
                  <a:pos x="540" y="36"/>
                </a:cxn>
                <a:cxn ang="0">
                  <a:pos x="517" y="23"/>
                </a:cxn>
                <a:cxn ang="0">
                  <a:pos x="491" y="12"/>
                </a:cxn>
                <a:cxn ang="0">
                  <a:pos x="462" y="6"/>
                </a:cxn>
                <a:cxn ang="0">
                  <a:pos x="429" y="1"/>
                </a:cxn>
                <a:cxn ang="0">
                  <a:pos x="393" y="0"/>
                </a:cxn>
                <a:cxn ang="0">
                  <a:pos x="355" y="4"/>
                </a:cxn>
                <a:cxn ang="0">
                  <a:pos x="329" y="8"/>
                </a:cxn>
                <a:cxn ang="0">
                  <a:pos x="297" y="18"/>
                </a:cxn>
                <a:cxn ang="0">
                  <a:pos x="249" y="52"/>
                </a:cxn>
                <a:cxn ang="0">
                  <a:pos x="202" y="123"/>
                </a:cxn>
              </a:cxnLst>
              <a:rect l="0" t="0" r="r" b="b"/>
              <a:pathLst>
                <a:path w="578" h="575">
                  <a:moveTo>
                    <a:pt x="185" y="175"/>
                  </a:moveTo>
                  <a:lnTo>
                    <a:pt x="173" y="225"/>
                  </a:lnTo>
                  <a:lnTo>
                    <a:pt x="162" y="263"/>
                  </a:lnTo>
                  <a:lnTo>
                    <a:pt x="152" y="292"/>
                  </a:lnTo>
                  <a:lnTo>
                    <a:pt x="142" y="314"/>
                  </a:lnTo>
                  <a:lnTo>
                    <a:pt x="134" y="331"/>
                  </a:lnTo>
                  <a:lnTo>
                    <a:pt x="126" y="342"/>
                  </a:lnTo>
                  <a:lnTo>
                    <a:pt x="118" y="351"/>
                  </a:lnTo>
                  <a:lnTo>
                    <a:pt x="109" y="361"/>
                  </a:lnTo>
                  <a:lnTo>
                    <a:pt x="107" y="364"/>
                  </a:lnTo>
                  <a:lnTo>
                    <a:pt x="104" y="368"/>
                  </a:lnTo>
                  <a:lnTo>
                    <a:pt x="101" y="371"/>
                  </a:lnTo>
                  <a:lnTo>
                    <a:pt x="97" y="375"/>
                  </a:lnTo>
                  <a:lnTo>
                    <a:pt x="82" y="393"/>
                  </a:lnTo>
                  <a:lnTo>
                    <a:pt x="64" y="416"/>
                  </a:lnTo>
                  <a:lnTo>
                    <a:pt x="43" y="442"/>
                  </a:lnTo>
                  <a:lnTo>
                    <a:pt x="25" y="470"/>
                  </a:lnTo>
                  <a:lnTo>
                    <a:pt x="12" y="496"/>
                  </a:lnTo>
                  <a:lnTo>
                    <a:pt x="2" y="522"/>
                  </a:lnTo>
                  <a:lnTo>
                    <a:pt x="0" y="543"/>
                  </a:lnTo>
                  <a:lnTo>
                    <a:pt x="10" y="558"/>
                  </a:lnTo>
                  <a:lnTo>
                    <a:pt x="25" y="568"/>
                  </a:lnTo>
                  <a:lnTo>
                    <a:pt x="40" y="573"/>
                  </a:lnTo>
                  <a:lnTo>
                    <a:pt x="53" y="575"/>
                  </a:lnTo>
                  <a:lnTo>
                    <a:pt x="65" y="571"/>
                  </a:lnTo>
                  <a:lnTo>
                    <a:pt x="78" y="565"/>
                  </a:lnTo>
                  <a:lnTo>
                    <a:pt x="87" y="557"/>
                  </a:lnTo>
                  <a:lnTo>
                    <a:pt x="97" y="546"/>
                  </a:lnTo>
                  <a:lnTo>
                    <a:pt x="107" y="535"/>
                  </a:lnTo>
                  <a:lnTo>
                    <a:pt x="111" y="529"/>
                  </a:lnTo>
                  <a:lnTo>
                    <a:pt x="114" y="524"/>
                  </a:lnTo>
                  <a:lnTo>
                    <a:pt x="118" y="518"/>
                  </a:lnTo>
                  <a:lnTo>
                    <a:pt x="120" y="513"/>
                  </a:lnTo>
                  <a:lnTo>
                    <a:pt x="130" y="485"/>
                  </a:lnTo>
                  <a:lnTo>
                    <a:pt x="137" y="458"/>
                  </a:lnTo>
                  <a:lnTo>
                    <a:pt x="140" y="433"/>
                  </a:lnTo>
                  <a:lnTo>
                    <a:pt x="138" y="411"/>
                  </a:lnTo>
                  <a:lnTo>
                    <a:pt x="138" y="400"/>
                  </a:lnTo>
                  <a:lnTo>
                    <a:pt x="141" y="389"/>
                  </a:lnTo>
                  <a:lnTo>
                    <a:pt x="147" y="376"/>
                  </a:lnTo>
                  <a:lnTo>
                    <a:pt x="154" y="364"/>
                  </a:lnTo>
                  <a:lnTo>
                    <a:pt x="163" y="351"/>
                  </a:lnTo>
                  <a:lnTo>
                    <a:pt x="171" y="338"/>
                  </a:lnTo>
                  <a:lnTo>
                    <a:pt x="182" y="327"/>
                  </a:lnTo>
                  <a:lnTo>
                    <a:pt x="192" y="314"/>
                  </a:lnTo>
                  <a:lnTo>
                    <a:pt x="196" y="309"/>
                  </a:lnTo>
                  <a:lnTo>
                    <a:pt x="200" y="305"/>
                  </a:lnTo>
                  <a:lnTo>
                    <a:pt x="205" y="299"/>
                  </a:lnTo>
                  <a:lnTo>
                    <a:pt x="209" y="295"/>
                  </a:lnTo>
                  <a:lnTo>
                    <a:pt x="218" y="284"/>
                  </a:lnTo>
                  <a:lnTo>
                    <a:pt x="231" y="270"/>
                  </a:lnTo>
                  <a:lnTo>
                    <a:pt x="243" y="255"/>
                  </a:lnTo>
                  <a:lnTo>
                    <a:pt x="258" y="240"/>
                  </a:lnTo>
                  <a:lnTo>
                    <a:pt x="272" y="225"/>
                  </a:lnTo>
                  <a:lnTo>
                    <a:pt x="287" y="211"/>
                  </a:lnTo>
                  <a:lnTo>
                    <a:pt x="301" y="198"/>
                  </a:lnTo>
                  <a:lnTo>
                    <a:pt x="315" y="190"/>
                  </a:lnTo>
                  <a:lnTo>
                    <a:pt x="316" y="189"/>
                  </a:lnTo>
                  <a:lnTo>
                    <a:pt x="318" y="189"/>
                  </a:lnTo>
                  <a:lnTo>
                    <a:pt x="319" y="187"/>
                  </a:lnTo>
                  <a:lnTo>
                    <a:pt x="320" y="187"/>
                  </a:lnTo>
                  <a:lnTo>
                    <a:pt x="338" y="179"/>
                  </a:lnTo>
                  <a:lnTo>
                    <a:pt x="362" y="170"/>
                  </a:lnTo>
                  <a:lnTo>
                    <a:pt x="387" y="161"/>
                  </a:lnTo>
                  <a:lnTo>
                    <a:pt x="414" y="152"/>
                  </a:lnTo>
                  <a:lnTo>
                    <a:pt x="440" y="143"/>
                  </a:lnTo>
                  <a:lnTo>
                    <a:pt x="464" y="136"/>
                  </a:lnTo>
                  <a:lnTo>
                    <a:pt x="483" y="131"/>
                  </a:lnTo>
                  <a:lnTo>
                    <a:pt x="497" y="128"/>
                  </a:lnTo>
                  <a:lnTo>
                    <a:pt x="498" y="128"/>
                  </a:lnTo>
                  <a:lnTo>
                    <a:pt x="501" y="127"/>
                  </a:lnTo>
                  <a:lnTo>
                    <a:pt x="502" y="127"/>
                  </a:lnTo>
                  <a:lnTo>
                    <a:pt x="504" y="127"/>
                  </a:lnTo>
                  <a:lnTo>
                    <a:pt x="516" y="124"/>
                  </a:lnTo>
                  <a:lnTo>
                    <a:pt x="531" y="120"/>
                  </a:lnTo>
                  <a:lnTo>
                    <a:pt x="548" y="114"/>
                  </a:lnTo>
                  <a:lnTo>
                    <a:pt x="562" y="108"/>
                  </a:lnTo>
                  <a:lnTo>
                    <a:pt x="573" y="98"/>
                  </a:lnTo>
                  <a:lnTo>
                    <a:pt x="578" y="87"/>
                  </a:lnTo>
                  <a:lnTo>
                    <a:pt x="577" y="74"/>
                  </a:lnTo>
                  <a:lnTo>
                    <a:pt x="567" y="59"/>
                  </a:lnTo>
                  <a:lnTo>
                    <a:pt x="559" y="51"/>
                  </a:lnTo>
                  <a:lnTo>
                    <a:pt x="549" y="43"/>
                  </a:lnTo>
                  <a:lnTo>
                    <a:pt x="540" y="36"/>
                  </a:lnTo>
                  <a:lnTo>
                    <a:pt x="529" y="29"/>
                  </a:lnTo>
                  <a:lnTo>
                    <a:pt x="517" y="23"/>
                  </a:lnTo>
                  <a:lnTo>
                    <a:pt x="505" y="18"/>
                  </a:lnTo>
                  <a:lnTo>
                    <a:pt x="491" y="12"/>
                  </a:lnTo>
                  <a:lnTo>
                    <a:pt x="478" y="8"/>
                  </a:lnTo>
                  <a:lnTo>
                    <a:pt x="462" y="6"/>
                  </a:lnTo>
                  <a:lnTo>
                    <a:pt x="447" y="3"/>
                  </a:lnTo>
                  <a:lnTo>
                    <a:pt x="429" y="1"/>
                  </a:lnTo>
                  <a:lnTo>
                    <a:pt x="413" y="0"/>
                  </a:lnTo>
                  <a:lnTo>
                    <a:pt x="393" y="0"/>
                  </a:lnTo>
                  <a:lnTo>
                    <a:pt x="375" y="1"/>
                  </a:lnTo>
                  <a:lnTo>
                    <a:pt x="355" y="4"/>
                  </a:lnTo>
                  <a:lnTo>
                    <a:pt x="334" y="7"/>
                  </a:lnTo>
                  <a:lnTo>
                    <a:pt x="329" y="8"/>
                  </a:lnTo>
                  <a:lnTo>
                    <a:pt x="316" y="11"/>
                  </a:lnTo>
                  <a:lnTo>
                    <a:pt x="297" y="18"/>
                  </a:lnTo>
                  <a:lnTo>
                    <a:pt x="273" y="32"/>
                  </a:lnTo>
                  <a:lnTo>
                    <a:pt x="249" y="52"/>
                  </a:lnTo>
                  <a:lnTo>
                    <a:pt x="224" y="81"/>
                  </a:lnTo>
                  <a:lnTo>
                    <a:pt x="202" y="123"/>
                  </a:lnTo>
                  <a:lnTo>
                    <a:pt x="185" y="175"/>
                  </a:lnTo>
                  <a:close/>
                </a:path>
              </a:pathLst>
            </a:custGeom>
            <a:solidFill>
              <a:srgbClr val="3A8E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69" name="Freeform 177"/>
            <p:cNvSpPr>
              <a:spLocks/>
            </p:cNvSpPr>
            <p:nvPr/>
          </p:nvSpPr>
          <p:spPr bwMode="gray">
            <a:xfrm>
              <a:off x="3633" y="1934"/>
              <a:ext cx="284" cy="283"/>
            </a:xfrm>
            <a:custGeom>
              <a:avLst/>
              <a:gdLst/>
              <a:ahLst/>
              <a:cxnLst>
                <a:cxn ang="0">
                  <a:pos x="172" y="221"/>
                </a:cxn>
                <a:cxn ang="0">
                  <a:pos x="152" y="288"/>
                </a:cxn>
                <a:cxn ang="0">
                  <a:pos x="134" y="325"/>
                </a:cxn>
                <a:cxn ang="0">
                  <a:pos x="116" y="347"/>
                </a:cxn>
                <a:cxn ang="0">
                  <a:pos x="105" y="358"/>
                </a:cxn>
                <a:cxn ang="0">
                  <a:pos x="101" y="365"/>
                </a:cxn>
                <a:cxn ang="0">
                  <a:pos x="81" y="386"/>
                </a:cxn>
                <a:cxn ang="0">
                  <a:pos x="43" y="436"/>
                </a:cxn>
                <a:cxn ang="0">
                  <a:pos x="10" y="491"/>
                </a:cxn>
                <a:cxn ang="0">
                  <a:pos x="0" y="536"/>
                </a:cxn>
                <a:cxn ang="0">
                  <a:pos x="23" y="561"/>
                </a:cxn>
                <a:cxn ang="0">
                  <a:pos x="50" y="567"/>
                </a:cxn>
                <a:cxn ang="0">
                  <a:pos x="73" y="555"/>
                </a:cxn>
                <a:cxn ang="0">
                  <a:pos x="92" y="536"/>
                </a:cxn>
                <a:cxn ang="0">
                  <a:pos x="105" y="518"/>
                </a:cxn>
                <a:cxn ang="0">
                  <a:pos x="112" y="507"/>
                </a:cxn>
                <a:cxn ang="0">
                  <a:pos x="124" y="476"/>
                </a:cxn>
                <a:cxn ang="0">
                  <a:pos x="131" y="422"/>
                </a:cxn>
                <a:cxn ang="0">
                  <a:pos x="130" y="392"/>
                </a:cxn>
                <a:cxn ang="0">
                  <a:pos x="139" y="368"/>
                </a:cxn>
                <a:cxn ang="0">
                  <a:pos x="154" y="342"/>
                </a:cxn>
                <a:cxn ang="0">
                  <a:pos x="175" y="317"/>
                </a:cxn>
                <a:cxn ang="0">
                  <a:pos x="189" y="301"/>
                </a:cxn>
                <a:cxn ang="0">
                  <a:pos x="197" y="292"/>
                </a:cxn>
                <a:cxn ang="0">
                  <a:pos x="211" y="277"/>
                </a:cxn>
                <a:cxn ang="0">
                  <a:pos x="236" y="248"/>
                </a:cxn>
                <a:cxn ang="0">
                  <a:pos x="263" y="219"/>
                </a:cxn>
                <a:cxn ang="0">
                  <a:pos x="291" y="193"/>
                </a:cxn>
                <a:cxn ang="0">
                  <a:pos x="306" y="183"/>
                </a:cxn>
                <a:cxn ang="0">
                  <a:pos x="309" y="182"/>
                </a:cxn>
                <a:cxn ang="0">
                  <a:pos x="328" y="172"/>
                </a:cxn>
                <a:cxn ang="0">
                  <a:pos x="376" y="155"/>
                </a:cxn>
                <a:cxn ang="0">
                  <a:pos x="427" y="137"/>
                </a:cxn>
                <a:cxn ang="0">
                  <a:pos x="470" y="123"/>
                </a:cxn>
                <a:cxn ang="0">
                  <a:pos x="484" y="120"/>
                </a:cxn>
                <a:cxn ang="0">
                  <a:pos x="487" y="120"/>
                </a:cxn>
                <a:cxn ang="0">
                  <a:pos x="502" y="117"/>
                </a:cxn>
                <a:cxn ang="0">
                  <a:pos x="534" y="108"/>
                </a:cxn>
                <a:cxn ang="0">
                  <a:pos x="561" y="93"/>
                </a:cxn>
                <a:cxn ang="0">
                  <a:pos x="567" y="69"/>
                </a:cxn>
                <a:cxn ang="0">
                  <a:pos x="550" y="47"/>
                </a:cxn>
                <a:cxn ang="0">
                  <a:pos x="531" y="33"/>
                </a:cxn>
                <a:cxn ang="0">
                  <a:pos x="509" y="21"/>
                </a:cxn>
                <a:cxn ang="0">
                  <a:pos x="483" y="11"/>
                </a:cxn>
                <a:cxn ang="0">
                  <a:pos x="454" y="4"/>
                </a:cxn>
                <a:cxn ang="0">
                  <a:pos x="420" y="0"/>
                </a:cxn>
                <a:cxn ang="0">
                  <a:pos x="385" y="0"/>
                </a:cxn>
                <a:cxn ang="0">
                  <a:pos x="347" y="4"/>
                </a:cxn>
                <a:cxn ang="0">
                  <a:pos x="323" y="8"/>
                </a:cxn>
                <a:cxn ang="0">
                  <a:pos x="291" y="18"/>
                </a:cxn>
                <a:cxn ang="0">
                  <a:pos x="245" y="53"/>
                </a:cxn>
                <a:cxn ang="0">
                  <a:pos x="201" y="120"/>
                </a:cxn>
              </a:cxnLst>
              <a:rect l="0" t="0" r="r" b="b"/>
              <a:pathLst>
                <a:path w="568" h="567">
                  <a:moveTo>
                    <a:pt x="185" y="171"/>
                  </a:moveTo>
                  <a:lnTo>
                    <a:pt x="172" y="221"/>
                  </a:lnTo>
                  <a:lnTo>
                    <a:pt x="161" y="259"/>
                  </a:lnTo>
                  <a:lnTo>
                    <a:pt x="152" y="288"/>
                  </a:lnTo>
                  <a:lnTo>
                    <a:pt x="142" y="310"/>
                  </a:lnTo>
                  <a:lnTo>
                    <a:pt x="134" y="325"/>
                  </a:lnTo>
                  <a:lnTo>
                    <a:pt x="124" y="338"/>
                  </a:lnTo>
                  <a:lnTo>
                    <a:pt x="116" y="347"/>
                  </a:lnTo>
                  <a:lnTo>
                    <a:pt x="108" y="356"/>
                  </a:lnTo>
                  <a:lnTo>
                    <a:pt x="105" y="358"/>
                  </a:lnTo>
                  <a:lnTo>
                    <a:pt x="103" y="361"/>
                  </a:lnTo>
                  <a:lnTo>
                    <a:pt x="101" y="365"/>
                  </a:lnTo>
                  <a:lnTo>
                    <a:pt x="97" y="368"/>
                  </a:lnTo>
                  <a:lnTo>
                    <a:pt x="81" y="386"/>
                  </a:lnTo>
                  <a:lnTo>
                    <a:pt x="63" y="409"/>
                  </a:lnTo>
                  <a:lnTo>
                    <a:pt x="43" y="436"/>
                  </a:lnTo>
                  <a:lnTo>
                    <a:pt x="25" y="463"/>
                  </a:lnTo>
                  <a:lnTo>
                    <a:pt x="10" y="491"/>
                  </a:lnTo>
                  <a:lnTo>
                    <a:pt x="1" y="516"/>
                  </a:lnTo>
                  <a:lnTo>
                    <a:pt x="0" y="536"/>
                  </a:lnTo>
                  <a:lnTo>
                    <a:pt x="8" y="551"/>
                  </a:lnTo>
                  <a:lnTo>
                    <a:pt x="23" y="561"/>
                  </a:lnTo>
                  <a:lnTo>
                    <a:pt x="37" y="565"/>
                  </a:lnTo>
                  <a:lnTo>
                    <a:pt x="50" y="567"/>
                  </a:lnTo>
                  <a:lnTo>
                    <a:pt x="62" y="562"/>
                  </a:lnTo>
                  <a:lnTo>
                    <a:pt x="73" y="555"/>
                  </a:lnTo>
                  <a:lnTo>
                    <a:pt x="83" y="547"/>
                  </a:lnTo>
                  <a:lnTo>
                    <a:pt x="92" y="536"/>
                  </a:lnTo>
                  <a:lnTo>
                    <a:pt x="102" y="524"/>
                  </a:lnTo>
                  <a:lnTo>
                    <a:pt x="105" y="518"/>
                  </a:lnTo>
                  <a:lnTo>
                    <a:pt x="109" y="513"/>
                  </a:lnTo>
                  <a:lnTo>
                    <a:pt x="112" y="507"/>
                  </a:lnTo>
                  <a:lnTo>
                    <a:pt x="114" y="502"/>
                  </a:lnTo>
                  <a:lnTo>
                    <a:pt x="124" y="476"/>
                  </a:lnTo>
                  <a:lnTo>
                    <a:pt x="130" y="448"/>
                  </a:lnTo>
                  <a:lnTo>
                    <a:pt x="131" y="422"/>
                  </a:lnTo>
                  <a:lnTo>
                    <a:pt x="130" y="401"/>
                  </a:lnTo>
                  <a:lnTo>
                    <a:pt x="130" y="392"/>
                  </a:lnTo>
                  <a:lnTo>
                    <a:pt x="134" y="380"/>
                  </a:lnTo>
                  <a:lnTo>
                    <a:pt x="139" y="368"/>
                  </a:lnTo>
                  <a:lnTo>
                    <a:pt x="146" y="356"/>
                  </a:lnTo>
                  <a:lnTo>
                    <a:pt x="154" y="342"/>
                  </a:lnTo>
                  <a:lnTo>
                    <a:pt x="164" y="330"/>
                  </a:lnTo>
                  <a:lnTo>
                    <a:pt x="175" y="317"/>
                  </a:lnTo>
                  <a:lnTo>
                    <a:pt x="185" y="306"/>
                  </a:lnTo>
                  <a:lnTo>
                    <a:pt x="189" y="301"/>
                  </a:lnTo>
                  <a:lnTo>
                    <a:pt x="193" y="296"/>
                  </a:lnTo>
                  <a:lnTo>
                    <a:pt x="197" y="292"/>
                  </a:lnTo>
                  <a:lnTo>
                    <a:pt x="201" y="288"/>
                  </a:lnTo>
                  <a:lnTo>
                    <a:pt x="211" y="277"/>
                  </a:lnTo>
                  <a:lnTo>
                    <a:pt x="222" y="263"/>
                  </a:lnTo>
                  <a:lnTo>
                    <a:pt x="236" y="248"/>
                  </a:lnTo>
                  <a:lnTo>
                    <a:pt x="250" y="233"/>
                  </a:lnTo>
                  <a:lnTo>
                    <a:pt x="263" y="219"/>
                  </a:lnTo>
                  <a:lnTo>
                    <a:pt x="277" y="206"/>
                  </a:lnTo>
                  <a:lnTo>
                    <a:pt x="291" y="193"/>
                  </a:lnTo>
                  <a:lnTo>
                    <a:pt x="305" y="185"/>
                  </a:lnTo>
                  <a:lnTo>
                    <a:pt x="306" y="183"/>
                  </a:lnTo>
                  <a:lnTo>
                    <a:pt x="307" y="182"/>
                  </a:lnTo>
                  <a:lnTo>
                    <a:pt x="309" y="182"/>
                  </a:lnTo>
                  <a:lnTo>
                    <a:pt x="310" y="181"/>
                  </a:lnTo>
                  <a:lnTo>
                    <a:pt x="328" y="172"/>
                  </a:lnTo>
                  <a:lnTo>
                    <a:pt x="350" y="164"/>
                  </a:lnTo>
                  <a:lnTo>
                    <a:pt x="376" y="155"/>
                  </a:lnTo>
                  <a:lnTo>
                    <a:pt x="403" y="145"/>
                  </a:lnTo>
                  <a:lnTo>
                    <a:pt x="427" y="137"/>
                  </a:lnTo>
                  <a:lnTo>
                    <a:pt x="451" y="128"/>
                  </a:lnTo>
                  <a:lnTo>
                    <a:pt x="470" y="123"/>
                  </a:lnTo>
                  <a:lnTo>
                    <a:pt x="483" y="120"/>
                  </a:lnTo>
                  <a:lnTo>
                    <a:pt x="484" y="120"/>
                  </a:lnTo>
                  <a:lnTo>
                    <a:pt x="485" y="120"/>
                  </a:lnTo>
                  <a:lnTo>
                    <a:pt x="487" y="120"/>
                  </a:lnTo>
                  <a:lnTo>
                    <a:pt x="488" y="120"/>
                  </a:lnTo>
                  <a:lnTo>
                    <a:pt x="502" y="117"/>
                  </a:lnTo>
                  <a:lnTo>
                    <a:pt x="517" y="113"/>
                  </a:lnTo>
                  <a:lnTo>
                    <a:pt x="534" y="108"/>
                  </a:lnTo>
                  <a:lnTo>
                    <a:pt x="549" y="101"/>
                  </a:lnTo>
                  <a:lnTo>
                    <a:pt x="561" y="93"/>
                  </a:lnTo>
                  <a:lnTo>
                    <a:pt x="568" y="82"/>
                  </a:lnTo>
                  <a:lnTo>
                    <a:pt x="567" y="69"/>
                  </a:lnTo>
                  <a:lnTo>
                    <a:pt x="558" y="55"/>
                  </a:lnTo>
                  <a:lnTo>
                    <a:pt x="550" y="47"/>
                  </a:lnTo>
                  <a:lnTo>
                    <a:pt x="542" y="40"/>
                  </a:lnTo>
                  <a:lnTo>
                    <a:pt x="531" y="33"/>
                  </a:lnTo>
                  <a:lnTo>
                    <a:pt x="521" y="26"/>
                  </a:lnTo>
                  <a:lnTo>
                    <a:pt x="509" y="21"/>
                  </a:lnTo>
                  <a:lnTo>
                    <a:pt x="496" y="15"/>
                  </a:lnTo>
                  <a:lnTo>
                    <a:pt x="483" y="11"/>
                  </a:lnTo>
                  <a:lnTo>
                    <a:pt x="469" y="7"/>
                  </a:lnTo>
                  <a:lnTo>
                    <a:pt x="454" y="4"/>
                  </a:lnTo>
                  <a:lnTo>
                    <a:pt x="437" y="2"/>
                  </a:lnTo>
                  <a:lnTo>
                    <a:pt x="420" y="0"/>
                  </a:lnTo>
                  <a:lnTo>
                    <a:pt x="404" y="0"/>
                  </a:lnTo>
                  <a:lnTo>
                    <a:pt x="385" y="0"/>
                  </a:lnTo>
                  <a:lnTo>
                    <a:pt x="367" y="2"/>
                  </a:lnTo>
                  <a:lnTo>
                    <a:pt x="347" y="4"/>
                  </a:lnTo>
                  <a:lnTo>
                    <a:pt x="327" y="7"/>
                  </a:lnTo>
                  <a:lnTo>
                    <a:pt x="323" y="8"/>
                  </a:lnTo>
                  <a:lnTo>
                    <a:pt x="309" y="11"/>
                  </a:lnTo>
                  <a:lnTo>
                    <a:pt x="291" y="18"/>
                  </a:lnTo>
                  <a:lnTo>
                    <a:pt x="269" y="32"/>
                  </a:lnTo>
                  <a:lnTo>
                    <a:pt x="245" y="53"/>
                  </a:lnTo>
                  <a:lnTo>
                    <a:pt x="222" y="82"/>
                  </a:lnTo>
                  <a:lnTo>
                    <a:pt x="201" y="120"/>
                  </a:lnTo>
                  <a:lnTo>
                    <a:pt x="185" y="171"/>
                  </a:lnTo>
                  <a:close/>
                </a:path>
              </a:pathLst>
            </a:custGeom>
            <a:solidFill>
              <a:srgbClr val="2382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0" name="Freeform 178"/>
            <p:cNvSpPr>
              <a:spLocks/>
            </p:cNvSpPr>
            <p:nvPr/>
          </p:nvSpPr>
          <p:spPr bwMode="gray">
            <a:xfrm>
              <a:off x="3635" y="1934"/>
              <a:ext cx="280" cy="279"/>
            </a:xfrm>
            <a:custGeom>
              <a:avLst/>
              <a:gdLst/>
              <a:ahLst/>
              <a:cxnLst>
                <a:cxn ang="0">
                  <a:pos x="319" y="8"/>
                </a:cxn>
                <a:cxn ang="0">
                  <a:pos x="288" y="19"/>
                </a:cxn>
                <a:cxn ang="0">
                  <a:pos x="244" y="53"/>
                </a:cxn>
                <a:cxn ang="0">
                  <a:pos x="201" y="120"/>
                </a:cxn>
                <a:cxn ang="0">
                  <a:pos x="174" y="219"/>
                </a:cxn>
                <a:cxn ang="0">
                  <a:pos x="153" y="285"/>
                </a:cxn>
                <a:cxn ang="0">
                  <a:pos x="135" y="321"/>
                </a:cxn>
                <a:cxn ang="0">
                  <a:pos x="119" y="342"/>
                </a:cxn>
                <a:cxn ang="0">
                  <a:pos x="98" y="365"/>
                </a:cxn>
                <a:cxn ang="0">
                  <a:pos x="57" y="415"/>
                </a:cxn>
                <a:cxn ang="0">
                  <a:pos x="17" y="476"/>
                </a:cxn>
                <a:cxn ang="0">
                  <a:pos x="0" y="528"/>
                </a:cxn>
                <a:cxn ang="0">
                  <a:pos x="24" y="554"/>
                </a:cxn>
                <a:cxn ang="0">
                  <a:pos x="50" y="558"/>
                </a:cxn>
                <a:cxn ang="0">
                  <a:pos x="72" y="547"/>
                </a:cxn>
                <a:cxn ang="0">
                  <a:pos x="91" y="527"/>
                </a:cxn>
                <a:cxn ang="0">
                  <a:pos x="115" y="485"/>
                </a:cxn>
                <a:cxn ang="0">
                  <a:pos x="127" y="419"/>
                </a:cxn>
                <a:cxn ang="0">
                  <a:pos x="127" y="380"/>
                </a:cxn>
                <a:cxn ang="0">
                  <a:pos x="141" y="350"/>
                </a:cxn>
                <a:cxn ang="0">
                  <a:pos x="163" y="320"/>
                </a:cxn>
                <a:cxn ang="0">
                  <a:pos x="186" y="292"/>
                </a:cxn>
                <a:cxn ang="0">
                  <a:pos x="206" y="270"/>
                </a:cxn>
                <a:cxn ang="0">
                  <a:pos x="229" y="243"/>
                </a:cxn>
                <a:cxn ang="0">
                  <a:pos x="257" y="212"/>
                </a:cxn>
                <a:cxn ang="0">
                  <a:pos x="284" y="188"/>
                </a:cxn>
                <a:cxn ang="0">
                  <a:pos x="314" y="171"/>
                </a:cxn>
                <a:cxn ang="0">
                  <a:pos x="361" y="152"/>
                </a:cxn>
                <a:cxn ang="0">
                  <a:pos x="415" y="131"/>
                </a:cxn>
                <a:cxn ang="0">
                  <a:pos x="458" y="116"/>
                </a:cxn>
                <a:cxn ang="0">
                  <a:pos x="483" y="112"/>
                </a:cxn>
                <a:cxn ang="0">
                  <a:pos x="517" y="104"/>
                </a:cxn>
                <a:cxn ang="0">
                  <a:pos x="549" y="90"/>
                </a:cxn>
                <a:cxn ang="0">
                  <a:pos x="560" y="68"/>
                </a:cxn>
                <a:cxn ang="0">
                  <a:pos x="543" y="44"/>
                </a:cxn>
                <a:cxn ang="0">
                  <a:pos x="525" y="31"/>
                </a:cxn>
                <a:cxn ang="0">
                  <a:pos x="503" y="19"/>
                </a:cxn>
                <a:cxn ang="0">
                  <a:pos x="477" y="10"/>
                </a:cxn>
                <a:cxn ang="0">
                  <a:pos x="447" y="4"/>
                </a:cxn>
                <a:cxn ang="0">
                  <a:pos x="415" y="0"/>
                </a:cxn>
                <a:cxn ang="0">
                  <a:pos x="381" y="0"/>
                </a:cxn>
                <a:cxn ang="0">
                  <a:pos x="342" y="4"/>
                </a:cxn>
              </a:cxnLst>
              <a:rect l="0" t="0" r="r" b="b"/>
              <a:pathLst>
                <a:path w="560" h="558">
                  <a:moveTo>
                    <a:pt x="323" y="7"/>
                  </a:moveTo>
                  <a:lnTo>
                    <a:pt x="319" y="8"/>
                  </a:lnTo>
                  <a:lnTo>
                    <a:pt x="306" y="11"/>
                  </a:lnTo>
                  <a:lnTo>
                    <a:pt x="288" y="19"/>
                  </a:lnTo>
                  <a:lnTo>
                    <a:pt x="268" y="32"/>
                  </a:lnTo>
                  <a:lnTo>
                    <a:pt x="244" y="53"/>
                  </a:lnTo>
                  <a:lnTo>
                    <a:pt x="222" y="82"/>
                  </a:lnTo>
                  <a:lnTo>
                    <a:pt x="201" y="120"/>
                  </a:lnTo>
                  <a:lnTo>
                    <a:pt x="186" y="170"/>
                  </a:lnTo>
                  <a:lnTo>
                    <a:pt x="174" y="219"/>
                  </a:lnTo>
                  <a:lnTo>
                    <a:pt x="163" y="256"/>
                  </a:lnTo>
                  <a:lnTo>
                    <a:pt x="153" y="285"/>
                  </a:lnTo>
                  <a:lnTo>
                    <a:pt x="144" y="306"/>
                  </a:lnTo>
                  <a:lnTo>
                    <a:pt x="135" y="321"/>
                  </a:lnTo>
                  <a:lnTo>
                    <a:pt x="127" y="332"/>
                  </a:lnTo>
                  <a:lnTo>
                    <a:pt x="119" y="342"/>
                  </a:lnTo>
                  <a:lnTo>
                    <a:pt x="110" y="352"/>
                  </a:lnTo>
                  <a:lnTo>
                    <a:pt x="98" y="365"/>
                  </a:lnTo>
                  <a:lnTo>
                    <a:pt x="79" y="389"/>
                  </a:lnTo>
                  <a:lnTo>
                    <a:pt x="57" y="415"/>
                  </a:lnTo>
                  <a:lnTo>
                    <a:pt x="35" y="445"/>
                  </a:lnTo>
                  <a:lnTo>
                    <a:pt x="17" y="476"/>
                  </a:lnTo>
                  <a:lnTo>
                    <a:pt x="4" y="505"/>
                  </a:lnTo>
                  <a:lnTo>
                    <a:pt x="0" y="528"/>
                  </a:lnTo>
                  <a:lnTo>
                    <a:pt x="8" y="544"/>
                  </a:lnTo>
                  <a:lnTo>
                    <a:pt x="24" y="554"/>
                  </a:lnTo>
                  <a:lnTo>
                    <a:pt x="37" y="558"/>
                  </a:lnTo>
                  <a:lnTo>
                    <a:pt x="50" y="558"/>
                  </a:lnTo>
                  <a:lnTo>
                    <a:pt x="61" y="554"/>
                  </a:lnTo>
                  <a:lnTo>
                    <a:pt x="72" y="547"/>
                  </a:lnTo>
                  <a:lnTo>
                    <a:pt x="83" y="538"/>
                  </a:lnTo>
                  <a:lnTo>
                    <a:pt x="91" y="527"/>
                  </a:lnTo>
                  <a:lnTo>
                    <a:pt x="101" y="514"/>
                  </a:lnTo>
                  <a:lnTo>
                    <a:pt x="115" y="485"/>
                  </a:lnTo>
                  <a:lnTo>
                    <a:pt x="123" y="452"/>
                  </a:lnTo>
                  <a:lnTo>
                    <a:pt x="127" y="419"/>
                  </a:lnTo>
                  <a:lnTo>
                    <a:pt x="126" y="393"/>
                  </a:lnTo>
                  <a:lnTo>
                    <a:pt x="127" y="380"/>
                  </a:lnTo>
                  <a:lnTo>
                    <a:pt x="131" y="367"/>
                  </a:lnTo>
                  <a:lnTo>
                    <a:pt x="141" y="350"/>
                  </a:lnTo>
                  <a:lnTo>
                    <a:pt x="150" y="335"/>
                  </a:lnTo>
                  <a:lnTo>
                    <a:pt x="163" y="320"/>
                  </a:lnTo>
                  <a:lnTo>
                    <a:pt x="175" y="305"/>
                  </a:lnTo>
                  <a:lnTo>
                    <a:pt x="186" y="292"/>
                  </a:lnTo>
                  <a:lnTo>
                    <a:pt x="196" y="281"/>
                  </a:lnTo>
                  <a:lnTo>
                    <a:pt x="206" y="270"/>
                  </a:lnTo>
                  <a:lnTo>
                    <a:pt x="217" y="256"/>
                  </a:lnTo>
                  <a:lnTo>
                    <a:pt x="229" y="243"/>
                  </a:lnTo>
                  <a:lnTo>
                    <a:pt x="243" y="228"/>
                  </a:lnTo>
                  <a:lnTo>
                    <a:pt x="257" y="212"/>
                  </a:lnTo>
                  <a:lnTo>
                    <a:pt x="270" y="199"/>
                  </a:lnTo>
                  <a:lnTo>
                    <a:pt x="284" y="188"/>
                  </a:lnTo>
                  <a:lnTo>
                    <a:pt x="298" y="179"/>
                  </a:lnTo>
                  <a:lnTo>
                    <a:pt x="314" y="171"/>
                  </a:lnTo>
                  <a:lnTo>
                    <a:pt x="337" y="161"/>
                  </a:lnTo>
                  <a:lnTo>
                    <a:pt x="361" y="152"/>
                  </a:lnTo>
                  <a:lnTo>
                    <a:pt x="389" y="141"/>
                  </a:lnTo>
                  <a:lnTo>
                    <a:pt x="415" y="131"/>
                  </a:lnTo>
                  <a:lnTo>
                    <a:pt x="439" y="123"/>
                  </a:lnTo>
                  <a:lnTo>
                    <a:pt x="458" y="116"/>
                  </a:lnTo>
                  <a:lnTo>
                    <a:pt x="470" y="113"/>
                  </a:lnTo>
                  <a:lnTo>
                    <a:pt x="483" y="112"/>
                  </a:lnTo>
                  <a:lnTo>
                    <a:pt x="498" y="108"/>
                  </a:lnTo>
                  <a:lnTo>
                    <a:pt x="517" y="104"/>
                  </a:lnTo>
                  <a:lnTo>
                    <a:pt x="534" y="97"/>
                  </a:lnTo>
                  <a:lnTo>
                    <a:pt x="549" y="90"/>
                  </a:lnTo>
                  <a:lnTo>
                    <a:pt x="559" y="80"/>
                  </a:lnTo>
                  <a:lnTo>
                    <a:pt x="560" y="68"/>
                  </a:lnTo>
                  <a:lnTo>
                    <a:pt x="552" y="53"/>
                  </a:lnTo>
                  <a:lnTo>
                    <a:pt x="543" y="44"/>
                  </a:lnTo>
                  <a:lnTo>
                    <a:pt x="535" y="37"/>
                  </a:lnTo>
                  <a:lnTo>
                    <a:pt x="525" y="31"/>
                  </a:lnTo>
                  <a:lnTo>
                    <a:pt x="514" y="25"/>
                  </a:lnTo>
                  <a:lnTo>
                    <a:pt x="503" y="19"/>
                  </a:lnTo>
                  <a:lnTo>
                    <a:pt x="490" y="14"/>
                  </a:lnTo>
                  <a:lnTo>
                    <a:pt x="477" y="10"/>
                  </a:lnTo>
                  <a:lnTo>
                    <a:pt x="462" y="7"/>
                  </a:lnTo>
                  <a:lnTo>
                    <a:pt x="447" y="4"/>
                  </a:lnTo>
                  <a:lnTo>
                    <a:pt x="432" y="2"/>
                  </a:lnTo>
                  <a:lnTo>
                    <a:pt x="415" y="0"/>
                  </a:lnTo>
                  <a:lnTo>
                    <a:pt x="397" y="0"/>
                  </a:lnTo>
                  <a:lnTo>
                    <a:pt x="381" y="0"/>
                  </a:lnTo>
                  <a:lnTo>
                    <a:pt x="361" y="2"/>
                  </a:lnTo>
                  <a:lnTo>
                    <a:pt x="342" y="4"/>
                  </a:lnTo>
                  <a:lnTo>
                    <a:pt x="323" y="7"/>
                  </a:lnTo>
                  <a:close/>
                </a:path>
              </a:pathLst>
            </a:custGeom>
            <a:solidFill>
              <a:srgbClr val="0C77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1" name="Freeform 179"/>
            <p:cNvSpPr>
              <a:spLocks/>
            </p:cNvSpPr>
            <p:nvPr/>
          </p:nvSpPr>
          <p:spPr bwMode="gray">
            <a:xfrm>
              <a:off x="3939" y="2002"/>
              <a:ext cx="99" cy="122"/>
            </a:xfrm>
            <a:custGeom>
              <a:avLst/>
              <a:gdLst/>
              <a:ahLst/>
              <a:cxnLst>
                <a:cxn ang="0">
                  <a:pos x="13" y="38"/>
                </a:cxn>
                <a:cxn ang="0">
                  <a:pos x="15" y="40"/>
                </a:cxn>
                <a:cxn ang="0">
                  <a:pos x="22" y="46"/>
                </a:cxn>
                <a:cxn ang="0">
                  <a:pos x="32" y="55"/>
                </a:cxn>
                <a:cxn ang="0">
                  <a:pos x="43" y="69"/>
                </a:cxn>
                <a:cxn ang="0">
                  <a:pos x="53" y="84"/>
                </a:cxn>
                <a:cxn ang="0">
                  <a:pos x="59" y="102"/>
                </a:cxn>
                <a:cxn ang="0">
                  <a:pos x="64" y="122"/>
                </a:cxn>
                <a:cxn ang="0">
                  <a:pos x="61" y="144"/>
                </a:cxn>
                <a:cxn ang="0">
                  <a:pos x="55" y="168"/>
                </a:cxn>
                <a:cxn ang="0">
                  <a:pos x="51" y="190"/>
                </a:cxn>
                <a:cxn ang="0">
                  <a:pos x="48" y="209"/>
                </a:cxn>
                <a:cxn ang="0">
                  <a:pos x="47" y="226"/>
                </a:cxn>
                <a:cxn ang="0">
                  <a:pos x="51" y="238"/>
                </a:cxn>
                <a:cxn ang="0">
                  <a:pos x="58" y="245"/>
                </a:cxn>
                <a:cxn ang="0">
                  <a:pos x="72" y="243"/>
                </a:cxn>
                <a:cxn ang="0">
                  <a:pos x="91" y="235"/>
                </a:cxn>
                <a:cxn ang="0">
                  <a:pos x="115" y="219"/>
                </a:cxn>
                <a:cxn ang="0">
                  <a:pos x="137" y="198"/>
                </a:cxn>
                <a:cxn ang="0">
                  <a:pos x="156" y="173"/>
                </a:cxn>
                <a:cxn ang="0">
                  <a:pos x="174" y="147"/>
                </a:cxn>
                <a:cxn ang="0">
                  <a:pos x="188" y="119"/>
                </a:cxn>
                <a:cxn ang="0">
                  <a:pos x="196" y="93"/>
                </a:cxn>
                <a:cxn ang="0">
                  <a:pos x="197" y="67"/>
                </a:cxn>
                <a:cxn ang="0">
                  <a:pos x="192" y="45"/>
                </a:cxn>
                <a:cxn ang="0">
                  <a:pos x="185" y="35"/>
                </a:cxn>
                <a:cxn ang="0">
                  <a:pos x="174" y="26"/>
                </a:cxn>
                <a:cxn ang="0">
                  <a:pos x="160" y="19"/>
                </a:cxn>
                <a:cxn ang="0">
                  <a:pos x="144" y="12"/>
                </a:cxn>
                <a:cxn ang="0">
                  <a:pos x="126" y="8"/>
                </a:cxn>
                <a:cxn ang="0">
                  <a:pos x="106" y="4"/>
                </a:cxn>
                <a:cxn ang="0">
                  <a:pos x="87" y="1"/>
                </a:cxn>
                <a:cxn ang="0">
                  <a:pos x="68" y="0"/>
                </a:cxn>
                <a:cxn ang="0">
                  <a:pos x="50" y="0"/>
                </a:cxn>
                <a:cxn ang="0">
                  <a:pos x="33" y="1"/>
                </a:cxn>
                <a:cxn ang="0">
                  <a:pos x="19" y="4"/>
                </a:cxn>
                <a:cxn ang="0">
                  <a:pos x="10" y="8"/>
                </a:cxn>
                <a:cxn ang="0">
                  <a:pos x="3" y="13"/>
                </a:cxn>
                <a:cxn ang="0">
                  <a:pos x="0" y="20"/>
                </a:cxn>
                <a:cxn ang="0">
                  <a:pos x="3" y="29"/>
                </a:cxn>
                <a:cxn ang="0">
                  <a:pos x="13" y="38"/>
                </a:cxn>
              </a:cxnLst>
              <a:rect l="0" t="0" r="r" b="b"/>
              <a:pathLst>
                <a:path w="197" h="245">
                  <a:moveTo>
                    <a:pt x="13" y="38"/>
                  </a:moveTo>
                  <a:lnTo>
                    <a:pt x="15" y="40"/>
                  </a:lnTo>
                  <a:lnTo>
                    <a:pt x="22" y="46"/>
                  </a:lnTo>
                  <a:lnTo>
                    <a:pt x="32" y="55"/>
                  </a:lnTo>
                  <a:lnTo>
                    <a:pt x="43" y="69"/>
                  </a:lnTo>
                  <a:lnTo>
                    <a:pt x="53" y="84"/>
                  </a:lnTo>
                  <a:lnTo>
                    <a:pt x="59" y="102"/>
                  </a:lnTo>
                  <a:lnTo>
                    <a:pt x="64" y="122"/>
                  </a:lnTo>
                  <a:lnTo>
                    <a:pt x="61" y="144"/>
                  </a:lnTo>
                  <a:lnTo>
                    <a:pt x="55" y="168"/>
                  </a:lnTo>
                  <a:lnTo>
                    <a:pt x="51" y="190"/>
                  </a:lnTo>
                  <a:lnTo>
                    <a:pt x="48" y="209"/>
                  </a:lnTo>
                  <a:lnTo>
                    <a:pt x="47" y="226"/>
                  </a:lnTo>
                  <a:lnTo>
                    <a:pt x="51" y="238"/>
                  </a:lnTo>
                  <a:lnTo>
                    <a:pt x="58" y="245"/>
                  </a:lnTo>
                  <a:lnTo>
                    <a:pt x="72" y="243"/>
                  </a:lnTo>
                  <a:lnTo>
                    <a:pt x="91" y="235"/>
                  </a:lnTo>
                  <a:lnTo>
                    <a:pt x="115" y="219"/>
                  </a:lnTo>
                  <a:lnTo>
                    <a:pt x="137" y="198"/>
                  </a:lnTo>
                  <a:lnTo>
                    <a:pt x="156" y="173"/>
                  </a:lnTo>
                  <a:lnTo>
                    <a:pt x="174" y="147"/>
                  </a:lnTo>
                  <a:lnTo>
                    <a:pt x="188" y="119"/>
                  </a:lnTo>
                  <a:lnTo>
                    <a:pt x="196" y="93"/>
                  </a:lnTo>
                  <a:lnTo>
                    <a:pt x="197" y="67"/>
                  </a:lnTo>
                  <a:lnTo>
                    <a:pt x="192" y="45"/>
                  </a:lnTo>
                  <a:lnTo>
                    <a:pt x="185" y="35"/>
                  </a:lnTo>
                  <a:lnTo>
                    <a:pt x="174" y="26"/>
                  </a:lnTo>
                  <a:lnTo>
                    <a:pt x="160" y="19"/>
                  </a:lnTo>
                  <a:lnTo>
                    <a:pt x="144" y="12"/>
                  </a:lnTo>
                  <a:lnTo>
                    <a:pt x="126" y="8"/>
                  </a:lnTo>
                  <a:lnTo>
                    <a:pt x="106" y="4"/>
                  </a:lnTo>
                  <a:lnTo>
                    <a:pt x="87" y="1"/>
                  </a:lnTo>
                  <a:lnTo>
                    <a:pt x="68" y="0"/>
                  </a:lnTo>
                  <a:lnTo>
                    <a:pt x="50" y="0"/>
                  </a:lnTo>
                  <a:lnTo>
                    <a:pt x="33" y="1"/>
                  </a:lnTo>
                  <a:lnTo>
                    <a:pt x="19" y="4"/>
                  </a:lnTo>
                  <a:lnTo>
                    <a:pt x="10" y="8"/>
                  </a:lnTo>
                  <a:lnTo>
                    <a:pt x="3" y="13"/>
                  </a:lnTo>
                  <a:lnTo>
                    <a:pt x="0" y="20"/>
                  </a:lnTo>
                  <a:lnTo>
                    <a:pt x="3" y="29"/>
                  </a:lnTo>
                  <a:lnTo>
                    <a:pt x="13" y="3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2" name="Freeform 180"/>
            <p:cNvSpPr>
              <a:spLocks/>
            </p:cNvSpPr>
            <p:nvPr/>
          </p:nvSpPr>
          <p:spPr bwMode="gray">
            <a:xfrm>
              <a:off x="3942" y="2005"/>
              <a:ext cx="94" cy="117"/>
            </a:xfrm>
            <a:custGeom>
              <a:avLst/>
              <a:gdLst/>
              <a:ahLst/>
              <a:cxnLst>
                <a:cxn ang="0">
                  <a:pos x="182" y="44"/>
                </a:cxn>
                <a:cxn ang="0">
                  <a:pos x="175" y="35"/>
                </a:cxn>
                <a:cxn ang="0">
                  <a:pos x="165" y="26"/>
                </a:cxn>
                <a:cxn ang="0">
                  <a:pos x="151" y="19"/>
                </a:cxn>
                <a:cxn ang="0">
                  <a:pos x="136" y="13"/>
                </a:cxn>
                <a:cxn ang="0">
                  <a:pos x="120" y="7"/>
                </a:cxn>
                <a:cxn ang="0">
                  <a:pos x="100" y="4"/>
                </a:cxn>
                <a:cxn ang="0">
                  <a:pos x="82" y="2"/>
                </a:cxn>
                <a:cxn ang="0">
                  <a:pos x="64" y="0"/>
                </a:cxn>
                <a:cxn ang="0">
                  <a:pos x="47" y="0"/>
                </a:cxn>
                <a:cxn ang="0">
                  <a:pos x="31" y="0"/>
                </a:cxn>
                <a:cxn ang="0">
                  <a:pos x="19" y="3"/>
                </a:cxn>
                <a:cxn ang="0">
                  <a:pos x="8" y="7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4" y="26"/>
                </a:cxn>
                <a:cxn ang="0">
                  <a:pos x="12" y="36"/>
                </a:cxn>
                <a:cxn ang="0">
                  <a:pos x="15" y="37"/>
                </a:cxn>
                <a:cxn ang="0">
                  <a:pos x="22" y="44"/>
                </a:cxn>
                <a:cxn ang="0">
                  <a:pos x="30" y="52"/>
                </a:cxn>
                <a:cxn ang="0">
                  <a:pos x="40" y="65"/>
                </a:cxn>
                <a:cxn ang="0">
                  <a:pos x="49" y="80"/>
                </a:cxn>
                <a:cxn ang="0">
                  <a:pos x="56" y="98"/>
                </a:cxn>
                <a:cxn ang="0">
                  <a:pos x="59" y="117"/>
                </a:cxn>
                <a:cxn ang="0">
                  <a:pos x="56" y="138"/>
                </a:cxn>
                <a:cxn ang="0">
                  <a:pos x="51" y="160"/>
                </a:cxn>
                <a:cxn ang="0">
                  <a:pos x="47" y="182"/>
                </a:cxn>
                <a:cxn ang="0">
                  <a:pos x="44" y="201"/>
                </a:cxn>
                <a:cxn ang="0">
                  <a:pos x="44" y="216"/>
                </a:cxn>
                <a:cxn ang="0">
                  <a:pos x="47" y="229"/>
                </a:cxn>
                <a:cxn ang="0">
                  <a:pos x="55" y="236"/>
                </a:cxn>
                <a:cxn ang="0">
                  <a:pos x="67" y="234"/>
                </a:cxn>
                <a:cxn ang="0">
                  <a:pos x="85" y="226"/>
                </a:cxn>
                <a:cxn ang="0">
                  <a:pos x="107" y="211"/>
                </a:cxn>
                <a:cxn ang="0">
                  <a:pos x="128" y="190"/>
                </a:cxn>
                <a:cxn ang="0">
                  <a:pos x="147" y="168"/>
                </a:cxn>
                <a:cxn ang="0">
                  <a:pos x="165" y="142"/>
                </a:cxn>
                <a:cxn ang="0">
                  <a:pos x="177" y="116"/>
                </a:cxn>
                <a:cxn ang="0">
                  <a:pos x="186" y="91"/>
                </a:cxn>
                <a:cxn ang="0">
                  <a:pos x="187" y="66"/>
                </a:cxn>
                <a:cxn ang="0">
                  <a:pos x="182" y="44"/>
                </a:cxn>
              </a:cxnLst>
              <a:rect l="0" t="0" r="r" b="b"/>
              <a:pathLst>
                <a:path w="187" h="236">
                  <a:moveTo>
                    <a:pt x="182" y="44"/>
                  </a:moveTo>
                  <a:lnTo>
                    <a:pt x="175" y="35"/>
                  </a:lnTo>
                  <a:lnTo>
                    <a:pt x="165" y="26"/>
                  </a:lnTo>
                  <a:lnTo>
                    <a:pt x="151" y="19"/>
                  </a:lnTo>
                  <a:lnTo>
                    <a:pt x="136" y="13"/>
                  </a:lnTo>
                  <a:lnTo>
                    <a:pt x="120" y="7"/>
                  </a:lnTo>
                  <a:lnTo>
                    <a:pt x="100" y="4"/>
                  </a:lnTo>
                  <a:lnTo>
                    <a:pt x="82" y="2"/>
                  </a:lnTo>
                  <a:lnTo>
                    <a:pt x="64" y="0"/>
                  </a:lnTo>
                  <a:lnTo>
                    <a:pt x="47" y="0"/>
                  </a:lnTo>
                  <a:lnTo>
                    <a:pt x="31" y="0"/>
                  </a:lnTo>
                  <a:lnTo>
                    <a:pt x="19" y="3"/>
                  </a:lnTo>
                  <a:lnTo>
                    <a:pt x="8" y="7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4" y="26"/>
                  </a:lnTo>
                  <a:lnTo>
                    <a:pt x="12" y="36"/>
                  </a:lnTo>
                  <a:lnTo>
                    <a:pt x="15" y="37"/>
                  </a:lnTo>
                  <a:lnTo>
                    <a:pt x="22" y="44"/>
                  </a:lnTo>
                  <a:lnTo>
                    <a:pt x="30" y="52"/>
                  </a:lnTo>
                  <a:lnTo>
                    <a:pt x="40" y="65"/>
                  </a:lnTo>
                  <a:lnTo>
                    <a:pt x="49" y="80"/>
                  </a:lnTo>
                  <a:lnTo>
                    <a:pt x="56" y="98"/>
                  </a:lnTo>
                  <a:lnTo>
                    <a:pt x="59" y="117"/>
                  </a:lnTo>
                  <a:lnTo>
                    <a:pt x="56" y="138"/>
                  </a:lnTo>
                  <a:lnTo>
                    <a:pt x="51" y="160"/>
                  </a:lnTo>
                  <a:lnTo>
                    <a:pt x="47" y="182"/>
                  </a:lnTo>
                  <a:lnTo>
                    <a:pt x="44" y="201"/>
                  </a:lnTo>
                  <a:lnTo>
                    <a:pt x="44" y="216"/>
                  </a:lnTo>
                  <a:lnTo>
                    <a:pt x="47" y="229"/>
                  </a:lnTo>
                  <a:lnTo>
                    <a:pt x="55" y="236"/>
                  </a:lnTo>
                  <a:lnTo>
                    <a:pt x="67" y="234"/>
                  </a:lnTo>
                  <a:lnTo>
                    <a:pt x="85" y="226"/>
                  </a:lnTo>
                  <a:lnTo>
                    <a:pt x="107" y="211"/>
                  </a:lnTo>
                  <a:lnTo>
                    <a:pt x="128" y="190"/>
                  </a:lnTo>
                  <a:lnTo>
                    <a:pt x="147" y="168"/>
                  </a:lnTo>
                  <a:lnTo>
                    <a:pt x="165" y="142"/>
                  </a:lnTo>
                  <a:lnTo>
                    <a:pt x="177" y="116"/>
                  </a:lnTo>
                  <a:lnTo>
                    <a:pt x="186" y="91"/>
                  </a:lnTo>
                  <a:lnTo>
                    <a:pt x="187" y="66"/>
                  </a:lnTo>
                  <a:lnTo>
                    <a:pt x="182" y="44"/>
                  </a:lnTo>
                  <a:close/>
                </a:path>
              </a:pathLst>
            </a:custGeom>
            <a:solidFill>
              <a:srgbClr val="E8F2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3" name="Freeform 181"/>
            <p:cNvSpPr>
              <a:spLocks/>
            </p:cNvSpPr>
            <p:nvPr/>
          </p:nvSpPr>
          <p:spPr bwMode="gray">
            <a:xfrm>
              <a:off x="3945" y="2007"/>
              <a:ext cx="89" cy="113"/>
            </a:xfrm>
            <a:custGeom>
              <a:avLst/>
              <a:gdLst/>
              <a:ahLst/>
              <a:cxnLst>
                <a:cxn ang="0">
                  <a:pos x="170" y="44"/>
                </a:cxn>
                <a:cxn ang="0">
                  <a:pos x="164" y="35"/>
                </a:cxn>
                <a:cxn ang="0">
                  <a:pos x="154" y="26"/>
                </a:cxn>
                <a:cxn ang="0">
                  <a:pos x="142" y="20"/>
                </a:cxn>
                <a:cxn ang="0">
                  <a:pos x="128" y="14"/>
                </a:cxn>
                <a:cxn ang="0">
                  <a:pos x="111" y="9"/>
                </a:cxn>
                <a:cxn ang="0">
                  <a:pos x="93" y="4"/>
                </a:cxn>
                <a:cxn ang="0">
                  <a:pos x="77" y="3"/>
                </a:cxn>
                <a:cxn ang="0">
                  <a:pos x="59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16" y="4"/>
                </a:cxn>
                <a:cxn ang="0">
                  <a:pos x="6" y="9"/>
                </a:cxn>
                <a:cxn ang="0">
                  <a:pos x="1" y="13"/>
                </a:cxn>
                <a:cxn ang="0">
                  <a:pos x="0" y="20"/>
                </a:cxn>
                <a:cxn ang="0">
                  <a:pos x="2" y="26"/>
                </a:cxn>
                <a:cxn ang="0">
                  <a:pos x="11" y="36"/>
                </a:cxn>
                <a:cxn ang="0">
                  <a:pos x="13" y="37"/>
                </a:cxn>
                <a:cxn ang="0">
                  <a:pos x="19" y="43"/>
                </a:cxn>
                <a:cxn ang="0">
                  <a:pos x="27" y="53"/>
                </a:cxn>
                <a:cxn ang="0">
                  <a:pos x="37" y="64"/>
                </a:cxn>
                <a:cxn ang="0">
                  <a:pos x="45" y="79"/>
                </a:cxn>
                <a:cxn ang="0">
                  <a:pos x="52" y="95"/>
                </a:cxn>
                <a:cxn ang="0">
                  <a:pos x="55" y="113"/>
                </a:cxn>
                <a:cxn ang="0">
                  <a:pos x="52" y="134"/>
                </a:cxn>
                <a:cxn ang="0">
                  <a:pos x="46" y="155"/>
                </a:cxn>
                <a:cxn ang="0">
                  <a:pos x="42" y="175"/>
                </a:cxn>
                <a:cxn ang="0">
                  <a:pos x="40" y="195"/>
                </a:cxn>
                <a:cxn ang="0">
                  <a:pos x="40" y="210"/>
                </a:cxn>
                <a:cxn ang="0">
                  <a:pos x="42" y="221"/>
                </a:cxn>
                <a:cxn ang="0">
                  <a:pos x="51" y="226"/>
                </a:cxn>
                <a:cxn ang="0">
                  <a:pos x="62" y="226"/>
                </a:cxn>
                <a:cxn ang="0">
                  <a:pos x="80" y="218"/>
                </a:cxn>
                <a:cxn ang="0">
                  <a:pos x="100" y="203"/>
                </a:cxn>
                <a:cxn ang="0">
                  <a:pos x="121" y="184"/>
                </a:cxn>
                <a:cxn ang="0">
                  <a:pos x="139" y="161"/>
                </a:cxn>
                <a:cxn ang="0">
                  <a:pos x="154" y="138"/>
                </a:cxn>
                <a:cxn ang="0">
                  <a:pos x="166" y="113"/>
                </a:cxn>
                <a:cxn ang="0">
                  <a:pos x="173" y="88"/>
                </a:cxn>
                <a:cxn ang="0">
                  <a:pos x="176" y="65"/>
                </a:cxn>
                <a:cxn ang="0">
                  <a:pos x="170" y="44"/>
                </a:cxn>
              </a:cxnLst>
              <a:rect l="0" t="0" r="r" b="b"/>
              <a:pathLst>
                <a:path w="176" h="226">
                  <a:moveTo>
                    <a:pt x="170" y="44"/>
                  </a:moveTo>
                  <a:lnTo>
                    <a:pt x="164" y="35"/>
                  </a:lnTo>
                  <a:lnTo>
                    <a:pt x="154" y="26"/>
                  </a:lnTo>
                  <a:lnTo>
                    <a:pt x="142" y="20"/>
                  </a:lnTo>
                  <a:lnTo>
                    <a:pt x="128" y="14"/>
                  </a:lnTo>
                  <a:lnTo>
                    <a:pt x="111" y="9"/>
                  </a:lnTo>
                  <a:lnTo>
                    <a:pt x="93" y="4"/>
                  </a:lnTo>
                  <a:lnTo>
                    <a:pt x="77" y="3"/>
                  </a:lnTo>
                  <a:lnTo>
                    <a:pt x="59" y="0"/>
                  </a:lnTo>
                  <a:lnTo>
                    <a:pt x="42" y="0"/>
                  </a:lnTo>
                  <a:lnTo>
                    <a:pt x="28" y="2"/>
                  </a:lnTo>
                  <a:lnTo>
                    <a:pt x="16" y="4"/>
                  </a:lnTo>
                  <a:lnTo>
                    <a:pt x="6" y="9"/>
                  </a:lnTo>
                  <a:lnTo>
                    <a:pt x="1" y="13"/>
                  </a:lnTo>
                  <a:lnTo>
                    <a:pt x="0" y="20"/>
                  </a:lnTo>
                  <a:lnTo>
                    <a:pt x="2" y="26"/>
                  </a:lnTo>
                  <a:lnTo>
                    <a:pt x="11" y="36"/>
                  </a:lnTo>
                  <a:lnTo>
                    <a:pt x="13" y="37"/>
                  </a:lnTo>
                  <a:lnTo>
                    <a:pt x="19" y="43"/>
                  </a:lnTo>
                  <a:lnTo>
                    <a:pt x="27" y="53"/>
                  </a:lnTo>
                  <a:lnTo>
                    <a:pt x="37" y="64"/>
                  </a:lnTo>
                  <a:lnTo>
                    <a:pt x="45" y="79"/>
                  </a:lnTo>
                  <a:lnTo>
                    <a:pt x="52" y="95"/>
                  </a:lnTo>
                  <a:lnTo>
                    <a:pt x="55" y="113"/>
                  </a:lnTo>
                  <a:lnTo>
                    <a:pt x="52" y="134"/>
                  </a:lnTo>
                  <a:lnTo>
                    <a:pt x="46" y="155"/>
                  </a:lnTo>
                  <a:lnTo>
                    <a:pt x="42" y="175"/>
                  </a:lnTo>
                  <a:lnTo>
                    <a:pt x="40" y="195"/>
                  </a:lnTo>
                  <a:lnTo>
                    <a:pt x="40" y="210"/>
                  </a:lnTo>
                  <a:lnTo>
                    <a:pt x="42" y="221"/>
                  </a:lnTo>
                  <a:lnTo>
                    <a:pt x="51" y="226"/>
                  </a:lnTo>
                  <a:lnTo>
                    <a:pt x="62" y="226"/>
                  </a:lnTo>
                  <a:lnTo>
                    <a:pt x="80" y="218"/>
                  </a:lnTo>
                  <a:lnTo>
                    <a:pt x="100" y="203"/>
                  </a:lnTo>
                  <a:lnTo>
                    <a:pt x="121" y="184"/>
                  </a:lnTo>
                  <a:lnTo>
                    <a:pt x="139" y="161"/>
                  </a:lnTo>
                  <a:lnTo>
                    <a:pt x="154" y="138"/>
                  </a:lnTo>
                  <a:lnTo>
                    <a:pt x="166" y="113"/>
                  </a:lnTo>
                  <a:lnTo>
                    <a:pt x="173" y="88"/>
                  </a:lnTo>
                  <a:lnTo>
                    <a:pt x="176" y="65"/>
                  </a:lnTo>
                  <a:lnTo>
                    <a:pt x="170" y="44"/>
                  </a:lnTo>
                  <a:close/>
                </a:path>
              </a:pathLst>
            </a:custGeom>
            <a:solidFill>
              <a:srgbClr val="D3E5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4" name="Freeform 182"/>
            <p:cNvSpPr>
              <a:spLocks/>
            </p:cNvSpPr>
            <p:nvPr/>
          </p:nvSpPr>
          <p:spPr bwMode="gray">
            <a:xfrm>
              <a:off x="3948" y="2009"/>
              <a:ext cx="83" cy="109"/>
            </a:xfrm>
            <a:custGeom>
              <a:avLst/>
              <a:gdLst/>
              <a:ahLst/>
              <a:cxnLst>
                <a:cxn ang="0">
                  <a:pos x="161" y="42"/>
                </a:cxn>
                <a:cxn ang="0">
                  <a:pos x="146" y="26"/>
                </a:cxn>
                <a:cxn ang="0">
                  <a:pos x="120" y="14"/>
                </a:cxn>
                <a:cxn ang="0">
                  <a:pos x="88" y="4"/>
                </a:cxn>
                <a:cxn ang="0">
                  <a:pos x="57" y="0"/>
                </a:cxn>
                <a:cxn ang="0">
                  <a:pos x="28" y="1"/>
                </a:cxn>
                <a:cxn ang="0">
                  <a:pos x="7" y="7"/>
                </a:cxn>
                <a:cxn ang="0">
                  <a:pos x="0" y="16"/>
                </a:cxn>
                <a:cxn ang="0">
                  <a:pos x="11" y="33"/>
                </a:cxn>
                <a:cxn ang="0">
                  <a:pos x="14" y="34"/>
                </a:cxn>
                <a:cxn ang="0">
                  <a:pos x="19" y="40"/>
                </a:cxn>
                <a:cxn ang="0">
                  <a:pos x="26" y="48"/>
                </a:cxn>
                <a:cxn ang="0">
                  <a:pos x="35" y="59"/>
                </a:cxn>
                <a:cxn ang="0">
                  <a:pos x="43" y="73"/>
                </a:cxn>
                <a:cxn ang="0">
                  <a:pos x="48" y="89"/>
                </a:cxn>
                <a:cxn ang="0">
                  <a:pos x="51" y="107"/>
                </a:cxn>
                <a:cxn ang="0">
                  <a:pos x="48" y="127"/>
                </a:cxn>
                <a:cxn ang="0">
                  <a:pos x="44" y="147"/>
                </a:cxn>
                <a:cxn ang="0">
                  <a:pos x="40" y="166"/>
                </a:cxn>
                <a:cxn ang="0">
                  <a:pos x="37" y="186"/>
                </a:cxn>
                <a:cxn ang="0">
                  <a:pos x="37" y="201"/>
                </a:cxn>
                <a:cxn ang="0">
                  <a:pos x="40" y="212"/>
                </a:cxn>
                <a:cxn ang="0">
                  <a:pos x="47" y="217"/>
                </a:cxn>
                <a:cxn ang="0">
                  <a:pos x="58" y="217"/>
                </a:cxn>
                <a:cxn ang="0">
                  <a:pos x="75" y="209"/>
                </a:cxn>
                <a:cxn ang="0">
                  <a:pos x="94" y="195"/>
                </a:cxn>
                <a:cxn ang="0">
                  <a:pos x="113" y="176"/>
                </a:cxn>
                <a:cxn ang="0">
                  <a:pos x="131" y="155"/>
                </a:cxn>
                <a:cxn ang="0">
                  <a:pos x="146" y="132"/>
                </a:cxn>
                <a:cxn ang="0">
                  <a:pos x="157" y="109"/>
                </a:cxn>
                <a:cxn ang="0">
                  <a:pos x="164" y="85"/>
                </a:cxn>
                <a:cxn ang="0">
                  <a:pos x="165" y="63"/>
                </a:cxn>
                <a:cxn ang="0">
                  <a:pos x="161" y="42"/>
                </a:cxn>
              </a:cxnLst>
              <a:rect l="0" t="0" r="r" b="b"/>
              <a:pathLst>
                <a:path w="165" h="217">
                  <a:moveTo>
                    <a:pt x="161" y="42"/>
                  </a:moveTo>
                  <a:lnTo>
                    <a:pt x="146" y="26"/>
                  </a:lnTo>
                  <a:lnTo>
                    <a:pt x="120" y="14"/>
                  </a:lnTo>
                  <a:lnTo>
                    <a:pt x="88" y="4"/>
                  </a:lnTo>
                  <a:lnTo>
                    <a:pt x="57" y="0"/>
                  </a:lnTo>
                  <a:lnTo>
                    <a:pt x="28" y="1"/>
                  </a:lnTo>
                  <a:lnTo>
                    <a:pt x="7" y="7"/>
                  </a:lnTo>
                  <a:lnTo>
                    <a:pt x="0" y="16"/>
                  </a:lnTo>
                  <a:lnTo>
                    <a:pt x="11" y="33"/>
                  </a:lnTo>
                  <a:lnTo>
                    <a:pt x="14" y="34"/>
                  </a:lnTo>
                  <a:lnTo>
                    <a:pt x="19" y="40"/>
                  </a:lnTo>
                  <a:lnTo>
                    <a:pt x="26" y="48"/>
                  </a:lnTo>
                  <a:lnTo>
                    <a:pt x="35" y="59"/>
                  </a:lnTo>
                  <a:lnTo>
                    <a:pt x="43" y="73"/>
                  </a:lnTo>
                  <a:lnTo>
                    <a:pt x="48" y="89"/>
                  </a:lnTo>
                  <a:lnTo>
                    <a:pt x="51" y="107"/>
                  </a:lnTo>
                  <a:lnTo>
                    <a:pt x="48" y="127"/>
                  </a:lnTo>
                  <a:lnTo>
                    <a:pt x="44" y="147"/>
                  </a:lnTo>
                  <a:lnTo>
                    <a:pt x="40" y="166"/>
                  </a:lnTo>
                  <a:lnTo>
                    <a:pt x="37" y="186"/>
                  </a:lnTo>
                  <a:lnTo>
                    <a:pt x="37" y="201"/>
                  </a:lnTo>
                  <a:lnTo>
                    <a:pt x="40" y="212"/>
                  </a:lnTo>
                  <a:lnTo>
                    <a:pt x="47" y="217"/>
                  </a:lnTo>
                  <a:lnTo>
                    <a:pt x="58" y="217"/>
                  </a:lnTo>
                  <a:lnTo>
                    <a:pt x="75" y="209"/>
                  </a:lnTo>
                  <a:lnTo>
                    <a:pt x="94" y="195"/>
                  </a:lnTo>
                  <a:lnTo>
                    <a:pt x="113" y="176"/>
                  </a:lnTo>
                  <a:lnTo>
                    <a:pt x="131" y="155"/>
                  </a:lnTo>
                  <a:lnTo>
                    <a:pt x="146" y="132"/>
                  </a:lnTo>
                  <a:lnTo>
                    <a:pt x="157" y="109"/>
                  </a:lnTo>
                  <a:lnTo>
                    <a:pt x="164" y="85"/>
                  </a:lnTo>
                  <a:lnTo>
                    <a:pt x="165" y="63"/>
                  </a:lnTo>
                  <a:lnTo>
                    <a:pt x="161" y="42"/>
                  </a:lnTo>
                  <a:close/>
                </a:path>
              </a:pathLst>
            </a:custGeom>
            <a:solidFill>
              <a:srgbClr val="BCD8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5" name="Freeform 183"/>
            <p:cNvSpPr>
              <a:spLocks/>
            </p:cNvSpPr>
            <p:nvPr/>
          </p:nvSpPr>
          <p:spPr bwMode="gray">
            <a:xfrm>
              <a:off x="3951" y="2012"/>
              <a:ext cx="78" cy="104"/>
            </a:xfrm>
            <a:custGeom>
              <a:avLst/>
              <a:gdLst/>
              <a:ahLst/>
              <a:cxnLst>
                <a:cxn ang="0">
                  <a:pos x="151" y="42"/>
                </a:cxn>
                <a:cxn ang="0">
                  <a:pos x="137" y="25"/>
                </a:cxn>
                <a:cxn ang="0">
                  <a:pos x="113" y="13"/>
                </a:cxn>
                <a:cxn ang="0">
                  <a:pos x="84" y="4"/>
                </a:cxn>
                <a:cxn ang="0">
                  <a:pos x="53" y="0"/>
                </a:cxn>
                <a:cxn ang="0">
                  <a:pos x="26" y="2"/>
                </a:cxn>
                <a:cxn ang="0">
                  <a:pos x="6" y="6"/>
                </a:cxn>
                <a:cxn ang="0">
                  <a:pos x="0" y="17"/>
                </a:cxn>
                <a:cxn ang="0">
                  <a:pos x="9" y="32"/>
                </a:cxn>
                <a:cxn ang="0">
                  <a:pos x="11" y="33"/>
                </a:cxn>
                <a:cxn ang="0">
                  <a:pos x="16" y="39"/>
                </a:cxn>
                <a:cxn ang="0">
                  <a:pos x="24" y="47"/>
                </a:cxn>
                <a:cxn ang="0">
                  <a:pos x="31" y="57"/>
                </a:cxn>
                <a:cxn ang="0">
                  <a:pos x="40" y="71"/>
                </a:cxn>
                <a:cxn ang="0">
                  <a:pos x="45" y="86"/>
                </a:cxn>
                <a:cxn ang="0">
                  <a:pos x="46" y="102"/>
                </a:cxn>
                <a:cxn ang="0">
                  <a:pos x="45" y="122"/>
                </a:cxn>
                <a:cxn ang="0">
                  <a:pos x="41" y="141"/>
                </a:cxn>
                <a:cxn ang="0">
                  <a:pos x="37" y="160"/>
                </a:cxn>
                <a:cxn ang="0">
                  <a:pos x="34" y="178"/>
                </a:cxn>
                <a:cxn ang="0">
                  <a:pos x="34" y="192"/>
                </a:cxn>
                <a:cxn ang="0">
                  <a:pos x="37" y="203"/>
                </a:cxn>
                <a:cxn ang="0">
                  <a:pos x="44" y="208"/>
                </a:cxn>
                <a:cxn ang="0">
                  <a:pos x="55" y="207"/>
                </a:cxn>
                <a:cxn ang="0">
                  <a:pos x="70" y="200"/>
                </a:cxn>
                <a:cxn ang="0">
                  <a:pos x="88" y="186"/>
                </a:cxn>
                <a:cxn ang="0">
                  <a:pos x="106" y="170"/>
                </a:cxn>
                <a:cxn ang="0">
                  <a:pos x="122" y="149"/>
                </a:cxn>
                <a:cxn ang="0">
                  <a:pos x="136" y="127"/>
                </a:cxn>
                <a:cxn ang="0">
                  <a:pos x="147" y="105"/>
                </a:cxn>
                <a:cxn ang="0">
                  <a:pos x="154" y="83"/>
                </a:cxn>
                <a:cxn ang="0">
                  <a:pos x="155" y="61"/>
                </a:cxn>
                <a:cxn ang="0">
                  <a:pos x="151" y="42"/>
                </a:cxn>
              </a:cxnLst>
              <a:rect l="0" t="0" r="r" b="b"/>
              <a:pathLst>
                <a:path w="155" h="208">
                  <a:moveTo>
                    <a:pt x="151" y="42"/>
                  </a:moveTo>
                  <a:lnTo>
                    <a:pt x="137" y="25"/>
                  </a:lnTo>
                  <a:lnTo>
                    <a:pt x="113" y="13"/>
                  </a:lnTo>
                  <a:lnTo>
                    <a:pt x="84" y="4"/>
                  </a:lnTo>
                  <a:lnTo>
                    <a:pt x="53" y="0"/>
                  </a:lnTo>
                  <a:lnTo>
                    <a:pt x="26" y="2"/>
                  </a:lnTo>
                  <a:lnTo>
                    <a:pt x="6" y="6"/>
                  </a:lnTo>
                  <a:lnTo>
                    <a:pt x="0" y="17"/>
                  </a:lnTo>
                  <a:lnTo>
                    <a:pt x="9" y="32"/>
                  </a:lnTo>
                  <a:lnTo>
                    <a:pt x="11" y="33"/>
                  </a:lnTo>
                  <a:lnTo>
                    <a:pt x="16" y="39"/>
                  </a:lnTo>
                  <a:lnTo>
                    <a:pt x="24" y="47"/>
                  </a:lnTo>
                  <a:lnTo>
                    <a:pt x="31" y="57"/>
                  </a:lnTo>
                  <a:lnTo>
                    <a:pt x="40" y="71"/>
                  </a:lnTo>
                  <a:lnTo>
                    <a:pt x="45" y="86"/>
                  </a:lnTo>
                  <a:lnTo>
                    <a:pt x="46" y="102"/>
                  </a:lnTo>
                  <a:lnTo>
                    <a:pt x="45" y="122"/>
                  </a:lnTo>
                  <a:lnTo>
                    <a:pt x="41" y="141"/>
                  </a:lnTo>
                  <a:lnTo>
                    <a:pt x="37" y="160"/>
                  </a:lnTo>
                  <a:lnTo>
                    <a:pt x="34" y="178"/>
                  </a:lnTo>
                  <a:lnTo>
                    <a:pt x="34" y="192"/>
                  </a:lnTo>
                  <a:lnTo>
                    <a:pt x="37" y="203"/>
                  </a:lnTo>
                  <a:lnTo>
                    <a:pt x="44" y="208"/>
                  </a:lnTo>
                  <a:lnTo>
                    <a:pt x="55" y="207"/>
                  </a:lnTo>
                  <a:lnTo>
                    <a:pt x="70" y="200"/>
                  </a:lnTo>
                  <a:lnTo>
                    <a:pt x="88" y="186"/>
                  </a:lnTo>
                  <a:lnTo>
                    <a:pt x="106" y="170"/>
                  </a:lnTo>
                  <a:lnTo>
                    <a:pt x="122" y="149"/>
                  </a:lnTo>
                  <a:lnTo>
                    <a:pt x="136" y="127"/>
                  </a:lnTo>
                  <a:lnTo>
                    <a:pt x="147" y="105"/>
                  </a:lnTo>
                  <a:lnTo>
                    <a:pt x="154" y="83"/>
                  </a:lnTo>
                  <a:lnTo>
                    <a:pt x="155" y="61"/>
                  </a:lnTo>
                  <a:lnTo>
                    <a:pt x="151" y="42"/>
                  </a:lnTo>
                  <a:close/>
                </a:path>
              </a:pathLst>
            </a:custGeom>
            <a:solidFill>
              <a:srgbClr val="A5CE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6" name="Freeform 184"/>
            <p:cNvSpPr>
              <a:spLocks/>
            </p:cNvSpPr>
            <p:nvPr/>
          </p:nvSpPr>
          <p:spPr bwMode="gray">
            <a:xfrm>
              <a:off x="3954" y="2015"/>
              <a:ext cx="73" cy="99"/>
            </a:xfrm>
            <a:custGeom>
              <a:avLst/>
              <a:gdLst/>
              <a:ahLst/>
              <a:cxnLst>
                <a:cxn ang="0">
                  <a:pos x="142" y="40"/>
                </a:cxn>
                <a:cxn ang="0">
                  <a:pos x="128" y="25"/>
                </a:cxn>
                <a:cxn ang="0">
                  <a:pos x="106" y="12"/>
                </a:cxn>
                <a:cxn ang="0">
                  <a:pos x="79" y="4"/>
                </a:cxn>
                <a:cxn ang="0">
                  <a:pos x="50" y="0"/>
                </a:cxn>
                <a:cxn ang="0">
                  <a:pos x="25" y="0"/>
                </a:cxn>
                <a:cxn ang="0">
                  <a:pos x="7" y="5"/>
                </a:cxn>
                <a:cxn ang="0">
                  <a:pos x="0" y="15"/>
                </a:cxn>
                <a:cxn ang="0">
                  <a:pos x="10" y="29"/>
                </a:cxn>
                <a:cxn ang="0">
                  <a:pos x="11" y="30"/>
                </a:cxn>
                <a:cxn ang="0">
                  <a:pos x="17" y="36"/>
                </a:cxn>
                <a:cxn ang="0">
                  <a:pos x="24" y="43"/>
                </a:cxn>
                <a:cxn ang="0">
                  <a:pos x="30" y="54"/>
                </a:cxn>
                <a:cxn ang="0">
                  <a:pos x="37" y="66"/>
                </a:cxn>
                <a:cxn ang="0">
                  <a:pos x="41" y="81"/>
                </a:cxn>
                <a:cxn ang="0">
                  <a:pos x="44" y="98"/>
                </a:cxn>
                <a:cxn ang="0">
                  <a:pos x="41" y="116"/>
                </a:cxn>
                <a:cxn ang="0">
                  <a:pos x="37" y="135"/>
                </a:cxn>
                <a:cxn ang="0">
                  <a:pos x="35" y="153"/>
                </a:cxn>
                <a:cxn ang="0">
                  <a:pos x="32" y="169"/>
                </a:cxn>
                <a:cxn ang="0">
                  <a:pos x="32" y="183"/>
                </a:cxn>
                <a:cxn ang="0">
                  <a:pos x="35" y="193"/>
                </a:cxn>
                <a:cxn ang="0">
                  <a:pos x="40" y="198"/>
                </a:cxn>
                <a:cxn ang="0">
                  <a:pos x="50" y="197"/>
                </a:cxn>
                <a:cxn ang="0">
                  <a:pos x="65" y="190"/>
                </a:cxn>
                <a:cxn ang="0">
                  <a:pos x="83" y="178"/>
                </a:cxn>
                <a:cxn ang="0">
                  <a:pos x="99" y="161"/>
                </a:cxn>
                <a:cxn ang="0">
                  <a:pos x="115" y="142"/>
                </a:cxn>
                <a:cxn ang="0">
                  <a:pos x="128" y="121"/>
                </a:cxn>
                <a:cxn ang="0">
                  <a:pos x="138" y="99"/>
                </a:cxn>
                <a:cxn ang="0">
                  <a:pos x="145" y="78"/>
                </a:cxn>
                <a:cxn ang="0">
                  <a:pos x="146" y="58"/>
                </a:cxn>
                <a:cxn ang="0">
                  <a:pos x="142" y="40"/>
                </a:cxn>
              </a:cxnLst>
              <a:rect l="0" t="0" r="r" b="b"/>
              <a:pathLst>
                <a:path w="146" h="198">
                  <a:moveTo>
                    <a:pt x="142" y="40"/>
                  </a:moveTo>
                  <a:lnTo>
                    <a:pt x="128" y="25"/>
                  </a:lnTo>
                  <a:lnTo>
                    <a:pt x="106" y="12"/>
                  </a:lnTo>
                  <a:lnTo>
                    <a:pt x="79" y="4"/>
                  </a:lnTo>
                  <a:lnTo>
                    <a:pt x="50" y="0"/>
                  </a:lnTo>
                  <a:lnTo>
                    <a:pt x="25" y="0"/>
                  </a:lnTo>
                  <a:lnTo>
                    <a:pt x="7" y="5"/>
                  </a:lnTo>
                  <a:lnTo>
                    <a:pt x="0" y="15"/>
                  </a:lnTo>
                  <a:lnTo>
                    <a:pt x="10" y="29"/>
                  </a:lnTo>
                  <a:lnTo>
                    <a:pt x="11" y="30"/>
                  </a:lnTo>
                  <a:lnTo>
                    <a:pt x="17" y="36"/>
                  </a:lnTo>
                  <a:lnTo>
                    <a:pt x="24" y="43"/>
                  </a:lnTo>
                  <a:lnTo>
                    <a:pt x="30" y="54"/>
                  </a:lnTo>
                  <a:lnTo>
                    <a:pt x="37" y="66"/>
                  </a:lnTo>
                  <a:lnTo>
                    <a:pt x="41" y="81"/>
                  </a:lnTo>
                  <a:lnTo>
                    <a:pt x="44" y="98"/>
                  </a:lnTo>
                  <a:lnTo>
                    <a:pt x="41" y="116"/>
                  </a:lnTo>
                  <a:lnTo>
                    <a:pt x="37" y="135"/>
                  </a:lnTo>
                  <a:lnTo>
                    <a:pt x="35" y="153"/>
                  </a:lnTo>
                  <a:lnTo>
                    <a:pt x="32" y="169"/>
                  </a:lnTo>
                  <a:lnTo>
                    <a:pt x="32" y="183"/>
                  </a:lnTo>
                  <a:lnTo>
                    <a:pt x="35" y="193"/>
                  </a:lnTo>
                  <a:lnTo>
                    <a:pt x="40" y="198"/>
                  </a:lnTo>
                  <a:lnTo>
                    <a:pt x="50" y="197"/>
                  </a:lnTo>
                  <a:lnTo>
                    <a:pt x="65" y="190"/>
                  </a:lnTo>
                  <a:lnTo>
                    <a:pt x="83" y="178"/>
                  </a:lnTo>
                  <a:lnTo>
                    <a:pt x="99" y="161"/>
                  </a:lnTo>
                  <a:lnTo>
                    <a:pt x="115" y="142"/>
                  </a:lnTo>
                  <a:lnTo>
                    <a:pt x="128" y="121"/>
                  </a:lnTo>
                  <a:lnTo>
                    <a:pt x="138" y="99"/>
                  </a:lnTo>
                  <a:lnTo>
                    <a:pt x="145" y="78"/>
                  </a:lnTo>
                  <a:lnTo>
                    <a:pt x="146" y="58"/>
                  </a:lnTo>
                  <a:lnTo>
                    <a:pt x="142" y="40"/>
                  </a:lnTo>
                  <a:close/>
                </a:path>
              </a:pathLst>
            </a:custGeom>
            <a:solidFill>
              <a:srgbClr val="91C1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7" name="Freeform 185"/>
            <p:cNvSpPr>
              <a:spLocks/>
            </p:cNvSpPr>
            <p:nvPr/>
          </p:nvSpPr>
          <p:spPr bwMode="gray">
            <a:xfrm>
              <a:off x="3956" y="2018"/>
              <a:ext cx="68" cy="94"/>
            </a:xfrm>
            <a:custGeom>
              <a:avLst/>
              <a:gdLst/>
              <a:ahLst/>
              <a:cxnLst>
                <a:cxn ang="0">
                  <a:pos x="131" y="39"/>
                </a:cxn>
                <a:cxn ang="0">
                  <a:pos x="118" y="24"/>
                </a:cxn>
                <a:cxn ang="0">
                  <a:pos x="97" y="13"/>
                </a:cxn>
                <a:cxn ang="0">
                  <a:pos x="71" y="4"/>
                </a:cxn>
                <a:cxn ang="0">
                  <a:pos x="45" y="0"/>
                </a:cxn>
                <a:cxn ang="0">
                  <a:pos x="22" y="0"/>
                </a:cxn>
                <a:cxn ang="0">
                  <a:pos x="6" y="4"/>
                </a:cxn>
                <a:cxn ang="0">
                  <a:pos x="0" y="14"/>
                </a:cxn>
                <a:cxn ang="0">
                  <a:pos x="9" y="28"/>
                </a:cxn>
                <a:cxn ang="0">
                  <a:pos x="15" y="33"/>
                </a:cxn>
                <a:cxn ang="0">
                  <a:pos x="29" y="50"/>
                </a:cxn>
                <a:cxn ang="0">
                  <a:pos x="38" y="76"/>
                </a:cxn>
                <a:cxn ang="0">
                  <a:pos x="38" y="109"/>
                </a:cxn>
                <a:cxn ang="0">
                  <a:pos x="34" y="127"/>
                </a:cxn>
                <a:cxn ang="0">
                  <a:pos x="31" y="145"/>
                </a:cxn>
                <a:cxn ang="0">
                  <a:pos x="29" y="160"/>
                </a:cxn>
                <a:cxn ang="0">
                  <a:pos x="29" y="174"/>
                </a:cxn>
                <a:cxn ang="0">
                  <a:pos x="31" y="184"/>
                </a:cxn>
                <a:cxn ang="0">
                  <a:pos x="35" y="189"/>
                </a:cxn>
                <a:cxn ang="0">
                  <a:pos x="45" y="189"/>
                </a:cxn>
                <a:cxn ang="0">
                  <a:pos x="59" y="182"/>
                </a:cxn>
                <a:cxn ang="0">
                  <a:pos x="75" y="170"/>
                </a:cxn>
                <a:cxn ang="0">
                  <a:pos x="92" y="153"/>
                </a:cxn>
                <a:cxn ang="0">
                  <a:pos x="106" y="135"/>
                </a:cxn>
                <a:cxn ang="0">
                  <a:pos x="118" y="116"/>
                </a:cxn>
                <a:cxn ang="0">
                  <a:pos x="128" y="95"/>
                </a:cxn>
                <a:cxn ang="0">
                  <a:pos x="133" y="76"/>
                </a:cxn>
                <a:cxn ang="0">
                  <a:pos x="135" y="57"/>
                </a:cxn>
                <a:cxn ang="0">
                  <a:pos x="131" y="39"/>
                </a:cxn>
              </a:cxnLst>
              <a:rect l="0" t="0" r="r" b="b"/>
              <a:pathLst>
                <a:path w="135" h="189">
                  <a:moveTo>
                    <a:pt x="131" y="39"/>
                  </a:moveTo>
                  <a:lnTo>
                    <a:pt x="118" y="24"/>
                  </a:lnTo>
                  <a:lnTo>
                    <a:pt x="97" y="13"/>
                  </a:lnTo>
                  <a:lnTo>
                    <a:pt x="71" y="4"/>
                  </a:lnTo>
                  <a:lnTo>
                    <a:pt x="45" y="0"/>
                  </a:lnTo>
                  <a:lnTo>
                    <a:pt x="22" y="0"/>
                  </a:lnTo>
                  <a:lnTo>
                    <a:pt x="6" y="4"/>
                  </a:lnTo>
                  <a:lnTo>
                    <a:pt x="0" y="14"/>
                  </a:lnTo>
                  <a:lnTo>
                    <a:pt x="9" y="28"/>
                  </a:lnTo>
                  <a:lnTo>
                    <a:pt x="15" y="33"/>
                  </a:lnTo>
                  <a:lnTo>
                    <a:pt x="29" y="50"/>
                  </a:lnTo>
                  <a:lnTo>
                    <a:pt x="38" y="76"/>
                  </a:lnTo>
                  <a:lnTo>
                    <a:pt x="38" y="109"/>
                  </a:lnTo>
                  <a:lnTo>
                    <a:pt x="34" y="127"/>
                  </a:lnTo>
                  <a:lnTo>
                    <a:pt x="31" y="145"/>
                  </a:lnTo>
                  <a:lnTo>
                    <a:pt x="29" y="160"/>
                  </a:lnTo>
                  <a:lnTo>
                    <a:pt x="29" y="174"/>
                  </a:lnTo>
                  <a:lnTo>
                    <a:pt x="31" y="184"/>
                  </a:lnTo>
                  <a:lnTo>
                    <a:pt x="35" y="189"/>
                  </a:lnTo>
                  <a:lnTo>
                    <a:pt x="45" y="189"/>
                  </a:lnTo>
                  <a:lnTo>
                    <a:pt x="59" y="182"/>
                  </a:lnTo>
                  <a:lnTo>
                    <a:pt x="75" y="170"/>
                  </a:lnTo>
                  <a:lnTo>
                    <a:pt x="92" y="153"/>
                  </a:lnTo>
                  <a:lnTo>
                    <a:pt x="106" y="135"/>
                  </a:lnTo>
                  <a:lnTo>
                    <a:pt x="118" y="116"/>
                  </a:lnTo>
                  <a:lnTo>
                    <a:pt x="128" y="95"/>
                  </a:lnTo>
                  <a:lnTo>
                    <a:pt x="133" y="76"/>
                  </a:lnTo>
                  <a:lnTo>
                    <a:pt x="135" y="57"/>
                  </a:lnTo>
                  <a:lnTo>
                    <a:pt x="131" y="39"/>
                  </a:lnTo>
                  <a:close/>
                </a:path>
              </a:pathLst>
            </a:custGeom>
            <a:solidFill>
              <a:srgbClr val="7CB5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8" name="Freeform 186"/>
            <p:cNvSpPr>
              <a:spLocks/>
            </p:cNvSpPr>
            <p:nvPr/>
          </p:nvSpPr>
          <p:spPr bwMode="gray">
            <a:xfrm>
              <a:off x="3960" y="2020"/>
              <a:ext cx="62" cy="90"/>
            </a:xfrm>
            <a:custGeom>
              <a:avLst/>
              <a:gdLst/>
              <a:ahLst/>
              <a:cxnLst>
                <a:cxn ang="0">
                  <a:pos x="120" y="37"/>
                </a:cxn>
                <a:cxn ang="0">
                  <a:pos x="109" y="23"/>
                </a:cxn>
                <a:cxn ang="0">
                  <a:pos x="90" y="12"/>
                </a:cxn>
                <a:cxn ang="0">
                  <a:pos x="67" y="4"/>
                </a:cxn>
                <a:cxn ang="0">
                  <a:pos x="42" y="0"/>
                </a:cxn>
                <a:cxn ang="0">
                  <a:pos x="20" y="0"/>
                </a:cxn>
                <a:cxn ang="0">
                  <a:pos x="5" y="4"/>
                </a:cxn>
                <a:cxn ang="0">
                  <a:pos x="0" y="12"/>
                </a:cxn>
                <a:cxn ang="0">
                  <a:pos x="9" y="25"/>
                </a:cxn>
                <a:cxn ang="0">
                  <a:pos x="14" y="30"/>
                </a:cxn>
                <a:cxn ang="0">
                  <a:pos x="25" y="47"/>
                </a:cxn>
                <a:cxn ang="0">
                  <a:pos x="34" y="71"/>
                </a:cxn>
                <a:cxn ang="0">
                  <a:pos x="34" y="103"/>
                </a:cxn>
                <a:cxn ang="0">
                  <a:pos x="29" y="120"/>
                </a:cxn>
                <a:cxn ang="0">
                  <a:pos x="27" y="136"/>
                </a:cxn>
                <a:cxn ang="0">
                  <a:pos x="25" y="151"/>
                </a:cxn>
                <a:cxn ang="0">
                  <a:pos x="25" y="164"/>
                </a:cxn>
                <a:cxn ang="0">
                  <a:pos x="27" y="173"/>
                </a:cxn>
                <a:cxn ang="0">
                  <a:pos x="32" y="179"/>
                </a:cxn>
                <a:cxn ang="0">
                  <a:pos x="40" y="179"/>
                </a:cxn>
                <a:cxn ang="0">
                  <a:pos x="54" y="172"/>
                </a:cxn>
                <a:cxn ang="0">
                  <a:pos x="69" y="160"/>
                </a:cxn>
                <a:cxn ang="0">
                  <a:pos x="85" y="146"/>
                </a:cxn>
                <a:cxn ang="0">
                  <a:pos x="98" y="128"/>
                </a:cxn>
                <a:cxn ang="0">
                  <a:pos x="109" y="110"/>
                </a:cxn>
                <a:cxn ang="0">
                  <a:pos x="118" y="91"/>
                </a:cxn>
                <a:cxn ang="0">
                  <a:pos x="123" y="73"/>
                </a:cxn>
                <a:cxn ang="0">
                  <a:pos x="125" y="54"/>
                </a:cxn>
                <a:cxn ang="0">
                  <a:pos x="120" y="37"/>
                </a:cxn>
              </a:cxnLst>
              <a:rect l="0" t="0" r="r" b="b"/>
              <a:pathLst>
                <a:path w="125" h="179">
                  <a:moveTo>
                    <a:pt x="120" y="37"/>
                  </a:moveTo>
                  <a:lnTo>
                    <a:pt x="109" y="23"/>
                  </a:lnTo>
                  <a:lnTo>
                    <a:pt x="90" y="12"/>
                  </a:lnTo>
                  <a:lnTo>
                    <a:pt x="67" y="4"/>
                  </a:lnTo>
                  <a:lnTo>
                    <a:pt x="42" y="0"/>
                  </a:lnTo>
                  <a:lnTo>
                    <a:pt x="20" y="0"/>
                  </a:lnTo>
                  <a:lnTo>
                    <a:pt x="5" y="4"/>
                  </a:lnTo>
                  <a:lnTo>
                    <a:pt x="0" y="12"/>
                  </a:lnTo>
                  <a:lnTo>
                    <a:pt x="9" y="25"/>
                  </a:lnTo>
                  <a:lnTo>
                    <a:pt x="14" y="30"/>
                  </a:lnTo>
                  <a:lnTo>
                    <a:pt x="25" y="47"/>
                  </a:lnTo>
                  <a:lnTo>
                    <a:pt x="34" y="71"/>
                  </a:lnTo>
                  <a:lnTo>
                    <a:pt x="34" y="103"/>
                  </a:lnTo>
                  <a:lnTo>
                    <a:pt x="29" y="120"/>
                  </a:lnTo>
                  <a:lnTo>
                    <a:pt x="27" y="136"/>
                  </a:lnTo>
                  <a:lnTo>
                    <a:pt x="25" y="151"/>
                  </a:lnTo>
                  <a:lnTo>
                    <a:pt x="25" y="164"/>
                  </a:lnTo>
                  <a:lnTo>
                    <a:pt x="27" y="173"/>
                  </a:lnTo>
                  <a:lnTo>
                    <a:pt x="32" y="179"/>
                  </a:lnTo>
                  <a:lnTo>
                    <a:pt x="40" y="179"/>
                  </a:lnTo>
                  <a:lnTo>
                    <a:pt x="54" y="172"/>
                  </a:lnTo>
                  <a:lnTo>
                    <a:pt x="69" y="160"/>
                  </a:lnTo>
                  <a:lnTo>
                    <a:pt x="85" y="146"/>
                  </a:lnTo>
                  <a:lnTo>
                    <a:pt x="98" y="128"/>
                  </a:lnTo>
                  <a:lnTo>
                    <a:pt x="109" y="110"/>
                  </a:lnTo>
                  <a:lnTo>
                    <a:pt x="118" y="91"/>
                  </a:lnTo>
                  <a:lnTo>
                    <a:pt x="123" y="73"/>
                  </a:lnTo>
                  <a:lnTo>
                    <a:pt x="125" y="54"/>
                  </a:lnTo>
                  <a:lnTo>
                    <a:pt x="120" y="37"/>
                  </a:lnTo>
                  <a:close/>
                </a:path>
              </a:pathLst>
            </a:custGeom>
            <a:solidFill>
              <a:srgbClr val="66A8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79" name="Freeform 187"/>
            <p:cNvSpPr>
              <a:spLocks/>
            </p:cNvSpPr>
            <p:nvPr/>
          </p:nvSpPr>
          <p:spPr bwMode="gray">
            <a:xfrm>
              <a:off x="3961" y="2022"/>
              <a:ext cx="57" cy="86"/>
            </a:xfrm>
            <a:custGeom>
              <a:avLst/>
              <a:gdLst/>
              <a:ahLst/>
              <a:cxnLst>
                <a:cxn ang="0">
                  <a:pos x="112" y="37"/>
                </a:cxn>
                <a:cxn ang="0">
                  <a:pos x="101" y="23"/>
                </a:cxn>
                <a:cxn ang="0">
                  <a:pos x="83" y="12"/>
                </a:cxn>
                <a:cxn ang="0">
                  <a:pos x="61" y="5"/>
                </a:cxn>
                <a:cxn ang="0">
                  <a:pos x="39" y="1"/>
                </a:cxn>
                <a:cxn ang="0">
                  <a:pos x="18" y="0"/>
                </a:cxn>
                <a:cxn ang="0">
                  <a:pos x="4" y="4"/>
                </a:cxn>
                <a:cxn ang="0">
                  <a:pos x="0" y="12"/>
                </a:cxn>
                <a:cxn ang="0">
                  <a:pos x="9" y="25"/>
                </a:cxn>
                <a:cxn ang="0">
                  <a:pos x="13" y="30"/>
                </a:cxn>
                <a:cxn ang="0">
                  <a:pos x="24" y="45"/>
                </a:cxn>
                <a:cxn ang="0">
                  <a:pos x="31" y="69"/>
                </a:cxn>
                <a:cxn ang="0">
                  <a:pos x="31" y="99"/>
                </a:cxn>
                <a:cxn ang="0">
                  <a:pos x="24" y="131"/>
                </a:cxn>
                <a:cxn ang="0">
                  <a:pos x="22" y="157"/>
                </a:cxn>
                <a:cxn ang="0">
                  <a:pos x="29" y="171"/>
                </a:cxn>
                <a:cxn ang="0">
                  <a:pos x="50" y="164"/>
                </a:cxn>
                <a:cxn ang="0">
                  <a:pos x="64" y="153"/>
                </a:cxn>
                <a:cxn ang="0">
                  <a:pos x="77" y="139"/>
                </a:cxn>
                <a:cxn ang="0">
                  <a:pos x="90" y="124"/>
                </a:cxn>
                <a:cxn ang="0">
                  <a:pos x="101" y="106"/>
                </a:cxn>
                <a:cxn ang="0">
                  <a:pos x="109" y="88"/>
                </a:cxn>
                <a:cxn ang="0">
                  <a:pos x="113" y="70"/>
                </a:cxn>
                <a:cxn ang="0">
                  <a:pos x="115" y="54"/>
                </a:cxn>
                <a:cxn ang="0">
                  <a:pos x="112" y="37"/>
                </a:cxn>
              </a:cxnLst>
              <a:rect l="0" t="0" r="r" b="b"/>
              <a:pathLst>
                <a:path w="115" h="171">
                  <a:moveTo>
                    <a:pt x="112" y="37"/>
                  </a:moveTo>
                  <a:lnTo>
                    <a:pt x="101" y="23"/>
                  </a:lnTo>
                  <a:lnTo>
                    <a:pt x="83" y="12"/>
                  </a:lnTo>
                  <a:lnTo>
                    <a:pt x="61" y="5"/>
                  </a:lnTo>
                  <a:lnTo>
                    <a:pt x="39" y="1"/>
                  </a:lnTo>
                  <a:lnTo>
                    <a:pt x="18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9" y="25"/>
                  </a:lnTo>
                  <a:lnTo>
                    <a:pt x="13" y="30"/>
                  </a:lnTo>
                  <a:lnTo>
                    <a:pt x="24" y="45"/>
                  </a:lnTo>
                  <a:lnTo>
                    <a:pt x="31" y="69"/>
                  </a:lnTo>
                  <a:lnTo>
                    <a:pt x="31" y="99"/>
                  </a:lnTo>
                  <a:lnTo>
                    <a:pt x="24" y="131"/>
                  </a:lnTo>
                  <a:lnTo>
                    <a:pt x="22" y="157"/>
                  </a:lnTo>
                  <a:lnTo>
                    <a:pt x="29" y="171"/>
                  </a:lnTo>
                  <a:lnTo>
                    <a:pt x="50" y="164"/>
                  </a:lnTo>
                  <a:lnTo>
                    <a:pt x="64" y="153"/>
                  </a:lnTo>
                  <a:lnTo>
                    <a:pt x="77" y="139"/>
                  </a:lnTo>
                  <a:lnTo>
                    <a:pt x="90" y="124"/>
                  </a:lnTo>
                  <a:lnTo>
                    <a:pt x="101" y="106"/>
                  </a:lnTo>
                  <a:lnTo>
                    <a:pt x="109" y="88"/>
                  </a:lnTo>
                  <a:lnTo>
                    <a:pt x="113" y="70"/>
                  </a:lnTo>
                  <a:lnTo>
                    <a:pt x="115" y="54"/>
                  </a:lnTo>
                  <a:lnTo>
                    <a:pt x="112" y="37"/>
                  </a:lnTo>
                  <a:close/>
                </a:path>
              </a:pathLst>
            </a:custGeom>
            <a:solidFill>
              <a:srgbClr val="4F9B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0" name="Freeform 188"/>
            <p:cNvSpPr>
              <a:spLocks/>
            </p:cNvSpPr>
            <p:nvPr/>
          </p:nvSpPr>
          <p:spPr bwMode="gray">
            <a:xfrm>
              <a:off x="3964" y="2025"/>
              <a:ext cx="52" cy="81"/>
            </a:xfrm>
            <a:custGeom>
              <a:avLst/>
              <a:gdLst/>
              <a:ahLst/>
              <a:cxnLst>
                <a:cxn ang="0">
                  <a:pos x="102" y="36"/>
                </a:cxn>
                <a:cxn ang="0">
                  <a:pos x="92" y="24"/>
                </a:cxn>
                <a:cxn ang="0">
                  <a:pos x="76" y="13"/>
                </a:cxn>
                <a:cxn ang="0">
                  <a:pos x="55" y="6"/>
                </a:cxn>
                <a:cxn ang="0">
                  <a:pos x="34" y="2"/>
                </a:cxn>
                <a:cxn ang="0">
                  <a:pos x="16" y="0"/>
                </a:cxn>
                <a:cxn ang="0">
                  <a:pos x="4" y="3"/>
                </a:cxn>
                <a:cxn ang="0">
                  <a:pos x="0" y="11"/>
                </a:cxn>
                <a:cxn ang="0">
                  <a:pos x="8" y="23"/>
                </a:cxn>
                <a:cxn ang="0">
                  <a:pos x="12" y="28"/>
                </a:cxn>
                <a:cxn ang="0">
                  <a:pos x="20" y="42"/>
                </a:cxn>
                <a:cxn ang="0">
                  <a:pos x="27" y="64"/>
                </a:cxn>
                <a:cxn ang="0">
                  <a:pos x="27" y="93"/>
                </a:cxn>
                <a:cxn ang="0">
                  <a:pos x="20" y="123"/>
                </a:cxn>
                <a:cxn ang="0">
                  <a:pos x="19" y="148"/>
                </a:cxn>
                <a:cxn ang="0">
                  <a:pos x="26" y="162"/>
                </a:cxn>
                <a:cxn ang="0">
                  <a:pos x="44" y="155"/>
                </a:cxn>
                <a:cxn ang="0">
                  <a:pos x="58" y="145"/>
                </a:cxn>
                <a:cxn ang="0">
                  <a:pos x="70" y="131"/>
                </a:cxn>
                <a:cxn ang="0">
                  <a:pos x="81" y="118"/>
                </a:cxn>
                <a:cxn ang="0">
                  <a:pos x="92" y="101"/>
                </a:cxn>
                <a:cxn ang="0">
                  <a:pos x="99" y="85"/>
                </a:cxn>
                <a:cxn ang="0">
                  <a:pos x="103" y="68"/>
                </a:cxn>
                <a:cxn ang="0">
                  <a:pos x="105" y="51"/>
                </a:cxn>
                <a:cxn ang="0">
                  <a:pos x="102" y="36"/>
                </a:cxn>
              </a:cxnLst>
              <a:rect l="0" t="0" r="r" b="b"/>
              <a:pathLst>
                <a:path w="105" h="162">
                  <a:moveTo>
                    <a:pt x="102" y="36"/>
                  </a:moveTo>
                  <a:lnTo>
                    <a:pt x="92" y="24"/>
                  </a:lnTo>
                  <a:lnTo>
                    <a:pt x="76" y="13"/>
                  </a:lnTo>
                  <a:lnTo>
                    <a:pt x="55" y="6"/>
                  </a:lnTo>
                  <a:lnTo>
                    <a:pt x="34" y="2"/>
                  </a:lnTo>
                  <a:lnTo>
                    <a:pt x="16" y="0"/>
                  </a:lnTo>
                  <a:lnTo>
                    <a:pt x="4" y="3"/>
                  </a:lnTo>
                  <a:lnTo>
                    <a:pt x="0" y="11"/>
                  </a:lnTo>
                  <a:lnTo>
                    <a:pt x="8" y="23"/>
                  </a:lnTo>
                  <a:lnTo>
                    <a:pt x="12" y="28"/>
                  </a:lnTo>
                  <a:lnTo>
                    <a:pt x="20" y="42"/>
                  </a:lnTo>
                  <a:lnTo>
                    <a:pt x="27" y="64"/>
                  </a:lnTo>
                  <a:lnTo>
                    <a:pt x="27" y="93"/>
                  </a:lnTo>
                  <a:lnTo>
                    <a:pt x="20" y="123"/>
                  </a:lnTo>
                  <a:lnTo>
                    <a:pt x="19" y="148"/>
                  </a:lnTo>
                  <a:lnTo>
                    <a:pt x="26" y="162"/>
                  </a:lnTo>
                  <a:lnTo>
                    <a:pt x="44" y="155"/>
                  </a:lnTo>
                  <a:lnTo>
                    <a:pt x="58" y="145"/>
                  </a:lnTo>
                  <a:lnTo>
                    <a:pt x="70" y="131"/>
                  </a:lnTo>
                  <a:lnTo>
                    <a:pt x="81" y="118"/>
                  </a:lnTo>
                  <a:lnTo>
                    <a:pt x="92" y="101"/>
                  </a:lnTo>
                  <a:lnTo>
                    <a:pt x="99" y="85"/>
                  </a:lnTo>
                  <a:lnTo>
                    <a:pt x="103" y="68"/>
                  </a:lnTo>
                  <a:lnTo>
                    <a:pt x="105" y="51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3A8E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1" name="Freeform 189"/>
            <p:cNvSpPr>
              <a:spLocks/>
            </p:cNvSpPr>
            <p:nvPr/>
          </p:nvSpPr>
          <p:spPr bwMode="gray">
            <a:xfrm>
              <a:off x="3967" y="2027"/>
              <a:ext cx="47" cy="77"/>
            </a:xfrm>
            <a:custGeom>
              <a:avLst/>
              <a:gdLst/>
              <a:ahLst/>
              <a:cxnLst>
                <a:cxn ang="0">
                  <a:pos x="91" y="35"/>
                </a:cxn>
                <a:cxn ang="0">
                  <a:pos x="81" y="23"/>
                </a:cxn>
                <a:cxn ang="0">
                  <a:pos x="67" y="13"/>
                </a:cxn>
                <a:cxn ang="0">
                  <a:pos x="48" y="5"/>
                </a:cxn>
                <a:cxn ang="0">
                  <a:pos x="30" y="1"/>
                </a:cxn>
                <a:cxn ang="0">
                  <a:pos x="13" y="0"/>
                </a:cxn>
                <a:cxn ang="0">
                  <a:pos x="2" y="4"/>
                </a:cxn>
                <a:cxn ang="0">
                  <a:pos x="0" y="11"/>
                </a:cxn>
                <a:cxn ang="0">
                  <a:pos x="7" y="22"/>
                </a:cxn>
                <a:cxn ang="0">
                  <a:pos x="11" y="26"/>
                </a:cxn>
                <a:cxn ang="0">
                  <a:pos x="18" y="40"/>
                </a:cxn>
                <a:cxn ang="0">
                  <a:pos x="23" y="60"/>
                </a:cxn>
                <a:cxn ang="0">
                  <a:pos x="22" y="88"/>
                </a:cxn>
                <a:cxn ang="0">
                  <a:pos x="16" y="117"/>
                </a:cxn>
                <a:cxn ang="0">
                  <a:pos x="15" y="140"/>
                </a:cxn>
                <a:cxn ang="0">
                  <a:pos x="22" y="153"/>
                </a:cxn>
                <a:cxn ang="0">
                  <a:pos x="38" y="147"/>
                </a:cxn>
                <a:cxn ang="0">
                  <a:pos x="51" y="137"/>
                </a:cxn>
                <a:cxn ang="0">
                  <a:pos x="62" y="125"/>
                </a:cxn>
                <a:cxn ang="0">
                  <a:pos x="73" y="111"/>
                </a:cxn>
                <a:cxn ang="0">
                  <a:pos x="82" y="96"/>
                </a:cxn>
                <a:cxn ang="0">
                  <a:pos x="89" y="81"/>
                </a:cxn>
                <a:cxn ang="0">
                  <a:pos x="93" y="66"/>
                </a:cxn>
                <a:cxn ang="0">
                  <a:pos x="93" y="51"/>
                </a:cxn>
                <a:cxn ang="0">
                  <a:pos x="91" y="35"/>
                </a:cxn>
              </a:cxnLst>
              <a:rect l="0" t="0" r="r" b="b"/>
              <a:pathLst>
                <a:path w="93" h="153">
                  <a:moveTo>
                    <a:pt x="91" y="35"/>
                  </a:moveTo>
                  <a:lnTo>
                    <a:pt x="81" y="23"/>
                  </a:lnTo>
                  <a:lnTo>
                    <a:pt x="67" y="13"/>
                  </a:lnTo>
                  <a:lnTo>
                    <a:pt x="48" y="5"/>
                  </a:lnTo>
                  <a:lnTo>
                    <a:pt x="30" y="1"/>
                  </a:lnTo>
                  <a:lnTo>
                    <a:pt x="1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7" y="22"/>
                  </a:lnTo>
                  <a:lnTo>
                    <a:pt x="11" y="26"/>
                  </a:lnTo>
                  <a:lnTo>
                    <a:pt x="18" y="40"/>
                  </a:lnTo>
                  <a:lnTo>
                    <a:pt x="23" y="60"/>
                  </a:lnTo>
                  <a:lnTo>
                    <a:pt x="22" y="88"/>
                  </a:lnTo>
                  <a:lnTo>
                    <a:pt x="16" y="117"/>
                  </a:lnTo>
                  <a:lnTo>
                    <a:pt x="15" y="140"/>
                  </a:lnTo>
                  <a:lnTo>
                    <a:pt x="22" y="153"/>
                  </a:lnTo>
                  <a:lnTo>
                    <a:pt x="38" y="147"/>
                  </a:lnTo>
                  <a:lnTo>
                    <a:pt x="51" y="137"/>
                  </a:lnTo>
                  <a:lnTo>
                    <a:pt x="62" y="125"/>
                  </a:lnTo>
                  <a:lnTo>
                    <a:pt x="73" y="111"/>
                  </a:lnTo>
                  <a:lnTo>
                    <a:pt x="82" y="96"/>
                  </a:lnTo>
                  <a:lnTo>
                    <a:pt x="89" y="81"/>
                  </a:lnTo>
                  <a:lnTo>
                    <a:pt x="93" y="66"/>
                  </a:lnTo>
                  <a:lnTo>
                    <a:pt x="93" y="51"/>
                  </a:lnTo>
                  <a:lnTo>
                    <a:pt x="91" y="35"/>
                  </a:lnTo>
                  <a:close/>
                </a:path>
              </a:pathLst>
            </a:custGeom>
            <a:solidFill>
              <a:srgbClr val="2382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2" name="Freeform 190"/>
            <p:cNvSpPr>
              <a:spLocks/>
            </p:cNvSpPr>
            <p:nvPr/>
          </p:nvSpPr>
          <p:spPr bwMode="gray">
            <a:xfrm>
              <a:off x="3971" y="2030"/>
              <a:ext cx="43" cy="72"/>
            </a:xfrm>
            <a:custGeom>
              <a:avLst/>
              <a:gdLst/>
              <a:ahLst/>
              <a:cxnLst>
                <a:cxn ang="0">
                  <a:pos x="7" y="19"/>
                </a:cxn>
                <a:cxn ang="0">
                  <a:pos x="10" y="24"/>
                </a:cxn>
                <a:cxn ang="0">
                  <a:pos x="15" y="36"/>
                </a:cxn>
                <a:cxn ang="0">
                  <a:pos x="21" y="57"/>
                </a:cxn>
                <a:cxn ang="0">
                  <a:pos x="19" y="81"/>
                </a:cxn>
                <a:cxn ang="0">
                  <a:pos x="14" y="109"/>
                </a:cxn>
                <a:cxn ang="0">
                  <a:pos x="12" y="132"/>
                </a:cxn>
                <a:cxn ang="0">
                  <a:pos x="18" y="143"/>
                </a:cxn>
                <a:cxn ang="0">
                  <a:pos x="34" y="138"/>
                </a:cxn>
                <a:cxn ang="0">
                  <a:pos x="45" y="128"/>
                </a:cxn>
                <a:cxn ang="0">
                  <a:pos x="55" y="117"/>
                </a:cxn>
                <a:cxn ang="0">
                  <a:pos x="65" y="105"/>
                </a:cxn>
                <a:cxn ang="0">
                  <a:pos x="73" y="91"/>
                </a:cxn>
                <a:cxn ang="0">
                  <a:pos x="80" y="76"/>
                </a:cxn>
                <a:cxn ang="0">
                  <a:pos x="83" y="62"/>
                </a:cxn>
                <a:cxn ang="0">
                  <a:pos x="84" y="48"/>
                </a:cxn>
                <a:cxn ang="0">
                  <a:pos x="81" y="35"/>
                </a:cxn>
                <a:cxn ang="0">
                  <a:pos x="73" y="24"/>
                </a:cxn>
                <a:cxn ang="0">
                  <a:pos x="61" y="14"/>
                </a:cxn>
                <a:cxn ang="0">
                  <a:pos x="44" y="6"/>
                </a:cxn>
                <a:cxn ang="0">
                  <a:pos x="28" y="1"/>
                </a:cxn>
                <a:cxn ang="0">
                  <a:pos x="14" y="0"/>
                </a:cxn>
                <a:cxn ang="0">
                  <a:pos x="3" y="3"/>
                </a:cxn>
                <a:cxn ang="0">
                  <a:pos x="0" y="8"/>
                </a:cxn>
                <a:cxn ang="0">
                  <a:pos x="7" y="19"/>
                </a:cxn>
              </a:cxnLst>
              <a:rect l="0" t="0" r="r" b="b"/>
              <a:pathLst>
                <a:path w="84" h="143">
                  <a:moveTo>
                    <a:pt x="7" y="19"/>
                  </a:moveTo>
                  <a:lnTo>
                    <a:pt x="10" y="24"/>
                  </a:lnTo>
                  <a:lnTo>
                    <a:pt x="15" y="36"/>
                  </a:lnTo>
                  <a:lnTo>
                    <a:pt x="21" y="57"/>
                  </a:lnTo>
                  <a:lnTo>
                    <a:pt x="19" y="81"/>
                  </a:lnTo>
                  <a:lnTo>
                    <a:pt x="14" y="109"/>
                  </a:lnTo>
                  <a:lnTo>
                    <a:pt x="12" y="132"/>
                  </a:lnTo>
                  <a:lnTo>
                    <a:pt x="18" y="143"/>
                  </a:lnTo>
                  <a:lnTo>
                    <a:pt x="34" y="138"/>
                  </a:lnTo>
                  <a:lnTo>
                    <a:pt x="45" y="128"/>
                  </a:lnTo>
                  <a:lnTo>
                    <a:pt x="55" y="117"/>
                  </a:lnTo>
                  <a:lnTo>
                    <a:pt x="65" y="105"/>
                  </a:lnTo>
                  <a:lnTo>
                    <a:pt x="73" y="91"/>
                  </a:lnTo>
                  <a:lnTo>
                    <a:pt x="80" y="76"/>
                  </a:lnTo>
                  <a:lnTo>
                    <a:pt x="83" y="62"/>
                  </a:lnTo>
                  <a:lnTo>
                    <a:pt x="84" y="48"/>
                  </a:lnTo>
                  <a:lnTo>
                    <a:pt x="81" y="35"/>
                  </a:lnTo>
                  <a:lnTo>
                    <a:pt x="73" y="24"/>
                  </a:lnTo>
                  <a:lnTo>
                    <a:pt x="61" y="14"/>
                  </a:lnTo>
                  <a:lnTo>
                    <a:pt x="44" y="6"/>
                  </a:lnTo>
                  <a:lnTo>
                    <a:pt x="28" y="1"/>
                  </a:lnTo>
                  <a:lnTo>
                    <a:pt x="14" y="0"/>
                  </a:lnTo>
                  <a:lnTo>
                    <a:pt x="3" y="3"/>
                  </a:lnTo>
                  <a:lnTo>
                    <a:pt x="0" y="8"/>
                  </a:lnTo>
                  <a:lnTo>
                    <a:pt x="7" y="19"/>
                  </a:lnTo>
                  <a:close/>
                </a:path>
              </a:pathLst>
            </a:custGeom>
            <a:solidFill>
              <a:srgbClr val="0C77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3" name="Freeform 191"/>
            <p:cNvSpPr>
              <a:spLocks/>
            </p:cNvSpPr>
            <p:nvPr/>
          </p:nvSpPr>
          <p:spPr bwMode="gray">
            <a:xfrm>
              <a:off x="3793" y="1889"/>
              <a:ext cx="134" cy="123"/>
            </a:xfrm>
            <a:custGeom>
              <a:avLst/>
              <a:gdLst/>
              <a:ahLst/>
              <a:cxnLst>
                <a:cxn ang="0">
                  <a:pos x="216" y="234"/>
                </a:cxn>
                <a:cxn ang="0">
                  <a:pos x="212" y="234"/>
                </a:cxn>
                <a:cxn ang="0">
                  <a:pos x="201" y="237"/>
                </a:cxn>
                <a:cxn ang="0">
                  <a:pos x="183" y="238"/>
                </a:cxn>
                <a:cxn ang="0">
                  <a:pos x="163" y="241"/>
                </a:cxn>
                <a:cxn ang="0">
                  <a:pos x="140" y="242"/>
                </a:cxn>
                <a:cxn ang="0">
                  <a:pos x="117" y="245"/>
                </a:cxn>
                <a:cxn ang="0">
                  <a:pos x="96" y="245"/>
                </a:cxn>
                <a:cxn ang="0">
                  <a:pos x="78" y="245"/>
                </a:cxn>
                <a:cxn ang="0">
                  <a:pos x="63" y="245"/>
                </a:cxn>
                <a:cxn ang="0">
                  <a:pos x="49" y="245"/>
                </a:cxn>
                <a:cxn ang="0">
                  <a:pos x="37" y="245"/>
                </a:cxn>
                <a:cxn ang="0">
                  <a:pos x="27" y="246"/>
                </a:cxn>
                <a:cxn ang="0">
                  <a:pos x="18" y="246"/>
                </a:cxn>
                <a:cxn ang="0">
                  <a:pos x="12" y="246"/>
                </a:cxn>
                <a:cxn ang="0">
                  <a:pos x="8" y="244"/>
                </a:cxn>
                <a:cxn ang="0">
                  <a:pos x="5" y="239"/>
                </a:cxn>
                <a:cxn ang="0">
                  <a:pos x="3" y="221"/>
                </a:cxn>
                <a:cxn ang="0">
                  <a:pos x="1" y="194"/>
                </a:cxn>
                <a:cxn ang="0">
                  <a:pos x="0" y="162"/>
                </a:cxn>
                <a:cxn ang="0">
                  <a:pos x="1" y="131"/>
                </a:cxn>
                <a:cxn ang="0">
                  <a:pos x="4" y="114"/>
                </a:cxn>
                <a:cxn ang="0">
                  <a:pos x="7" y="93"/>
                </a:cxn>
                <a:cxn ang="0">
                  <a:pos x="12" y="71"/>
                </a:cxn>
                <a:cxn ang="0">
                  <a:pos x="19" y="51"/>
                </a:cxn>
                <a:cxn ang="0">
                  <a:pos x="29" y="30"/>
                </a:cxn>
                <a:cxn ang="0">
                  <a:pos x="41" y="13"/>
                </a:cxn>
                <a:cxn ang="0">
                  <a:pos x="55" y="4"/>
                </a:cxn>
                <a:cxn ang="0">
                  <a:pos x="73" y="0"/>
                </a:cxn>
                <a:cxn ang="0">
                  <a:pos x="92" y="2"/>
                </a:cxn>
                <a:cxn ang="0">
                  <a:pos x="113" y="11"/>
                </a:cxn>
                <a:cxn ang="0">
                  <a:pos x="134" y="23"/>
                </a:cxn>
                <a:cxn ang="0">
                  <a:pos x="154" y="38"/>
                </a:cxn>
                <a:cxn ang="0">
                  <a:pos x="174" y="56"/>
                </a:cxn>
                <a:cxn ang="0">
                  <a:pos x="191" y="77"/>
                </a:cxn>
                <a:cxn ang="0">
                  <a:pos x="208" y="97"/>
                </a:cxn>
                <a:cxn ang="0">
                  <a:pos x="220" y="118"/>
                </a:cxn>
                <a:cxn ang="0">
                  <a:pos x="231" y="139"/>
                </a:cxn>
                <a:cxn ang="0">
                  <a:pos x="241" y="159"/>
                </a:cxn>
                <a:cxn ang="0">
                  <a:pos x="249" y="177"/>
                </a:cxn>
                <a:cxn ang="0">
                  <a:pos x="256" y="194"/>
                </a:cxn>
                <a:cxn ang="0">
                  <a:pos x="262" y="208"/>
                </a:cxn>
                <a:cxn ang="0">
                  <a:pos x="266" y="217"/>
                </a:cxn>
                <a:cxn ang="0">
                  <a:pos x="267" y="224"/>
                </a:cxn>
                <a:cxn ang="0">
                  <a:pos x="269" y="227"/>
                </a:cxn>
                <a:cxn ang="0">
                  <a:pos x="216" y="234"/>
                </a:cxn>
              </a:cxnLst>
              <a:rect l="0" t="0" r="r" b="b"/>
              <a:pathLst>
                <a:path w="269" h="246">
                  <a:moveTo>
                    <a:pt x="216" y="234"/>
                  </a:moveTo>
                  <a:lnTo>
                    <a:pt x="212" y="234"/>
                  </a:lnTo>
                  <a:lnTo>
                    <a:pt x="201" y="237"/>
                  </a:lnTo>
                  <a:lnTo>
                    <a:pt x="183" y="238"/>
                  </a:lnTo>
                  <a:lnTo>
                    <a:pt x="163" y="241"/>
                  </a:lnTo>
                  <a:lnTo>
                    <a:pt x="140" y="242"/>
                  </a:lnTo>
                  <a:lnTo>
                    <a:pt x="117" y="245"/>
                  </a:lnTo>
                  <a:lnTo>
                    <a:pt x="96" y="245"/>
                  </a:lnTo>
                  <a:lnTo>
                    <a:pt x="78" y="245"/>
                  </a:lnTo>
                  <a:lnTo>
                    <a:pt x="63" y="245"/>
                  </a:lnTo>
                  <a:lnTo>
                    <a:pt x="49" y="245"/>
                  </a:lnTo>
                  <a:lnTo>
                    <a:pt x="37" y="245"/>
                  </a:lnTo>
                  <a:lnTo>
                    <a:pt x="27" y="246"/>
                  </a:lnTo>
                  <a:lnTo>
                    <a:pt x="18" y="246"/>
                  </a:lnTo>
                  <a:lnTo>
                    <a:pt x="12" y="246"/>
                  </a:lnTo>
                  <a:lnTo>
                    <a:pt x="8" y="244"/>
                  </a:lnTo>
                  <a:lnTo>
                    <a:pt x="5" y="239"/>
                  </a:lnTo>
                  <a:lnTo>
                    <a:pt x="3" y="221"/>
                  </a:lnTo>
                  <a:lnTo>
                    <a:pt x="1" y="194"/>
                  </a:lnTo>
                  <a:lnTo>
                    <a:pt x="0" y="162"/>
                  </a:lnTo>
                  <a:lnTo>
                    <a:pt x="1" y="131"/>
                  </a:lnTo>
                  <a:lnTo>
                    <a:pt x="4" y="114"/>
                  </a:lnTo>
                  <a:lnTo>
                    <a:pt x="7" y="93"/>
                  </a:lnTo>
                  <a:lnTo>
                    <a:pt x="12" y="71"/>
                  </a:lnTo>
                  <a:lnTo>
                    <a:pt x="19" y="51"/>
                  </a:lnTo>
                  <a:lnTo>
                    <a:pt x="29" y="30"/>
                  </a:lnTo>
                  <a:lnTo>
                    <a:pt x="41" y="13"/>
                  </a:lnTo>
                  <a:lnTo>
                    <a:pt x="55" y="4"/>
                  </a:lnTo>
                  <a:lnTo>
                    <a:pt x="73" y="0"/>
                  </a:lnTo>
                  <a:lnTo>
                    <a:pt x="92" y="2"/>
                  </a:lnTo>
                  <a:lnTo>
                    <a:pt x="113" y="11"/>
                  </a:lnTo>
                  <a:lnTo>
                    <a:pt x="134" y="23"/>
                  </a:lnTo>
                  <a:lnTo>
                    <a:pt x="154" y="38"/>
                  </a:lnTo>
                  <a:lnTo>
                    <a:pt x="174" y="56"/>
                  </a:lnTo>
                  <a:lnTo>
                    <a:pt x="191" y="77"/>
                  </a:lnTo>
                  <a:lnTo>
                    <a:pt x="208" y="97"/>
                  </a:lnTo>
                  <a:lnTo>
                    <a:pt x="220" y="118"/>
                  </a:lnTo>
                  <a:lnTo>
                    <a:pt x="231" y="139"/>
                  </a:lnTo>
                  <a:lnTo>
                    <a:pt x="241" y="159"/>
                  </a:lnTo>
                  <a:lnTo>
                    <a:pt x="249" y="177"/>
                  </a:lnTo>
                  <a:lnTo>
                    <a:pt x="256" y="194"/>
                  </a:lnTo>
                  <a:lnTo>
                    <a:pt x="262" y="208"/>
                  </a:lnTo>
                  <a:lnTo>
                    <a:pt x="266" y="217"/>
                  </a:lnTo>
                  <a:lnTo>
                    <a:pt x="267" y="224"/>
                  </a:lnTo>
                  <a:lnTo>
                    <a:pt x="269" y="227"/>
                  </a:lnTo>
                  <a:lnTo>
                    <a:pt x="216" y="234"/>
                  </a:lnTo>
                  <a:close/>
                </a:path>
              </a:pathLst>
            </a:custGeom>
            <a:solidFill>
              <a:srgbClr val="F9BF3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4" name="Freeform 192"/>
            <p:cNvSpPr>
              <a:spLocks/>
            </p:cNvSpPr>
            <p:nvPr/>
          </p:nvSpPr>
          <p:spPr bwMode="gray">
            <a:xfrm>
              <a:off x="3722" y="2017"/>
              <a:ext cx="246" cy="329"/>
            </a:xfrm>
            <a:custGeom>
              <a:avLst/>
              <a:gdLst/>
              <a:ahLst/>
              <a:cxnLst>
                <a:cxn ang="0">
                  <a:pos x="48" y="518"/>
                </a:cxn>
                <a:cxn ang="0">
                  <a:pos x="45" y="442"/>
                </a:cxn>
                <a:cxn ang="0">
                  <a:pos x="27" y="368"/>
                </a:cxn>
                <a:cxn ang="0">
                  <a:pos x="12" y="317"/>
                </a:cxn>
                <a:cxn ang="0">
                  <a:pos x="1" y="267"/>
                </a:cxn>
                <a:cxn ang="0">
                  <a:pos x="4" y="225"/>
                </a:cxn>
                <a:cxn ang="0">
                  <a:pos x="22" y="186"/>
                </a:cxn>
                <a:cxn ang="0">
                  <a:pos x="41" y="146"/>
                </a:cxn>
                <a:cxn ang="0">
                  <a:pos x="63" y="106"/>
                </a:cxn>
                <a:cxn ang="0">
                  <a:pos x="95" y="72"/>
                </a:cxn>
                <a:cxn ang="0">
                  <a:pos x="129" y="50"/>
                </a:cxn>
                <a:cxn ang="0">
                  <a:pos x="156" y="39"/>
                </a:cxn>
                <a:cxn ang="0">
                  <a:pos x="185" y="27"/>
                </a:cxn>
                <a:cxn ang="0">
                  <a:pos x="214" y="18"/>
                </a:cxn>
                <a:cxn ang="0">
                  <a:pos x="245" y="11"/>
                </a:cxn>
                <a:cxn ang="0">
                  <a:pos x="280" y="5"/>
                </a:cxn>
                <a:cxn ang="0">
                  <a:pos x="314" y="1"/>
                </a:cxn>
                <a:cxn ang="0">
                  <a:pos x="350" y="0"/>
                </a:cxn>
                <a:cxn ang="0">
                  <a:pos x="402" y="4"/>
                </a:cxn>
                <a:cxn ang="0">
                  <a:pos x="447" y="25"/>
                </a:cxn>
                <a:cxn ang="0">
                  <a:pos x="466" y="62"/>
                </a:cxn>
                <a:cxn ang="0">
                  <a:pos x="471" y="107"/>
                </a:cxn>
                <a:cxn ang="0">
                  <a:pos x="471" y="178"/>
                </a:cxn>
                <a:cxn ang="0">
                  <a:pos x="481" y="244"/>
                </a:cxn>
                <a:cxn ang="0">
                  <a:pos x="492" y="307"/>
                </a:cxn>
                <a:cxn ang="0">
                  <a:pos x="484" y="383"/>
                </a:cxn>
                <a:cxn ang="0">
                  <a:pos x="458" y="437"/>
                </a:cxn>
                <a:cxn ang="0">
                  <a:pos x="433" y="475"/>
                </a:cxn>
                <a:cxn ang="0">
                  <a:pos x="408" y="515"/>
                </a:cxn>
                <a:cxn ang="0">
                  <a:pos x="386" y="551"/>
                </a:cxn>
                <a:cxn ang="0">
                  <a:pos x="369" y="576"/>
                </a:cxn>
                <a:cxn ang="0">
                  <a:pos x="350" y="590"/>
                </a:cxn>
                <a:cxn ang="0">
                  <a:pos x="329" y="597"/>
                </a:cxn>
                <a:cxn ang="0">
                  <a:pos x="313" y="606"/>
                </a:cxn>
                <a:cxn ang="0">
                  <a:pos x="302" y="624"/>
                </a:cxn>
                <a:cxn ang="0">
                  <a:pos x="292" y="642"/>
                </a:cxn>
                <a:cxn ang="0">
                  <a:pos x="278" y="656"/>
                </a:cxn>
                <a:cxn ang="0">
                  <a:pos x="256" y="659"/>
                </a:cxn>
                <a:cxn ang="0">
                  <a:pos x="219" y="649"/>
                </a:cxn>
                <a:cxn ang="0">
                  <a:pos x="154" y="634"/>
                </a:cxn>
                <a:cxn ang="0">
                  <a:pos x="87" y="609"/>
                </a:cxn>
                <a:cxn ang="0">
                  <a:pos x="47" y="563"/>
                </a:cxn>
              </a:cxnLst>
              <a:rect l="0" t="0" r="r" b="b"/>
              <a:pathLst>
                <a:path w="492" h="659">
                  <a:moveTo>
                    <a:pt x="47" y="530"/>
                  </a:moveTo>
                  <a:lnTo>
                    <a:pt x="48" y="518"/>
                  </a:lnTo>
                  <a:lnTo>
                    <a:pt x="48" y="486"/>
                  </a:lnTo>
                  <a:lnTo>
                    <a:pt x="45" y="442"/>
                  </a:lnTo>
                  <a:lnTo>
                    <a:pt x="36" y="393"/>
                  </a:lnTo>
                  <a:lnTo>
                    <a:pt x="27" y="368"/>
                  </a:lnTo>
                  <a:lnTo>
                    <a:pt x="19" y="342"/>
                  </a:lnTo>
                  <a:lnTo>
                    <a:pt x="12" y="317"/>
                  </a:lnTo>
                  <a:lnTo>
                    <a:pt x="5" y="292"/>
                  </a:lnTo>
                  <a:lnTo>
                    <a:pt x="1" y="267"/>
                  </a:lnTo>
                  <a:lnTo>
                    <a:pt x="0" y="245"/>
                  </a:lnTo>
                  <a:lnTo>
                    <a:pt x="4" y="225"/>
                  </a:lnTo>
                  <a:lnTo>
                    <a:pt x="12" y="205"/>
                  </a:lnTo>
                  <a:lnTo>
                    <a:pt x="22" y="186"/>
                  </a:lnTo>
                  <a:lnTo>
                    <a:pt x="32" y="167"/>
                  </a:lnTo>
                  <a:lnTo>
                    <a:pt x="41" y="146"/>
                  </a:lnTo>
                  <a:lnTo>
                    <a:pt x="51" y="127"/>
                  </a:lnTo>
                  <a:lnTo>
                    <a:pt x="63" y="106"/>
                  </a:lnTo>
                  <a:lnTo>
                    <a:pt x="77" y="88"/>
                  </a:lnTo>
                  <a:lnTo>
                    <a:pt x="95" y="72"/>
                  </a:lnTo>
                  <a:lnTo>
                    <a:pt x="117" y="56"/>
                  </a:lnTo>
                  <a:lnTo>
                    <a:pt x="129" y="50"/>
                  </a:lnTo>
                  <a:lnTo>
                    <a:pt x="142" y="44"/>
                  </a:lnTo>
                  <a:lnTo>
                    <a:pt x="156" y="39"/>
                  </a:lnTo>
                  <a:lnTo>
                    <a:pt x="169" y="33"/>
                  </a:lnTo>
                  <a:lnTo>
                    <a:pt x="185" y="27"/>
                  </a:lnTo>
                  <a:lnTo>
                    <a:pt x="198" y="23"/>
                  </a:lnTo>
                  <a:lnTo>
                    <a:pt x="214" y="18"/>
                  </a:lnTo>
                  <a:lnTo>
                    <a:pt x="230" y="14"/>
                  </a:lnTo>
                  <a:lnTo>
                    <a:pt x="245" y="11"/>
                  </a:lnTo>
                  <a:lnTo>
                    <a:pt x="262" y="8"/>
                  </a:lnTo>
                  <a:lnTo>
                    <a:pt x="280" y="5"/>
                  </a:lnTo>
                  <a:lnTo>
                    <a:pt x="296" y="3"/>
                  </a:lnTo>
                  <a:lnTo>
                    <a:pt x="314" y="1"/>
                  </a:lnTo>
                  <a:lnTo>
                    <a:pt x="332" y="0"/>
                  </a:lnTo>
                  <a:lnTo>
                    <a:pt x="350" y="0"/>
                  </a:lnTo>
                  <a:lnTo>
                    <a:pt x="369" y="0"/>
                  </a:lnTo>
                  <a:lnTo>
                    <a:pt x="402" y="4"/>
                  </a:lnTo>
                  <a:lnTo>
                    <a:pt x="427" y="12"/>
                  </a:lnTo>
                  <a:lnTo>
                    <a:pt x="447" y="25"/>
                  </a:lnTo>
                  <a:lnTo>
                    <a:pt x="459" y="41"/>
                  </a:lnTo>
                  <a:lnTo>
                    <a:pt x="466" y="62"/>
                  </a:lnTo>
                  <a:lnTo>
                    <a:pt x="470" y="84"/>
                  </a:lnTo>
                  <a:lnTo>
                    <a:pt x="471" y="107"/>
                  </a:lnTo>
                  <a:lnTo>
                    <a:pt x="471" y="132"/>
                  </a:lnTo>
                  <a:lnTo>
                    <a:pt x="471" y="178"/>
                  </a:lnTo>
                  <a:lnTo>
                    <a:pt x="475" y="212"/>
                  </a:lnTo>
                  <a:lnTo>
                    <a:pt x="481" y="244"/>
                  </a:lnTo>
                  <a:lnTo>
                    <a:pt x="488" y="273"/>
                  </a:lnTo>
                  <a:lnTo>
                    <a:pt x="492" y="307"/>
                  </a:lnTo>
                  <a:lnTo>
                    <a:pt x="492" y="344"/>
                  </a:lnTo>
                  <a:lnTo>
                    <a:pt x="484" y="383"/>
                  </a:lnTo>
                  <a:lnTo>
                    <a:pt x="469" y="419"/>
                  </a:lnTo>
                  <a:lnTo>
                    <a:pt x="458" y="437"/>
                  </a:lnTo>
                  <a:lnTo>
                    <a:pt x="447" y="456"/>
                  </a:lnTo>
                  <a:lnTo>
                    <a:pt x="433" y="475"/>
                  </a:lnTo>
                  <a:lnTo>
                    <a:pt x="420" y="496"/>
                  </a:lnTo>
                  <a:lnTo>
                    <a:pt x="408" y="515"/>
                  </a:lnTo>
                  <a:lnTo>
                    <a:pt x="396" y="535"/>
                  </a:lnTo>
                  <a:lnTo>
                    <a:pt x="386" y="551"/>
                  </a:lnTo>
                  <a:lnTo>
                    <a:pt x="378" y="565"/>
                  </a:lnTo>
                  <a:lnTo>
                    <a:pt x="369" y="576"/>
                  </a:lnTo>
                  <a:lnTo>
                    <a:pt x="360" y="584"/>
                  </a:lnTo>
                  <a:lnTo>
                    <a:pt x="350" y="590"/>
                  </a:lnTo>
                  <a:lnTo>
                    <a:pt x="340" y="594"/>
                  </a:lnTo>
                  <a:lnTo>
                    <a:pt x="329" y="597"/>
                  </a:lnTo>
                  <a:lnTo>
                    <a:pt x="321" y="601"/>
                  </a:lnTo>
                  <a:lnTo>
                    <a:pt x="313" y="606"/>
                  </a:lnTo>
                  <a:lnTo>
                    <a:pt x="307" y="614"/>
                  </a:lnTo>
                  <a:lnTo>
                    <a:pt x="302" y="624"/>
                  </a:lnTo>
                  <a:lnTo>
                    <a:pt x="298" y="632"/>
                  </a:lnTo>
                  <a:lnTo>
                    <a:pt x="292" y="642"/>
                  </a:lnTo>
                  <a:lnTo>
                    <a:pt x="285" y="649"/>
                  </a:lnTo>
                  <a:lnTo>
                    <a:pt x="278" y="656"/>
                  </a:lnTo>
                  <a:lnTo>
                    <a:pt x="269" y="659"/>
                  </a:lnTo>
                  <a:lnTo>
                    <a:pt x="256" y="659"/>
                  </a:lnTo>
                  <a:lnTo>
                    <a:pt x="241" y="654"/>
                  </a:lnTo>
                  <a:lnTo>
                    <a:pt x="219" y="649"/>
                  </a:lnTo>
                  <a:lnTo>
                    <a:pt x="189" y="642"/>
                  </a:lnTo>
                  <a:lnTo>
                    <a:pt x="154" y="634"/>
                  </a:lnTo>
                  <a:lnTo>
                    <a:pt x="118" y="623"/>
                  </a:lnTo>
                  <a:lnTo>
                    <a:pt x="87" y="609"/>
                  </a:lnTo>
                  <a:lnTo>
                    <a:pt x="61" y="588"/>
                  </a:lnTo>
                  <a:lnTo>
                    <a:pt x="47" y="563"/>
                  </a:lnTo>
                  <a:lnTo>
                    <a:pt x="47" y="53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5" name="Freeform 193"/>
            <p:cNvSpPr>
              <a:spLocks/>
            </p:cNvSpPr>
            <p:nvPr/>
          </p:nvSpPr>
          <p:spPr bwMode="gray">
            <a:xfrm>
              <a:off x="3725" y="2019"/>
              <a:ext cx="241" cy="325"/>
            </a:xfrm>
            <a:custGeom>
              <a:avLst/>
              <a:gdLst/>
              <a:ahLst/>
              <a:cxnLst>
                <a:cxn ang="0">
                  <a:pos x="47" y="511"/>
                </a:cxn>
                <a:cxn ang="0">
                  <a:pos x="44" y="437"/>
                </a:cxn>
                <a:cxn ang="0">
                  <a:pos x="28" y="362"/>
                </a:cxn>
                <a:cxn ang="0">
                  <a:pos x="11" y="313"/>
                </a:cxn>
                <a:cxn ang="0">
                  <a:pos x="2" y="265"/>
                </a:cxn>
                <a:cxn ang="0">
                  <a:pos x="3" y="222"/>
                </a:cxn>
                <a:cxn ang="0">
                  <a:pos x="21" y="185"/>
                </a:cxn>
                <a:cxn ang="0">
                  <a:pos x="40" y="145"/>
                </a:cxn>
                <a:cxn ang="0">
                  <a:pos x="62" y="106"/>
                </a:cxn>
                <a:cxn ang="0">
                  <a:pos x="93" y="70"/>
                </a:cxn>
                <a:cxn ang="0">
                  <a:pos x="127" y="50"/>
                </a:cxn>
                <a:cxn ang="0">
                  <a:pos x="153" y="39"/>
                </a:cxn>
                <a:cxn ang="0">
                  <a:pos x="181" y="28"/>
                </a:cxn>
                <a:cxn ang="0">
                  <a:pos x="210" y="18"/>
                </a:cxn>
                <a:cxn ang="0">
                  <a:pos x="242" y="11"/>
                </a:cxn>
                <a:cxn ang="0">
                  <a:pos x="273" y="6"/>
                </a:cxn>
                <a:cxn ang="0">
                  <a:pos x="308" y="1"/>
                </a:cxn>
                <a:cxn ang="0">
                  <a:pos x="344" y="0"/>
                </a:cxn>
                <a:cxn ang="0">
                  <a:pos x="395" y="4"/>
                </a:cxn>
                <a:cxn ang="0">
                  <a:pos x="437" y="25"/>
                </a:cxn>
                <a:cxn ang="0">
                  <a:pos x="458" y="61"/>
                </a:cxn>
                <a:cxn ang="0">
                  <a:pos x="462" y="106"/>
                </a:cxn>
                <a:cxn ang="0">
                  <a:pos x="462" y="175"/>
                </a:cxn>
                <a:cxn ang="0">
                  <a:pos x="472" y="241"/>
                </a:cxn>
                <a:cxn ang="0">
                  <a:pos x="483" y="303"/>
                </a:cxn>
                <a:cxn ang="0">
                  <a:pos x="475" y="378"/>
                </a:cxn>
                <a:cxn ang="0">
                  <a:pos x="448" y="431"/>
                </a:cxn>
                <a:cxn ang="0">
                  <a:pos x="425" y="470"/>
                </a:cxn>
                <a:cxn ang="0">
                  <a:pos x="399" y="508"/>
                </a:cxn>
                <a:cxn ang="0">
                  <a:pos x="378" y="544"/>
                </a:cxn>
                <a:cxn ang="0">
                  <a:pos x="362" y="569"/>
                </a:cxn>
                <a:cxn ang="0">
                  <a:pos x="344" y="582"/>
                </a:cxn>
                <a:cxn ang="0">
                  <a:pos x="323" y="588"/>
                </a:cxn>
                <a:cxn ang="0">
                  <a:pos x="306" y="598"/>
                </a:cxn>
                <a:cxn ang="0">
                  <a:pos x="295" y="616"/>
                </a:cxn>
                <a:cxn ang="0">
                  <a:pos x="286" y="634"/>
                </a:cxn>
                <a:cxn ang="0">
                  <a:pos x="272" y="646"/>
                </a:cxn>
                <a:cxn ang="0">
                  <a:pos x="251" y="650"/>
                </a:cxn>
                <a:cxn ang="0">
                  <a:pos x="215" y="641"/>
                </a:cxn>
                <a:cxn ang="0">
                  <a:pos x="152" y="626"/>
                </a:cxn>
                <a:cxn ang="0">
                  <a:pos x="84" y="599"/>
                </a:cxn>
                <a:cxn ang="0">
                  <a:pos x="46" y="555"/>
                </a:cxn>
              </a:cxnLst>
              <a:rect l="0" t="0" r="r" b="b"/>
              <a:pathLst>
                <a:path w="483" h="650">
                  <a:moveTo>
                    <a:pt x="46" y="524"/>
                  </a:moveTo>
                  <a:lnTo>
                    <a:pt x="47" y="511"/>
                  </a:lnTo>
                  <a:lnTo>
                    <a:pt x="47" y="480"/>
                  </a:lnTo>
                  <a:lnTo>
                    <a:pt x="44" y="437"/>
                  </a:lnTo>
                  <a:lnTo>
                    <a:pt x="35" y="387"/>
                  </a:lnTo>
                  <a:lnTo>
                    <a:pt x="28" y="362"/>
                  </a:lnTo>
                  <a:lnTo>
                    <a:pt x="20" y="338"/>
                  </a:lnTo>
                  <a:lnTo>
                    <a:pt x="11" y="313"/>
                  </a:lnTo>
                  <a:lnTo>
                    <a:pt x="6" y="288"/>
                  </a:lnTo>
                  <a:lnTo>
                    <a:pt x="2" y="265"/>
                  </a:lnTo>
                  <a:lnTo>
                    <a:pt x="0" y="243"/>
                  </a:lnTo>
                  <a:lnTo>
                    <a:pt x="3" y="222"/>
                  </a:lnTo>
                  <a:lnTo>
                    <a:pt x="11" y="203"/>
                  </a:lnTo>
                  <a:lnTo>
                    <a:pt x="21" y="185"/>
                  </a:lnTo>
                  <a:lnTo>
                    <a:pt x="31" y="165"/>
                  </a:lnTo>
                  <a:lnTo>
                    <a:pt x="40" y="145"/>
                  </a:lnTo>
                  <a:lnTo>
                    <a:pt x="50" y="125"/>
                  </a:lnTo>
                  <a:lnTo>
                    <a:pt x="62" y="106"/>
                  </a:lnTo>
                  <a:lnTo>
                    <a:pt x="76" y="87"/>
                  </a:lnTo>
                  <a:lnTo>
                    <a:pt x="93" y="70"/>
                  </a:lnTo>
                  <a:lnTo>
                    <a:pt x="115" y="57"/>
                  </a:lnTo>
                  <a:lnTo>
                    <a:pt x="127" y="50"/>
                  </a:lnTo>
                  <a:lnTo>
                    <a:pt x="140" y="44"/>
                  </a:lnTo>
                  <a:lnTo>
                    <a:pt x="153" y="39"/>
                  </a:lnTo>
                  <a:lnTo>
                    <a:pt x="166" y="33"/>
                  </a:lnTo>
                  <a:lnTo>
                    <a:pt x="181" y="28"/>
                  </a:lnTo>
                  <a:lnTo>
                    <a:pt x="195" y="23"/>
                  </a:lnTo>
                  <a:lnTo>
                    <a:pt x="210" y="18"/>
                  </a:lnTo>
                  <a:lnTo>
                    <a:pt x="225" y="14"/>
                  </a:lnTo>
                  <a:lnTo>
                    <a:pt x="242" y="11"/>
                  </a:lnTo>
                  <a:lnTo>
                    <a:pt x="257" y="8"/>
                  </a:lnTo>
                  <a:lnTo>
                    <a:pt x="273" y="6"/>
                  </a:lnTo>
                  <a:lnTo>
                    <a:pt x="291" y="3"/>
                  </a:lnTo>
                  <a:lnTo>
                    <a:pt x="308" y="1"/>
                  </a:lnTo>
                  <a:lnTo>
                    <a:pt x="326" y="0"/>
                  </a:lnTo>
                  <a:lnTo>
                    <a:pt x="344" y="0"/>
                  </a:lnTo>
                  <a:lnTo>
                    <a:pt x="362" y="0"/>
                  </a:lnTo>
                  <a:lnTo>
                    <a:pt x="395" y="4"/>
                  </a:lnTo>
                  <a:lnTo>
                    <a:pt x="419" y="12"/>
                  </a:lnTo>
                  <a:lnTo>
                    <a:pt x="437" y="25"/>
                  </a:lnTo>
                  <a:lnTo>
                    <a:pt x="450" y="41"/>
                  </a:lnTo>
                  <a:lnTo>
                    <a:pt x="458" y="61"/>
                  </a:lnTo>
                  <a:lnTo>
                    <a:pt x="461" y="83"/>
                  </a:lnTo>
                  <a:lnTo>
                    <a:pt x="462" y="106"/>
                  </a:lnTo>
                  <a:lnTo>
                    <a:pt x="462" y="131"/>
                  </a:lnTo>
                  <a:lnTo>
                    <a:pt x="462" y="175"/>
                  </a:lnTo>
                  <a:lnTo>
                    <a:pt x="466" y="211"/>
                  </a:lnTo>
                  <a:lnTo>
                    <a:pt x="472" y="241"/>
                  </a:lnTo>
                  <a:lnTo>
                    <a:pt x="479" y="270"/>
                  </a:lnTo>
                  <a:lnTo>
                    <a:pt x="483" y="303"/>
                  </a:lnTo>
                  <a:lnTo>
                    <a:pt x="483" y="340"/>
                  </a:lnTo>
                  <a:lnTo>
                    <a:pt x="475" y="378"/>
                  </a:lnTo>
                  <a:lnTo>
                    <a:pt x="459" y="413"/>
                  </a:lnTo>
                  <a:lnTo>
                    <a:pt x="448" y="431"/>
                  </a:lnTo>
                  <a:lnTo>
                    <a:pt x="437" y="451"/>
                  </a:lnTo>
                  <a:lnTo>
                    <a:pt x="425" y="470"/>
                  </a:lnTo>
                  <a:lnTo>
                    <a:pt x="411" y="489"/>
                  </a:lnTo>
                  <a:lnTo>
                    <a:pt x="399" y="508"/>
                  </a:lnTo>
                  <a:lnTo>
                    <a:pt x="388" y="528"/>
                  </a:lnTo>
                  <a:lnTo>
                    <a:pt x="378" y="544"/>
                  </a:lnTo>
                  <a:lnTo>
                    <a:pt x="370" y="558"/>
                  </a:lnTo>
                  <a:lnTo>
                    <a:pt x="362" y="569"/>
                  </a:lnTo>
                  <a:lnTo>
                    <a:pt x="353" y="576"/>
                  </a:lnTo>
                  <a:lnTo>
                    <a:pt x="344" y="582"/>
                  </a:lnTo>
                  <a:lnTo>
                    <a:pt x="334" y="586"/>
                  </a:lnTo>
                  <a:lnTo>
                    <a:pt x="323" y="588"/>
                  </a:lnTo>
                  <a:lnTo>
                    <a:pt x="315" y="593"/>
                  </a:lnTo>
                  <a:lnTo>
                    <a:pt x="306" y="598"/>
                  </a:lnTo>
                  <a:lnTo>
                    <a:pt x="301" y="606"/>
                  </a:lnTo>
                  <a:lnTo>
                    <a:pt x="295" y="616"/>
                  </a:lnTo>
                  <a:lnTo>
                    <a:pt x="291" y="624"/>
                  </a:lnTo>
                  <a:lnTo>
                    <a:pt x="286" y="634"/>
                  </a:lnTo>
                  <a:lnTo>
                    <a:pt x="280" y="641"/>
                  </a:lnTo>
                  <a:lnTo>
                    <a:pt x="272" y="646"/>
                  </a:lnTo>
                  <a:lnTo>
                    <a:pt x="262" y="649"/>
                  </a:lnTo>
                  <a:lnTo>
                    <a:pt x="251" y="650"/>
                  </a:lnTo>
                  <a:lnTo>
                    <a:pt x="237" y="646"/>
                  </a:lnTo>
                  <a:lnTo>
                    <a:pt x="215" y="641"/>
                  </a:lnTo>
                  <a:lnTo>
                    <a:pt x="186" y="634"/>
                  </a:lnTo>
                  <a:lnTo>
                    <a:pt x="152" y="626"/>
                  </a:lnTo>
                  <a:lnTo>
                    <a:pt x="118" y="615"/>
                  </a:lnTo>
                  <a:lnTo>
                    <a:pt x="84" y="599"/>
                  </a:lnTo>
                  <a:lnTo>
                    <a:pt x="60" y="580"/>
                  </a:lnTo>
                  <a:lnTo>
                    <a:pt x="46" y="555"/>
                  </a:lnTo>
                  <a:lnTo>
                    <a:pt x="46" y="524"/>
                  </a:lnTo>
                  <a:close/>
                </a:path>
              </a:pathLst>
            </a:custGeom>
            <a:solidFill>
              <a:srgbClr val="FCF4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6" name="Freeform 194"/>
            <p:cNvSpPr>
              <a:spLocks/>
            </p:cNvSpPr>
            <p:nvPr/>
          </p:nvSpPr>
          <p:spPr bwMode="gray">
            <a:xfrm>
              <a:off x="3727" y="2022"/>
              <a:ext cx="236" cy="319"/>
            </a:xfrm>
            <a:custGeom>
              <a:avLst/>
              <a:gdLst/>
              <a:ahLst/>
              <a:cxnLst>
                <a:cxn ang="0">
                  <a:pos x="46" y="502"/>
                </a:cxn>
                <a:cxn ang="0">
                  <a:pos x="44" y="429"/>
                </a:cxn>
                <a:cxn ang="0">
                  <a:pos x="27" y="355"/>
                </a:cxn>
                <a:cxn ang="0">
                  <a:pos x="11" y="307"/>
                </a:cxn>
                <a:cxn ang="0">
                  <a:pos x="1" y="260"/>
                </a:cxn>
                <a:cxn ang="0">
                  <a:pos x="2" y="217"/>
                </a:cxn>
                <a:cxn ang="0">
                  <a:pos x="20" y="180"/>
                </a:cxn>
                <a:cxn ang="0">
                  <a:pos x="39" y="141"/>
                </a:cxn>
                <a:cxn ang="0">
                  <a:pos x="60" y="103"/>
                </a:cxn>
                <a:cxn ang="0">
                  <a:pos x="90" y="68"/>
                </a:cxn>
                <a:cxn ang="0">
                  <a:pos x="125" y="48"/>
                </a:cxn>
                <a:cxn ang="0">
                  <a:pos x="150" y="37"/>
                </a:cxn>
                <a:cxn ang="0">
                  <a:pos x="176" y="26"/>
                </a:cxn>
                <a:cxn ang="0">
                  <a:pos x="205" y="17"/>
                </a:cxn>
                <a:cxn ang="0">
                  <a:pos x="235" y="9"/>
                </a:cxn>
                <a:cxn ang="0">
                  <a:pos x="267" y="4"/>
                </a:cxn>
                <a:cxn ang="0">
                  <a:pos x="301" y="1"/>
                </a:cxn>
                <a:cxn ang="0">
                  <a:pos x="336" y="0"/>
                </a:cxn>
                <a:cxn ang="0">
                  <a:pos x="386" y="4"/>
                </a:cxn>
                <a:cxn ang="0">
                  <a:pos x="428" y="24"/>
                </a:cxn>
                <a:cxn ang="0">
                  <a:pos x="449" y="59"/>
                </a:cxn>
                <a:cxn ang="0">
                  <a:pos x="453" y="104"/>
                </a:cxn>
                <a:cxn ang="0">
                  <a:pos x="453" y="172"/>
                </a:cxn>
                <a:cxn ang="0">
                  <a:pos x="463" y="235"/>
                </a:cxn>
                <a:cxn ang="0">
                  <a:pos x="472" y="297"/>
                </a:cxn>
                <a:cxn ang="0">
                  <a:pos x="465" y="372"/>
                </a:cxn>
                <a:cxn ang="0">
                  <a:pos x="439" y="424"/>
                </a:cxn>
                <a:cxn ang="0">
                  <a:pos x="416" y="461"/>
                </a:cxn>
                <a:cxn ang="0">
                  <a:pos x="391" y="500"/>
                </a:cxn>
                <a:cxn ang="0">
                  <a:pos x="370" y="534"/>
                </a:cxn>
                <a:cxn ang="0">
                  <a:pos x="355" y="559"/>
                </a:cxn>
                <a:cxn ang="0">
                  <a:pos x="336" y="573"/>
                </a:cxn>
                <a:cxn ang="0">
                  <a:pos x="317" y="580"/>
                </a:cxn>
                <a:cxn ang="0">
                  <a:pos x="300" y="589"/>
                </a:cxn>
                <a:cxn ang="0">
                  <a:pos x="289" y="606"/>
                </a:cxn>
                <a:cxn ang="0">
                  <a:pos x="279" y="622"/>
                </a:cxn>
                <a:cxn ang="0">
                  <a:pos x="267" y="636"/>
                </a:cxn>
                <a:cxn ang="0">
                  <a:pos x="246" y="639"/>
                </a:cxn>
                <a:cxn ang="0">
                  <a:pos x="212" y="629"/>
                </a:cxn>
                <a:cxn ang="0">
                  <a:pos x="148" y="615"/>
                </a:cxn>
                <a:cxn ang="0">
                  <a:pos x="82" y="591"/>
                </a:cxn>
                <a:cxn ang="0">
                  <a:pos x="45" y="547"/>
                </a:cxn>
              </a:cxnLst>
              <a:rect l="0" t="0" r="r" b="b"/>
              <a:pathLst>
                <a:path w="472" h="639">
                  <a:moveTo>
                    <a:pt x="45" y="515"/>
                  </a:moveTo>
                  <a:lnTo>
                    <a:pt x="46" y="502"/>
                  </a:lnTo>
                  <a:lnTo>
                    <a:pt x="46" y="472"/>
                  </a:lnTo>
                  <a:lnTo>
                    <a:pt x="44" y="429"/>
                  </a:lnTo>
                  <a:lnTo>
                    <a:pt x="34" y="380"/>
                  </a:lnTo>
                  <a:lnTo>
                    <a:pt x="27" y="355"/>
                  </a:lnTo>
                  <a:lnTo>
                    <a:pt x="19" y="330"/>
                  </a:lnTo>
                  <a:lnTo>
                    <a:pt x="11" y="307"/>
                  </a:lnTo>
                  <a:lnTo>
                    <a:pt x="5" y="283"/>
                  </a:lnTo>
                  <a:lnTo>
                    <a:pt x="1" y="260"/>
                  </a:lnTo>
                  <a:lnTo>
                    <a:pt x="0" y="238"/>
                  </a:lnTo>
                  <a:lnTo>
                    <a:pt x="2" y="217"/>
                  </a:lnTo>
                  <a:lnTo>
                    <a:pt x="11" y="199"/>
                  </a:lnTo>
                  <a:lnTo>
                    <a:pt x="20" y="180"/>
                  </a:lnTo>
                  <a:lnTo>
                    <a:pt x="30" y="161"/>
                  </a:lnTo>
                  <a:lnTo>
                    <a:pt x="39" y="141"/>
                  </a:lnTo>
                  <a:lnTo>
                    <a:pt x="49" y="122"/>
                  </a:lnTo>
                  <a:lnTo>
                    <a:pt x="60" y="103"/>
                  </a:lnTo>
                  <a:lnTo>
                    <a:pt x="74" y="85"/>
                  </a:lnTo>
                  <a:lnTo>
                    <a:pt x="90" y="68"/>
                  </a:lnTo>
                  <a:lnTo>
                    <a:pt x="113" y="55"/>
                  </a:lnTo>
                  <a:lnTo>
                    <a:pt x="125" y="48"/>
                  </a:lnTo>
                  <a:lnTo>
                    <a:pt x="137" y="42"/>
                  </a:lnTo>
                  <a:lnTo>
                    <a:pt x="150" y="37"/>
                  </a:lnTo>
                  <a:lnTo>
                    <a:pt x="162" y="31"/>
                  </a:lnTo>
                  <a:lnTo>
                    <a:pt x="176" y="26"/>
                  </a:lnTo>
                  <a:lnTo>
                    <a:pt x="191" y="22"/>
                  </a:lnTo>
                  <a:lnTo>
                    <a:pt x="205" y="17"/>
                  </a:lnTo>
                  <a:lnTo>
                    <a:pt x="220" y="13"/>
                  </a:lnTo>
                  <a:lnTo>
                    <a:pt x="235" y="9"/>
                  </a:lnTo>
                  <a:lnTo>
                    <a:pt x="252" y="6"/>
                  </a:lnTo>
                  <a:lnTo>
                    <a:pt x="267" y="4"/>
                  </a:lnTo>
                  <a:lnTo>
                    <a:pt x="284" y="2"/>
                  </a:lnTo>
                  <a:lnTo>
                    <a:pt x="301" y="1"/>
                  </a:lnTo>
                  <a:lnTo>
                    <a:pt x="318" y="0"/>
                  </a:lnTo>
                  <a:lnTo>
                    <a:pt x="336" y="0"/>
                  </a:lnTo>
                  <a:lnTo>
                    <a:pt x="354" y="0"/>
                  </a:lnTo>
                  <a:lnTo>
                    <a:pt x="386" y="4"/>
                  </a:lnTo>
                  <a:lnTo>
                    <a:pt x="410" y="12"/>
                  </a:lnTo>
                  <a:lnTo>
                    <a:pt x="428" y="24"/>
                  </a:lnTo>
                  <a:lnTo>
                    <a:pt x="441" y="41"/>
                  </a:lnTo>
                  <a:lnTo>
                    <a:pt x="449" y="59"/>
                  </a:lnTo>
                  <a:lnTo>
                    <a:pt x="452" y="81"/>
                  </a:lnTo>
                  <a:lnTo>
                    <a:pt x="453" y="104"/>
                  </a:lnTo>
                  <a:lnTo>
                    <a:pt x="453" y="128"/>
                  </a:lnTo>
                  <a:lnTo>
                    <a:pt x="453" y="172"/>
                  </a:lnTo>
                  <a:lnTo>
                    <a:pt x="457" y="206"/>
                  </a:lnTo>
                  <a:lnTo>
                    <a:pt x="463" y="235"/>
                  </a:lnTo>
                  <a:lnTo>
                    <a:pt x="468" y="264"/>
                  </a:lnTo>
                  <a:lnTo>
                    <a:pt x="472" y="297"/>
                  </a:lnTo>
                  <a:lnTo>
                    <a:pt x="472" y="334"/>
                  </a:lnTo>
                  <a:lnTo>
                    <a:pt x="465" y="372"/>
                  </a:lnTo>
                  <a:lnTo>
                    <a:pt x="450" y="406"/>
                  </a:lnTo>
                  <a:lnTo>
                    <a:pt x="439" y="424"/>
                  </a:lnTo>
                  <a:lnTo>
                    <a:pt x="428" y="442"/>
                  </a:lnTo>
                  <a:lnTo>
                    <a:pt x="416" y="461"/>
                  </a:lnTo>
                  <a:lnTo>
                    <a:pt x="403" y="480"/>
                  </a:lnTo>
                  <a:lnTo>
                    <a:pt x="391" y="500"/>
                  </a:lnTo>
                  <a:lnTo>
                    <a:pt x="380" y="518"/>
                  </a:lnTo>
                  <a:lnTo>
                    <a:pt x="370" y="534"/>
                  </a:lnTo>
                  <a:lnTo>
                    <a:pt x="362" y="548"/>
                  </a:lnTo>
                  <a:lnTo>
                    <a:pt x="355" y="559"/>
                  </a:lnTo>
                  <a:lnTo>
                    <a:pt x="346" y="567"/>
                  </a:lnTo>
                  <a:lnTo>
                    <a:pt x="336" y="573"/>
                  </a:lnTo>
                  <a:lnTo>
                    <a:pt x="326" y="576"/>
                  </a:lnTo>
                  <a:lnTo>
                    <a:pt x="317" y="580"/>
                  </a:lnTo>
                  <a:lnTo>
                    <a:pt x="308" y="584"/>
                  </a:lnTo>
                  <a:lnTo>
                    <a:pt x="300" y="589"/>
                  </a:lnTo>
                  <a:lnTo>
                    <a:pt x="295" y="596"/>
                  </a:lnTo>
                  <a:lnTo>
                    <a:pt x="289" y="606"/>
                  </a:lnTo>
                  <a:lnTo>
                    <a:pt x="285" y="614"/>
                  </a:lnTo>
                  <a:lnTo>
                    <a:pt x="279" y="622"/>
                  </a:lnTo>
                  <a:lnTo>
                    <a:pt x="274" y="631"/>
                  </a:lnTo>
                  <a:lnTo>
                    <a:pt x="267" y="636"/>
                  </a:lnTo>
                  <a:lnTo>
                    <a:pt x="257" y="639"/>
                  </a:lnTo>
                  <a:lnTo>
                    <a:pt x="246" y="639"/>
                  </a:lnTo>
                  <a:lnTo>
                    <a:pt x="232" y="635"/>
                  </a:lnTo>
                  <a:lnTo>
                    <a:pt x="212" y="629"/>
                  </a:lnTo>
                  <a:lnTo>
                    <a:pt x="181" y="622"/>
                  </a:lnTo>
                  <a:lnTo>
                    <a:pt x="148" y="615"/>
                  </a:lnTo>
                  <a:lnTo>
                    <a:pt x="114" y="604"/>
                  </a:lnTo>
                  <a:lnTo>
                    <a:pt x="82" y="591"/>
                  </a:lnTo>
                  <a:lnTo>
                    <a:pt x="59" y="571"/>
                  </a:lnTo>
                  <a:lnTo>
                    <a:pt x="45" y="547"/>
                  </a:lnTo>
                  <a:lnTo>
                    <a:pt x="45" y="515"/>
                  </a:lnTo>
                  <a:close/>
                </a:path>
              </a:pathLst>
            </a:custGeom>
            <a:solidFill>
              <a:srgbClr val="F7EAE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7" name="Freeform 195"/>
            <p:cNvSpPr>
              <a:spLocks/>
            </p:cNvSpPr>
            <p:nvPr/>
          </p:nvSpPr>
          <p:spPr bwMode="gray">
            <a:xfrm>
              <a:off x="3729" y="2024"/>
              <a:ext cx="232" cy="315"/>
            </a:xfrm>
            <a:custGeom>
              <a:avLst/>
              <a:gdLst/>
              <a:ahLst/>
              <a:cxnLst>
                <a:cxn ang="0">
                  <a:pos x="45" y="496"/>
                </a:cxn>
                <a:cxn ang="0">
                  <a:pos x="44" y="424"/>
                </a:cxn>
                <a:cxn ang="0">
                  <a:pos x="27" y="351"/>
                </a:cxn>
                <a:cxn ang="0">
                  <a:pos x="12" y="303"/>
                </a:cxn>
                <a:cxn ang="0">
                  <a:pos x="1" y="257"/>
                </a:cxn>
                <a:cxn ang="0">
                  <a:pos x="2" y="215"/>
                </a:cxn>
                <a:cxn ang="0">
                  <a:pos x="20" y="179"/>
                </a:cxn>
                <a:cxn ang="0">
                  <a:pos x="38" y="140"/>
                </a:cxn>
                <a:cxn ang="0">
                  <a:pos x="60" y="102"/>
                </a:cxn>
                <a:cxn ang="0">
                  <a:pos x="91" y="69"/>
                </a:cxn>
                <a:cxn ang="0">
                  <a:pos x="122" y="48"/>
                </a:cxn>
                <a:cxn ang="0">
                  <a:pos x="147" y="37"/>
                </a:cxn>
                <a:cxn ang="0">
                  <a:pos x="173" y="26"/>
                </a:cxn>
                <a:cxn ang="0">
                  <a:pos x="202" y="18"/>
                </a:cxn>
                <a:cxn ang="0">
                  <a:pos x="233" y="9"/>
                </a:cxn>
                <a:cxn ang="0">
                  <a:pos x="263" y="4"/>
                </a:cxn>
                <a:cxn ang="0">
                  <a:pos x="296" y="1"/>
                </a:cxn>
                <a:cxn ang="0">
                  <a:pos x="331" y="0"/>
                </a:cxn>
                <a:cxn ang="0">
                  <a:pos x="380" y="4"/>
                </a:cxn>
                <a:cxn ang="0">
                  <a:pos x="422" y="25"/>
                </a:cxn>
                <a:cxn ang="0">
                  <a:pos x="441" y="59"/>
                </a:cxn>
                <a:cxn ang="0">
                  <a:pos x="445" y="103"/>
                </a:cxn>
                <a:cxn ang="0">
                  <a:pos x="445" y="169"/>
                </a:cxn>
                <a:cxn ang="0">
                  <a:pos x="455" y="233"/>
                </a:cxn>
                <a:cxn ang="0">
                  <a:pos x="464" y="293"/>
                </a:cxn>
                <a:cxn ang="0">
                  <a:pos x="457" y="366"/>
                </a:cxn>
                <a:cxn ang="0">
                  <a:pos x="433" y="419"/>
                </a:cxn>
                <a:cxn ang="0">
                  <a:pos x="409" y="456"/>
                </a:cxn>
                <a:cxn ang="0">
                  <a:pos x="384" y="494"/>
                </a:cxn>
                <a:cxn ang="0">
                  <a:pos x="364" y="527"/>
                </a:cxn>
                <a:cxn ang="0">
                  <a:pos x="348" y="552"/>
                </a:cxn>
                <a:cxn ang="0">
                  <a:pos x="331" y="565"/>
                </a:cxn>
                <a:cxn ang="0">
                  <a:pos x="311" y="572"/>
                </a:cxn>
                <a:cxn ang="0">
                  <a:pos x="295" y="581"/>
                </a:cxn>
                <a:cxn ang="0">
                  <a:pos x="285" y="598"/>
                </a:cxn>
                <a:cxn ang="0">
                  <a:pos x="275" y="614"/>
                </a:cxn>
                <a:cxn ang="0">
                  <a:pos x="262" y="627"/>
                </a:cxn>
                <a:cxn ang="0">
                  <a:pos x="242" y="631"/>
                </a:cxn>
                <a:cxn ang="0">
                  <a:pos x="208" y="621"/>
                </a:cxn>
                <a:cxn ang="0">
                  <a:pos x="146" y="607"/>
                </a:cxn>
                <a:cxn ang="0">
                  <a:pos x="81" y="583"/>
                </a:cxn>
                <a:cxn ang="0">
                  <a:pos x="44" y="538"/>
                </a:cxn>
              </a:cxnLst>
              <a:rect l="0" t="0" r="r" b="b"/>
              <a:pathLst>
                <a:path w="464" h="631">
                  <a:moveTo>
                    <a:pt x="44" y="507"/>
                  </a:moveTo>
                  <a:lnTo>
                    <a:pt x="45" y="496"/>
                  </a:lnTo>
                  <a:lnTo>
                    <a:pt x="45" y="465"/>
                  </a:lnTo>
                  <a:lnTo>
                    <a:pt x="44" y="424"/>
                  </a:lnTo>
                  <a:lnTo>
                    <a:pt x="34" y="376"/>
                  </a:lnTo>
                  <a:lnTo>
                    <a:pt x="27" y="351"/>
                  </a:lnTo>
                  <a:lnTo>
                    <a:pt x="19" y="328"/>
                  </a:lnTo>
                  <a:lnTo>
                    <a:pt x="12" y="303"/>
                  </a:lnTo>
                  <a:lnTo>
                    <a:pt x="5" y="279"/>
                  </a:lnTo>
                  <a:lnTo>
                    <a:pt x="1" y="257"/>
                  </a:lnTo>
                  <a:lnTo>
                    <a:pt x="0" y="235"/>
                  </a:lnTo>
                  <a:lnTo>
                    <a:pt x="2" y="215"/>
                  </a:lnTo>
                  <a:lnTo>
                    <a:pt x="11" y="197"/>
                  </a:lnTo>
                  <a:lnTo>
                    <a:pt x="20" y="179"/>
                  </a:lnTo>
                  <a:lnTo>
                    <a:pt x="30" y="160"/>
                  </a:lnTo>
                  <a:lnTo>
                    <a:pt x="38" y="140"/>
                  </a:lnTo>
                  <a:lnTo>
                    <a:pt x="49" y="121"/>
                  </a:lnTo>
                  <a:lnTo>
                    <a:pt x="60" y="102"/>
                  </a:lnTo>
                  <a:lnTo>
                    <a:pt x="74" y="84"/>
                  </a:lnTo>
                  <a:lnTo>
                    <a:pt x="91" y="69"/>
                  </a:lnTo>
                  <a:lnTo>
                    <a:pt x="111" y="55"/>
                  </a:lnTo>
                  <a:lnTo>
                    <a:pt x="122" y="48"/>
                  </a:lnTo>
                  <a:lnTo>
                    <a:pt x="135" y="42"/>
                  </a:lnTo>
                  <a:lnTo>
                    <a:pt x="147" y="37"/>
                  </a:lnTo>
                  <a:lnTo>
                    <a:pt x="161" y="31"/>
                  </a:lnTo>
                  <a:lnTo>
                    <a:pt x="173" y="26"/>
                  </a:lnTo>
                  <a:lnTo>
                    <a:pt x="189" y="22"/>
                  </a:lnTo>
                  <a:lnTo>
                    <a:pt x="202" y="18"/>
                  </a:lnTo>
                  <a:lnTo>
                    <a:pt x="217" y="13"/>
                  </a:lnTo>
                  <a:lnTo>
                    <a:pt x="233" y="9"/>
                  </a:lnTo>
                  <a:lnTo>
                    <a:pt x="248" y="7"/>
                  </a:lnTo>
                  <a:lnTo>
                    <a:pt x="263" y="4"/>
                  </a:lnTo>
                  <a:lnTo>
                    <a:pt x="280" y="2"/>
                  </a:lnTo>
                  <a:lnTo>
                    <a:pt x="296" y="1"/>
                  </a:lnTo>
                  <a:lnTo>
                    <a:pt x="314" y="0"/>
                  </a:lnTo>
                  <a:lnTo>
                    <a:pt x="331" y="0"/>
                  </a:lnTo>
                  <a:lnTo>
                    <a:pt x="348" y="0"/>
                  </a:lnTo>
                  <a:lnTo>
                    <a:pt x="380" y="4"/>
                  </a:lnTo>
                  <a:lnTo>
                    <a:pt x="404" y="12"/>
                  </a:lnTo>
                  <a:lnTo>
                    <a:pt x="422" y="25"/>
                  </a:lnTo>
                  <a:lnTo>
                    <a:pt x="433" y="40"/>
                  </a:lnTo>
                  <a:lnTo>
                    <a:pt x="441" y="59"/>
                  </a:lnTo>
                  <a:lnTo>
                    <a:pt x="444" y="80"/>
                  </a:lnTo>
                  <a:lnTo>
                    <a:pt x="445" y="103"/>
                  </a:lnTo>
                  <a:lnTo>
                    <a:pt x="445" y="126"/>
                  </a:lnTo>
                  <a:lnTo>
                    <a:pt x="445" y="169"/>
                  </a:lnTo>
                  <a:lnTo>
                    <a:pt x="449" y="204"/>
                  </a:lnTo>
                  <a:lnTo>
                    <a:pt x="455" y="233"/>
                  </a:lnTo>
                  <a:lnTo>
                    <a:pt x="460" y="262"/>
                  </a:lnTo>
                  <a:lnTo>
                    <a:pt x="464" y="293"/>
                  </a:lnTo>
                  <a:lnTo>
                    <a:pt x="464" y="329"/>
                  </a:lnTo>
                  <a:lnTo>
                    <a:pt x="457" y="366"/>
                  </a:lnTo>
                  <a:lnTo>
                    <a:pt x="442" y="401"/>
                  </a:lnTo>
                  <a:lnTo>
                    <a:pt x="433" y="419"/>
                  </a:lnTo>
                  <a:lnTo>
                    <a:pt x="420" y="436"/>
                  </a:lnTo>
                  <a:lnTo>
                    <a:pt x="409" y="456"/>
                  </a:lnTo>
                  <a:lnTo>
                    <a:pt x="397" y="475"/>
                  </a:lnTo>
                  <a:lnTo>
                    <a:pt x="384" y="494"/>
                  </a:lnTo>
                  <a:lnTo>
                    <a:pt x="373" y="511"/>
                  </a:lnTo>
                  <a:lnTo>
                    <a:pt x="364" y="527"/>
                  </a:lnTo>
                  <a:lnTo>
                    <a:pt x="355" y="541"/>
                  </a:lnTo>
                  <a:lnTo>
                    <a:pt x="348" y="552"/>
                  </a:lnTo>
                  <a:lnTo>
                    <a:pt x="340" y="559"/>
                  </a:lnTo>
                  <a:lnTo>
                    <a:pt x="331" y="565"/>
                  </a:lnTo>
                  <a:lnTo>
                    <a:pt x="321" y="569"/>
                  </a:lnTo>
                  <a:lnTo>
                    <a:pt x="311" y="572"/>
                  </a:lnTo>
                  <a:lnTo>
                    <a:pt x="303" y="576"/>
                  </a:lnTo>
                  <a:lnTo>
                    <a:pt x="295" y="581"/>
                  </a:lnTo>
                  <a:lnTo>
                    <a:pt x="289" y="588"/>
                  </a:lnTo>
                  <a:lnTo>
                    <a:pt x="285" y="598"/>
                  </a:lnTo>
                  <a:lnTo>
                    <a:pt x="280" y="606"/>
                  </a:lnTo>
                  <a:lnTo>
                    <a:pt x="275" y="614"/>
                  </a:lnTo>
                  <a:lnTo>
                    <a:pt x="270" y="621"/>
                  </a:lnTo>
                  <a:lnTo>
                    <a:pt x="262" y="627"/>
                  </a:lnTo>
                  <a:lnTo>
                    <a:pt x="253" y="631"/>
                  </a:lnTo>
                  <a:lnTo>
                    <a:pt x="242" y="631"/>
                  </a:lnTo>
                  <a:lnTo>
                    <a:pt x="228" y="627"/>
                  </a:lnTo>
                  <a:lnTo>
                    <a:pt x="208" y="621"/>
                  </a:lnTo>
                  <a:lnTo>
                    <a:pt x="179" y="614"/>
                  </a:lnTo>
                  <a:lnTo>
                    <a:pt x="146" y="607"/>
                  </a:lnTo>
                  <a:lnTo>
                    <a:pt x="113" y="596"/>
                  </a:lnTo>
                  <a:lnTo>
                    <a:pt x="81" y="583"/>
                  </a:lnTo>
                  <a:lnTo>
                    <a:pt x="58" y="563"/>
                  </a:lnTo>
                  <a:lnTo>
                    <a:pt x="44" y="538"/>
                  </a:lnTo>
                  <a:lnTo>
                    <a:pt x="44" y="507"/>
                  </a:lnTo>
                  <a:close/>
                </a:path>
              </a:pathLst>
            </a:custGeom>
            <a:solidFill>
              <a:srgbClr val="F4E2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8" name="Freeform 196"/>
            <p:cNvSpPr>
              <a:spLocks/>
            </p:cNvSpPr>
            <p:nvPr/>
          </p:nvSpPr>
          <p:spPr bwMode="gray">
            <a:xfrm>
              <a:off x="3732" y="2027"/>
              <a:ext cx="227" cy="310"/>
            </a:xfrm>
            <a:custGeom>
              <a:avLst/>
              <a:gdLst/>
              <a:ahLst/>
              <a:cxnLst>
                <a:cxn ang="0">
                  <a:pos x="44" y="488"/>
                </a:cxn>
                <a:cxn ang="0">
                  <a:pos x="43" y="416"/>
                </a:cxn>
                <a:cxn ang="0">
                  <a:pos x="26" y="346"/>
                </a:cxn>
                <a:cxn ang="0">
                  <a:pos x="11" y="298"/>
                </a:cxn>
                <a:cxn ang="0">
                  <a:pos x="2" y="252"/>
                </a:cxn>
                <a:cxn ang="0">
                  <a:pos x="3" y="211"/>
                </a:cxn>
                <a:cxn ang="0">
                  <a:pos x="21" y="175"/>
                </a:cxn>
                <a:cxn ang="0">
                  <a:pos x="39" y="138"/>
                </a:cxn>
                <a:cxn ang="0">
                  <a:pos x="58" y="101"/>
                </a:cxn>
                <a:cxn ang="0">
                  <a:pos x="87" y="68"/>
                </a:cxn>
                <a:cxn ang="0">
                  <a:pos x="119" y="48"/>
                </a:cxn>
                <a:cxn ang="0">
                  <a:pos x="144" y="36"/>
                </a:cxn>
                <a:cxn ang="0">
                  <a:pos x="170" y="26"/>
                </a:cxn>
                <a:cxn ang="0">
                  <a:pos x="197" y="18"/>
                </a:cxn>
                <a:cxn ang="0">
                  <a:pos x="228" y="10"/>
                </a:cxn>
                <a:cxn ang="0">
                  <a:pos x="258" y="4"/>
                </a:cxn>
                <a:cxn ang="0">
                  <a:pos x="290" y="2"/>
                </a:cxn>
                <a:cxn ang="0">
                  <a:pos x="324" y="0"/>
                </a:cxn>
                <a:cxn ang="0">
                  <a:pos x="371" y="4"/>
                </a:cxn>
                <a:cxn ang="0">
                  <a:pos x="412" y="24"/>
                </a:cxn>
                <a:cxn ang="0">
                  <a:pos x="432" y="58"/>
                </a:cxn>
                <a:cxn ang="0">
                  <a:pos x="436" y="101"/>
                </a:cxn>
                <a:cxn ang="0">
                  <a:pos x="436" y="167"/>
                </a:cxn>
                <a:cxn ang="0">
                  <a:pos x="444" y="230"/>
                </a:cxn>
                <a:cxn ang="0">
                  <a:pos x="455" y="290"/>
                </a:cxn>
                <a:cxn ang="0">
                  <a:pos x="447" y="361"/>
                </a:cxn>
                <a:cxn ang="0">
                  <a:pos x="423" y="411"/>
                </a:cxn>
                <a:cxn ang="0">
                  <a:pos x="400" y="448"/>
                </a:cxn>
                <a:cxn ang="0">
                  <a:pos x="377" y="485"/>
                </a:cxn>
                <a:cxn ang="0">
                  <a:pos x="356" y="518"/>
                </a:cxn>
                <a:cxn ang="0">
                  <a:pos x="341" y="543"/>
                </a:cxn>
                <a:cxn ang="0">
                  <a:pos x="323" y="555"/>
                </a:cxn>
                <a:cxn ang="0">
                  <a:pos x="305" y="562"/>
                </a:cxn>
                <a:cxn ang="0">
                  <a:pos x="288" y="572"/>
                </a:cxn>
                <a:cxn ang="0">
                  <a:pos x="279" y="587"/>
                </a:cxn>
                <a:cxn ang="0">
                  <a:pos x="269" y="605"/>
                </a:cxn>
                <a:cxn ang="0">
                  <a:pos x="257" y="618"/>
                </a:cxn>
                <a:cxn ang="0">
                  <a:pos x="237" y="620"/>
                </a:cxn>
                <a:cxn ang="0">
                  <a:pos x="203" y="611"/>
                </a:cxn>
                <a:cxn ang="0">
                  <a:pos x="144" y="597"/>
                </a:cxn>
                <a:cxn ang="0">
                  <a:pos x="80" y="572"/>
                </a:cxn>
                <a:cxn ang="0">
                  <a:pos x="43" y="529"/>
                </a:cxn>
              </a:cxnLst>
              <a:rect l="0" t="0" r="r" b="b"/>
              <a:pathLst>
                <a:path w="455" h="620">
                  <a:moveTo>
                    <a:pt x="43" y="499"/>
                  </a:moveTo>
                  <a:lnTo>
                    <a:pt x="44" y="488"/>
                  </a:lnTo>
                  <a:lnTo>
                    <a:pt x="44" y="458"/>
                  </a:lnTo>
                  <a:lnTo>
                    <a:pt x="43" y="416"/>
                  </a:lnTo>
                  <a:lnTo>
                    <a:pt x="33" y="369"/>
                  </a:lnTo>
                  <a:lnTo>
                    <a:pt x="26" y="346"/>
                  </a:lnTo>
                  <a:lnTo>
                    <a:pt x="18" y="321"/>
                  </a:lnTo>
                  <a:lnTo>
                    <a:pt x="11" y="298"/>
                  </a:lnTo>
                  <a:lnTo>
                    <a:pt x="6" y="274"/>
                  </a:lnTo>
                  <a:lnTo>
                    <a:pt x="2" y="252"/>
                  </a:lnTo>
                  <a:lnTo>
                    <a:pt x="0" y="232"/>
                  </a:lnTo>
                  <a:lnTo>
                    <a:pt x="3" y="211"/>
                  </a:lnTo>
                  <a:lnTo>
                    <a:pt x="11" y="193"/>
                  </a:lnTo>
                  <a:lnTo>
                    <a:pt x="21" y="175"/>
                  </a:lnTo>
                  <a:lnTo>
                    <a:pt x="29" y="157"/>
                  </a:lnTo>
                  <a:lnTo>
                    <a:pt x="39" y="138"/>
                  </a:lnTo>
                  <a:lnTo>
                    <a:pt x="47" y="119"/>
                  </a:lnTo>
                  <a:lnTo>
                    <a:pt x="58" y="101"/>
                  </a:lnTo>
                  <a:lnTo>
                    <a:pt x="72" y="83"/>
                  </a:lnTo>
                  <a:lnTo>
                    <a:pt x="87" y="68"/>
                  </a:lnTo>
                  <a:lnTo>
                    <a:pt x="108" y="54"/>
                  </a:lnTo>
                  <a:lnTo>
                    <a:pt x="119" y="48"/>
                  </a:lnTo>
                  <a:lnTo>
                    <a:pt x="131" y="42"/>
                  </a:lnTo>
                  <a:lnTo>
                    <a:pt x="144" y="36"/>
                  </a:lnTo>
                  <a:lnTo>
                    <a:pt x="157" y="31"/>
                  </a:lnTo>
                  <a:lnTo>
                    <a:pt x="170" y="26"/>
                  </a:lnTo>
                  <a:lnTo>
                    <a:pt x="184" y="22"/>
                  </a:lnTo>
                  <a:lnTo>
                    <a:pt x="197" y="18"/>
                  </a:lnTo>
                  <a:lnTo>
                    <a:pt x="212" y="14"/>
                  </a:lnTo>
                  <a:lnTo>
                    <a:pt x="228" y="10"/>
                  </a:lnTo>
                  <a:lnTo>
                    <a:pt x="243" y="7"/>
                  </a:lnTo>
                  <a:lnTo>
                    <a:pt x="258" y="4"/>
                  </a:lnTo>
                  <a:lnTo>
                    <a:pt x="275" y="3"/>
                  </a:lnTo>
                  <a:lnTo>
                    <a:pt x="290" y="2"/>
                  </a:lnTo>
                  <a:lnTo>
                    <a:pt x="306" y="0"/>
                  </a:lnTo>
                  <a:lnTo>
                    <a:pt x="324" y="0"/>
                  </a:lnTo>
                  <a:lnTo>
                    <a:pt x="341" y="0"/>
                  </a:lnTo>
                  <a:lnTo>
                    <a:pt x="371" y="4"/>
                  </a:lnTo>
                  <a:lnTo>
                    <a:pt x="394" y="11"/>
                  </a:lnTo>
                  <a:lnTo>
                    <a:pt x="412" y="24"/>
                  </a:lnTo>
                  <a:lnTo>
                    <a:pt x="423" y="39"/>
                  </a:lnTo>
                  <a:lnTo>
                    <a:pt x="432" y="58"/>
                  </a:lnTo>
                  <a:lnTo>
                    <a:pt x="434" y="79"/>
                  </a:lnTo>
                  <a:lnTo>
                    <a:pt x="436" y="101"/>
                  </a:lnTo>
                  <a:lnTo>
                    <a:pt x="436" y="124"/>
                  </a:lnTo>
                  <a:lnTo>
                    <a:pt x="436" y="167"/>
                  </a:lnTo>
                  <a:lnTo>
                    <a:pt x="440" y="201"/>
                  </a:lnTo>
                  <a:lnTo>
                    <a:pt x="444" y="230"/>
                  </a:lnTo>
                  <a:lnTo>
                    <a:pt x="451" y="258"/>
                  </a:lnTo>
                  <a:lnTo>
                    <a:pt x="455" y="290"/>
                  </a:lnTo>
                  <a:lnTo>
                    <a:pt x="454" y="324"/>
                  </a:lnTo>
                  <a:lnTo>
                    <a:pt x="447" y="361"/>
                  </a:lnTo>
                  <a:lnTo>
                    <a:pt x="433" y="394"/>
                  </a:lnTo>
                  <a:lnTo>
                    <a:pt x="423" y="411"/>
                  </a:lnTo>
                  <a:lnTo>
                    <a:pt x="412" y="429"/>
                  </a:lnTo>
                  <a:lnTo>
                    <a:pt x="400" y="448"/>
                  </a:lnTo>
                  <a:lnTo>
                    <a:pt x="388" y="467"/>
                  </a:lnTo>
                  <a:lnTo>
                    <a:pt x="377" y="485"/>
                  </a:lnTo>
                  <a:lnTo>
                    <a:pt x="366" y="503"/>
                  </a:lnTo>
                  <a:lnTo>
                    <a:pt x="356" y="518"/>
                  </a:lnTo>
                  <a:lnTo>
                    <a:pt x="348" y="532"/>
                  </a:lnTo>
                  <a:lnTo>
                    <a:pt x="341" y="543"/>
                  </a:lnTo>
                  <a:lnTo>
                    <a:pt x="332" y="550"/>
                  </a:lnTo>
                  <a:lnTo>
                    <a:pt x="323" y="555"/>
                  </a:lnTo>
                  <a:lnTo>
                    <a:pt x="313" y="560"/>
                  </a:lnTo>
                  <a:lnTo>
                    <a:pt x="305" y="562"/>
                  </a:lnTo>
                  <a:lnTo>
                    <a:pt x="295" y="567"/>
                  </a:lnTo>
                  <a:lnTo>
                    <a:pt x="288" y="572"/>
                  </a:lnTo>
                  <a:lnTo>
                    <a:pt x="283" y="579"/>
                  </a:lnTo>
                  <a:lnTo>
                    <a:pt x="279" y="587"/>
                  </a:lnTo>
                  <a:lnTo>
                    <a:pt x="275" y="597"/>
                  </a:lnTo>
                  <a:lnTo>
                    <a:pt x="269" y="605"/>
                  </a:lnTo>
                  <a:lnTo>
                    <a:pt x="263" y="612"/>
                  </a:lnTo>
                  <a:lnTo>
                    <a:pt x="257" y="618"/>
                  </a:lnTo>
                  <a:lnTo>
                    <a:pt x="248" y="620"/>
                  </a:lnTo>
                  <a:lnTo>
                    <a:pt x="237" y="620"/>
                  </a:lnTo>
                  <a:lnTo>
                    <a:pt x="223" y="616"/>
                  </a:lnTo>
                  <a:lnTo>
                    <a:pt x="203" y="611"/>
                  </a:lnTo>
                  <a:lnTo>
                    <a:pt x="175" y="604"/>
                  </a:lnTo>
                  <a:lnTo>
                    <a:pt x="144" y="597"/>
                  </a:lnTo>
                  <a:lnTo>
                    <a:pt x="110" y="586"/>
                  </a:lnTo>
                  <a:lnTo>
                    <a:pt x="80" y="572"/>
                  </a:lnTo>
                  <a:lnTo>
                    <a:pt x="57" y="554"/>
                  </a:lnTo>
                  <a:lnTo>
                    <a:pt x="43" y="529"/>
                  </a:lnTo>
                  <a:lnTo>
                    <a:pt x="43" y="499"/>
                  </a:lnTo>
                  <a:close/>
                </a:path>
              </a:pathLst>
            </a:custGeom>
            <a:solidFill>
              <a:srgbClr val="EFD8C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89" name="Freeform 197"/>
            <p:cNvSpPr>
              <a:spLocks/>
            </p:cNvSpPr>
            <p:nvPr/>
          </p:nvSpPr>
          <p:spPr bwMode="gray">
            <a:xfrm>
              <a:off x="3734" y="2029"/>
              <a:ext cx="222" cy="306"/>
            </a:xfrm>
            <a:custGeom>
              <a:avLst/>
              <a:gdLst/>
              <a:ahLst/>
              <a:cxnLst>
                <a:cxn ang="0">
                  <a:pos x="44" y="481"/>
                </a:cxn>
                <a:cxn ang="0">
                  <a:pos x="42" y="411"/>
                </a:cxn>
                <a:cxn ang="0">
                  <a:pos x="26" y="341"/>
                </a:cxn>
                <a:cxn ang="0">
                  <a:pos x="11" y="294"/>
                </a:cxn>
                <a:cxn ang="0">
                  <a:pos x="2" y="250"/>
                </a:cxn>
                <a:cxn ang="0">
                  <a:pos x="3" y="210"/>
                </a:cxn>
                <a:cxn ang="0">
                  <a:pos x="21" y="174"/>
                </a:cxn>
                <a:cxn ang="0">
                  <a:pos x="38" y="137"/>
                </a:cxn>
                <a:cxn ang="0">
                  <a:pos x="58" y="100"/>
                </a:cxn>
                <a:cxn ang="0">
                  <a:pos x="87" y="66"/>
                </a:cxn>
                <a:cxn ang="0">
                  <a:pos x="117" y="47"/>
                </a:cxn>
                <a:cxn ang="0">
                  <a:pos x="142" y="36"/>
                </a:cxn>
                <a:cxn ang="0">
                  <a:pos x="167" y="27"/>
                </a:cxn>
                <a:cxn ang="0">
                  <a:pos x="195" y="17"/>
                </a:cxn>
                <a:cxn ang="0">
                  <a:pos x="224" y="10"/>
                </a:cxn>
                <a:cxn ang="0">
                  <a:pos x="254" y="4"/>
                </a:cxn>
                <a:cxn ang="0">
                  <a:pos x="284" y="2"/>
                </a:cxn>
                <a:cxn ang="0">
                  <a:pos x="317" y="0"/>
                </a:cxn>
                <a:cxn ang="0">
                  <a:pos x="364" y="4"/>
                </a:cxn>
                <a:cxn ang="0">
                  <a:pos x="404" y="24"/>
                </a:cxn>
                <a:cxn ang="0">
                  <a:pos x="422" y="58"/>
                </a:cxn>
                <a:cxn ang="0">
                  <a:pos x="428" y="100"/>
                </a:cxn>
                <a:cxn ang="0">
                  <a:pos x="428" y="164"/>
                </a:cxn>
                <a:cxn ang="0">
                  <a:pos x="436" y="226"/>
                </a:cxn>
                <a:cxn ang="0">
                  <a:pos x="446" y="284"/>
                </a:cxn>
                <a:cxn ang="0">
                  <a:pos x="439" y="356"/>
                </a:cxn>
                <a:cxn ang="0">
                  <a:pos x="415" y="407"/>
                </a:cxn>
                <a:cxn ang="0">
                  <a:pos x="392" y="443"/>
                </a:cxn>
                <a:cxn ang="0">
                  <a:pos x="370" y="480"/>
                </a:cxn>
                <a:cxn ang="0">
                  <a:pos x="349" y="512"/>
                </a:cxn>
                <a:cxn ang="0">
                  <a:pos x="335" y="535"/>
                </a:cxn>
                <a:cxn ang="0">
                  <a:pos x="317" y="547"/>
                </a:cxn>
                <a:cxn ang="0">
                  <a:pos x="299" y="554"/>
                </a:cxn>
                <a:cxn ang="0">
                  <a:pos x="283" y="564"/>
                </a:cxn>
                <a:cxn ang="0">
                  <a:pos x="273" y="579"/>
                </a:cxn>
                <a:cxn ang="0">
                  <a:pos x="265" y="596"/>
                </a:cxn>
                <a:cxn ang="0">
                  <a:pos x="251" y="609"/>
                </a:cxn>
                <a:cxn ang="0">
                  <a:pos x="233" y="612"/>
                </a:cxn>
                <a:cxn ang="0">
                  <a:pos x="200" y="602"/>
                </a:cxn>
                <a:cxn ang="0">
                  <a:pos x="141" y="589"/>
                </a:cxn>
                <a:cxn ang="0">
                  <a:pos x="79" y="565"/>
                </a:cxn>
                <a:cxn ang="0">
                  <a:pos x="43" y="523"/>
                </a:cxn>
              </a:cxnLst>
              <a:rect l="0" t="0" r="r" b="b"/>
              <a:pathLst>
                <a:path w="446" h="612">
                  <a:moveTo>
                    <a:pt x="43" y="492"/>
                  </a:moveTo>
                  <a:lnTo>
                    <a:pt x="44" y="481"/>
                  </a:lnTo>
                  <a:lnTo>
                    <a:pt x="44" y="452"/>
                  </a:lnTo>
                  <a:lnTo>
                    <a:pt x="42" y="411"/>
                  </a:lnTo>
                  <a:lnTo>
                    <a:pt x="33" y="364"/>
                  </a:lnTo>
                  <a:lnTo>
                    <a:pt x="26" y="341"/>
                  </a:lnTo>
                  <a:lnTo>
                    <a:pt x="20" y="317"/>
                  </a:lnTo>
                  <a:lnTo>
                    <a:pt x="11" y="294"/>
                  </a:lnTo>
                  <a:lnTo>
                    <a:pt x="6" y="272"/>
                  </a:lnTo>
                  <a:lnTo>
                    <a:pt x="2" y="250"/>
                  </a:lnTo>
                  <a:lnTo>
                    <a:pt x="0" y="229"/>
                  </a:lnTo>
                  <a:lnTo>
                    <a:pt x="3" y="210"/>
                  </a:lnTo>
                  <a:lnTo>
                    <a:pt x="11" y="192"/>
                  </a:lnTo>
                  <a:lnTo>
                    <a:pt x="21" y="174"/>
                  </a:lnTo>
                  <a:lnTo>
                    <a:pt x="29" y="156"/>
                  </a:lnTo>
                  <a:lnTo>
                    <a:pt x="38" y="137"/>
                  </a:lnTo>
                  <a:lnTo>
                    <a:pt x="47" y="117"/>
                  </a:lnTo>
                  <a:lnTo>
                    <a:pt x="58" y="100"/>
                  </a:lnTo>
                  <a:lnTo>
                    <a:pt x="71" y="82"/>
                  </a:lnTo>
                  <a:lnTo>
                    <a:pt x="87" y="66"/>
                  </a:lnTo>
                  <a:lnTo>
                    <a:pt x="106" y="53"/>
                  </a:lnTo>
                  <a:lnTo>
                    <a:pt x="117" y="47"/>
                  </a:lnTo>
                  <a:lnTo>
                    <a:pt x="130" y="42"/>
                  </a:lnTo>
                  <a:lnTo>
                    <a:pt x="142" y="36"/>
                  </a:lnTo>
                  <a:lnTo>
                    <a:pt x="155" y="31"/>
                  </a:lnTo>
                  <a:lnTo>
                    <a:pt x="167" y="27"/>
                  </a:lnTo>
                  <a:lnTo>
                    <a:pt x="181" y="21"/>
                  </a:lnTo>
                  <a:lnTo>
                    <a:pt x="195" y="17"/>
                  </a:lnTo>
                  <a:lnTo>
                    <a:pt x="208" y="14"/>
                  </a:lnTo>
                  <a:lnTo>
                    <a:pt x="224" y="10"/>
                  </a:lnTo>
                  <a:lnTo>
                    <a:pt x="239" y="7"/>
                  </a:lnTo>
                  <a:lnTo>
                    <a:pt x="254" y="4"/>
                  </a:lnTo>
                  <a:lnTo>
                    <a:pt x="269" y="3"/>
                  </a:lnTo>
                  <a:lnTo>
                    <a:pt x="284" y="2"/>
                  </a:lnTo>
                  <a:lnTo>
                    <a:pt x="301" y="0"/>
                  </a:lnTo>
                  <a:lnTo>
                    <a:pt x="317" y="0"/>
                  </a:lnTo>
                  <a:lnTo>
                    <a:pt x="334" y="0"/>
                  </a:lnTo>
                  <a:lnTo>
                    <a:pt x="364" y="4"/>
                  </a:lnTo>
                  <a:lnTo>
                    <a:pt x="388" y="11"/>
                  </a:lnTo>
                  <a:lnTo>
                    <a:pt x="404" y="24"/>
                  </a:lnTo>
                  <a:lnTo>
                    <a:pt x="415" y="39"/>
                  </a:lnTo>
                  <a:lnTo>
                    <a:pt x="422" y="58"/>
                  </a:lnTo>
                  <a:lnTo>
                    <a:pt x="426" y="78"/>
                  </a:lnTo>
                  <a:lnTo>
                    <a:pt x="428" y="100"/>
                  </a:lnTo>
                  <a:lnTo>
                    <a:pt x="428" y="123"/>
                  </a:lnTo>
                  <a:lnTo>
                    <a:pt x="428" y="164"/>
                  </a:lnTo>
                  <a:lnTo>
                    <a:pt x="430" y="199"/>
                  </a:lnTo>
                  <a:lnTo>
                    <a:pt x="436" y="226"/>
                  </a:lnTo>
                  <a:lnTo>
                    <a:pt x="441" y="254"/>
                  </a:lnTo>
                  <a:lnTo>
                    <a:pt x="446" y="284"/>
                  </a:lnTo>
                  <a:lnTo>
                    <a:pt x="446" y="320"/>
                  </a:lnTo>
                  <a:lnTo>
                    <a:pt x="439" y="356"/>
                  </a:lnTo>
                  <a:lnTo>
                    <a:pt x="425" y="390"/>
                  </a:lnTo>
                  <a:lnTo>
                    <a:pt x="415" y="407"/>
                  </a:lnTo>
                  <a:lnTo>
                    <a:pt x="404" y="425"/>
                  </a:lnTo>
                  <a:lnTo>
                    <a:pt x="392" y="443"/>
                  </a:lnTo>
                  <a:lnTo>
                    <a:pt x="381" y="462"/>
                  </a:lnTo>
                  <a:lnTo>
                    <a:pt x="370" y="480"/>
                  </a:lnTo>
                  <a:lnTo>
                    <a:pt x="359" y="496"/>
                  </a:lnTo>
                  <a:lnTo>
                    <a:pt x="349" y="512"/>
                  </a:lnTo>
                  <a:lnTo>
                    <a:pt x="342" y="525"/>
                  </a:lnTo>
                  <a:lnTo>
                    <a:pt x="335" y="535"/>
                  </a:lnTo>
                  <a:lnTo>
                    <a:pt x="327" y="542"/>
                  </a:lnTo>
                  <a:lnTo>
                    <a:pt x="317" y="547"/>
                  </a:lnTo>
                  <a:lnTo>
                    <a:pt x="308" y="551"/>
                  </a:lnTo>
                  <a:lnTo>
                    <a:pt x="299" y="554"/>
                  </a:lnTo>
                  <a:lnTo>
                    <a:pt x="290" y="558"/>
                  </a:lnTo>
                  <a:lnTo>
                    <a:pt x="283" y="564"/>
                  </a:lnTo>
                  <a:lnTo>
                    <a:pt x="277" y="571"/>
                  </a:lnTo>
                  <a:lnTo>
                    <a:pt x="273" y="579"/>
                  </a:lnTo>
                  <a:lnTo>
                    <a:pt x="269" y="589"/>
                  </a:lnTo>
                  <a:lnTo>
                    <a:pt x="265" y="596"/>
                  </a:lnTo>
                  <a:lnTo>
                    <a:pt x="259" y="604"/>
                  </a:lnTo>
                  <a:lnTo>
                    <a:pt x="251" y="609"/>
                  </a:lnTo>
                  <a:lnTo>
                    <a:pt x="243" y="612"/>
                  </a:lnTo>
                  <a:lnTo>
                    <a:pt x="233" y="612"/>
                  </a:lnTo>
                  <a:lnTo>
                    <a:pt x="219" y="608"/>
                  </a:lnTo>
                  <a:lnTo>
                    <a:pt x="200" y="602"/>
                  </a:lnTo>
                  <a:lnTo>
                    <a:pt x="173" y="597"/>
                  </a:lnTo>
                  <a:lnTo>
                    <a:pt x="141" y="589"/>
                  </a:lnTo>
                  <a:lnTo>
                    <a:pt x="108" y="579"/>
                  </a:lnTo>
                  <a:lnTo>
                    <a:pt x="79" y="565"/>
                  </a:lnTo>
                  <a:lnTo>
                    <a:pt x="55" y="546"/>
                  </a:lnTo>
                  <a:lnTo>
                    <a:pt x="43" y="523"/>
                  </a:lnTo>
                  <a:lnTo>
                    <a:pt x="43" y="492"/>
                  </a:lnTo>
                  <a:close/>
                </a:path>
              </a:pathLst>
            </a:custGeom>
            <a:solidFill>
              <a:srgbClr val="EDCE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0" name="Freeform 198"/>
            <p:cNvSpPr>
              <a:spLocks/>
            </p:cNvSpPr>
            <p:nvPr/>
          </p:nvSpPr>
          <p:spPr bwMode="gray">
            <a:xfrm>
              <a:off x="3736" y="2032"/>
              <a:ext cx="218" cy="301"/>
            </a:xfrm>
            <a:custGeom>
              <a:avLst/>
              <a:gdLst/>
              <a:ahLst/>
              <a:cxnLst>
                <a:cxn ang="0">
                  <a:pos x="43" y="473"/>
                </a:cxn>
                <a:cxn ang="0">
                  <a:pos x="40" y="404"/>
                </a:cxn>
                <a:cxn ang="0">
                  <a:pos x="25" y="335"/>
                </a:cxn>
                <a:cxn ang="0">
                  <a:pos x="11" y="290"/>
                </a:cxn>
                <a:cxn ang="0">
                  <a:pos x="1" y="246"/>
                </a:cxn>
                <a:cxn ang="0">
                  <a:pos x="3" y="206"/>
                </a:cxn>
                <a:cxn ang="0">
                  <a:pos x="19" y="171"/>
                </a:cxn>
                <a:cxn ang="0">
                  <a:pos x="36" y="134"/>
                </a:cxn>
                <a:cxn ang="0">
                  <a:pos x="55" y="98"/>
                </a:cxn>
                <a:cxn ang="0">
                  <a:pos x="84" y="66"/>
                </a:cxn>
                <a:cxn ang="0">
                  <a:pos x="114" y="47"/>
                </a:cxn>
                <a:cxn ang="0">
                  <a:pos x="138" y="35"/>
                </a:cxn>
                <a:cxn ang="0">
                  <a:pos x="162" y="25"/>
                </a:cxn>
                <a:cxn ang="0">
                  <a:pos x="189" y="17"/>
                </a:cxn>
                <a:cxn ang="0">
                  <a:pos x="218" y="10"/>
                </a:cxn>
                <a:cxn ang="0">
                  <a:pos x="247" y="4"/>
                </a:cxn>
                <a:cxn ang="0">
                  <a:pos x="277" y="2"/>
                </a:cxn>
                <a:cxn ang="0">
                  <a:pos x="309" y="0"/>
                </a:cxn>
                <a:cxn ang="0">
                  <a:pos x="356" y="4"/>
                </a:cxn>
                <a:cxn ang="0">
                  <a:pos x="394" y="24"/>
                </a:cxn>
                <a:cxn ang="0">
                  <a:pos x="412" y="57"/>
                </a:cxn>
                <a:cxn ang="0">
                  <a:pos x="416" y="98"/>
                </a:cxn>
                <a:cxn ang="0">
                  <a:pos x="418" y="163"/>
                </a:cxn>
                <a:cxn ang="0">
                  <a:pos x="426" y="222"/>
                </a:cxn>
                <a:cxn ang="0">
                  <a:pos x="435" y="280"/>
                </a:cxn>
                <a:cxn ang="0">
                  <a:pos x="429" y="350"/>
                </a:cxn>
                <a:cxn ang="0">
                  <a:pos x="405" y="400"/>
                </a:cxn>
                <a:cxn ang="0">
                  <a:pos x="382" y="436"/>
                </a:cxn>
                <a:cxn ang="0">
                  <a:pos x="360" y="471"/>
                </a:cxn>
                <a:cxn ang="0">
                  <a:pos x="340" y="503"/>
                </a:cxn>
                <a:cxn ang="0">
                  <a:pos x="327" y="527"/>
                </a:cxn>
                <a:cxn ang="0">
                  <a:pos x="310" y="539"/>
                </a:cxn>
                <a:cxn ang="0">
                  <a:pos x="292" y="546"/>
                </a:cxn>
                <a:cxn ang="0">
                  <a:pos x="277" y="554"/>
                </a:cxn>
                <a:cxn ang="0">
                  <a:pos x="267" y="569"/>
                </a:cxn>
                <a:cxn ang="0">
                  <a:pos x="258" y="586"/>
                </a:cxn>
                <a:cxn ang="0">
                  <a:pos x="245" y="600"/>
                </a:cxn>
                <a:cxn ang="0">
                  <a:pos x="226" y="602"/>
                </a:cxn>
                <a:cxn ang="0">
                  <a:pos x="194" y="593"/>
                </a:cxn>
                <a:cxn ang="0">
                  <a:pos x="136" y="579"/>
                </a:cxn>
                <a:cxn ang="0">
                  <a:pos x="76" y="556"/>
                </a:cxn>
                <a:cxn ang="0">
                  <a:pos x="41" y="514"/>
                </a:cxn>
              </a:cxnLst>
              <a:rect l="0" t="0" r="r" b="b"/>
              <a:pathLst>
                <a:path w="435" h="602">
                  <a:moveTo>
                    <a:pt x="41" y="484"/>
                  </a:moveTo>
                  <a:lnTo>
                    <a:pt x="43" y="473"/>
                  </a:lnTo>
                  <a:lnTo>
                    <a:pt x="43" y="444"/>
                  </a:lnTo>
                  <a:lnTo>
                    <a:pt x="40" y="404"/>
                  </a:lnTo>
                  <a:lnTo>
                    <a:pt x="32" y="358"/>
                  </a:lnTo>
                  <a:lnTo>
                    <a:pt x="25" y="335"/>
                  </a:lnTo>
                  <a:lnTo>
                    <a:pt x="18" y="312"/>
                  </a:lnTo>
                  <a:lnTo>
                    <a:pt x="11" y="290"/>
                  </a:lnTo>
                  <a:lnTo>
                    <a:pt x="4" y="266"/>
                  </a:lnTo>
                  <a:lnTo>
                    <a:pt x="1" y="246"/>
                  </a:lnTo>
                  <a:lnTo>
                    <a:pt x="0" y="225"/>
                  </a:lnTo>
                  <a:lnTo>
                    <a:pt x="3" y="206"/>
                  </a:lnTo>
                  <a:lnTo>
                    <a:pt x="9" y="188"/>
                  </a:lnTo>
                  <a:lnTo>
                    <a:pt x="19" y="171"/>
                  </a:lnTo>
                  <a:lnTo>
                    <a:pt x="27" y="152"/>
                  </a:lnTo>
                  <a:lnTo>
                    <a:pt x="36" y="134"/>
                  </a:lnTo>
                  <a:lnTo>
                    <a:pt x="44" y="116"/>
                  </a:lnTo>
                  <a:lnTo>
                    <a:pt x="55" y="98"/>
                  </a:lnTo>
                  <a:lnTo>
                    <a:pt x="67" y="82"/>
                  </a:lnTo>
                  <a:lnTo>
                    <a:pt x="84" y="66"/>
                  </a:lnTo>
                  <a:lnTo>
                    <a:pt x="103" y="53"/>
                  </a:lnTo>
                  <a:lnTo>
                    <a:pt x="114" y="47"/>
                  </a:lnTo>
                  <a:lnTo>
                    <a:pt x="125" y="40"/>
                  </a:lnTo>
                  <a:lnTo>
                    <a:pt x="138" y="35"/>
                  </a:lnTo>
                  <a:lnTo>
                    <a:pt x="150" y="31"/>
                  </a:lnTo>
                  <a:lnTo>
                    <a:pt x="162" y="25"/>
                  </a:lnTo>
                  <a:lnTo>
                    <a:pt x="176" y="21"/>
                  </a:lnTo>
                  <a:lnTo>
                    <a:pt x="189" y="17"/>
                  </a:lnTo>
                  <a:lnTo>
                    <a:pt x="202" y="13"/>
                  </a:lnTo>
                  <a:lnTo>
                    <a:pt x="218" y="10"/>
                  </a:lnTo>
                  <a:lnTo>
                    <a:pt x="231" y="7"/>
                  </a:lnTo>
                  <a:lnTo>
                    <a:pt x="247" y="4"/>
                  </a:lnTo>
                  <a:lnTo>
                    <a:pt x="262" y="3"/>
                  </a:lnTo>
                  <a:lnTo>
                    <a:pt x="277" y="2"/>
                  </a:lnTo>
                  <a:lnTo>
                    <a:pt x="292" y="0"/>
                  </a:lnTo>
                  <a:lnTo>
                    <a:pt x="309" y="0"/>
                  </a:lnTo>
                  <a:lnTo>
                    <a:pt x="325" y="0"/>
                  </a:lnTo>
                  <a:lnTo>
                    <a:pt x="356" y="4"/>
                  </a:lnTo>
                  <a:lnTo>
                    <a:pt x="378" y="11"/>
                  </a:lnTo>
                  <a:lnTo>
                    <a:pt x="394" y="24"/>
                  </a:lnTo>
                  <a:lnTo>
                    <a:pt x="405" y="39"/>
                  </a:lnTo>
                  <a:lnTo>
                    <a:pt x="412" y="57"/>
                  </a:lnTo>
                  <a:lnTo>
                    <a:pt x="416" y="77"/>
                  </a:lnTo>
                  <a:lnTo>
                    <a:pt x="416" y="98"/>
                  </a:lnTo>
                  <a:lnTo>
                    <a:pt x="416" y="121"/>
                  </a:lnTo>
                  <a:lnTo>
                    <a:pt x="418" y="163"/>
                  </a:lnTo>
                  <a:lnTo>
                    <a:pt x="420" y="195"/>
                  </a:lnTo>
                  <a:lnTo>
                    <a:pt x="426" y="222"/>
                  </a:lnTo>
                  <a:lnTo>
                    <a:pt x="431" y="250"/>
                  </a:lnTo>
                  <a:lnTo>
                    <a:pt x="435" y="280"/>
                  </a:lnTo>
                  <a:lnTo>
                    <a:pt x="434" y="314"/>
                  </a:lnTo>
                  <a:lnTo>
                    <a:pt x="429" y="350"/>
                  </a:lnTo>
                  <a:lnTo>
                    <a:pt x="415" y="383"/>
                  </a:lnTo>
                  <a:lnTo>
                    <a:pt x="405" y="400"/>
                  </a:lnTo>
                  <a:lnTo>
                    <a:pt x="394" y="418"/>
                  </a:lnTo>
                  <a:lnTo>
                    <a:pt x="382" y="436"/>
                  </a:lnTo>
                  <a:lnTo>
                    <a:pt x="371" y="454"/>
                  </a:lnTo>
                  <a:lnTo>
                    <a:pt x="360" y="471"/>
                  </a:lnTo>
                  <a:lnTo>
                    <a:pt x="349" y="488"/>
                  </a:lnTo>
                  <a:lnTo>
                    <a:pt x="340" y="503"/>
                  </a:lnTo>
                  <a:lnTo>
                    <a:pt x="333" y="517"/>
                  </a:lnTo>
                  <a:lnTo>
                    <a:pt x="327" y="527"/>
                  </a:lnTo>
                  <a:lnTo>
                    <a:pt x="318" y="533"/>
                  </a:lnTo>
                  <a:lnTo>
                    <a:pt x="310" y="539"/>
                  </a:lnTo>
                  <a:lnTo>
                    <a:pt x="300" y="543"/>
                  </a:lnTo>
                  <a:lnTo>
                    <a:pt x="292" y="546"/>
                  </a:lnTo>
                  <a:lnTo>
                    <a:pt x="284" y="549"/>
                  </a:lnTo>
                  <a:lnTo>
                    <a:pt x="277" y="554"/>
                  </a:lnTo>
                  <a:lnTo>
                    <a:pt x="271" y="561"/>
                  </a:lnTo>
                  <a:lnTo>
                    <a:pt x="267" y="569"/>
                  </a:lnTo>
                  <a:lnTo>
                    <a:pt x="263" y="579"/>
                  </a:lnTo>
                  <a:lnTo>
                    <a:pt x="258" y="586"/>
                  </a:lnTo>
                  <a:lnTo>
                    <a:pt x="252" y="594"/>
                  </a:lnTo>
                  <a:lnTo>
                    <a:pt x="245" y="600"/>
                  </a:lnTo>
                  <a:lnTo>
                    <a:pt x="237" y="602"/>
                  </a:lnTo>
                  <a:lnTo>
                    <a:pt x="226" y="602"/>
                  </a:lnTo>
                  <a:lnTo>
                    <a:pt x="213" y="598"/>
                  </a:lnTo>
                  <a:lnTo>
                    <a:pt x="194" y="593"/>
                  </a:lnTo>
                  <a:lnTo>
                    <a:pt x="167" y="587"/>
                  </a:lnTo>
                  <a:lnTo>
                    <a:pt x="136" y="579"/>
                  </a:lnTo>
                  <a:lnTo>
                    <a:pt x="105" y="569"/>
                  </a:lnTo>
                  <a:lnTo>
                    <a:pt x="76" y="556"/>
                  </a:lnTo>
                  <a:lnTo>
                    <a:pt x="54" y="538"/>
                  </a:lnTo>
                  <a:lnTo>
                    <a:pt x="41" y="514"/>
                  </a:lnTo>
                  <a:lnTo>
                    <a:pt x="41" y="484"/>
                  </a:lnTo>
                  <a:close/>
                </a:path>
              </a:pathLst>
            </a:custGeom>
            <a:solidFill>
              <a:srgbClr val="EAC6B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1" name="Freeform 199"/>
            <p:cNvSpPr>
              <a:spLocks/>
            </p:cNvSpPr>
            <p:nvPr/>
          </p:nvSpPr>
          <p:spPr bwMode="gray">
            <a:xfrm>
              <a:off x="3739" y="2034"/>
              <a:ext cx="212" cy="296"/>
            </a:xfrm>
            <a:custGeom>
              <a:avLst/>
              <a:gdLst/>
              <a:ahLst/>
              <a:cxnLst>
                <a:cxn ang="0">
                  <a:pos x="42" y="466"/>
                </a:cxn>
                <a:cxn ang="0">
                  <a:pos x="39" y="399"/>
                </a:cxn>
                <a:cxn ang="0">
                  <a:pos x="24" y="330"/>
                </a:cxn>
                <a:cxn ang="0">
                  <a:pos x="10" y="286"/>
                </a:cxn>
                <a:cxn ang="0">
                  <a:pos x="0" y="242"/>
                </a:cxn>
                <a:cxn ang="0">
                  <a:pos x="3" y="203"/>
                </a:cxn>
                <a:cxn ang="0">
                  <a:pos x="18" y="170"/>
                </a:cxn>
                <a:cxn ang="0">
                  <a:pos x="35" y="133"/>
                </a:cxn>
                <a:cxn ang="0">
                  <a:pos x="54" y="97"/>
                </a:cxn>
                <a:cxn ang="0">
                  <a:pos x="82" y="65"/>
                </a:cxn>
                <a:cxn ang="0">
                  <a:pos x="123" y="42"/>
                </a:cxn>
                <a:cxn ang="0">
                  <a:pos x="171" y="22"/>
                </a:cxn>
                <a:cxn ang="0">
                  <a:pos x="226" y="9"/>
                </a:cxn>
                <a:cxn ang="0">
                  <a:pos x="287" y="0"/>
                </a:cxn>
                <a:cxn ang="0">
                  <a:pos x="348" y="5"/>
                </a:cxn>
                <a:cxn ang="0">
                  <a:pos x="385" y="24"/>
                </a:cxn>
                <a:cxn ang="0">
                  <a:pos x="403" y="57"/>
                </a:cxn>
                <a:cxn ang="0">
                  <a:pos x="407" y="98"/>
                </a:cxn>
                <a:cxn ang="0">
                  <a:pos x="407" y="160"/>
                </a:cxn>
                <a:cxn ang="0">
                  <a:pos x="415" y="219"/>
                </a:cxn>
                <a:cxn ang="0">
                  <a:pos x="425" y="277"/>
                </a:cxn>
                <a:cxn ang="0">
                  <a:pos x="419" y="346"/>
                </a:cxn>
                <a:cxn ang="0">
                  <a:pos x="396" y="394"/>
                </a:cxn>
                <a:cxn ang="0">
                  <a:pos x="374" y="429"/>
                </a:cxn>
                <a:cxn ang="0">
                  <a:pos x="352" y="465"/>
                </a:cxn>
                <a:cxn ang="0">
                  <a:pos x="333" y="496"/>
                </a:cxn>
                <a:cxn ang="0">
                  <a:pos x="319" y="518"/>
                </a:cxn>
                <a:cxn ang="0">
                  <a:pos x="302" y="531"/>
                </a:cxn>
                <a:cxn ang="0">
                  <a:pos x="284" y="538"/>
                </a:cxn>
                <a:cxn ang="0">
                  <a:pos x="271" y="546"/>
                </a:cxn>
                <a:cxn ang="0">
                  <a:pos x="261" y="561"/>
                </a:cxn>
                <a:cxn ang="0">
                  <a:pos x="251" y="578"/>
                </a:cxn>
                <a:cxn ang="0">
                  <a:pos x="239" y="590"/>
                </a:cxn>
                <a:cxn ang="0">
                  <a:pos x="221" y="593"/>
                </a:cxn>
                <a:cxn ang="0">
                  <a:pos x="189" y="583"/>
                </a:cxn>
                <a:cxn ang="0">
                  <a:pos x="133" y="571"/>
                </a:cxn>
                <a:cxn ang="0">
                  <a:pos x="73" y="547"/>
                </a:cxn>
                <a:cxn ang="0">
                  <a:pos x="40" y="506"/>
                </a:cxn>
              </a:cxnLst>
              <a:rect l="0" t="0" r="r" b="b"/>
              <a:pathLst>
                <a:path w="425" h="593">
                  <a:moveTo>
                    <a:pt x="40" y="477"/>
                  </a:moveTo>
                  <a:lnTo>
                    <a:pt x="42" y="466"/>
                  </a:lnTo>
                  <a:lnTo>
                    <a:pt x="42" y="437"/>
                  </a:lnTo>
                  <a:lnTo>
                    <a:pt x="39" y="399"/>
                  </a:lnTo>
                  <a:lnTo>
                    <a:pt x="31" y="353"/>
                  </a:lnTo>
                  <a:lnTo>
                    <a:pt x="24" y="330"/>
                  </a:lnTo>
                  <a:lnTo>
                    <a:pt x="17" y="308"/>
                  </a:lnTo>
                  <a:lnTo>
                    <a:pt x="10" y="286"/>
                  </a:lnTo>
                  <a:lnTo>
                    <a:pt x="4" y="264"/>
                  </a:lnTo>
                  <a:lnTo>
                    <a:pt x="0" y="242"/>
                  </a:lnTo>
                  <a:lnTo>
                    <a:pt x="0" y="222"/>
                  </a:lnTo>
                  <a:lnTo>
                    <a:pt x="3" y="203"/>
                  </a:lnTo>
                  <a:lnTo>
                    <a:pt x="10" y="186"/>
                  </a:lnTo>
                  <a:lnTo>
                    <a:pt x="18" y="170"/>
                  </a:lnTo>
                  <a:lnTo>
                    <a:pt x="27" y="151"/>
                  </a:lnTo>
                  <a:lnTo>
                    <a:pt x="35" y="133"/>
                  </a:lnTo>
                  <a:lnTo>
                    <a:pt x="43" y="115"/>
                  </a:lnTo>
                  <a:lnTo>
                    <a:pt x="54" y="97"/>
                  </a:lnTo>
                  <a:lnTo>
                    <a:pt x="66" y="80"/>
                  </a:lnTo>
                  <a:lnTo>
                    <a:pt x="82" y="65"/>
                  </a:lnTo>
                  <a:lnTo>
                    <a:pt x="101" y="53"/>
                  </a:lnTo>
                  <a:lnTo>
                    <a:pt x="123" y="42"/>
                  </a:lnTo>
                  <a:lnTo>
                    <a:pt x="146" y="31"/>
                  </a:lnTo>
                  <a:lnTo>
                    <a:pt x="171" y="22"/>
                  </a:lnTo>
                  <a:lnTo>
                    <a:pt x="199" y="14"/>
                  </a:lnTo>
                  <a:lnTo>
                    <a:pt x="226" y="9"/>
                  </a:lnTo>
                  <a:lnTo>
                    <a:pt x="257" y="3"/>
                  </a:lnTo>
                  <a:lnTo>
                    <a:pt x="287" y="0"/>
                  </a:lnTo>
                  <a:lnTo>
                    <a:pt x="319" y="0"/>
                  </a:lnTo>
                  <a:lnTo>
                    <a:pt x="348" y="5"/>
                  </a:lnTo>
                  <a:lnTo>
                    <a:pt x="370" y="11"/>
                  </a:lnTo>
                  <a:lnTo>
                    <a:pt x="385" y="24"/>
                  </a:lnTo>
                  <a:lnTo>
                    <a:pt x="396" y="39"/>
                  </a:lnTo>
                  <a:lnTo>
                    <a:pt x="403" y="57"/>
                  </a:lnTo>
                  <a:lnTo>
                    <a:pt x="407" y="76"/>
                  </a:lnTo>
                  <a:lnTo>
                    <a:pt x="407" y="98"/>
                  </a:lnTo>
                  <a:lnTo>
                    <a:pt x="407" y="120"/>
                  </a:lnTo>
                  <a:lnTo>
                    <a:pt x="407" y="160"/>
                  </a:lnTo>
                  <a:lnTo>
                    <a:pt x="411" y="192"/>
                  </a:lnTo>
                  <a:lnTo>
                    <a:pt x="415" y="219"/>
                  </a:lnTo>
                  <a:lnTo>
                    <a:pt x="421" y="247"/>
                  </a:lnTo>
                  <a:lnTo>
                    <a:pt x="425" y="277"/>
                  </a:lnTo>
                  <a:lnTo>
                    <a:pt x="425" y="310"/>
                  </a:lnTo>
                  <a:lnTo>
                    <a:pt x="419" y="346"/>
                  </a:lnTo>
                  <a:lnTo>
                    <a:pt x="406" y="378"/>
                  </a:lnTo>
                  <a:lnTo>
                    <a:pt x="396" y="394"/>
                  </a:lnTo>
                  <a:lnTo>
                    <a:pt x="385" y="411"/>
                  </a:lnTo>
                  <a:lnTo>
                    <a:pt x="374" y="429"/>
                  </a:lnTo>
                  <a:lnTo>
                    <a:pt x="363" y="447"/>
                  </a:lnTo>
                  <a:lnTo>
                    <a:pt x="352" y="465"/>
                  </a:lnTo>
                  <a:lnTo>
                    <a:pt x="341" y="481"/>
                  </a:lnTo>
                  <a:lnTo>
                    <a:pt x="333" y="496"/>
                  </a:lnTo>
                  <a:lnTo>
                    <a:pt x="326" y="509"/>
                  </a:lnTo>
                  <a:lnTo>
                    <a:pt x="319" y="518"/>
                  </a:lnTo>
                  <a:lnTo>
                    <a:pt x="311" y="525"/>
                  </a:lnTo>
                  <a:lnTo>
                    <a:pt x="302" y="531"/>
                  </a:lnTo>
                  <a:lnTo>
                    <a:pt x="294" y="535"/>
                  </a:lnTo>
                  <a:lnTo>
                    <a:pt x="284" y="538"/>
                  </a:lnTo>
                  <a:lnTo>
                    <a:pt x="277" y="540"/>
                  </a:lnTo>
                  <a:lnTo>
                    <a:pt x="271" y="546"/>
                  </a:lnTo>
                  <a:lnTo>
                    <a:pt x="265" y="553"/>
                  </a:lnTo>
                  <a:lnTo>
                    <a:pt x="261" y="561"/>
                  </a:lnTo>
                  <a:lnTo>
                    <a:pt x="257" y="569"/>
                  </a:lnTo>
                  <a:lnTo>
                    <a:pt x="251" y="578"/>
                  </a:lnTo>
                  <a:lnTo>
                    <a:pt x="246" y="585"/>
                  </a:lnTo>
                  <a:lnTo>
                    <a:pt x="239" y="590"/>
                  </a:lnTo>
                  <a:lnTo>
                    <a:pt x="232" y="593"/>
                  </a:lnTo>
                  <a:lnTo>
                    <a:pt x="221" y="593"/>
                  </a:lnTo>
                  <a:lnTo>
                    <a:pt x="208" y="589"/>
                  </a:lnTo>
                  <a:lnTo>
                    <a:pt x="189" y="583"/>
                  </a:lnTo>
                  <a:lnTo>
                    <a:pt x="163" y="578"/>
                  </a:lnTo>
                  <a:lnTo>
                    <a:pt x="133" y="571"/>
                  </a:lnTo>
                  <a:lnTo>
                    <a:pt x="102" y="561"/>
                  </a:lnTo>
                  <a:lnTo>
                    <a:pt x="73" y="547"/>
                  </a:lnTo>
                  <a:lnTo>
                    <a:pt x="53" y="529"/>
                  </a:lnTo>
                  <a:lnTo>
                    <a:pt x="40" y="506"/>
                  </a:lnTo>
                  <a:lnTo>
                    <a:pt x="40" y="477"/>
                  </a:lnTo>
                  <a:close/>
                </a:path>
              </a:pathLst>
            </a:custGeom>
            <a:solidFill>
              <a:srgbClr val="E5BA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2" name="Freeform 200"/>
            <p:cNvSpPr>
              <a:spLocks/>
            </p:cNvSpPr>
            <p:nvPr/>
          </p:nvSpPr>
          <p:spPr bwMode="gray">
            <a:xfrm>
              <a:off x="3741" y="2037"/>
              <a:ext cx="208" cy="291"/>
            </a:xfrm>
            <a:custGeom>
              <a:avLst/>
              <a:gdLst/>
              <a:ahLst/>
              <a:cxnLst>
                <a:cxn ang="0">
                  <a:pos x="40" y="457"/>
                </a:cxn>
                <a:cxn ang="0">
                  <a:pos x="39" y="391"/>
                </a:cxn>
                <a:cxn ang="0">
                  <a:pos x="24" y="324"/>
                </a:cxn>
                <a:cxn ang="0">
                  <a:pos x="10" y="280"/>
                </a:cxn>
                <a:cxn ang="0">
                  <a:pos x="2" y="237"/>
                </a:cxn>
                <a:cxn ang="0">
                  <a:pos x="3" y="198"/>
                </a:cxn>
                <a:cxn ang="0">
                  <a:pos x="18" y="165"/>
                </a:cxn>
                <a:cxn ang="0">
                  <a:pos x="35" y="129"/>
                </a:cxn>
                <a:cxn ang="0">
                  <a:pos x="54" y="94"/>
                </a:cxn>
                <a:cxn ang="0">
                  <a:pos x="80" y="62"/>
                </a:cxn>
                <a:cxn ang="0">
                  <a:pos x="120" y="38"/>
                </a:cxn>
                <a:cxn ang="0">
                  <a:pos x="169" y="19"/>
                </a:cxn>
                <a:cxn ang="0">
                  <a:pos x="222" y="7"/>
                </a:cxn>
                <a:cxn ang="0">
                  <a:pos x="280" y="0"/>
                </a:cxn>
                <a:cxn ang="0">
                  <a:pos x="340" y="3"/>
                </a:cxn>
                <a:cxn ang="0">
                  <a:pos x="377" y="22"/>
                </a:cxn>
                <a:cxn ang="0">
                  <a:pos x="395" y="55"/>
                </a:cxn>
                <a:cxn ang="0">
                  <a:pos x="399" y="95"/>
                </a:cxn>
                <a:cxn ang="0">
                  <a:pos x="399" y="157"/>
                </a:cxn>
                <a:cxn ang="0">
                  <a:pos x="407" y="215"/>
                </a:cxn>
                <a:cxn ang="0">
                  <a:pos x="417" y="271"/>
                </a:cxn>
                <a:cxn ang="0">
                  <a:pos x="410" y="339"/>
                </a:cxn>
                <a:cxn ang="0">
                  <a:pos x="386" y="386"/>
                </a:cxn>
                <a:cxn ang="0">
                  <a:pos x="366" y="422"/>
                </a:cxn>
                <a:cxn ang="0">
                  <a:pos x="344" y="456"/>
                </a:cxn>
                <a:cxn ang="0">
                  <a:pos x="326" y="488"/>
                </a:cxn>
                <a:cxn ang="0">
                  <a:pos x="312" y="510"/>
                </a:cxn>
                <a:cxn ang="0">
                  <a:pos x="297" y="521"/>
                </a:cxn>
                <a:cxn ang="0">
                  <a:pos x="279" y="528"/>
                </a:cxn>
                <a:cxn ang="0">
                  <a:pos x="265" y="536"/>
                </a:cxn>
                <a:cxn ang="0">
                  <a:pos x="256" y="551"/>
                </a:cxn>
                <a:cxn ang="0">
                  <a:pos x="247" y="568"/>
                </a:cxn>
                <a:cxn ang="0">
                  <a:pos x="235" y="579"/>
                </a:cxn>
                <a:cxn ang="0">
                  <a:pos x="217" y="581"/>
                </a:cxn>
                <a:cxn ang="0">
                  <a:pos x="185" y="573"/>
                </a:cxn>
                <a:cxn ang="0">
                  <a:pos x="130" y="561"/>
                </a:cxn>
                <a:cxn ang="0">
                  <a:pos x="72" y="537"/>
                </a:cxn>
                <a:cxn ang="0">
                  <a:pos x="39" y="497"/>
                </a:cxn>
              </a:cxnLst>
              <a:rect l="0" t="0" r="r" b="b"/>
              <a:pathLst>
                <a:path w="417" h="581">
                  <a:moveTo>
                    <a:pt x="39" y="468"/>
                  </a:moveTo>
                  <a:lnTo>
                    <a:pt x="40" y="457"/>
                  </a:lnTo>
                  <a:lnTo>
                    <a:pt x="40" y="430"/>
                  </a:lnTo>
                  <a:lnTo>
                    <a:pt x="39" y="391"/>
                  </a:lnTo>
                  <a:lnTo>
                    <a:pt x="31" y="347"/>
                  </a:lnTo>
                  <a:lnTo>
                    <a:pt x="24" y="324"/>
                  </a:lnTo>
                  <a:lnTo>
                    <a:pt x="17" y="302"/>
                  </a:lnTo>
                  <a:lnTo>
                    <a:pt x="10" y="280"/>
                  </a:lnTo>
                  <a:lnTo>
                    <a:pt x="5" y="258"/>
                  </a:lnTo>
                  <a:lnTo>
                    <a:pt x="2" y="237"/>
                  </a:lnTo>
                  <a:lnTo>
                    <a:pt x="0" y="218"/>
                  </a:lnTo>
                  <a:lnTo>
                    <a:pt x="3" y="198"/>
                  </a:lnTo>
                  <a:lnTo>
                    <a:pt x="10" y="182"/>
                  </a:lnTo>
                  <a:lnTo>
                    <a:pt x="18" y="165"/>
                  </a:lnTo>
                  <a:lnTo>
                    <a:pt x="27" y="147"/>
                  </a:lnTo>
                  <a:lnTo>
                    <a:pt x="35" y="129"/>
                  </a:lnTo>
                  <a:lnTo>
                    <a:pt x="43" y="111"/>
                  </a:lnTo>
                  <a:lnTo>
                    <a:pt x="54" y="94"/>
                  </a:lnTo>
                  <a:lnTo>
                    <a:pt x="67" y="77"/>
                  </a:lnTo>
                  <a:lnTo>
                    <a:pt x="80" y="62"/>
                  </a:lnTo>
                  <a:lnTo>
                    <a:pt x="100" y="49"/>
                  </a:lnTo>
                  <a:lnTo>
                    <a:pt x="120" y="38"/>
                  </a:lnTo>
                  <a:lnTo>
                    <a:pt x="144" y="29"/>
                  </a:lnTo>
                  <a:lnTo>
                    <a:pt x="169" y="19"/>
                  </a:lnTo>
                  <a:lnTo>
                    <a:pt x="195" y="12"/>
                  </a:lnTo>
                  <a:lnTo>
                    <a:pt x="222" y="7"/>
                  </a:lnTo>
                  <a:lnTo>
                    <a:pt x="251" y="3"/>
                  </a:lnTo>
                  <a:lnTo>
                    <a:pt x="280" y="0"/>
                  </a:lnTo>
                  <a:lnTo>
                    <a:pt x="312" y="0"/>
                  </a:lnTo>
                  <a:lnTo>
                    <a:pt x="340" y="3"/>
                  </a:lnTo>
                  <a:lnTo>
                    <a:pt x="362" y="11"/>
                  </a:lnTo>
                  <a:lnTo>
                    <a:pt x="377" y="22"/>
                  </a:lnTo>
                  <a:lnTo>
                    <a:pt x="388" y="37"/>
                  </a:lnTo>
                  <a:lnTo>
                    <a:pt x="395" y="55"/>
                  </a:lnTo>
                  <a:lnTo>
                    <a:pt x="399" y="74"/>
                  </a:lnTo>
                  <a:lnTo>
                    <a:pt x="399" y="95"/>
                  </a:lnTo>
                  <a:lnTo>
                    <a:pt x="399" y="117"/>
                  </a:lnTo>
                  <a:lnTo>
                    <a:pt x="399" y="157"/>
                  </a:lnTo>
                  <a:lnTo>
                    <a:pt x="402" y="187"/>
                  </a:lnTo>
                  <a:lnTo>
                    <a:pt x="407" y="215"/>
                  </a:lnTo>
                  <a:lnTo>
                    <a:pt x="413" y="241"/>
                  </a:lnTo>
                  <a:lnTo>
                    <a:pt x="417" y="271"/>
                  </a:lnTo>
                  <a:lnTo>
                    <a:pt x="415" y="304"/>
                  </a:lnTo>
                  <a:lnTo>
                    <a:pt x="410" y="339"/>
                  </a:lnTo>
                  <a:lnTo>
                    <a:pt x="396" y="371"/>
                  </a:lnTo>
                  <a:lnTo>
                    <a:pt x="386" y="386"/>
                  </a:lnTo>
                  <a:lnTo>
                    <a:pt x="377" y="404"/>
                  </a:lnTo>
                  <a:lnTo>
                    <a:pt x="366" y="422"/>
                  </a:lnTo>
                  <a:lnTo>
                    <a:pt x="355" y="439"/>
                  </a:lnTo>
                  <a:lnTo>
                    <a:pt x="344" y="456"/>
                  </a:lnTo>
                  <a:lnTo>
                    <a:pt x="334" y="472"/>
                  </a:lnTo>
                  <a:lnTo>
                    <a:pt x="326" y="488"/>
                  </a:lnTo>
                  <a:lnTo>
                    <a:pt x="319" y="500"/>
                  </a:lnTo>
                  <a:lnTo>
                    <a:pt x="312" y="510"/>
                  </a:lnTo>
                  <a:lnTo>
                    <a:pt x="305" y="517"/>
                  </a:lnTo>
                  <a:lnTo>
                    <a:pt x="297" y="521"/>
                  </a:lnTo>
                  <a:lnTo>
                    <a:pt x="287" y="525"/>
                  </a:lnTo>
                  <a:lnTo>
                    <a:pt x="279" y="528"/>
                  </a:lnTo>
                  <a:lnTo>
                    <a:pt x="272" y="530"/>
                  </a:lnTo>
                  <a:lnTo>
                    <a:pt x="265" y="536"/>
                  </a:lnTo>
                  <a:lnTo>
                    <a:pt x="260" y="543"/>
                  </a:lnTo>
                  <a:lnTo>
                    <a:pt x="256" y="551"/>
                  </a:lnTo>
                  <a:lnTo>
                    <a:pt x="251" y="559"/>
                  </a:lnTo>
                  <a:lnTo>
                    <a:pt x="247" y="568"/>
                  </a:lnTo>
                  <a:lnTo>
                    <a:pt x="242" y="574"/>
                  </a:lnTo>
                  <a:lnTo>
                    <a:pt x="235" y="579"/>
                  </a:lnTo>
                  <a:lnTo>
                    <a:pt x="228" y="581"/>
                  </a:lnTo>
                  <a:lnTo>
                    <a:pt x="217" y="581"/>
                  </a:lnTo>
                  <a:lnTo>
                    <a:pt x="204" y="579"/>
                  </a:lnTo>
                  <a:lnTo>
                    <a:pt x="185" y="573"/>
                  </a:lnTo>
                  <a:lnTo>
                    <a:pt x="160" y="568"/>
                  </a:lnTo>
                  <a:lnTo>
                    <a:pt x="130" y="561"/>
                  </a:lnTo>
                  <a:lnTo>
                    <a:pt x="100" y="551"/>
                  </a:lnTo>
                  <a:lnTo>
                    <a:pt x="72" y="537"/>
                  </a:lnTo>
                  <a:lnTo>
                    <a:pt x="51" y="521"/>
                  </a:lnTo>
                  <a:lnTo>
                    <a:pt x="39" y="497"/>
                  </a:lnTo>
                  <a:lnTo>
                    <a:pt x="39" y="468"/>
                  </a:lnTo>
                  <a:close/>
                </a:path>
              </a:pathLst>
            </a:custGeom>
            <a:solidFill>
              <a:srgbClr val="E0B2A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3" name="Freeform 201"/>
            <p:cNvSpPr>
              <a:spLocks/>
            </p:cNvSpPr>
            <p:nvPr/>
          </p:nvSpPr>
          <p:spPr bwMode="gray">
            <a:xfrm>
              <a:off x="3743" y="2038"/>
              <a:ext cx="204" cy="287"/>
            </a:xfrm>
            <a:custGeom>
              <a:avLst/>
              <a:gdLst/>
              <a:ahLst/>
              <a:cxnLst>
                <a:cxn ang="0">
                  <a:pos x="40" y="450"/>
                </a:cxn>
                <a:cxn ang="0">
                  <a:pos x="38" y="384"/>
                </a:cxn>
                <a:cxn ang="0">
                  <a:pos x="23" y="319"/>
                </a:cxn>
                <a:cxn ang="0">
                  <a:pos x="9" y="275"/>
                </a:cxn>
                <a:cxn ang="0">
                  <a:pos x="1" y="234"/>
                </a:cxn>
                <a:cxn ang="0">
                  <a:pos x="2" y="195"/>
                </a:cxn>
                <a:cxn ang="0">
                  <a:pos x="18" y="162"/>
                </a:cxn>
                <a:cxn ang="0">
                  <a:pos x="34" y="126"/>
                </a:cxn>
                <a:cxn ang="0">
                  <a:pos x="52" y="92"/>
                </a:cxn>
                <a:cxn ang="0">
                  <a:pos x="78" y="62"/>
                </a:cxn>
                <a:cxn ang="0">
                  <a:pos x="117" y="38"/>
                </a:cxn>
                <a:cxn ang="0">
                  <a:pos x="164" y="19"/>
                </a:cxn>
                <a:cxn ang="0">
                  <a:pos x="216" y="7"/>
                </a:cxn>
                <a:cxn ang="0">
                  <a:pos x="274" y="0"/>
                </a:cxn>
                <a:cxn ang="0">
                  <a:pos x="332" y="2"/>
                </a:cxn>
                <a:cxn ang="0">
                  <a:pos x="369" y="22"/>
                </a:cxn>
                <a:cxn ang="0">
                  <a:pos x="386" y="53"/>
                </a:cxn>
                <a:cxn ang="0">
                  <a:pos x="390" y="93"/>
                </a:cxn>
                <a:cxn ang="0">
                  <a:pos x="390" y="154"/>
                </a:cxn>
                <a:cxn ang="0">
                  <a:pos x="398" y="212"/>
                </a:cxn>
                <a:cxn ang="0">
                  <a:pos x="408" y="267"/>
                </a:cxn>
                <a:cxn ang="0">
                  <a:pos x="401" y="333"/>
                </a:cxn>
                <a:cxn ang="0">
                  <a:pos x="377" y="380"/>
                </a:cxn>
                <a:cxn ang="0">
                  <a:pos x="357" y="414"/>
                </a:cxn>
                <a:cxn ang="0">
                  <a:pos x="336" y="449"/>
                </a:cxn>
                <a:cxn ang="0">
                  <a:pos x="318" y="479"/>
                </a:cxn>
                <a:cxn ang="0">
                  <a:pos x="304" y="501"/>
                </a:cxn>
                <a:cxn ang="0">
                  <a:pos x="289" y="512"/>
                </a:cxn>
                <a:cxn ang="0">
                  <a:pos x="273" y="519"/>
                </a:cxn>
                <a:cxn ang="0">
                  <a:pos x="259" y="527"/>
                </a:cxn>
                <a:cxn ang="0">
                  <a:pos x="249" y="543"/>
                </a:cxn>
                <a:cxn ang="0">
                  <a:pos x="241" y="558"/>
                </a:cxn>
                <a:cxn ang="0">
                  <a:pos x="230" y="570"/>
                </a:cxn>
                <a:cxn ang="0">
                  <a:pos x="212" y="573"/>
                </a:cxn>
                <a:cxn ang="0">
                  <a:pos x="182" y="563"/>
                </a:cxn>
                <a:cxn ang="0">
                  <a:pos x="128" y="551"/>
                </a:cxn>
                <a:cxn ang="0">
                  <a:pos x="71" y="529"/>
                </a:cxn>
                <a:cxn ang="0">
                  <a:pos x="38" y="489"/>
                </a:cxn>
              </a:cxnLst>
              <a:rect l="0" t="0" r="r" b="b"/>
              <a:pathLst>
                <a:path w="408" h="573">
                  <a:moveTo>
                    <a:pt x="38" y="461"/>
                  </a:moveTo>
                  <a:lnTo>
                    <a:pt x="40" y="450"/>
                  </a:lnTo>
                  <a:lnTo>
                    <a:pt x="40" y="423"/>
                  </a:lnTo>
                  <a:lnTo>
                    <a:pt x="38" y="384"/>
                  </a:lnTo>
                  <a:lnTo>
                    <a:pt x="30" y="341"/>
                  </a:lnTo>
                  <a:lnTo>
                    <a:pt x="23" y="319"/>
                  </a:lnTo>
                  <a:lnTo>
                    <a:pt x="16" y="297"/>
                  </a:lnTo>
                  <a:lnTo>
                    <a:pt x="9" y="275"/>
                  </a:lnTo>
                  <a:lnTo>
                    <a:pt x="4" y="253"/>
                  </a:lnTo>
                  <a:lnTo>
                    <a:pt x="1" y="234"/>
                  </a:lnTo>
                  <a:lnTo>
                    <a:pt x="0" y="213"/>
                  </a:lnTo>
                  <a:lnTo>
                    <a:pt x="2" y="195"/>
                  </a:lnTo>
                  <a:lnTo>
                    <a:pt x="9" y="179"/>
                  </a:lnTo>
                  <a:lnTo>
                    <a:pt x="18" y="162"/>
                  </a:lnTo>
                  <a:lnTo>
                    <a:pt x="26" y="144"/>
                  </a:lnTo>
                  <a:lnTo>
                    <a:pt x="34" y="126"/>
                  </a:lnTo>
                  <a:lnTo>
                    <a:pt x="42" y="110"/>
                  </a:lnTo>
                  <a:lnTo>
                    <a:pt x="52" y="92"/>
                  </a:lnTo>
                  <a:lnTo>
                    <a:pt x="63" y="77"/>
                  </a:lnTo>
                  <a:lnTo>
                    <a:pt x="78" y="62"/>
                  </a:lnTo>
                  <a:lnTo>
                    <a:pt x="96" y="49"/>
                  </a:lnTo>
                  <a:lnTo>
                    <a:pt x="117" y="38"/>
                  </a:lnTo>
                  <a:lnTo>
                    <a:pt x="140" y="29"/>
                  </a:lnTo>
                  <a:lnTo>
                    <a:pt x="164" y="19"/>
                  </a:lnTo>
                  <a:lnTo>
                    <a:pt x="190" y="12"/>
                  </a:lnTo>
                  <a:lnTo>
                    <a:pt x="216" y="7"/>
                  </a:lnTo>
                  <a:lnTo>
                    <a:pt x="245" y="2"/>
                  </a:lnTo>
                  <a:lnTo>
                    <a:pt x="274" y="0"/>
                  </a:lnTo>
                  <a:lnTo>
                    <a:pt x="304" y="0"/>
                  </a:lnTo>
                  <a:lnTo>
                    <a:pt x="332" y="2"/>
                  </a:lnTo>
                  <a:lnTo>
                    <a:pt x="353" y="11"/>
                  </a:lnTo>
                  <a:lnTo>
                    <a:pt x="369" y="22"/>
                  </a:lnTo>
                  <a:lnTo>
                    <a:pt x="379" y="37"/>
                  </a:lnTo>
                  <a:lnTo>
                    <a:pt x="386" y="53"/>
                  </a:lnTo>
                  <a:lnTo>
                    <a:pt x="390" y="73"/>
                  </a:lnTo>
                  <a:lnTo>
                    <a:pt x="390" y="93"/>
                  </a:lnTo>
                  <a:lnTo>
                    <a:pt x="390" y="115"/>
                  </a:lnTo>
                  <a:lnTo>
                    <a:pt x="390" y="154"/>
                  </a:lnTo>
                  <a:lnTo>
                    <a:pt x="393" y="184"/>
                  </a:lnTo>
                  <a:lnTo>
                    <a:pt x="398" y="212"/>
                  </a:lnTo>
                  <a:lnTo>
                    <a:pt x="404" y="238"/>
                  </a:lnTo>
                  <a:lnTo>
                    <a:pt x="408" y="267"/>
                  </a:lnTo>
                  <a:lnTo>
                    <a:pt x="406" y="299"/>
                  </a:lnTo>
                  <a:lnTo>
                    <a:pt x="401" y="333"/>
                  </a:lnTo>
                  <a:lnTo>
                    <a:pt x="387" y="365"/>
                  </a:lnTo>
                  <a:lnTo>
                    <a:pt x="377" y="380"/>
                  </a:lnTo>
                  <a:lnTo>
                    <a:pt x="368" y="396"/>
                  </a:lnTo>
                  <a:lnTo>
                    <a:pt x="357" y="414"/>
                  </a:lnTo>
                  <a:lnTo>
                    <a:pt x="347" y="431"/>
                  </a:lnTo>
                  <a:lnTo>
                    <a:pt x="336" y="449"/>
                  </a:lnTo>
                  <a:lnTo>
                    <a:pt x="326" y="464"/>
                  </a:lnTo>
                  <a:lnTo>
                    <a:pt x="318" y="479"/>
                  </a:lnTo>
                  <a:lnTo>
                    <a:pt x="311" y="492"/>
                  </a:lnTo>
                  <a:lnTo>
                    <a:pt x="304" y="501"/>
                  </a:lnTo>
                  <a:lnTo>
                    <a:pt x="297" y="508"/>
                  </a:lnTo>
                  <a:lnTo>
                    <a:pt x="289" y="512"/>
                  </a:lnTo>
                  <a:lnTo>
                    <a:pt x="281" y="516"/>
                  </a:lnTo>
                  <a:lnTo>
                    <a:pt x="273" y="519"/>
                  </a:lnTo>
                  <a:lnTo>
                    <a:pt x="264" y="522"/>
                  </a:lnTo>
                  <a:lnTo>
                    <a:pt x="259" y="527"/>
                  </a:lnTo>
                  <a:lnTo>
                    <a:pt x="253" y="534"/>
                  </a:lnTo>
                  <a:lnTo>
                    <a:pt x="249" y="543"/>
                  </a:lnTo>
                  <a:lnTo>
                    <a:pt x="245" y="551"/>
                  </a:lnTo>
                  <a:lnTo>
                    <a:pt x="241" y="558"/>
                  </a:lnTo>
                  <a:lnTo>
                    <a:pt x="235" y="565"/>
                  </a:lnTo>
                  <a:lnTo>
                    <a:pt x="230" y="570"/>
                  </a:lnTo>
                  <a:lnTo>
                    <a:pt x="222" y="573"/>
                  </a:lnTo>
                  <a:lnTo>
                    <a:pt x="212" y="573"/>
                  </a:lnTo>
                  <a:lnTo>
                    <a:pt x="199" y="569"/>
                  </a:lnTo>
                  <a:lnTo>
                    <a:pt x="182" y="563"/>
                  </a:lnTo>
                  <a:lnTo>
                    <a:pt x="157" y="558"/>
                  </a:lnTo>
                  <a:lnTo>
                    <a:pt x="128" y="551"/>
                  </a:lnTo>
                  <a:lnTo>
                    <a:pt x="99" y="541"/>
                  </a:lnTo>
                  <a:lnTo>
                    <a:pt x="71" y="529"/>
                  </a:lnTo>
                  <a:lnTo>
                    <a:pt x="51" y="512"/>
                  </a:lnTo>
                  <a:lnTo>
                    <a:pt x="38" y="489"/>
                  </a:lnTo>
                  <a:lnTo>
                    <a:pt x="38" y="461"/>
                  </a:lnTo>
                  <a:close/>
                </a:path>
              </a:pathLst>
            </a:custGeom>
            <a:solidFill>
              <a:srgbClr val="DDA89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4" name="Freeform 202"/>
            <p:cNvSpPr>
              <a:spLocks/>
            </p:cNvSpPr>
            <p:nvPr/>
          </p:nvSpPr>
          <p:spPr bwMode="gray">
            <a:xfrm>
              <a:off x="3746" y="2041"/>
              <a:ext cx="199" cy="281"/>
            </a:xfrm>
            <a:custGeom>
              <a:avLst/>
              <a:gdLst/>
              <a:ahLst/>
              <a:cxnLst>
                <a:cxn ang="0">
                  <a:pos x="39" y="442"/>
                </a:cxn>
                <a:cxn ang="0">
                  <a:pos x="37" y="378"/>
                </a:cxn>
                <a:cxn ang="0">
                  <a:pos x="24" y="313"/>
                </a:cxn>
                <a:cxn ang="0">
                  <a:pos x="10" y="270"/>
                </a:cxn>
                <a:cxn ang="0">
                  <a:pos x="0" y="229"/>
                </a:cxn>
                <a:cxn ang="0">
                  <a:pos x="1" y="192"/>
                </a:cxn>
                <a:cxn ang="0">
                  <a:pos x="17" y="159"/>
                </a:cxn>
                <a:cxn ang="0">
                  <a:pos x="33" y="126"/>
                </a:cxn>
                <a:cxn ang="0">
                  <a:pos x="50" y="91"/>
                </a:cxn>
                <a:cxn ang="0">
                  <a:pos x="76" y="61"/>
                </a:cxn>
                <a:cxn ang="0">
                  <a:pos x="115" y="37"/>
                </a:cxn>
                <a:cxn ang="0">
                  <a:pos x="160" y="19"/>
                </a:cxn>
                <a:cxn ang="0">
                  <a:pos x="211" y="6"/>
                </a:cxn>
                <a:cxn ang="0">
                  <a:pos x="268" y="0"/>
                </a:cxn>
                <a:cxn ang="0">
                  <a:pos x="324" y="3"/>
                </a:cxn>
                <a:cxn ang="0">
                  <a:pos x="360" y="21"/>
                </a:cxn>
                <a:cxn ang="0">
                  <a:pos x="376" y="53"/>
                </a:cxn>
                <a:cxn ang="0">
                  <a:pos x="381" y="91"/>
                </a:cxn>
                <a:cxn ang="0">
                  <a:pos x="381" y="152"/>
                </a:cxn>
                <a:cxn ang="0">
                  <a:pos x="389" y="208"/>
                </a:cxn>
                <a:cxn ang="0">
                  <a:pos x="397" y="262"/>
                </a:cxn>
                <a:cxn ang="0">
                  <a:pos x="390" y="327"/>
                </a:cxn>
                <a:cxn ang="0">
                  <a:pos x="370" y="374"/>
                </a:cxn>
                <a:cxn ang="0">
                  <a:pos x="349" y="407"/>
                </a:cxn>
                <a:cxn ang="0">
                  <a:pos x="328" y="441"/>
                </a:cxn>
                <a:cxn ang="0">
                  <a:pos x="310" y="470"/>
                </a:cxn>
                <a:cxn ang="0">
                  <a:pos x="298" y="492"/>
                </a:cxn>
                <a:cxn ang="0">
                  <a:pos x="283" y="504"/>
                </a:cxn>
                <a:cxn ang="0">
                  <a:pos x="266" y="510"/>
                </a:cxn>
                <a:cxn ang="0">
                  <a:pos x="252" y="518"/>
                </a:cxn>
                <a:cxn ang="0">
                  <a:pos x="243" y="533"/>
                </a:cxn>
                <a:cxn ang="0">
                  <a:pos x="234" y="549"/>
                </a:cxn>
                <a:cxn ang="0">
                  <a:pos x="223" y="560"/>
                </a:cxn>
                <a:cxn ang="0">
                  <a:pos x="206" y="562"/>
                </a:cxn>
                <a:cxn ang="0">
                  <a:pos x="177" y="554"/>
                </a:cxn>
                <a:cxn ang="0">
                  <a:pos x="124" y="542"/>
                </a:cxn>
                <a:cxn ang="0">
                  <a:pos x="69" y="520"/>
                </a:cxn>
                <a:cxn ang="0">
                  <a:pos x="37" y="481"/>
                </a:cxn>
              </a:cxnLst>
              <a:rect l="0" t="0" r="r" b="b"/>
              <a:pathLst>
                <a:path w="397" h="562">
                  <a:moveTo>
                    <a:pt x="37" y="453"/>
                  </a:moveTo>
                  <a:lnTo>
                    <a:pt x="39" y="442"/>
                  </a:lnTo>
                  <a:lnTo>
                    <a:pt x="39" y="416"/>
                  </a:lnTo>
                  <a:lnTo>
                    <a:pt x="37" y="378"/>
                  </a:lnTo>
                  <a:lnTo>
                    <a:pt x="29" y="335"/>
                  </a:lnTo>
                  <a:lnTo>
                    <a:pt x="24" y="313"/>
                  </a:lnTo>
                  <a:lnTo>
                    <a:pt x="17" y="291"/>
                  </a:lnTo>
                  <a:lnTo>
                    <a:pt x="10" y="270"/>
                  </a:lnTo>
                  <a:lnTo>
                    <a:pt x="4" y="248"/>
                  </a:lnTo>
                  <a:lnTo>
                    <a:pt x="0" y="229"/>
                  </a:lnTo>
                  <a:lnTo>
                    <a:pt x="0" y="210"/>
                  </a:lnTo>
                  <a:lnTo>
                    <a:pt x="1" y="192"/>
                  </a:lnTo>
                  <a:lnTo>
                    <a:pt x="8" y="175"/>
                  </a:lnTo>
                  <a:lnTo>
                    <a:pt x="17" y="159"/>
                  </a:lnTo>
                  <a:lnTo>
                    <a:pt x="25" y="142"/>
                  </a:lnTo>
                  <a:lnTo>
                    <a:pt x="33" y="126"/>
                  </a:lnTo>
                  <a:lnTo>
                    <a:pt x="41" y="108"/>
                  </a:lnTo>
                  <a:lnTo>
                    <a:pt x="50" y="91"/>
                  </a:lnTo>
                  <a:lnTo>
                    <a:pt x="62" y="75"/>
                  </a:lnTo>
                  <a:lnTo>
                    <a:pt x="76" y="61"/>
                  </a:lnTo>
                  <a:lnTo>
                    <a:pt x="94" y="48"/>
                  </a:lnTo>
                  <a:lnTo>
                    <a:pt x="115" y="37"/>
                  </a:lnTo>
                  <a:lnTo>
                    <a:pt x="137" y="28"/>
                  </a:lnTo>
                  <a:lnTo>
                    <a:pt x="160" y="19"/>
                  </a:lnTo>
                  <a:lnTo>
                    <a:pt x="185" y="11"/>
                  </a:lnTo>
                  <a:lnTo>
                    <a:pt x="211" y="6"/>
                  </a:lnTo>
                  <a:lnTo>
                    <a:pt x="239" y="3"/>
                  </a:lnTo>
                  <a:lnTo>
                    <a:pt x="268" y="0"/>
                  </a:lnTo>
                  <a:lnTo>
                    <a:pt x="298" y="0"/>
                  </a:lnTo>
                  <a:lnTo>
                    <a:pt x="324" y="3"/>
                  </a:lnTo>
                  <a:lnTo>
                    <a:pt x="345" y="10"/>
                  </a:lnTo>
                  <a:lnTo>
                    <a:pt x="360" y="21"/>
                  </a:lnTo>
                  <a:lnTo>
                    <a:pt x="370" y="36"/>
                  </a:lnTo>
                  <a:lnTo>
                    <a:pt x="376" y="53"/>
                  </a:lnTo>
                  <a:lnTo>
                    <a:pt x="379" y="72"/>
                  </a:lnTo>
                  <a:lnTo>
                    <a:pt x="381" y="91"/>
                  </a:lnTo>
                  <a:lnTo>
                    <a:pt x="381" y="113"/>
                  </a:lnTo>
                  <a:lnTo>
                    <a:pt x="381" y="152"/>
                  </a:lnTo>
                  <a:lnTo>
                    <a:pt x="383" y="182"/>
                  </a:lnTo>
                  <a:lnTo>
                    <a:pt x="389" y="208"/>
                  </a:lnTo>
                  <a:lnTo>
                    <a:pt x="393" y="233"/>
                  </a:lnTo>
                  <a:lnTo>
                    <a:pt x="397" y="262"/>
                  </a:lnTo>
                  <a:lnTo>
                    <a:pt x="396" y="294"/>
                  </a:lnTo>
                  <a:lnTo>
                    <a:pt x="390" y="327"/>
                  </a:lnTo>
                  <a:lnTo>
                    <a:pt x="378" y="358"/>
                  </a:lnTo>
                  <a:lnTo>
                    <a:pt x="370" y="374"/>
                  </a:lnTo>
                  <a:lnTo>
                    <a:pt x="359" y="390"/>
                  </a:lnTo>
                  <a:lnTo>
                    <a:pt x="349" y="407"/>
                  </a:lnTo>
                  <a:lnTo>
                    <a:pt x="338" y="425"/>
                  </a:lnTo>
                  <a:lnTo>
                    <a:pt x="328" y="441"/>
                  </a:lnTo>
                  <a:lnTo>
                    <a:pt x="319" y="456"/>
                  </a:lnTo>
                  <a:lnTo>
                    <a:pt x="310" y="470"/>
                  </a:lnTo>
                  <a:lnTo>
                    <a:pt x="303" y="482"/>
                  </a:lnTo>
                  <a:lnTo>
                    <a:pt x="298" y="492"/>
                  </a:lnTo>
                  <a:lnTo>
                    <a:pt x="291" y="499"/>
                  </a:lnTo>
                  <a:lnTo>
                    <a:pt x="283" y="504"/>
                  </a:lnTo>
                  <a:lnTo>
                    <a:pt x="274" y="507"/>
                  </a:lnTo>
                  <a:lnTo>
                    <a:pt x="266" y="510"/>
                  </a:lnTo>
                  <a:lnTo>
                    <a:pt x="258" y="514"/>
                  </a:lnTo>
                  <a:lnTo>
                    <a:pt x="252" y="518"/>
                  </a:lnTo>
                  <a:lnTo>
                    <a:pt x="247" y="525"/>
                  </a:lnTo>
                  <a:lnTo>
                    <a:pt x="243" y="533"/>
                  </a:lnTo>
                  <a:lnTo>
                    <a:pt x="239" y="542"/>
                  </a:lnTo>
                  <a:lnTo>
                    <a:pt x="234" y="549"/>
                  </a:lnTo>
                  <a:lnTo>
                    <a:pt x="229" y="555"/>
                  </a:lnTo>
                  <a:lnTo>
                    <a:pt x="223" y="560"/>
                  </a:lnTo>
                  <a:lnTo>
                    <a:pt x="215" y="562"/>
                  </a:lnTo>
                  <a:lnTo>
                    <a:pt x="206" y="562"/>
                  </a:lnTo>
                  <a:lnTo>
                    <a:pt x="194" y="560"/>
                  </a:lnTo>
                  <a:lnTo>
                    <a:pt x="177" y="554"/>
                  </a:lnTo>
                  <a:lnTo>
                    <a:pt x="153" y="549"/>
                  </a:lnTo>
                  <a:lnTo>
                    <a:pt x="124" y="542"/>
                  </a:lnTo>
                  <a:lnTo>
                    <a:pt x="95" y="532"/>
                  </a:lnTo>
                  <a:lnTo>
                    <a:pt x="69" y="520"/>
                  </a:lnTo>
                  <a:lnTo>
                    <a:pt x="48" y="503"/>
                  </a:lnTo>
                  <a:lnTo>
                    <a:pt x="37" y="481"/>
                  </a:lnTo>
                  <a:lnTo>
                    <a:pt x="37" y="453"/>
                  </a:lnTo>
                  <a:close/>
                </a:path>
              </a:pathLst>
            </a:custGeom>
            <a:solidFill>
              <a:srgbClr val="D89E8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5" name="Freeform 203"/>
            <p:cNvSpPr>
              <a:spLocks/>
            </p:cNvSpPr>
            <p:nvPr/>
          </p:nvSpPr>
          <p:spPr bwMode="gray">
            <a:xfrm>
              <a:off x="3748" y="2043"/>
              <a:ext cx="195" cy="276"/>
            </a:xfrm>
            <a:custGeom>
              <a:avLst/>
              <a:gdLst/>
              <a:ahLst/>
              <a:cxnLst>
                <a:cxn ang="0">
                  <a:pos x="37" y="436"/>
                </a:cxn>
                <a:cxn ang="0">
                  <a:pos x="36" y="372"/>
                </a:cxn>
                <a:cxn ang="0">
                  <a:pos x="24" y="309"/>
                </a:cxn>
                <a:cxn ang="0">
                  <a:pos x="10" y="266"/>
                </a:cxn>
                <a:cxn ang="0">
                  <a:pos x="2" y="225"/>
                </a:cxn>
                <a:cxn ang="0">
                  <a:pos x="3" y="189"/>
                </a:cxn>
                <a:cxn ang="0">
                  <a:pos x="18" y="157"/>
                </a:cxn>
                <a:cxn ang="0">
                  <a:pos x="33" y="123"/>
                </a:cxn>
                <a:cxn ang="0">
                  <a:pos x="50" y="90"/>
                </a:cxn>
                <a:cxn ang="0">
                  <a:pos x="75" y="61"/>
                </a:cxn>
                <a:cxn ang="0">
                  <a:pos x="112" y="37"/>
                </a:cxn>
                <a:cxn ang="0">
                  <a:pos x="157" y="20"/>
                </a:cxn>
                <a:cxn ang="0">
                  <a:pos x="207" y="6"/>
                </a:cxn>
                <a:cxn ang="0">
                  <a:pos x="262" y="0"/>
                </a:cxn>
                <a:cxn ang="0">
                  <a:pos x="317" y="3"/>
                </a:cxn>
                <a:cxn ang="0">
                  <a:pos x="352" y="22"/>
                </a:cxn>
                <a:cxn ang="0">
                  <a:pos x="368" y="53"/>
                </a:cxn>
                <a:cxn ang="0">
                  <a:pos x="372" y="91"/>
                </a:cxn>
                <a:cxn ang="0">
                  <a:pos x="372" y="149"/>
                </a:cxn>
                <a:cxn ang="0">
                  <a:pos x="379" y="206"/>
                </a:cxn>
                <a:cxn ang="0">
                  <a:pos x="389" y="258"/>
                </a:cxn>
                <a:cxn ang="0">
                  <a:pos x="382" y="323"/>
                </a:cxn>
                <a:cxn ang="0">
                  <a:pos x="361" y="368"/>
                </a:cxn>
                <a:cxn ang="0">
                  <a:pos x="342" y="400"/>
                </a:cxn>
                <a:cxn ang="0">
                  <a:pos x="321" y="434"/>
                </a:cxn>
                <a:cxn ang="0">
                  <a:pos x="304" y="463"/>
                </a:cxn>
                <a:cxn ang="0">
                  <a:pos x="291" y="485"/>
                </a:cxn>
                <a:cxn ang="0">
                  <a:pos x="276" y="496"/>
                </a:cxn>
                <a:cxn ang="0">
                  <a:pos x="261" y="502"/>
                </a:cxn>
                <a:cxn ang="0">
                  <a:pos x="247" y="510"/>
                </a:cxn>
                <a:cxn ang="0">
                  <a:pos x="237" y="524"/>
                </a:cxn>
                <a:cxn ang="0">
                  <a:pos x="230" y="539"/>
                </a:cxn>
                <a:cxn ang="0">
                  <a:pos x="219" y="550"/>
                </a:cxn>
                <a:cxn ang="0">
                  <a:pos x="202" y="553"/>
                </a:cxn>
                <a:cxn ang="0">
                  <a:pos x="173" y="545"/>
                </a:cxn>
                <a:cxn ang="0">
                  <a:pos x="122" y="532"/>
                </a:cxn>
                <a:cxn ang="0">
                  <a:pos x="68" y="511"/>
                </a:cxn>
                <a:cxn ang="0">
                  <a:pos x="37" y="473"/>
                </a:cxn>
              </a:cxnLst>
              <a:rect l="0" t="0" r="r" b="b"/>
              <a:pathLst>
                <a:path w="389" h="553">
                  <a:moveTo>
                    <a:pt x="37" y="445"/>
                  </a:moveTo>
                  <a:lnTo>
                    <a:pt x="37" y="436"/>
                  </a:lnTo>
                  <a:lnTo>
                    <a:pt x="39" y="410"/>
                  </a:lnTo>
                  <a:lnTo>
                    <a:pt x="36" y="372"/>
                  </a:lnTo>
                  <a:lnTo>
                    <a:pt x="29" y="330"/>
                  </a:lnTo>
                  <a:lnTo>
                    <a:pt x="24" y="309"/>
                  </a:lnTo>
                  <a:lnTo>
                    <a:pt x="17" y="287"/>
                  </a:lnTo>
                  <a:lnTo>
                    <a:pt x="10" y="266"/>
                  </a:lnTo>
                  <a:lnTo>
                    <a:pt x="6" y="246"/>
                  </a:lnTo>
                  <a:lnTo>
                    <a:pt x="2" y="225"/>
                  </a:lnTo>
                  <a:lnTo>
                    <a:pt x="0" y="207"/>
                  </a:lnTo>
                  <a:lnTo>
                    <a:pt x="3" y="189"/>
                  </a:lnTo>
                  <a:lnTo>
                    <a:pt x="10" y="173"/>
                  </a:lnTo>
                  <a:lnTo>
                    <a:pt x="18" y="157"/>
                  </a:lnTo>
                  <a:lnTo>
                    <a:pt x="25" y="141"/>
                  </a:lnTo>
                  <a:lnTo>
                    <a:pt x="33" y="123"/>
                  </a:lnTo>
                  <a:lnTo>
                    <a:pt x="42" y="106"/>
                  </a:lnTo>
                  <a:lnTo>
                    <a:pt x="50" y="90"/>
                  </a:lnTo>
                  <a:lnTo>
                    <a:pt x="61" y="75"/>
                  </a:lnTo>
                  <a:lnTo>
                    <a:pt x="75" y="61"/>
                  </a:lnTo>
                  <a:lnTo>
                    <a:pt x="93" y="49"/>
                  </a:lnTo>
                  <a:lnTo>
                    <a:pt x="112" y="37"/>
                  </a:lnTo>
                  <a:lnTo>
                    <a:pt x="134" y="28"/>
                  </a:lnTo>
                  <a:lnTo>
                    <a:pt x="157" y="20"/>
                  </a:lnTo>
                  <a:lnTo>
                    <a:pt x="182" y="11"/>
                  </a:lnTo>
                  <a:lnTo>
                    <a:pt x="207" y="6"/>
                  </a:lnTo>
                  <a:lnTo>
                    <a:pt x="235" y="3"/>
                  </a:lnTo>
                  <a:lnTo>
                    <a:pt x="262" y="0"/>
                  </a:lnTo>
                  <a:lnTo>
                    <a:pt x="291" y="0"/>
                  </a:lnTo>
                  <a:lnTo>
                    <a:pt x="317" y="3"/>
                  </a:lnTo>
                  <a:lnTo>
                    <a:pt x="337" y="11"/>
                  </a:lnTo>
                  <a:lnTo>
                    <a:pt x="352" y="22"/>
                  </a:lnTo>
                  <a:lnTo>
                    <a:pt x="361" y="36"/>
                  </a:lnTo>
                  <a:lnTo>
                    <a:pt x="368" y="53"/>
                  </a:lnTo>
                  <a:lnTo>
                    <a:pt x="371" y="71"/>
                  </a:lnTo>
                  <a:lnTo>
                    <a:pt x="372" y="91"/>
                  </a:lnTo>
                  <a:lnTo>
                    <a:pt x="372" y="112"/>
                  </a:lnTo>
                  <a:lnTo>
                    <a:pt x="372" y="149"/>
                  </a:lnTo>
                  <a:lnTo>
                    <a:pt x="375" y="179"/>
                  </a:lnTo>
                  <a:lnTo>
                    <a:pt x="379" y="206"/>
                  </a:lnTo>
                  <a:lnTo>
                    <a:pt x="385" y="230"/>
                  </a:lnTo>
                  <a:lnTo>
                    <a:pt x="389" y="258"/>
                  </a:lnTo>
                  <a:lnTo>
                    <a:pt x="388" y="290"/>
                  </a:lnTo>
                  <a:lnTo>
                    <a:pt x="382" y="323"/>
                  </a:lnTo>
                  <a:lnTo>
                    <a:pt x="370" y="353"/>
                  </a:lnTo>
                  <a:lnTo>
                    <a:pt x="361" y="368"/>
                  </a:lnTo>
                  <a:lnTo>
                    <a:pt x="352" y="383"/>
                  </a:lnTo>
                  <a:lnTo>
                    <a:pt x="342" y="400"/>
                  </a:lnTo>
                  <a:lnTo>
                    <a:pt x="331" y="418"/>
                  </a:lnTo>
                  <a:lnTo>
                    <a:pt x="321" y="434"/>
                  </a:lnTo>
                  <a:lnTo>
                    <a:pt x="312" y="449"/>
                  </a:lnTo>
                  <a:lnTo>
                    <a:pt x="304" y="463"/>
                  </a:lnTo>
                  <a:lnTo>
                    <a:pt x="298" y="476"/>
                  </a:lnTo>
                  <a:lnTo>
                    <a:pt x="291" y="485"/>
                  </a:lnTo>
                  <a:lnTo>
                    <a:pt x="284" y="491"/>
                  </a:lnTo>
                  <a:lnTo>
                    <a:pt x="276" y="496"/>
                  </a:lnTo>
                  <a:lnTo>
                    <a:pt x="268" y="499"/>
                  </a:lnTo>
                  <a:lnTo>
                    <a:pt x="261" y="502"/>
                  </a:lnTo>
                  <a:lnTo>
                    <a:pt x="253" y="506"/>
                  </a:lnTo>
                  <a:lnTo>
                    <a:pt x="247" y="510"/>
                  </a:lnTo>
                  <a:lnTo>
                    <a:pt x="242" y="517"/>
                  </a:lnTo>
                  <a:lnTo>
                    <a:pt x="237" y="524"/>
                  </a:lnTo>
                  <a:lnTo>
                    <a:pt x="235" y="532"/>
                  </a:lnTo>
                  <a:lnTo>
                    <a:pt x="230" y="539"/>
                  </a:lnTo>
                  <a:lnTo>
                    <a:pt x="225" y="546"/>
                  </a:lnTo>
                  <a:lnTo>
                    <a:pt x="219" y="550"/>
                  </a:lnTo>
                  <a:lnTo>
                    <a:pt x="211" y="553"/>
                  </a:lnTo>
                  <a:lnTo>
                    <a:pt x="202" y="553"/>
                  </a:lnTo>
                  <a:lnTo>
                    <a:pt x="190" y="550"/>
                  </a:lnTo>
                  <a:lnTo>
                    <a:pt x="173" y="545"/>
                  </a:lnTo>
                  <a:lnTo>
                    <a:pt x="149" y="539"/>
                  </a:lnTo>
                  <a:lnTo>
                    <a:pt x="122" y="532"/>
                  </a:lnTo>
                  <a:lnTo>
                    <a:pt x="94" y="524"/>
                  </a:lnTo>
                  <a:lnTo>
                    <a:pt x="68" y="511"/>
                  </a:lnTo>
                  <a:lnTo>
                    <a:pt x="48" y="495"/>
                  </a:lnTo>
                  <a:lnTo>
                    <a:pt x="37" y="473"/>
                  </a:lnTo>
                  <a:lnTo>
                    <a:pt x="37" y="445"/>
                  </a:lnTo>
                  <a:close/>
                </a:path>
              </a:pathLst>
            </a:custGeom>
            <a:solidFill>
              <a:srgbClr val="D6937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6" name="Freeform 204"/>
            <p:cNvSpPr>
              <a:spLocks/>
            </p:cNvSpPr>
            <p:nvPr/>
          </p:nvSpPr>
          <p:spPr bwMode="gray">
            <a:xfrm>
              <a:off x="3673" y="2187"/>
              <a:ext cx="68" cy="99"/>
            </a:xfrm>
            <a:custGeom>
              <a:avLst/>
              <a:gdLst/>
              <a:ahLst/>
              <a:cxnLst>
                <a:cxn ang="0">
                  <a:pos x="121" y="139"/>
                </a:cxn>
                <a:cxn ang="0">
                  <a:pos x="119" y="142"/>
                </a:cxn>
                <a:cxn ang="0">
                  <a:pos x="112" y="150"/>
                </a:cxn>
                <a:cxn ang="0">
                  <a:pos x="102" y="161"/>
                </a:cxn>
                <a:cxn ang="0">
                  <a:pos x="90" y="174"/>
                </a:cxn>
                <a:cxn ang="0">
                  <a:pos x="76" y="185"/>
                </a:cxn>
                <a:cxn ang="0">
                  <a:pos x="62" y="193"/>
                </a:cxn>
                <a:cxn ang="0">
                  <a:pos x="47" y="197"/>
                </a:cxn>
                <a:cxn ang="0">
                  <a:pos x="34" y="193"/>
                </a:cxn>
                <a:cxn ang="0">
                  <a:pos x="23" y="184"/>
                </a:cxn>
                <a:cxn ang="0">
                  <a:pos x="14" y="171"/>
                </a:cxn>
                <a:cxn ang="0">
                  <a:pos x="7" y="159"/>
                </a:cxn>
                <a:cxn ang="0">
                  <a:pos x="1" y="144"/>
                </a:cxn>
                <a:cxn ang="0">
                  <a:pos x="0" y="127"/>
                </a:cxn>
                <a:cxn ang="0">
                  <a:pos x="1" y="110"/>
                </a:cxn>
                <a:cxn ang="0">
                  <a:pos x="5" y="95"/>
                </a:cxn>
                <a:cxn ang="0">
                  <a:pos x="12" y="79"/>
                </a:cxn>
                <a:cxn ang="0">
                  <a:pos x="22" y="64"/>
                </a:cxn>
                <a:cxn ang="0">
                  <a:pos x="30" y="50"/>
                </a:cxn>
                <a:cxn ang="0">
                  <a:pos x="40" y="37"/>
                </a:cxn>
                <a:cxn ang="0">
                  <a:pos x="50" y="25"/>
                </a:cxn>
                <a:cxn ang="0">
                  <a:pos x="59" y="15"/>
                </a:cxn>
                <a:cxn ang="0">
                  <a:pos x="69" y="9"/>
                </a:cxn>
                <a:cxn ang="0">
                  <a:pos x="79" y="3"/>
                </a:cxn>
                <a:cxn ang="0">
                  <a:pos x="88" y="0"/>
                </a:cxn>
                <a:cxn ang="0">
                  <a:pos x="99" y="3"/>
                </a:cxn>
                <a:cxn ang="0">
                  <a:pos x="109" y="13"/>
                </a:cxn>
                <a:cxn ang="0">
                  <a:pos x="120" y="28"/>
                </a:cxn>
                <a:cxn ang="0">
                  <a:pos x="128" y="47"/>
                </a:cxn>
                <a:cxn ang="0">
                  <a:pos x="134" y="69"/>
                </a:cxn>
                <a:cxn ang="0">
                  <a:pos x="135" y="93"/>
                </a:cxn>
                <a:cxn ang="0">
                  <a:pos x="131" y="117"/>
                </a:cxn>
                <a:cxn ang="0">
                  <a:pos x="121" y="139"/>
                </a:cxn>
              </a:cxnLst>
              <a:rect l="0" t="0" r="r" b="b"/>
              <a:pathLst>
                <a:path w="135" h="197">
                  <a:moveTo>
                    <a:pt x="121" y="139"/>
                  </a:moveTo>
                  <a:lnTo>
                    <a:pt x="119" y="142"/>
                  </a:lnTo>
                  <a:lnTo>
                    <a:pt x="112" y="150"/>
                  </a:lnTo>
                  <a:lnTo>
                    <a:pt x="102" y="161"/>
                  </a:lnTo>
                  <a:lnTo>
                    <a:pt x="90" y="174"/>
                  </a:lnTo>
                  <a:lnTo>
                    <a:pt x="76" y="185"/>
                  </a:lnTo>
                  <a:lnTo>
                    <a:pt x="62" y="193"/>
                  </a:lnTo>
                  <a:lnTo>
                    <a:pt x="47" y="197"/>
                  </a:lnTo>
                  <a:lnTo>
                    <a:pt x="34" y="193"/>
                  </a:lnTo>
                  <a:lnTo>
                    <a:pt x="23" y="184"/>
                  </a:lnTo>
                  <a:lnTo>
                    <a:pt x="14" y="171"/>
                  </a:lnTo>
                  <a:lnTo>
                    <a:pt x="7" y="159"/>
                  </a:lnTo>
                  <a:lnTo>
                    <a:pt x="1" y="144"/>
                  </a:lnTo>
                  <a:lnTo>
                    <a:pt x="0" y="127"/>
                  </a:lnTo>
                  <a:lnTo>
                    <a:pt x="1" y="110"/>
                  </a:lnTo>
                  <a:lnTo>
                    <a:pt x="5" y="95"/>
                  </a:lnTo>
                  <a:lnTo>
                    <a:pt x="12" y="79"/>
                  </a:lnTo>
                  <a:lnTo>
                    <a:pt x="22" y="64"/>
                  </a:lnTo>
                  <a:lnTo>
                    <a:pt x="30" y="50"/>
                  </a:lnTo>
                  <a:lnTo>
                    <a:pt x="40" y="37"/>
                  </a:lnTo>
                  <a:lnTo>
                    <a:pt x="50" y="25"/>
                  </a:lnTo>
                  <a:lnTo>
                    <a:pt x="59" y="15"/>
                  </a:lnTo>
                  <a:lnTo>
                    <a:pt x="69" y="9"/>
                  </a:lnTo>
                  <a:lnTo>
                    <a:pt x="79" y="3"/>
                  </a:lnTo>
                  <a:lnTo>
                    <a:pt x="88" y="0"/>
                  </a:lnTo>
                  <a:lnTo>
                    <a:pt x="99" y="3"/>
                  </a:lnTo>
                  <a:lnTo>
                    <a:pt x="109" y="13"/>
                  </a:lnTo>
                  <a:lnTo>
                    <a:pt x="120" y="28"/>
                  </a:lnTo>
                  <a:lnTo>
                    <a:pt x="128" y="47"/>
                  </a:lnTo>
                  <a:lnTo>
                    <a:pt x="134" y="69"/>
                  </a:lnTo>
                  <a:lnTo>
                    <a:pt x="135" y="93"/>
                  </a:lnTo>
                  <a:lnTo>
                    <a:pt x="131" y="117"/>
                  </a:lnTo>
                  <a:lnTo>
                    <a:pt x="121" y="13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7" name="Freeform 205"/>
            <p:cNvSpPr>
              <a:spLocks/>
            </p:cNvSpPr>
            <p:nvPr/>
          </p:nvSpPr>
          <p:spPr bwMode="gray">
            <a:xfrm>
              <a:off x="3674" y="2189"/>
              <a:ext cx="65" cy="95"/>
            </a:xfrm>
            <a:custGeom>
              <a:avLst/>
              <a:gdLst/>
              <a:ahLst/>
              <a:cxnLst>
                <a:cxn ang="0">
                  <a:pos x="118" y="133"/>
                </a:cxn>
                <a:cxn ang="0">
                  <a:pos x="115" y="135"/>
                </a:cxn>
                <a:cxn ang="0">
                  <a:pos x="109" y="144"/>
                </a:cxn>
                <a:cxn ang="0">
                  <a:pos x="100" y="155"/>
                </a:cxn>
                <a:cxn ang="0">
                  <a:pos x="87" y="167"/>
                </a:cxn>
                <a:cxn ang="0">
                  <a:pos x="73" y="178"/>
                </a:cxn>
                <a:cxn ang="0">
                  <a:pos x="60" y="185"/>
                </a:cxn>
                <a:cxn ang="0">
                  <a:pos x="46" y="189"/>
                </a:cxn>
                <a:cxn ang="0">
                  <a:pos x="33" y="185"/>
                </a:cxn>
                <a:cxn ang="0">
                  <a:pos x="22" y="175"/>
                </a:cxn>
                <a:cxn ang="0">
                  <a:pos x="14" y="164"/>
                </a:cxn>
                <a:cxn ang="0">
                  <a:pos x="7" y="152"/>
                </a:cxn>
                <a:cxn ang="0">
                  <a:pos x="3" y="137"/>
                </a:cxn>
                <a:cxn ang="0">
                  <a:pos x="0" y="122"/>
                </a:cxn>
                <a:cxn ang="0">
                  <a:pos x="2" y="106"/>
                </a:cxn>
                <a:cxn ang="0">
                  <a:pos x="6" y="91"/>
                </a:cxn>
                <a:cxn ang="0">
                  <a:pos x="13" y="76"/>
                </a:cxn>
                <a:cxn ang="0">
                  <a:pos x="21" y="61"/>
                </a:cxn>
                <a:cxn ang="0">
                  <a:pos x="31" y="47"/>
                </a:cxn>
                <a:cxn ang="0">
                  <a:pos x="39" y="35"/>
                </a:cxn>
                <a:cxn ang="0">
                  <a:pos x="49" y="24"/>
                </a:cxn>
                <a:cxn ang="0">
                  <a:pos x="57" y="16"/>
                </a:cxn>
                <a:cxn ang="0">
                  <a:pos x="67" y="7"/>
                </a:cxn>
                <a:cxn ang="0">
                  <a:pos x="76" y="3"/>
                </a:cxn>
                <a:cxn ang="0">
                  <a:pos x="86" y="0"/>
                </a:cxn>
                <a:cxn ang="0">
                  <a:pos x="95" y="3"/>
                </a:cxn>
                <a:cxn ang="0">
                  <a:pos x="107" y="13"/>
                </a:cxn>
                <a:cxn ang="0">
                  <a:pos x="116" y="27"/>
                </a:cxn>
                <a:cxn ang="0">
                  <a:pos x="124" y="46"/>
                </a:cxn>
                <a:cxn ang="0">
                  <a:pos x="130" y="67"/>
                </a:cxn>
                <a:cxn ang="0">
                  <a:pos x="131" y="89"/>
                </a:cxn>
                <a:cxn ang="0">
                  <a:pos x="127" y="112"/>
                </a:cxn>
                <a:cxn ang="0">
                  <a:pos x="118" y="133"/>
                </a:cxn>
              </a:cxnLst>
              <a:rect l="0" t="0" r="r" b="b"/>
              <a:pathLst>
                <a:path w="131" h="189">
                  <a:moveTo>
                    <a:pt x="118" y="133"/>
                  </a:moveTo>
                  <a:lnTo>
                    <a:pt x="115" y="135"/>
                  </a:lnTo>
                  <a:lnTo>
                    <a:pt x="109" y="144"/>
                  </a:lnTo>
                  <a:lnTo>
                    <a:pt x="100" y="155"/>
                  </a:lnTo>
                  <a:lnTo>
                    <a:pt x="87" y="167"/>
                  </a:lnTo>
                  <a:lnTo>
                    <a:pt x="73" y="178"/>
                  </a:lnTo>
                  <a:lnTo>
                    <a:pt x="60" y="185"/>
                  </a:lnTo>
                  <a:lnTo>
                    <a:pt x="46" y="189"/>
                  </a:lnTo>
                  <a:lnTo>
                    <a:pt x="33" y="185"/>
                  </a:lnTo>
                  <a:lnTo>
                    <a:pt x="22" y="175"/>
                  </a:lnTo>
                  <a:lnTo>
                    <a:pt x="14" y="164"/>
                  </a:lnTo>
                  <a:lnTo>
                    <a:pt x="7" y="152"/>
                  </a:lnTo>
                  <a:lnTo>
                    <a:pt x="3" y="137"/>
                  </a:lnTo>
                  <a:lnTo>
                    <a:pt x="0" y="122"/>
                  </a:lnTo>
                  <a:lnTo>
                    <a:pt x="2" y="106"/>
                  </a:lnTo>
                  <a:lnTo>
                    <a:pt x="6" y="91"/>
                  </a:lnTo>
                  <a:lnTo>
                    <a:pt x="13" y="76"/>
                  </a:lnTo>
                  <a:lnTo>
                    <a:pt x="21" y="61"/>
                  </a:lnTo>
                  <a:lnTo>
                    <a:pt x="31" y="47"/>
                  </a:lnTo>
                  <a:lnTo>
                    <a:pt x="39" y="35"/>
                  </a:lnTo>
                  <a:lnTo>
                    <a:pt x="49" y="24"/>
                  </a:lnTo>
                  <a:lnTo>
                    <a:pt x="57" y="16"/>
                  </a:lnTo>
                  <a:lnTo>
                    <a:pt x="67" y="7"/>
                  </a:lnTo>
                  <a:lnTo>
                    <a:pt x="76" y="3"/>
                  </a:lnTo>
                  <a:lnTo>
                    <a:pt x="86" y="0"/>
                  </a:lnTo>
                  <a:lnTo>
                    <a:pt x="95" y="3"/>
                  </a:lnTo>
                  <a:lnTo>
                    <a:pt x="107" y="13"/>
                  </a:lnTo>
                  <a:lnTo>
                    <a:pt x="116" y="27"/>
                  </a:lnTo>
                  <a:lnTo>
                    <a:pt x="124" y="46"/>
                  </a:lnTo>
                  <a:lnTo>
                    <a:pt x="130" y="67"/>
                  </a:lnTo>
                  <a:lnTo>
                    <a:pt x="131" y="89"/>
                  </a:lnTo>
                  <a:lnTo>
                    <a:pt x="127" y="112"/>
                  </a:lnTo>
                  <a:lnTo>
                    <a:pt x="118" y="133"/>
                  </a:lnTo>
                  <a:close/>
                </a:path>
              </a:pathLst>
            </a:custGeom>
            <a:solidFill>
              <a:srgbClr val="F2E8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8" name="Freeform 206"/>
            <p:cNvSpPr>
              <a:spLocks/>
            </p:cNvSpPr>
            <p:nvPr/>
          </p:nvSpPr>
          <p:spPr bwMode="gray">
            <a:xfrm>
              <a:off x="3676" y="2191"/>
              <a:ext cx="62" cy="91"/>
            </a:xfrm>
            <a:custGeom>
              <a:avLst/>
              <a:gdLst/>
              <a:ahLst/>
              <a:cxnLst>
                <a:cxn ang="0">
                  <a:pos x="112" y="128"/>
                </a:cxn>
                <a:cxn ang="0">
                  <a:pos x="109" y="131"/>
                </a:cxn>
                <a:cxn ang="0">
                  <a:pos x="104" y="139"/>
                </a:cxn>
                <a:cxn ang="0">
                  <a:pos x="94" y="149"/>
                </a:cxn>
                <a:cxn ang="0">
                  <a:pos x="83" y="161"/>
                </a:cxn>
                <a:cxn ang="0">
                  <a:pos x="69" y="171"/>
                </a:cxn>
                <a:cxn ang="0">
                  <a:pos x="57" y="179"/>
                </a:cxn>
                <a:cxn ang="0">
                  <a:pos x="43" y="182"/>
                </a:cxn>
                <a:cxn ang="0">
                  <a:pos x="31" y="179"/>
                </a:cxn>
                <a:cxn ang="0">
                  <a:pos x="21" y="171"/>
                </a:cxn>
                <a:cxn ang="0">
                  <a:pos x="13" y="160"/>
                </a:cxn>
                <a:cxn ang="0">
                  <a:pos x="6" y="146"/>
                </a:cxn>
                <a:cxn ang="0">
                  <a:pos x="2" y="132"/>
                </a:cxn>
                <a:cxn ang="0">
                  <a:pos x="0" y="119"/>
                </a:cxn>
                <a:cxn ang="0">
                  <a:pos x="0" y="103"/>
                </a:cxn>
                <a:cxn ang="0">
                  <a:pos x="5" y="88"/>
                </a:cxn>
                <a:cxn ang="0">
                  <a:pos x="12" y="73"/>
                </a:cxn>
                <a:cxn ang="0">
                  <a:pos x="20" y="59"/>
                </a:cxn>
                <a:cxn ang="0">
                  <a:pos x="28" y="47"/>
                </a:cxn>
                <a:cxn ang="0">
                  <a:pos x="36" y="35"/>
                </a:cxn>
                <a:cxn ang="0">
                  <a:pos x="46" y="24"/>
                </a:cxn>
                <a:cxn ang="0">
                  <a:pos x="54" y="15"/>
                </a:cxn>
                <a:cxn ang="0">
                  <a:pos x="64" y="7"/>
                </a:cxn>
                <a:cxn ang="0">
                  <a:pos x="72" y="3"/>
                </a:cxn>
                <a:cxn ang="0">
                  <a:pos x="82" y="0"/>
                </a:cxn>
                <a:cxn ang="0">
                  <a:pos x="91" y="3"/>
                </a:cxn>
                <a:cxn ang="0">
                  <a:pos x="101" y="11"/>
                </a:cxn>
                <a:cxn ang="0">
                  <a:pos x="111" y="26"/>
                </a:cxn>
                <a:cxn ang="0">
                  <a:pos x="119" y="43"/>
                </a:cxn>
                <a:cxn ang="0">
                  <a:pos x="123" y="64"/>
                </a:cxn>
                <a:cxn ang="0">
                  <a:pos x="125" y="86"/>
                </a:cxn>
                <a:cxn ang="0">
                  <a:pos x="122" y="108"/>
                </a:cxn>
                <a:cxn ang="0">
                  <a:pos x="112" y="128"/>
                </a:cxn>
              </a:cxnLst>
              <a:rect l="0" t="0" r="r" b="b"/>
              <a:pathLst>
                <a:path w="125" h="182">
                  <a:moveTo>
                    <a:pt x="112" y="128"/>
                  </a:moveTo>
                  <a:lnTo>
                    <a:pt x="109" y="131"/>
                  </a:lnTo>
                  <a:lnTo>
                    <a:pt x="104" y="139"/>
                  </a:lnTo>
                  <a:lnTo>
                    <a:pt x="94" y="149"/>
                  </a:lnTo>
                  <a:lnTo>
                    <a:pt x="83" y="161"/>
                  </a:lnTo>
                  <a:lnTo>
                    <a:pt x="69" y="171"/>
                  </a:lnTo>
                  <a:lnTo>
                    <a:pt x="57" y="179"/>
                  </a:lnTo>
                  <a:lnTo>
                    <a:pt x="43" y="182"/>
                  </a:lnTo>
                  <a:lnTo>
                    <a:pt x="31" y="179"/>
                  </a:lnTo>
                  <a:lnTo>
                    <a:pt x="21" y="171"/>
                  </a:lnTo>
                  <a:lnTo>
                    <a:pt x="13" y="160"/>
                  </a:lnTo>
                  <a:lnTo>
                    <a:pt x="6" y="146"/>
                  </a:lnTo>
                  <a:lnTo>
                    <a:pt x="2" y="132"/>
                  </a:lnTo>
                  <a:lnTo>
                    <a:pt x="0" y="119"/>
                  </a:lnTo>
                  <a:lnTo>
                    <a:pt x="0" y="103"/>
                  </a:lnTo>
                  <a:lnTo>
                    <a:pt x="5" y="88"/>
                  </a:lnTo>
                  <a:lnTo>
                    <a:pt x="12" y="73"/>
                  </a:lnTo>
                  <a:lnTo>
                    <a:pt x="20" y="59"/>
                  </a:lnTo>
                  <a:lnTo>
                    <a:pt x="28" y="47"/>
                  </a:lnTo>
                  <a:lnTo>
                    <a:pt x="36" y="35"/>
                  </a:lnTo>
                  <a:lnTo>
                    <a:pt x="46" y="24"/>
                  </a:lnTo>
                  <a:lnTo>
                    <a:pt x="54" y="15"/>
                  </a:lnTo>
                  <a:lnTo>
                    <a:pt x="64" y="7"/>
                  </a:lnTo>
                  <a:lnTo>
                    <a:pt x="72" y="3"/>
                  </a:lnTo>
                  <a:lnTo>
                    <a:pt x="82" y="0"/>
                  </a:lnTo>
                  <a:lnTo>
                    <a:pt x="91" y="3"/>
                  </a:lnTo>
                  <a:lnTo>
                    <a:pt x="101" y="11"/>
                  </a:lnTo>
                  <a:lnTo>
                    <a:pt x="111" y="26"/>
                  </a:lnTo>
                  <a:lnTo>
                    <a:pt x="119" y="43"/>
                  </a:lnTo>
                  <a:lnTo>
                    <a:pt x="123" y="64"/>
                  </a:lnTo>
                  <a:lnTo>
                    <a:pt x="125" y="86"/>
                  </a:lnTo>
                  <a:lnTo>
                    <a:pt x="122" y="108"/>
                  </a:lnTo>
                  <a:lnTo>
                    <a:pt x="112" y="128"/>
                  </a:lnTo>
                  <a:close/>
                </a:path>
              </a:pathLst>
            </a:custGeom>
            <a:solidFill>
              <a:srgbClr val="E2CE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199" name="Freeform 207"/>
            <p:cNvSpPr>
              <a:spLocks/>
            </p:cNvSpPr>
            <p:nvPr/>
          </p:nvSpPr>
          <p:spPr bwMode="gray">
            <a:xfrm>
              <a:off x="3677" y="2193"/>
              <a:ext cx="59" cy="87"/>
            </a:xfrm>
            <a:custGeom>
              <a:avLst/>
              <a:gdLst/>
              <a:ahLst/>
              <a:cxnLst>
                <a:cxn ang="0">
                  <a:pos x="106" y="123"/>
                </a:cxn>
                <a:cxn ang="0">
                  <a:pos x="104" y="126"/>
                </a:cxn>
                <a:cxn ang="0">
                  <a:pos x="98" y="133"/>
                </a:cxn>
                <a:cxn ang="0">
                  <a:pos x="90" y="144"/>
                </a:cxn>
                <a:cxn ang="0">
                  <a:pos x="79" y="155"/>
                </a:cxn>
                <a:cxn ang="0">
                  <a:pos x="66" y="164"/>
                </a:cxn>
                <a:cxn ang="0">
                  <a:pos x="54" y="171"/>
                </a:cxn>
                <a:cxn ang="0">
                  <a:pos x="40" y="175"/>
                </a:cxn>
                <a:cxn ang="0">
                  <a:pos x="29" y="171"/>
                </a:cxn>
                <a:cxn ang="0">
                  <a:pos x="11" y="152"/>
                </a:cxn>
                <a:cxn ang="0">
                  <a:pos x="2" y="127"/>
                </a:cxn>
                <a:cxn ang="0">
                  <a:pos x="0" y="98"/>
                </a:cxn>
                <a:cxn ang="0">
                  <a:pos x="10" y="71"/>
                </a:cxn>
                <a:cxn ang="0">
                  <a:pos x="18" y="57"/>
                </a:cxn>
                <a:cxn ang="0">
                  <a:pos x="26" y="44"/>
                </a:cxn>
                <a:cxn ang="0">
                  <a:pos x="35" y="32"/>
                </a:cxn>
                <a:cxn ang="0">
                  <a:pos x="43" y="22"/>
                </a:cxn>
                <a:cxn ang="0">
                  <a:pos x="51" y="13"/>
                </a:cxn>
                <a:cxn ang="0">
                  <a:pos x="60" y="7"/>
                </a:cxn>
                <a:cxn ang="0">
                  <a:pos x="69" y="2"/>
                </a:cxn>
                <a:cxn ang="0">
                  <a:pos x="77" y="0"/>
                </a:cxn>
                <a:cxn ang="0">
                  <a:pos x="87" y="3"/>
                </a:cxn>
                <a:cxn ang="0">
                  <a:pos x="97" y="11"/>
                </a:cxn>
                <a:cxn ang="0">
                  <a:pos x="106" y="25"/>
                </a:cxn>
                <a:cxn ang="0">
                  <a:pos x="113" y="42"/>
                </a:cxn>
                <a:cxn ang="0">
                  <a:pos x="117" y="61"/>
                </a:cxn>
                <a:cxn ang="0">
                  <a:pos x="119" y="83"/>
                </a:cxn>
                <a:cxn ang="0">
                  <a:pos x="115" y="104"/>
                </a:cxn>
                <a:cxn ang="0">
                  <a:pos x="106" y="123"/>
                </a:cxn>
              </a:cxnLst>
              <a:rect l="0" t="0" r="r" b="b"/>
              <a:pathLst>
                <a:path w="119" h="175">
                  <a:moveTo>
                    <a:pt x="106" y="123"/>
                  </a:moveTo>
                  <a:lnTo>
                    <a:pt x="104" y="126"/>
                  </a:lnTo>
                  <a:lnTo>
                    <a:pt x="98" y="133"/>
                  </a:lnTo>
                  <a:lnTo>
                    <a:pt x="90" y="144"/>
                  </a:lnTo>
                  <a:lnTo>
                    <a:pt x="79" y="155"/>
                  </a:lnTo>
                  <a:lnTo>
                    <a:pt x="66" y="164"/>
                  </a:lnTo>
                  <a:lnTo>
                    <a:pt x="54" y="171"/>
                  </a:lnTo>
                  <a:lnTo>
                    <a:pt x="40" y="175"/>
                  </a:lnTo>
                  <a:lnTo>
                    <a:pt x="29" y="171"/>
                  </a:lnTo>
                  <a:lnTo>
                    <a:pt x="11" y="152"/>
                  </a:lnTo>
                  <a:lnTo>
                    <a:pt x="2" y="127"/>
                  </a:lnTo>
                  <a:lnTo>
                    <a:pt x="0" y="98"/>
                  </a:lnTo>
                  <a:lnTo>
                    <a:pt x="10" y="71"/>
                  </a:lnTo>
                  <a:lnTo>
                    <a:pt x="18" y="57"/>
                  </a:lnTo>
                  <a:lnTo>
                    <a:pt x="26" y="44"/>
                  </a:lnTo>
                  <a:lnTo>
                    <a:pt x="35" y="32"/>
                  </a:lnTo>
                  <a:lnTo>
                    <a:pt x="43" y="22"/>
                  </a:lnTo>
                  <a:lnTo>
                    <a:pt x="51" y="13"/>
                  </a:lnTo>
                  <a:lnTo>
                    <a:pt x="60" y="7"/>
                  </a:lnTo>
                  <a:lnTo>
                    <a:pt x="69" y="2"/>
                  </a:lnTo>
                  <a:lnTo>
                    <a:pt x="77" y="0"/>
                  </a:lnTo>
                  <a:lnTo>
                    <a:pt x="87" y="3"/>
                  </a:lnTo>
                  <a:lnTo>
                    <a:pt x="97" y="11"/>
                  </a:lnTo>
                  <a:lnTo>
                    <a:pt x="106" y="25"/>
                  </a:lnTo>
                  <a:lnTo>
                    <a:pt x="113" y="42"/>
                  </a:lnTo>
                  <a:lnTo>
                    <a:pt x="117" y="61"/>
                  </a:lnTo>
                  <a:lnTo>
                    <a:pt x="119" y="83"/>
                  </a:lnTo>
                  <a:lnTo>
                    <a:pt x="115" y="104"/>
                  </a:lnTo>
                  <a:lnTo>
                    <a:pt x="106" y="123"/>
                  </a:lnTo>
                  <a:close/>
                </a:path>
              </a:pathLst>
            </a:custGeom>
            <a:solidFill>
              <a:srgbClr val="D6B7B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0" name="Freeform 208"/>
            <p:cNvSpPr>
              <a:spLocks/>
            </p:cNvSpPr>
            <p:nvPr/>
          </p:nvSpPr>
          <p:spPr bwMode="gray">
            <a:xfrm>
              <a:off x="3678" y="2194"/>
              <a:ext cx="57" cy="84"/>
            </a:xfrm>
            <a:custGeom>
              <a:avLst/>
              <a:gdLst/>
              <a:ahLst/>
              <a:cxnLst>
                <a:cxn ang="0">
                  <a:pos x="102" y="119"/>
                </a:cxn>
                <a:cxn ang="0">
                  <a:pos x="101" y="121"/>
                </a:cxn>
                <a:cxn ang="0">
                  <a:pos x="94" y="128"/>
                </a:cxn>
                <a:cxn ang="0">
                  <a:pos x="85" y="138"/>
                </a:cxn>
                <a:cxn ang="0">
                  <a:pos x="76" y="149"/>
                </a:cxn>
                <a:cxn ang="0">
                  <a:pos x="63" y="158"/>
                </a:cxn>
                <a:cxn ang="0">
                  <a:pos x="51" y="165"/>
                </a:cxn>
                <a:cxn ang="0">
                  <a:pos x="39" y="168"/>
                </a:cxn>
                <a:cxn ang="0">
                  <a:pos x="28" y="165"/>
                </a:cxn>
                <a:cxn ang="0">
                  <a:pos x="10" y="147"/>
                </a:cxn>
                <a:cxn ang="0">
                  <a:pos x="0" y="123"/>
                </a:cxn>
                <a:cxn ang="0">
                  <a:pos x="0" y="95"/>
                </a:cxn>
                <a:cxn ang="0">
                  <a:pos x="10" y="68"/>
                </a:cxn>
                <a:cxn ang="0">
                  <a:pos x="18" y="55"/>
                </a:cxn>
                <a:cxn ang="0">
                  <a:pos x="25" y="43"/>
                </a:cxn>
                <a:cxn ang="0">
                  <a:pos x="33" y="32"/>
                </a:cxn>
                <a:cxn ang="0">
                  <a:pos x="41" y="22"/>
                </a:cxn>
                <a:cxn ang="0">
                  <a:pos x="50" y="14"/>
                </a:cxn>
                <a:cxn ang="0">
                  <a:pos x="58" y="7"/>
                </a:cxn>
                <a:cxn ang="0">
                  <a:pos x="66" y="3"/>
                </a:cxn>
                <a:cxn ang="0">
                  <a:pos x="74" y="0"/>
                </a:cxn>
                <a:cxn ang="0">
                  <a:pos x="83" y="3"/>
                </a:cxn>
                <a:cxn ang="0">
                  <a:pos x="92" y="11"/>
                </a:cxn>
                <a:cxn ang="0">
                  <a:pos x="101" y="25"/>
                </a:cxn>
                <a:cxn ang="0">
                  <a:pos x="108" y="40"/>
                </a:cxn>
                <a:cxn ang="0">
                  <a:pos x="113" y="59"/>
                </a:cxn>
                <a:cxn ang="0">
                  <a:pos x="113" y="80"/>
                </a:cxn>
                <a:cxn ang="0">
                  <a:pos x="110" y="99"/>
                </a:cxn>
                <a:cxn ang="0">
                  <a:pos x="102" y="119"/>
                </a:cxn>
              </a:cxnLst>
              <a:rect l="0" t="0" r="r" b="b"/>
              <a:pathLst>
                <a:path w="113" h="168">
                  <a:moveTo>
                    <a:pt x="102" y="119"/>
                  </a:moveTo>
                  <a:lnTo>
                    <a:pt x="101" y="121"/>
                  </a:lnTo>
                  <a:lnTo>
                    <a:pt x="94" y="128"/>
                  </a:lnTo>
                  <a:lnTo>
                    <a:pt x="85" y="138"/>
                  </a:lnTo>
                  <a:lnTo>
                    <a:pt x="76" y="149"/>
                  </a:lnTo>
                  <a:lnTo>
                    <a:pt x="63" y="158"/>
                  </a:lnTo>
                  <a:lnTo>
                    <a:pt x="51" y="165"/>
                  </a:lnTo>
                  <a:lnTo>
                    <a:pt x="39" y="168"/>
                  </a:lnTo>
                  <a:lnTo>
                    <a:pt x="28" y="165"/>
                  </a:lnTo>
                  <a:lnTo>
                    <a:pt x="10" y="147"/>
                  </a:lnTo>
                  <a:lnTo>
                    <a:pt x="0" y="123"/>
                  </a:lnTo>
                  <a:lnTo>
                    <a:pt x="0" y="95"/>
                  </a:lnTo>
                  <a:lnTo>
                    <a:pt x="10" y="68"/>
                  </a:lnTo>
                  <a:lnTo>
                    <a:pt x="18" y="55"/>
                  </a:lnTo>
                  <a:lnTo>
                    <a:pt x="25" y="43"/>
                  </a:lnTo>
                  <a:lnTo>
                    <a:pt x="33" y="32"/>
                  </a:lnTo>
                  <a:lnTo>
                    <a:pt x="41" y="22"/>
                  </a:lnTo>
                  <a:lnTo>
                    <a:pt x="50" y="14"/>
                  </a:lnTo>
                  <a:lnTo>
                    <a:pt x="58" y="7"/>
                  </a:lnTo>
                  <a:lnTo>
                    <a:pt x="66" y="3"/>
                  </a:lnTo>
                  <a:lnTo>
                    <a:pt x="74" y="0"/>
                  </a:lnTo>
                  <a:lnTo>
                    <a:pt x="83" y="3"/>
                  </a:lnTo>
                  <a:lnTo>
                    <a:pt x="92" y="11"/>
                  </a:lnTo>
                  <a:lnTo>
                    <a:pt x="101" y="25"/>
                  </a:lnTo>
                  <a:lnTo>
                    <a:pt x="108" y="40"/>
                  </a:lnTo>
                  <a:lnTo>
                    <a:pt x="113" y="59"/>
                  </a:lnTo>
                  <a:lnTo>
                    <a:pt x="113" y="80"/>
                  </a:lnTo>
                  <a:lnTo>
                    <a:pt x="110" y="99"/>
                  </a:lnTo>
                  <a:lnTo>
                    <a:pt x="102" y="119"/>
                  </a:lnTo>
                  <a:close/>
                </a:path>
              </a:pathLst>
            </a:custGeom>
            <a:solidFill>
              <a:srgbClr val="C49E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1" name="Freeform 209"/>
            <p:cNvSpPr>
              <a:spLocks/>
            </p:cNvSpPr>
            <p:nvPr/>
          </p:nvSpPr>
          <p:spPr bwMode="gray">
            <a:xfrm>
              <a:off x="3679" y="2196"/>
              <a:ext cx="55" cy="81"/>
            </a:xfrm>
            <a:custGeom>
              <a:avLst/>
              <a:gdLst/>
              <a:ahLst/>
              <a:cxnLst>
                <a:cxn ang="0">
                  <a:pos x="100" y="113"/>
                </a:cxn>
                <a:cxn ang="0">
                  <a:pos x="98" y="116"/>
                </a:cxn>
                <a:cxn ang="0">
                  <a:pos x="93" y="123"/>
                </a:cxn>
                <a:cxn ang="0">
                  <a:pos x="84" y="132"/>
                </a:cxn>
                <a:cxn ang="0">
                  <a:pos x="73" y="142"/>
                </a:cxn>
                <a:cxn ang="0">
                  <a:pos x="62" y="152"/>
                </a:cxn>
                <a:cxn ang="0">
                  <a:pos x="50" y="159"/>
                </a:cxn>
                <a:cxn ang="0">
                  <a:pos x="39" y="161"/>
                </a:cxn>
                <a:cxn ang="0">
                  <a:pos x="28" y="159"/>
                </a:cxn>
                <a:cxn ang="0">
                  <a:pos x="11" y="141"/>
                </a:cxn>
                <a:cxn ang="0">
                  <a:pos x="2" y="117"/>
                </a:cxn>
                <a:cxn ang="0">
                  <a:pos x="0" y="91"/>
                </a:cxn>
                <a:cxn ang="0">
                  <a:pos x="10" y="65"/>
                </a:cxn>
                <a:cxn ang="0">
                  <a:pos x="18" y="53"/>
                </a:cxn>
                <a:cxn ang="0">
                  <a:pos x="25" y="40"/>
                </a:cxn>
                <a:cxn ang="0">
                  <a:pos x="33" y="29"/>
                </a:cxn>
                <a:cxn ang="0">
                  <a:pos x="40" y="19"/>
                </a:cxn>
                <a:cxn ang="0">
                  <a:pos x="49" y="13"/>
                </a:cxn>
                <a:cxn ang="0">
                  <a:pos x="56" y="6"/>
                </a:cxn>
                <a:cxn ang="0">
                  <a:pos x="64" y="2"/>
                </a:cxn>
                <a:cxn ang="0">
                  <a:pos x="72" y="0"/>
                </a:cxn>
                <a:cxn ang="0">
                  <a:pos x="80" y="3"/>
                </a:cxn>
                <a:cxn ang="0">
                  <a:pos x="90" y="10"/>
                </a:cxn>
                <a:cxn ang="0">
                  <a:pos x="98" y="22"/>
                </a:cxn>
                <a:cxn ang="0">
                  <a:pos x="105" y="37"/>
                </a:cxn>
                <a:cxn ang="0">
                  <a:pos x="109" y="57"/>
                </a:cxn>
                <a:cxn ang="0">
                  <a:pos x="111" y="76"/>
                </a:cxn>
                <a:cxn ang="0">
                  <a:pos x="108" y="95"/>
                </a:cxn>
                <a:cxn ang="0">
                  <a:pos x="100" y="113"/>
                </a:cxn>
              </a:cxnLst>
              <a:rect l="0" t="0" r="r" b="b"/>
              <a:pathLst>
                <a:path w="111" h="161">
                  <a:moveTo>
                    <a:pt x="100" y="113"/>
                  </a:moveTo>
                  <a:lnTo>
                    <a:pt x="98" y="116"/>
                  </a:lnTo>
                  <a:lnTo>
                    <a:pt x="93" y="123"/>
                  </a:lnTo>
                  <a:lnTo>
                    <a:pt x="84" y="132"/>
                  </a:lnTo>
                  <a:lnTo>
                    <a:pt x="73" y="142"/>
                  </a:lnTo>
                  <a:lnTo>
                    <a:pt x="62" y="152"/>
                  </a:lnTo>
                  <a:lnTo>
                    <a:pt x="50" y="159"/>
                  </a:lnTo>
                  <a:lnTo>
                    <a:pt x="39" y="161"/>
                  </a:lnTo>
                  <a:lnTo>
                    <a:pt x="28" y="159"/>
                  </a:lnTo>
                  <a:lnTo>
                    <a:pt x="11" y="141"/>
                  </a:lnTo>
                  <a:lnTo>
                    <a:pt x="2" y="117"/>
                  </a:lnTo>
                  <a:lnTo>
                    <a:pt x="0" y="91"/>
                  </a:lnTo>
                  <a:lnTo>
                    <a:pt x="10" y="65"/>
                  </a:lnTo>
                  <a:lnTo>
                    <a:pt x="18" y="53"/>
                  </a:lnTo>
                  <a:lnTo>
                    <a:pt x="25" y="40"/>
                  </a:lnTo>
                  <a:lnTo>
                    <a:pt x="33" y="29"/>
                  </a:lnTo>
                  <a:lnTo>
                    <a:pt x="40" y="19"/>
                  </a:lnTo>
                  <a:lnTo>
                    <a:pt x="49" y="13"/>
                  </a:lnTo>
                  <a:lnTo>
                    <a:pt x="56" y="6"/>
                  </a:lnTo>
                  <a:lnTo>
                    <a:pt x="64" y="2"/>
                  </a:lnTo>
                  <a:lnTo>
                    <a:pt x="72" y="0"/>
                  </a:lnTo>
                  <a:lnTo>
                    <a:pt x="80" y="3"/>
                  </a:lnTo>
                  <a:lnTo>
                    <a:pt x="90" y="10"/>
                  </a:lnTo>
                  <a:lnTo>
                    <a:pt x="98" y="22"/>
                  </a:lnTo>
                  <a:lnTo>
                    <a:pt x="105" y="37"/>
                  </a:lnTo>
                  <a:lnTo>
                    <a:pt x="109" y="57"/>
                  </a:lnTo>
                  <a:lnTo>
                    <a:pt x="111" y="76"/>
                  </a:lnTo>
                  <a:lnTo>
                    <a:pt x="108" y="95"/>
                  </a:lnTo>
                  <a:lnTo>
                    <a:pt x="100" y="113"/>
                  </a:lnTo>
                  <a:close/>
                </a:path>
              </a:pathLst>
            </a:custGeom>
            <a:solidFill>
              <a:srgbClr val="B7878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2" name="Freeform 210"/>
            <p:cNvSpPr>
              <a:spLocks/>
            </p:cNvSpPr>
            <p:nvPr/>
          </p:nvSpPr>
          <p:spPr bwMode="gray">
            <a:xfrm>
              <a:off x="3681" y="2197"/>
              <a:ext cx="52" cy="78"/>
            </a:xfrm>
            <a:custGeom>
              <a:avLst/>
              <a:gdLst/>
              <a:ahLst/>
              <a:cxnLst>
                <a:cxn ang="0">
                  <a:pos x="94" y="109"/>
                </a:cxn>
                <a:cxn ang="0">
                  <a:pos x="93" y="112"/>
                </a:cxn>
                <a:cxn ang="0">
                  <a:pos x="87" y="118"/>
                </a:cxn>
                <a:cxn ang="0">
                  <a:pos x="79" y="127"/>
                </a:cxn>
                <a:cxn ang="0">
                  <a:pos x="69" y="136"/>
                </a:cxn>
                <a:cxn ang="0">
                  <a:pos x="58" y="145"/>
                </a:cxn>
                <a:cxn ang="0">
                  <a:pos x="47" y="151"/>
                </a:cxn>
                <a:cxn ang="0">
                  <a:pos x="36" y="154"/>
                </a:cxn>
                <a:cxn ang="0">
                  <a:pos x="26" y="151"/>
                </a:cxn>
                <a:cxn ang="0">
                  <a:pos x="11" y="135"/>
                </a:cxn>
                <a:cxn ang="0">
                  <a:pos x="2" y="113"/>
                </a:cxn>
                <a:cxn ang="0">
                  <a:pos x="0" y="87"/>
                </a:cxn>
                <a:cxn ang="0">
                  <a:pos x="10" y="62"/>
                </a:cxn>
                <a:cxn ang="0">
                  <a:pos x="17" y="51"/>
                </a:cxn>
                <a:cxn ang="0">
                  <a:pos x="24" y="40"/>
                </a:cxn>
                <a:cxn ang="0">
                  <a:pos x="32" y="29"/>
                </a:cxn>
                <a:cxn ang="0">
                  <a:pos x="39" y="21"/>
                </a:cxn>
                <a:cxn ang="0">
                  <a:pos x="46" y="12"/>
                </a:cxn>
                <a:cxn ang="0">
                  <a:pos x="54" y="7"/>
                </a:cxn>
                <a:cxn ang="0">
                  <a:pos x="61" y="3"/>
                </a:cxn>
                <a:cxn ang="0">
                  <a:pos x="69" y="0"/>
                </a:cxn>
                <a:cxn ang="0">
                  <a:pos x="77" y="3"/>
                </a:cxn>
                <a:cxn ang="0">
                  <a:pos x="86" y="10"/>
                </a:cxn>
                <a:cxn ang="0">
                  <a:pos x="94" y="22"/>
                </a:cxn>
                <a:cxn ang="0">
                  <a:pos x="99" y="37"/>
                </a:cxn>
                <a:cxn ang="0">
                  <a:pos x="104" y="55"/>
                </a:cxn>
                <a:cxn ang="0">
                  <a:pos x="105" y="73"/>
                </a:cxn>
                <a:cxn ang="0">
                  <a:pos x="102" y="91"/>
                </a:cxn>
                <a:cxn ang="0">
                  <a:pos x="94" y="109"/>
                </a:cxn>
              </a:cxnLst>
              <a:rect l="0" t="0" r="r" b="b"/>
              <a:pathLst>
                <a:path w="105" h="154">
                  <a:moveTo>
                    <a:pt x="94" y="109"/>
                  </a:moveTo>
                  <a:lnTo>
                    <a:pt x="93" y="112"/>
                  </a:lnTo>
                  <a:lnTo>
                    <a:pt x="87" y="118"/>
                  </a:lnTo>
                  <a:lnTo>
                    <a:pt x="79" y="127"/>
                  </a:lnTo>
                  <a:lnTo>
                    <a:pt x="69" y="136"/>
                  </a:lnTo>
                  <a:lnTo>
                    <a:pt x="58" y="145"/>
                  </a:lnTo>
                  <a:lnTo>
                    <a:pt x="47" y="151"/>
                  </a:lnTo>
                  <a:lnTo>
                    <a:pt x="36" y="154"/>
                  </a:lnTo>
                  <a:lnTo>
                    <a:pt x="26" y="151"/>
                  </a:lnTo>
                  <a:lnTo>
                    <a:pt x="11" y="135"/>
                  </a:lnTo>
                  <a:lnTo>
                    <a:pt x="2" y="113"/>
                  </a:lnTo>
                  <a:lnTo>
                    <a:pt x="0" y="87"/>
                  </a:lnTo>
                  <a:lnTo>
                    <a:pt x="10" y="62"/>
                  </a:lnTo>
                  <a:lnTo>
                    <a:pt x="17" y="51"/>
                  </a:lnTo>
                  <a:lnTo>
                    <a:pt x="24" y="40"/>
                  </a:lnTo>
                  <a:lnTo>
                    <a:pt x="32" y="29"/>
                  </a:lnTo>
                  <a:lnTo>
                    <a:pt x="39" y="21"/>
                  </a:lnTo>
                  <a:lnTo>
                    <a:pt x="46" y="12"/>
                  </a:lnTo>
                  <a:lnTo>
                    <a:pt x="54" y="7"/>
                  </a:lnTo>
                  <a:lnTo>
                    <a:pt x="61" y="3"/>
                  </a:lnTo>
                  <a:lnTo>
                    <a:pt x="69" y="0"/>
                  </a:lnTo>
                  <a:lnTo>
                    <a:pt x="77" y="3"/>
                  </a:lnTo>
                  <a:lnTo>
                    <a:pt x="86" y="10"/>
                  </a:lnTo>
                  <a:lnTo>
                    <a:pt x="94" y="22"/>
                  </a:lnTo>
                  <a:lnTo>
                    <a:pt x="99" y="37"/>
                  </a:lnTo>
                  <a:lnTo>
                    <a:pt x="104" y="55"/>
                  </a:lnTo>
                  <a:lnTo>
                    <a:pt x="105" y="73"/>
                  </a:lnTo>
                  <a:lnTo>
                    <a:pt x="102" y="91"/>
                  </a:lnTo>
                  <a:lnTo>
                    <a:pt x="94" y="109"/>
                  </a:lnTo>
                  <a:close/>
                </a:path>
              </a:pathLst>
            </a:custGeom>
            <a:solidFill>
              <a:srgbClr val="AA6D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3" name="Freeform 211"/>
            <p:cNvSpPr>
              <a:spLocks/>
            </p:cNvSpPr>
            <p:nvPr/>
          </p:nvSpPr>
          <p:spPr bwMode="gray">
            <a:xfrm>
              <a:off x="3682" y="2200"/>
              <a:ext cx="50" cy="73"/>
            </a:xfrm>
            <a:custGeom>
              <a:avLst/>
              <a:gdLst/>
              <a:ahLst/>
              <a:cxnLst>
                <a:cxn ang="0">
                  <a:pos x="90" y="103"/>
                </a:cxn>
                <a:cxn ang="0">
                  <a:pos x="88" y="106"/>
                </a:cxn>
                <a:cxn ang="0">
                  <a:pos x="83" y="112"/>
                </a:cxn>
                <a:cxn ang="0">
                  <a:pos x="76" y="120"/>
                </a:cxn>
                <a:cxn ang="0">
                  <a:pos x="66" y="130"/>
                </a:cxn>
                <a:cxn ang="0">
                  <a:pos x="55" y="138"/>
                </a:cxn>
                <a:cxn ang="0">
                  <a:pos x="45" y="145"/>
                </a:cxn>
                <a:cxn ang="0">
                  <a:pos x="34" y="147"/>
                </a:cxn>
                <a:cxn ang="0">
                  <a:pos x="25" y="145"/>
                </a:cxn>
                <a:cxn ang="0">
                  <a:pos x="10" y="128"/>
                </a:cxn>
                <a:cxn ang="0">
                  <a:pos x="1" y="108"/>
                </a:cxn>
                <a:cxn ang="0">
                  <a:pos x="0" y="83"/>
                </a:cxn>
                <a:cxn ang="0">
                  <a:pos x="10" y="59"/>
                </a:cxn>
                <a:cxn ang="0">
                  <a:pos x="16" y="48"/>
                </a:cxn>
                <a:cxn ang="0">
                  <a:pos x="23" y="37"/>
                </a:cxn>
                <a:cxn ang="0">
                  <a:pos x="30" y="28"/>
                </a:cxn>
                <a:cxn ang="0">
                  <a:pos x="37" y="18"/>
                </a:cxn>
                <a:cxn ang="0">
                  <a:pos x="44" y="11"/>
                </a:cxn>
                <a:cxn ang="0">
                  <a:pos x="51" y="6"/>
                </a:cxn>
                <a:cxn ang="0">
                  <a:pos x="58" y="1"/>
                </a:cxn>
                <a:cxn ang="0">
                  <a:pos x="65" y="0"/>
                </a:cxn>
                <a:cxn ang="0">
                  <a:pos x="73" y="1"/>
                </a:cxn>
                <a:cxn ang="0">
                  <a:pos x="81" y="10"/>
                </a:cxn>
                <a:cxn ang="0">
                  <a:pos x="88" y="21"/>
                </a:cxn>
                <a:cxn ang="0">
                  <a:pos x="95" y="35"/>
                </a:cxn>
                <a:cxn ang="0">
                  <a:pos x="99" y="51"/>
                </a:cxn>
                <a:cxn ang="0">
                  <a:pos x="99" y="69"/>
                </a:cxn>
                <a:cxn ang="0">
                  <a:pos x="96" y="87"/>
                </a:cxn>
                <a:cxn ang="0">
                  <a:pos x="90" y="103"/>
                </a:cxn>
              </a:cxnLst>
              <a:rect l="0" t="0" r="r" b="b"/>
              <a:pathLst>
                <a:path w="99" h="147">
                  <a:moveTo>
                    <a:pt x="90" y="103"/>
                  </a:moveTo>
                  <a:lnTo>
                    <a:pt x="88" y="106"/>
                  </a:lnTo>
                  <a:lnTo>
                    <a:pt x="83" y="112"/>
                  </a:lnTo>
                  <a:lnTo>
                    <a:pt x="76" y="120"/>
                  </a:lnTo>
                  <a:lnTo>
                    <a:pt x="66" y="130"/>
                  </a:lnTo>
                  <a:lnTo>
                    <a:pt x="55" y="138"/>
                  </a:lnTo>
                  <a:lnTo>
                    <a:pt x="45" y="145"/>
                  </a:lnTo>
                  <a:lnTo>
                    <a:pt x="34" y="147"/>
                  </a:lnTo>
                  <a:lnTo>
                    <a:pt x="25" y="145"/>
                  </a:lnTo>
                  <a:lnTo>
                    <a:pt x="10" y="128"/>
                  </a:lnTo>
                  <a:lnTo>
                    <a:pt x="1" y="108"/>
                  </a:lnTo>
                  <a:lnTo>
                    <a:pt x="0" y="83"/>
                  </a:lnTo>
                  <a:lnTo>
                    <a:pt x="10" y="59"/>
                  </a:lnTo>
                  <a:lnTo>
                    <a:pt x="16" y="48"/>
                  </a:lnTo>
                  <a:lnTo>
                    <a:pt x="23" y="37"/>
                  </a:lnTo>
                  <a:lnTo>
                    <a:pt x="30" y="28"/>
                  </a:lnTo>
                  <a:lnTo>
                    <a:pt x="37" y="18"/>
                  </a:lnTo>
                  <a:lnTo>
                    <a:pt x="44" y="11"/>
                  </a:lnTo>
                  <a:lnTo>
                    <a:pt x="51" y="6"/>
                  </a:lnTo>
                  <a:lnTo>
                    <a:pt x="58" y="1"/>
                  </a:lnTo>
                  <a:lnTo>
                    <a:pt x="65" y="0"/>
                  </a:lnTo>
                  <a:lnTo>
                    <a:pt x="73" y="1"/>
                  </a:lnTo>
                  <a:lnTo>
                    <a:pt x="81" y="10"/>
                  </a:lnTo>
                  <a:lnTo>
                    <a:pt x="88" y="21"/>
                  </a:lnTo>
                  <a:lnTo>
                    <a:pt x="95" y="35"/>
                  </a:lnTo>
                  <a:lnTo>
                    <a:pt x="99" y="51"/>
                  </a:lnTo>
                  <a:lnTo>
                    <a:pt x="99" y="69"/>
                  </a:lnTo>
                  <a:lnTo>
                    <a:pt x="96" y="87"/>
                  </a:lnTo>
                  <a:lnTo>
                    <a:pt x="90" y="103"/>
                  </a:lnTo>
                  <a:close/>
                </a:path>
              </a:pathLst>
            </a:custGeom>
            <a:solidFill>
              <a:srgbClr val="9B546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4" name="Freeform 212"/>
            <p:cNvSpPr>
              <a:spLocks/>
            </p:cNvSpPr>
            <p:nvPr/>
          </p:nvSpPr>
          <p:spPr bwMode="gray">
            <a:xfrm>
              <a:off x="3683" y="2201"/>
              <a:ext cx="47" cy="70"/>
            </a:xfrm>
            <a:custGeom>
              <a:avLst/>
              <a:gdLst/>
              <a:ahLst/>
              <a:cxnLst>
                <a:cxn ang="0">
                  <a:pos x="84" y="99"/>
                </a:cxn>
                <a:cxn ang="0">
                  <a:pos x="82" y="102"/>
                </a:cxn>
                <a:cxn ang="0">
                  <a:pos x="78" y="107"/>
                </a:cxn>
                <a:cxn ang="0">
                  <a:pos x="71" y="116"/>
                </a:cxn>
                <a:cxn ang="0">
                  <a:pos x="62" y="124"/>
                </a:cxn>
                <a:cxn ang="0">
                  <a:pos x="52" y="132"/>
                </a:cxn>
                <a:cxn ang="0">
                  <a:pos x="42" y="138"/>
                </a:cxn>
                <a:cxn ang="0">
                  <a:pos x="33" y="140"/>
                </a:cxn>
                <a:cxn ang="0">
                  <a:pos x="23" y="138"/>
                </a:cxn>
                <a:cxn ang="0">
                  <a:pos x="9" y="122"/>
                </a:cxn>
                <a:cxn ang="0">
                  <a:pos x="1" y="102"/>
                </a:cxn>
                <a:cxn ang="0">
                  <a:pos x="0" y="80"/>
                </a:cxn>
                <a:cxn ang="0">
                  <a:pos x="8" y="56"/>
                </a:cxn>
                <a:cxn ang="0">
                  <a:pos x="15" y="45"/>
                </a:cxn>
                <a:cxn ang="0">
                  <a:pos x="20" y="36"/>
                </a:cxn>
                <a:cxn ang="0">
                  <a:pos x="27" y="26"/>
                </a:cxn>
                <a:cxn ang="0">
                  <a:pos x="34" y="18"/>
                </a:cxn>
                <a:cxn ang="0">
                  <a:pos x="41" y="11"/>
                </a:cxn>
                <a:cxn ang="0">
                  <a:pos x="48" y="5"/>
                </a:cxn>
                <a:cxn ang="0">
                  <a:pos x="55" y="1"/>
                </a:cxn>
                <a:cxn ang="0">
                  <a:pos x="62" y="0"/>
                </a:cxn>
                <a:cxn ang="0">
                  <a:pos x="69" y="3"/>
                </a:cxn>
                <a:cxn ang="0">
                  <a:pos x="77" y="9"/>
                </a:cxn>
                <a:cxn ang="0">
                  <a:pos x="84" y="19"/>
                </a:cxn>
                <a:cxn ang="0">
                  <a:pos x="89" y="33"/>
                </a:cxn>
                <a:cxn ang="0">
                  <a:pos x="92" y="49"/>
                </a:cxn>
                <a:cxn ang="0">
                  <a:pos x="93" y="66"/>
                </a:cxn>
                <a:cxn ang="0">
                  <a:pos x="91" y="82"/>
                </a:cxn>
                <a:cxn ang="0">
                  <a:pos x="84" y="99"/>
                </a:cxn>
              </a:cxnLst>
              <a:rect l="0" t="0" r="r" b="b"/>
              <a:pathLst>
                <a:path w="93" h="140">
                  <a:moveTo>
                    <a:pt x="84" y="99"/>
                  </a:moveTo>
                  <a:lnTo>
                    <a:pt x="82" y="102"/>
                  </a:lnTo>
                  <a:lnTo>
                    <a:pt x="78" y="107"/>
                  </a:lnTo>
                  <a:lnTo>
                    <a:pt x="71" y="116"/>
                  </a:lnTo>
                  <a:lnTo>
                    <a:pt x="62" y="124"/>
                  </a:lnTo>
                  <a:lnTo>
                    <a:pt x="52" y="132"/>
                  </a:lnTo>
                  <a:lnTo>
                    <a:pt x="42" y="138"/>
                  </a:lnTo>
                  <a:lnTo>
                    <a:pt x="33" y="140"/>
                  </a:lnTo>
                  <a:lnTo>
                    <a:pt x="23" y="138"/>
                  </a:lnTo>
                  <a:lnTo>
                    <a:pt x="9" y="122"/>
                  </a:lnTo>
                  <a:lnTo>
                    <a:pt x="1" y="102"/>
                  </a:lnTo>
                  <a:lnTo>
                    <a:pt x="0" y="80"/>
                  </a:lnTo>
                  <a:lnTo>
                    <a:pt x="8" y="56"/>
                  </a:lnTo>
                  <a:lnTo>
                    <a:pt x="15" y="45"/>
                  </a:lnTo>
                  <a:lnTo>
                    <a:pt x="20" y="36"/>
                  </a:lnTo>
                  <a:lnTo>
                    <a:pt x="27" y="26"/>
                  </a:lnTo>
                  <a:lnTo>
                    <a:pt x="34" y="18"/>
                  </a:lnTo>
                  <a:lnTo>
                    <a:pt x="41" y="11"/>
                  </a:lnTo>
                  <a:lnTo>
                    <a:pt x="48" y="5"/>
                  </a:lnTo>
                  <a:lnTo>
                    <a:pt x="55" y="1"/>
                  </a:lnTo>
                  <a:lnTo>
                    <a:pt x="62" y="0"/>
                  </a:lnTo>
                  <a:lnTo>
                    <a:pt x="69" y="3"/>
                  </a:lnTo>
                  <a:lnTo>
                    <a:pt x="77" y="9"/>
                  </a:lnTo>
                  <a:lnTo>
                    <a:pt x="84" y="19"/>
                  </a:lnTo>
                  <a:lnTo>
                    <a:pt x="89" y="33"/>
                  </a:lnTo>
                  <a:lnTo>
                    <a:pt x="92" y="49"/>
                  </a:lnTo>
                  <a:lnTo>
                    <a:pt x="93" y="66"/>
                  </a:lnTo>
                  <a:lnTo>
                    <a:pt x="91" y="82"/>
                  </a:lnTo>
                  <a:lnTo>
                    <a:pt x="84" y="99"/>
                  </a:lnTo>
                  <a:close/>
                </a:path>
              </a:pathLst>
            </a:custGeom>
            <a:solidFill>
              <a:srgbClr val="8C3D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5" name="Freeform 213"/>
            <p:cNvSpPr>
              <a:spLocks/>
            </p:cNvSpPr>
            <p:nvPr/>
          </p:nvSpPr>
          <p:spPr bwMode="gray">
            <a:xfrm>
              <a:off x="3685" y="2203"/>
              <a:ext cx="45" cy="67"/>
            </a:xfrm>
            <a:custGeom>
              <a:avLst/>
              <a:gdLst/>
              <a:ahLst/>
              <a:cxnLst>
                <a:cxn ang="0">
                  <a:pos x="80" y="94"/>
                </a:cxn>
                <a:cxn ang="0">
                  <a:pos x="79" y="96"/>
                </a:cxn>
                <a:cxn ang="0">
                  <a:pos x="75" y="102"/>
                </a:cxn>
                <a:cxn ang="0">
                  <a:pos x="68" y="109"/>
                </a:cxn>
                <a:cxn ang="0">
                  <a:pos x="60" y="117"/>
                </a:cxn>
                <a:cxn ang="0">
                  <a:pos x="50" y="125"/>
                </a:cxn>
                <a:cxn ang="0">
                  <a:pos x="40" y="131"/>
                </a:cxn>
                <a:cxn ang="0">
                  <a:pos x="31" y="134"/>
                </a:cxn>
                <a:cxn ang="0">
                  <a:pos x="22" y="131"/>
                </a:cxn>
                <a:cxn ang="0">
                  <a:pos x="9" y="116"/>
                </a:cxn>
                <a:cxn ang="0">
                  <a:pos x="2" y="96"/>
                </a:cxn>
                <a:cxn ang="0">
                  <a:pos x="0" y="74"/>
                </a:cxn>
                <a:cxn ang="0">
                  <a:pos x="9" y="52"/>
                </a:cxn>
                <a:cxn ang="0">
                  <a:pos x="14" y="43"/>
                </a:cxn>
                <a:cxn ang="0">
                  <a:pos x="20" y="33"/>
                </a:cxn>
                <a:cxn ang="0">
                  <a:pos x="27" y="23"/>
                </a:cxn>
                <a:cxn ang="0">
                  <a:pos x="32" y="16"/>
                </a:cxn>
                <a:cxn ang="0">
                  <a:pos x="39" y="10"/>
                </a:cxn>
                <a:cxn ang="0">
                  <a:pos x="45" y="5"/>
                </a:cxn>
                <a:cxn ang="0">
                  <a:pos x="51" y="1"/>
                </a:cxn>
                <a:cxn ang="0">
                  <a:pos x="58" y="0"/>
                </a:cxn>
                <a:cxn ang="0">
                  <a:pos x="65" y="1"/>
                </a:cxn>
                <a:cxn ang="0">
                  <a:pos x="72" y="8"/>
                </a:cxn>
                <a:cxn ang="0">
                  <a:pos x="79" y="18"/>
                </a:cxn>
                <a:cxn ang="0">
                  <a:pos x="85" y="32"/>
                </a:cxn>
                <a:cxn ang="0">
                  <a:pos x="89" y="47"/>
                </a:cxn>
                <a:cxn ang="0">
                  <a:pos x="90" y="62"/>
                </a:cxn>
                <a:cxn ang="0">
                  <a:pos x="87" y="78"/>
                </a:cxn>
                <a:cxn ang="0">
                  <a:pos x="80" y="94"/>
                </a:cxn>
              </a:cxnLst>
              <a:rect l="0" t="0" r="r" b="b"/>
              <a:pathLst>
                <a:path w="90" h="134">
                  <a:moveTo>
                    <a:pt x="80" y="94"/>
                  </a:moveTo>
                  <a:lnTo>
                    <a:pt x="79" y="96"/>
                  </a:lnTo>
                  <a:lnTo>
                    <a:pt x="75" y="102"/>
                  </a:lnTo>
                  <a:lnTo>
                    <a:pt x="68" y="109"/>
                  </a:lnTo>
                  <a:lnTo>
                    <a:pt x="60" y="117"/>
                  </a:lnTo>
                  <a:lnTo>
                    <a:pt x="50" y="125"/>
                  </a:lnTo>
                  <a:lnTo>
                    <a:pt x="40" y="131"/>
                  </a:lnTo>
                  <a:lnTo>
                    <a:pt x="31" y="134"/>
                  </a:lnTo>
                  <a:lnTo>
                    <a:pt x="22" y="131"/>
                  </a:lnTo>
                  <a:lnTo>
                    <a:pt x="9" y="116"/>
                  </a:lnTo>
                  <a:lnTo>
                    <a:pt x="2" y="96"/>
                  </a:lnTo>
                  <a:lnTo>
                    <a:pt x="0" y="74"/>
                  </a:lnTo>
                  <a:lnTo>
                    <a:pt x="9" y="52"/>
                  </a:lnTo>
                  <a:lnTo>
                    <a:pt x="14" y="43"/>
                  </a:lnTo>
                  <a:lnTo>
                    <a:pt x="20" y="33"/>
                  </a:lnTo>
                  <a:lnTo>
                    <a:pt x="27" y="23"/>
                  </a:lnTo>
                  <a:lnTo>
                    <a:pt x="32" y="16"/>
                  </a:lnTo>
                  <a:lnTo>
                    <a:pt x="39" y="10"/>
                  </a:lnTo>
                  <a:lnTo>
                    <a:pt x="45" y="5"/>
                  </a:lnTo>
                  <a:lnTo>
                    <a:pt x="51" y="1"/>
                  </a:lnTo>
                  <a:lnTo>
                    <a:pt x="58" y="0"/>
                  </a:lnTo>
                  <a:lnTo>
                    <a:pt x="65" y="1"/>
                  </a:lnTo>
                  <a:lnTo>
                    <a:pt x="72" y="8"/>
                  </a:lnTo>
                  <a:lnTo>
                    <a:pt x="79" y="18"/>
                  </a:lnTo>
                  <a:lnTo>
                    <a:pt x="85" y="32"/>
                  </a:lnTo>
                  <a:lnTo>
                    <a:pt x="89" y="47"/>
                  </a:lnTo>
                  <a:lnTo>
                    <a:pt x="90" y="62"/>
                  </a:lnTo>
                  <a:lnTo>
                    <a:pt x="87" y="78"/>
                  </a:lnTo>
                  <a:lnTo>
                    <a:pt x="80" y="94"/>
                  </a:lnTo>
                  <a:close/>
                </a:path>
              </a:pathLst>
            </a:custGeom>
            <a:solidFill>
              <a:srgbClr val="7F263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6" name="Freeform 214"/>
            <p:cNvSpPr>
              <a:spLocks/>
            </p:cNvSpPr>
            <p:nvPr/>
          </p:nvSpPr>
          <p:spPr bwMode="gray">
            <a:xfrm>
              <a:off x="3686" y="2204"/>
              <a:ext cx="42" cy="64"/>
            </a:xfrm>
            <a:custGeom>
              <a:avLst/>
              <a:gdLst/>
              <a:ahLst/>
              <a:cxnLst>
                <a:cxn ang="0">
                  <a:pos x="75" y="89"/>
                </a:cxn>
                <a:cxn ang="0">
                  <a:pos x="73" y="92"/>
                </a:cxn>
                <a:cxn ang="0">
                  <a:pos x="69" y="96"/>
                </a:cxn>
                <a:cxn ang="0">
                  <a:pos x="64" y="104"/>
                </a:cxn>
                <a:cxn ang="0">
                  <a:pos x="55" y="113"/>
                </a:cxn>
                <a:cxn ang="0">
                  <a:pos x="47" y="120"/>
                </a:cxn>
                <a:cxn ang="0">
                  <a:pos x="37" y="125"/>
                </a:cxn>
                <a:cxn ang="0">
                  <a:pos x="29" y="126"/>
                </a:cxn>
                <a:cxn ang="0">
                  <a:pos x="21" y="124"/>
                </a:cxn>
                <a:cxn ang="0">
                  <a:pos x="8" y="110"/>
                </a:cxn>
                <a:cxn ang="0">
                  <a:pos x="0" y="92"/>
                </a:cxn>
                <a:cxn ang="0">
                  <a:pos x="0" y="71"/>
                </a:cxn>
                <a:cxn ang="0">
                  <a:pos x="7" y="51"/>
                </a:cxn>
                <a:cxn ang="0">
                  <a:pos x="13" y="41"/>
                </a:cxn>
                <a:cxn ang="0">
                  <a:pos x="18" y="31"/>
                </a:cxn>
                <a:cxn ang="0">
                  <a:pos x="24" y="23"/>
                </a:cxn>
                <a:cxn ang="0">
                  <a:pos x="30" y="16"/>
                </a:cxn>
                <a:cxn ang="0">
                  <a:pos x="36" y="9"/>
                </a:cxn>
                <a:cxn ang="0">
                  <a:pos x="42" y="5"/>
                </a:cxn>
                <a:cxn ang="0">
                  <a:pos x="48" y="1"/>
                </a:cxn>
                <a:cxn ang="0">
                  <a:pos x="54" y="0"/>
                </a:cxn>
                <a:cxn ang="0">
                  <a:pos x="61" y="1"/>
                </a:cxn>
                <a:cxn ang="0">
                  <a:pos x="68" y="8"/>
                </a:cxn>
                <a:cxn ang="0">
                  <a:pos x="75" y="18"/>
                </a:cxn>
                <a:cxn ang="0">
                  <a:pos x="80" y="30"/>
                </a:cxn>
                <a:cxn ang="0">
                  <a:pos x="83" y="44"/>
                </a:cxn>
                <a:cxn ang="0">
                  <a:pos x="84" y="59"/>
                </a:cxn>
                <a:cxn ang="0">
                  <a:pos x="82" y="74"/>
                </a:cxn>
                <a:cxn ang="0">
                  <a:pos x="75" y="89"/>
                </a:cxn>
              </a:cxnLst>
              <a:rect l="0" t="0" r="r" b="b"/>
              <a:pathLst>
                <a:path w="84" h="126">
                  <a:moveTo>
                    <a:pt x="75" y="89"/>
                  </a:moveTo>
                  <a:lnTo>
                    <a:pt x="73" y="92"/>
                  </a:lnTo>
                  <a:lnTo>
                    <a:pt x="69" y="96"/>
                  </a:lnTo>
                  <a:lnTo>
                    <a:pt x="64" y="104"/>
                  </a:lnTo>
                  <a:lnTo>
                    <a:pt x="55" y="113"/>
                  </a:lnTo>
                  <a:lnTo>
                    <a:pt x="47" y="120"/>
                  </a:lnTo>
                  <a:lnTo>
                    <a:pt x="37" y="125"/>
                  </a:lnTo>
                  <a:lnTo>
                    <a:pt x="29" y="126"/>
                  </a:lnTo>
                  <a:lnTo>
                    <a:pt x="21" y="124"/>
                  </a:lnTo>
                  <a:lnTo>
                    <a:pt x="8" y="110"/>
                  </a:lnTo>
                  <a:lnTo>
                    <a:pt x="0" y="92"/>
                  </a:lnTo>
                  <a:lnTo>
                    <a:pt x="0" y="71"/>
                  </a:lnTo>
                  <a:lnTo>
                    <a:pt x="7" y="51"/>
                  </a:lnTo>
                  <a:lnTo>
                    <a:pt x="13" y="41"/>
                  </a:lnTo>
                  <a:lnTo>
                    <a:pt x="18" y="31"/>
                  </a:lnTo>
                  <a:lnTo>
                    <a:pt x="24" y="23"/>
                  </a:lnTo>
                  <a:lnTo>
                    <a:pt x="30" y="16"/>
                  </a:lnTo>
                  <a:lnTo>
                    <a:pt x="36" y="9"/>
                  </a:lnTo>
                  <a:lnTo>
                    <a:pt x="42" y="5"/>
                  </a:lnTo>
                  <a:lnTo>
                    <a:pt x="48" y="1"/>
                  </a:lnTo>
                  <a:lnTo>
                    <a:pt x="54" y="0"/>
                  </a:lnTo>
                  <a:lnTo>
                    <a:pt x="61" y="1"/>
                  </a:lnTo>
                  <a:lnTo>
                    <a:pt x="68" y="8"/>
                  </a:lnTo>
                  <a:lnTo>
                    <a:pt x="75" y="18"/>
                  </a:lnTo>
                  <a:lnTo>
                    <a:pt x="80" y="30"/>
                  </a:lnTo>
                  <a:lnTo>
                    <a:pt x="83" y="44"/>
                  </a:lnTo>
                  <a:lnTo>
                    <a:pt x="84" y="59"/>
                  </a:lnTo>
                  <a:lnTo>
                    <a:pt x="82" y="74"/>
                  </a:lnTo>
                  <a:lnTo>
                    <a:pt x="75" y="89"/>
                  </a:lnTo>
                  <a:close/>
                </a:path>
              </a:pathLst>
            </a:custGeom>
            <a:solidFill>
              <a:srgbClr val="700C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7" name="Freeform 215"/>
            <p:cNvSpPr>
              <a:spLocks/>
            </p:cNvSpPr>
            <p:nvPr/>
          </p:nvSpPr>
          <p:spPr bwMode="gray">
            <a:xfrm>
              <a:off x="3687" y="2206"/>
              <a:ext cx="40" cy="60"/>
            </a:xfrm>
            <a:custGeom>
              <a:avLst/>
              <a:gdLst/>
              <a:ahLst/>
              <a:cxnLst>
                <a:cxn ang="0">
                  <a:pos x="70" y="84"/>
                </a:cxn>
                <a:cxn ang="0">
                  <a:pos x="69" y="85"/>
                </a:cxn>
                <a:cxn ang="0">
                  <a:pos x="65" y="91"/>
                </a:cxn>
                <a:cxn ang="0">
                  <a:pos x="59" y="98"/>
                </a:cxn>
                <a:cxn ang="0">
                  <a:pos x="52" y="105"/>
                </a:cxn>
                <a:cxn ang="0">
                  <a:pos x="44" y="111"/>
                </a:cxn>
                <a:cxn ang="0">
                  <a:pos x="36" y="117"/>
                </a:cxn>
                <a:cxn ang="0">
                  <a:pos x="27" y="120"/>
                </a:cxn>
                <a:cxn ang="0">
                  <a:pos x="19" y="117"/>
                </a:cxn>
                <a:cxn ang="0">
                  <a:pos x="7" y="103"/>
                </a:cxn>
                <a:cxn ang="0">
                  <a:pos x="0" y="85"/>
                </a:cxn>
                <a:cxn ang="0">
                  <a:pos x="0" y="66"/>
                </a:cxn>
                <a:cxn ang="0">
                  <a:pos x="7" y="47"/>
                </a:cxn>
                <a:cxn ang="0">
                  <a:pos x="12" y="37"/>
                </a:cxn>
                <a:cxn ang="0">
                  <a:pos x="18" y="29"/>
                </a:cxn>
                <a:cxn ang="0">
                  <a:pos x="22" y="22"/>
                </a:cxn>
                <a:cxn ang="0">
                  <a:pos x="27" y="15"/>
                </a:cxn>
                <a:cxn ang="0">
                  <a:pos x="33" y="8"/>
                </a:cxn>
                <a:cxn ang="0">
                  <a:pos x="39" y="4"/>
                </a:cxn>
                <a:cxn ang="0">
                  <a:pos x="45" y="1"/>
                </a:cxn>
                <a:cxn ang="0">
                  <a:pos x="51" y="0"/>
                </a:cxn>
                <a:cxn ang="0">
                  <a:pos x="63" y="7"/>
                </a:cxn>
                <a:cxn ang="0">
                  <a:pos x="74" y="27"/>
                </a:cxn>
                <a:cxn ang="0">
                  <a:pos x="79" y="56"/>
                </a:cxn>
                <a:cxn ang="0">
                  <a:pos x="70" y="84"/>
                </a:cxn>
              </a:cxnLst>
              <a:rect l="0" t="0" r="r" b="b"/>
              <a:pathLst>
                <a:path w="79" h="120">
                  <a:moveTo>
                    <a:pt x="70" y="84"/>
                  </a:moveTo>
                  <a:lnTo>
                    <a:pt x="69" y="85"/>
                  </a:lnTo>
                  <a:lnTo>
                    <a:pt x="65" y="91"/>
                  </a:lnTo>
                  <a:lnTo>
                    <a:pt x="59" y="98"/>
                  </a:lnTo>
                  <a:lnTo>
                    <a:pt x="52" y="105"/>
                  </a:lnTo>
                  <a:lnTo>
                    <a:pt x="44" y="111"/>
                  </a:lnTo>
                  <a:lnTo>
                    <a:pt x="36" y="117"/>
                  </a:lnTo>
                  <a:lnTo>
                    <a:pt x="27" y="120"/>
                  </a:lnTo>
                  <a:lnTo>
                    <a:pt x="19" y="117"/>
                  </a:lnTo>
                  <a:lnTo>
                    <a:pt x="7" y="103"/>
                  </a:lnTo>
                  <a:lnTo>
                    <a:pt x="0" y="85"/>
                  </a:lnTo>
                  <a:lnTo>
                    <a:pt x="0" y="66"/>
                  </a:lnTo>
                  <a:lnTo>
                    <a:pt x="7" y="47"/>
                  </a:lnTo>
                  <a:lnTo>
                    <a:pt x="12" y="37"/>
                  </a:lnTo>
                  <a:lnTo>
                    <a:pt x="18" y="29"/>
                  </a:lnTo>
                  <a:lnTo>
                    <a:pt x="22" y="22"/>
                  </a:lnTo>
                  <a:lnTo>
                    <a:pt x="27" y="15"/>
                  </a:lnTo>
                  <a:lnTo>
                    <a:pt x="33" y="8"/>
                  </a:lnTo>
                  <a:lnTo>
                    <a:pt x="39" y="4"/>
                  </a:lnTo>
                  <a:lnTo>
                    <a:pt x="45" y="1"/>
                  </a:lnTo>
                  <a:lnTo>
                    <a:pt x="51" y="0"/>
                  </a:lnTo>
                  <a:lnTo>
                    <a:pt x="63" y="7"/>
                  </a:lnTo>
                  <a:lnTo>
                    <a:pt x="74" y="27"/>
                  </a:lnTo>
                  <a:lnTo>
                    <a:pt x="79" y="56"/>
                  </a:lnTo>
                  <a:lnTo>
                    <a:pt x="70" y="84"/>
                  </a:lnTo>
                  <a:close/>
                </a:path>
              </a:pathLst>
            </a:custGeom>
            <a:solidFill>
              <a:srgbClr val="63000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8" name="Freeform 216"/>
            <p:cNvSpPr>
              <a:spLocks/>
            </p:cNvSpPr>
            <p:nvPr/>
          </p:nvSpPr>
          <p:spPr bwMode="gray">
            <a:xfrm>
              <a:off x="3605" y="1994"/>
              <a:ext cx="433" cy="254"/>
            </a:xfrm>
            <a:custGeom>
              <a:avLst/>
              <a:gdLst/>
              <a:ahLst/>
              <a:cxnLst>
                <a:cxn ang="0">
                  <a:pos x="106" y="502"/>
                </a:cxn>
                <a:cxn ang="0">
                  <a:pos x="34" y="477"/>
                </a:cxn>
                <a:cxn ang="0">
                  <a:pos x="12" y="407"/>
                </a:cxn>
                <a:cxn ang="0">
                  <a:pos x="37" y="342"/>
                </a:cxn>
                <a:cxn ang="0">
                  <a:pos x="77" y="283"/>
                </a:cxn>
                <a:cxn ang="0">
                  <a:pos x="121" y="228"/>
                </a:cxn>
                <a:cxn ang="0">
                  <a:pos x="174" y="170"/>
                </a:cxn>
                <a:cxn ang="0">
                  <a:pos x="233" y="120"/>
                </a:cxn>
                <a:cxn ang="0">
                  <a:pos x="298" y="80"/>
                </a:cxn>
                <a:cxn ang="0">
                  <a:pos x="369" y="54"/>
                </a:cxn>
                <a:cxn ang="0">
                  <a:pos x="445" y="45"/>
                </a:cxn>
                <a:cxn ang="0">
                  <a:pos x="498" y="43"/>
                </a:cxn>
                <a:cxn ang="0">
                  <a:pos x="549" y="39"/>
                </a:cxn>
                <a:cxn ang="0">
                  <a:pos x="600" y="35"/>
                </a:cxn>
                <a:cxn ang="0">
                  <a:pos x="651" y="29"/>
                </a:cxn>
                <a:cxn ang="0">
                  <a:pos x="702" y="24"/>
                </a:cxn>
                <a:cxn ang="0">
                  <a:pos x="768" y="23"/>
                </a:cxn>
                <a:cxn ang="0">
                  <a:pos x="830" y="46"/>
                </a:cxn>
                <a:cxn ang="0">
                  <a:pos x="856" y="112"/>
                </a:cxn>
                <a:cxn ang="0">
                  <a:pos x="830" y="185"/>
                </a:cxn>
                <a:cxn ang="0">
                  <a:pos x="773" y="243"/>
                </a:cxn>
                <a:cxn ang="0">
                  <a:pos x="731" y="277"/>
                </a:cxn>
                <a:cxn ang="0">
                  <a:pos x="732" y="279"/>
                </a:cxn>
                <a:cxn ang="0">
                  <a:pos x="786" y="235"/>
                </a:cxn>
                <a:cxn ang="0">
                  <a:pos x="833" y="186"/>
                </a:cxn>
                <a:cxn ang="0">
                  <a:pos x="862" y="126"/>
                </a:cxn>
                <a:cxn ang="0">
                  <a:pos x="857" y="65"/>
                </a:cxn>
                <a:cxn ang="0">
                  <a:pos x="822" y="20"/>
                </a:cxn>
                <a:cxn ang="0">
                  <a:pos x="765" y="2"/>
                </a:cxn>
                <a:cxn ang="0">
                  <a:pos x="703" y="2"/>
                </a:cxn>
                <a:cxn ang="0">
                  <a:pos x="645" y="7"/>
                </a:cxn>
                <a:cxn ang="0">
                  <a:pos x="613" y="9"/>
                </a:cxn>
                <a:cxn ang="0">
                  <a:pos x="582" y="13"/>
                </a:cxn>
                <a:cxn ang="0">
                  <a:pos x="542" y="14"/>
                </a:cxn>
                <a:cxn ang="0">
                  <a:pos x="489" y="13"/>
                </a:cxn>
                <a:cxn ang="0">
                  <a:pos x="437" y="11"/>
                </a:cxn>
                <a:cxn ang="0">
                  <a:pos x="362" y="23"/>
                </a:cxn>
                <a:cxn ang="0">
                  <a:pos x="284" y="57"/>
                </a:cxn>
                <a:cxn ang="0">
                  <a:pos x="212" y="107"/>
                </a:cxn>
                <a:cxn ang="0">
                  <a:pos x="147" y="169"/>
                </a:cxn>
                <a:cxn ang="0">
                  <a:pos x="92" y="237"/>
                </a:cxn>
                <a:cxn ang="0">
                  <a:pos x="49" y="301"/>
                </a:cxn>
                <a:cxn ang="0">
                  <a:pos x="16" y="359"/>
                </a:cxn>
                <a:cxn ang="0">
                  <a:pos x="0" y="422"/>
                </a:cxn>
                <a:cxn ang="0">
                  <a:pos x="22" y="481"/>
                </a:cxn>
                <a:cxn ang="0">
                  <a:pos x="88" y="505"/>
                </a:cxn>
                <a:cxn ang="0">
                  <a:pos x="158" y="506"/>
                </a:cxn>
                <a:cxn ang="0">
                  <a:pos x="160" y="503"/>
                </a:cxn>
              </a:cxnLst>
              <a:rect l="0" t="0" r="r" b="b"/>
              <a:pathLst>
                <a:path w="864" h="508">
                  <a:moveTo>
                    <a:pt x="160" y="503"/>
                  </a:moveTo>
                  <a:lnTo>
                    <a:pt x="134" y="503"/>
                  </a:lnTo>
                  <a:lnTo>
                    <a:pt x="106" y="502"/>
                  </a:lnTo>
                  <a:lnTo>
                    <a:pt x="78" y="498"/>
                  </a:lnTo>
                  <a:lnTo>
                    <a:pt x="55" y="490"/>
                  </a:lnTo>
                  <a:lnTo>
                    <a:pt x="34" y="477"/>
                  </a:lnTo>
                  <a:lnTo>
                    <a:pt x="19" y="459"/>
                  </a:lnTo>
                  <a:lnTo>
                    <a:pt x="11" y="436"/>
                  </a:lnTo>
                  <a:lnTo>
                    <a:pt x="12" y="407"/>
                  </a:lnTo>
                  <a:lnTo>
                    <a:pt x="18" y="385"/>
                  </a:lnTo>
                  <a:lnTo>
                    <a:pt x="26" y="363"/>
                  </a:lnTo>
                  <a:lnTo>
                    <a:pt x="37" y="342"/>
                  </a:lnTo>
                  <a:lnTo>
                    <a:pt x="49" y="322"/>
                  </a:lnTo>
                  <a:lnTo>
                    <a:pt x="62" y="302"/>
                  </a:lnTo>
                  <a:lnTo>
                    <a:pt x="77" y="283"/>
                  </a:lnTo>
                  <a:lnTo>
                    <a:pt x="91" y="265"/>
                  </a:lnTo>
                  <a:lnTo>
                    <a:pt x="105" y="247"/>
                  </a:lnTo>
                  <a:lnTo>
                    <a:pt x="121" y="228"/>
                  </a:lnTo>
                  <a:lnTo>
                    <a:pt x="138" y="207"/>
                  </a:lnTo>
                  <a:lnTo>
                    <a:pt x="156" y="189"/>
                  </a:lnTo>
                  <a:lnTo>
                    <a:pt x="174" y="170"/>
                  </a:lnTo>
                  <a:lnTo>
                    <a:pt x="193" y="153"/>
                  </a:lnTo>
                  <a:lnTo>
                    <a:pt x="212" y="135"/>
                  </a:lnTo>
                  <a:lnTo>
                    <a:pt x="233" y="120"/>
                  </a:lnTo>
                  <a:lnTo>
                    <a:pt x="254" y="107"/>
                  </a:lnTo>
                  <a:lnTo>
                    <a:pt x="276" y="93"/>
                  </a:lnTo>
                  <a:lnTo>
                    <a:pt x="298" y="80"/>
                  </a:lnTo>
                  <a:lnTo>
                    <a:pt x="321" y="71"/>
                  </a:lnTo>
                  <a:lnTo>
                    <a:pt x="345" y="61"/>
                  </a:lnTo>
                  <a:lnTo>
                    <a:pt x="369" y="54"/>
                  </a:lnTo>
                  <a:lnTo>
                    <a:pt x="394" y="49"/>
                  </a:lnTo>
                  <a:lnTo>
                    <a:pt x="419" y="46"/>
                  </a:lnTo>
                  <a:lnTo>
                    <a:pt x="445" y="45"/>
                  </a:lnTo>
                  <a:lnTo>
                    <a:pt x="463" y="45"/>
                  </a:lnTo>
                  <a:lnTo>
                    <a:pt x="480" y="43"/>
                  </a:lnTo>
                  <a:lnTo>
                    <a:pt x="498" y="43"/>
                  </a:lnTo>
                  <a:lnTo>
                    <a:pt x="514" y="42"/>
                  </a:lnTo>
                  <a:lnTo>
                    <a:pt x="532" y="40"/>
                  </a:lnTo>
                  <a:lnTo>
                    <a:pt x="549" y="39"/>
                  </a:lnTo>
                  <a:lnTo>
                    <a:pt x="565" y="38"/>
                  </a:lnTo>
                  <a:lnTo>
                    <a:pt x="583" y="36"/>
                  </a:lnTo>
                  <a:lnTo>
                    <a:pt x="600" y="35"/>
                  </a:lnTo>
                  <a:lnTo>
                    <a:pt x="616" y="34"/>
                  </a:lnTo>
                  <a:lnTo>
                    <a:pt x="634" y="32"/>
                  </a:lnTo>
                  <a:lnTo>
                    <a:pt x="651" y="29"/>
                  </a:lnTo>
                  <a:lnTo>
                    <a:pt x="667" y="28"/>
                  </a:lnTo>
                  <a:lnTo>
                    <a:pt x="684" y="27"/>
                  </a:lnTo>
                  <a:lnTo>
                    <a:pt x="702" y="24"/>
                  </a:lnTo>
                  <a:lnTo>
                    <a:pt x="718" y="23"/>
                  </a:lnTo>
                  <a:lnTo>
                    <a:pt x="743" y="21"/>
                  </a:lnTo>
                  <a:lnTo>
                    <a:pt x="768" y="23"/>
                  </a:lnTo>
                  <a:lnTo>
                    <a:pt x="791" y="27"/>
                  </a:lnTo>
                  <a:lnTo>
                    <a:pt x="812" y="34"/>
                  </a:lnTo>
                  <a:lnTo>
                    <a:pt x="830" y="46"/>
                  </a:lnTo>
                  <a:lnTo>
                    <a:pt x="844" y="62"/>
                  </a:lnTo>
                  <a:lnTo>
                    <a:pt x="853" y="85"/>
                  </a:lnTo>
                  <a:lnTo>
                    <a:pt x="856" y="112"/>
                  </a:lnTo>
                  <a:lnTo>
                    <a:pt x="853" y="138"/>
                  </a:lnTo>
                  <a:lnTo>
                    <a:pt x="844" y="163"/>
                  </a:lnTo>
                  <a:lnTo>
                    <a:pt x="830" y="185"/>
                  </a:lnTo>
                  <a:lnTo>
                    <a:pt x="813" y="206"/>
                  </a:lnTo>
                  <a:lnTo>
                    <a:pt x="794" y="225"/>
                  </a:lnTo>
                  <a:lnTo>
                    <a:pt x="773" y="243"/>
                  </a:lnTo>
                  <a:lnTo>
                    <a:pt x="751" y="259"/>
                  </a:lnTo>
                  <a:lnTo>
                    <a:pt x="732" y="276"/>
                  </a:lnTo>
                  <a:lnTo>
                    <a:pt x="731" y="277"/>
                  </a:lnTo>
                  <a:lnTo>
                    <a:pt x="731" y="279"/>
                  </a:lnTo>
                  <a:lnTo>
                    <a:pt x="731" y="279"/>
                  </a:lnTo>
                  <a:lnTo>
                    <a:pt x="732" y="279"/>
                  </a:lnTo>
                  <a:lnTo>
                    <a:pt x="750" y="265"/>
                  </a:lnTo>
                  <a:lnTo>
                    <a:pt x="768" y="250"/>
                  </a:lnTo>
                  <a:lnTo>
                    <a:pt x="786" y="235"/>
                  </a:lnTo>
                  <a:lnTo>
                    <a:pt x="802" y="220"/>
                  </a:lnTo>
                  <a:lnTo>
                    <a:pt x="819" y="203"/>
                  </a:lnTo>
                  <a:lnTo>
                    <a:pt x="833" y="186"/>
                  </a:lnTo>
                  <a:lnTo>
                    <a:pt x="845" y="167"/>
                  </a:lnTo>
                  <a:lnTo>
                    <a:pt x="855" y="147"/>
                  </a:lnTo>
                  <a:lnTo>
                    <a:pt x="862" y="126"/>
                  </a:lnTo>
                  <a:lnTo>
                    <a:pt x="864" y="105"/>
                  </a:lnTo>
                  <a:lnTo>
                    <a:pt x="863" y="85"/>
                  </a:lnTo>
                  <a:lnTo>
                    <a:pt x="857" y="65"/>
                  </a:lnTo>
                  <a:lnTo>
                    <a:pt x="849" y="49"/>
                  </a:lnTo>
                  <a:lnTo>
                    <a:pt x="837" y="32"/>
                  </a:lnTo>
                  <a:lnTo>
                    <a:pt x="822" y="20"/>
                  </a:lnTo>
                  <a:lnTo>
                    <a:pt x="802" y="10"/>
                  </a:lnTo>
                  <a:lnTo>
                    <a:pt x="784" y="5"/>
                  </a:lnTo>
                  <a:lnTo>
                    <a:pt x="765" y="2"/>
                  </a:lnTo>
                  <a:lnTo>
                    <a:pt x="744" y="0"/>
                  </a:lnTo>
                  <a:lnTo>
                    <a:pt x="724" y="0"/>
                  </a:lnTo>
                  <a:lnTo>
                    <a:pt x="703" y="2"/>
                  </a:lnTo>
                  <a:lnTo>
                    <a:pt x="684" y="3"/>
                  </a:lnTo>
                  <a:lnTo>
                    <a:pt x="664" y="6"/>
                  </a:lnTo>
                  <a:lnTo>
                    <a:pt x="645" y="7"/>
                  </a:lnTo>
                  <a:lnTo>
                    <a:pt x="634" y="7"/>
                  </a:lnTo>
                  <a:lnTo>
                    <a:pt x="623" y="9"/>
                  </a:lnTo>
                  <a:lnTo>
                    <a:pt x="613" y="9"/>
                  </a:lnTo>
                  <a:lnTo>
                    <a:pt x="602" y="10"/>
                  </a:lnTo>
                  <a:lnTo>
                    <a:pt x="591" y="11"/>
                  </a:lnTo>
                  <a:lnTo>
                    <a:pt x="582" y="13"/>
                  </a:lnTo>
                  <a:lnTo>
                    <a:pt x="571" y="13"/>
                  </a:lnTo>
                  <a:lnTo>
                    <a:pt x="560" y="14"/>
                  </a:lnTo>
                  <a:lnTo>
                    <a:pt x="542" y="14"/>
                  </a:lnTo>
                  <a:lnTo>
                    <a:pt x="525" y="14"/>
                  </a:lnTo>
                  <a:lnTo>
                    <a:pt x="507" y="14"/>
                  </a:lnTo>
                  <a:lnTo>
                    <a:pt x="489" y="13"/>
                  </a:lnTo>
                  <a:lnTo>
                    <a:pt x="471" y="13"/>
                  </a:lnTo>
                  <a:lnTo>
                    <a:pt x="455" y="11"/>
                  </a:lnTo>
                  <a:lnTo>
                    <a:pt x="437" y="11"/>
                  </a:lnTo>
                  <a:lnTo>
                    <a:pt x="419" y="13"/>
                  </a:lnTo>
                  <a:lnTo>
                    <a:pt x="390" y="17"/>
                  </a:lnTo>
                  <a:lnTo>
                    <a:pt x="362" y="23"/>
                  </a:lnTo>
                  <a:lnTo>
                    <a:pt x="336" y="32"/>
                  </a:lnTo>
                  <a:lnTo>
                    <a:pt x="310" y="43"/>
                  </a:lnTo>
                  <a:lnTo>
                    <a:pt x="284" y="57"/>
                  </a:lnTo>
                  <a:lnTo>
                    <a:pt x="259" y="72"/>
                  </a:lnTo>
                  <a:lnTo>
                    <a:pt x="236" y="89"/>
                  </a:lnTo>
                  <a:lnTo>
                    <a:pt x="212" y="107"/>
                  </a:lnTo>
                  <a:lnTo>
                    <a:pt x="190" y="127"/>
                  </a:lnTo>
                  <a:lnTo>
                    <a:pt x="168" y="148"/>
                  </a:lnTo>
                  <a:lnTo>
                    <a:pt x="147" y="169"/>
                  </a:lnTo>
                  <a:lnTo>
                    <a:pt x="128" y="192"/>
                  </a:lnTo>
                  <a:lnTo>
                    <a:pt x="110" y="214"/>
                  </a:lnTo>
                  <a:lnTo>
                    <a:pt x="92" y="237"/>
                  </a:lnTo>
                  <a:lnTo>
                    <a:pt x="76" y="259"/>
                  </a:lnTo>
                  <a:lnTo>
                    <a:pt x="61" y="283"/>
                  </a:lnTo>
                  <a:lnTo>
                    <a:pt x="49" y="301"/>
                  </a:lnTo>
                  <a:lnTo>
                    <a:pt x="38" y="319"/>
                  </a:lnTo>
                  <a:lnTo>
                    <a:pt x="27" y="338"/>
                  </a:lnTo>
                  <a:lnTo>
                    <a:pt x="16" y="359"/>
                  </a:lnTo>
                  <a:lnTo>
                    <a:pt x="8" y="379"/>
                  </a:lnTo>
                  <a:lnTo>
                    <a:pt x="3" y="400"/>
                  </a:lnTo>
                  <a:lnTo>
                    <a:pt x="0" y="422"/>
                  </a:lnTo>
                  <a:lnTo>
                    <a:pt x="1" y="443"/>
                  </a:lnTo>
                  <a:lnTo>
                    <a:pt x="8" y="465"/>
                  </a:lnTo>
                  <a:lnTo>
                    <a:pt x="22" y="481"/>
                  </a:lnTo>
                  <a:lnTo>
                    <a:pt x="41" y="492"/>
                  </a:lnTo>
                  <a:lnTo>
                    <a:pt x="63" y="501"/>
                  </a:lnTo>
                  <a:lnTo>
                    <a:pt x="88" y="505"/>
                  </a:lnTo>
                  <a:lnTo>
                    <a:pt x="113" y="508"/>
                  </a:lnTo>
                  <a:lnTo>
                    <a:pt x="136" y="508"/>
                  </a:lnTo>
                  <a:lnTo>
                    <a:pt x="158" y="506"/>
                  </a:lnTo>
                  <a:lnTo>
                    <a:pt x="160" y="506"/>
                  </a:lnTo>
                  <a:lnTo>
                    <a:pt x="160" y="505"/>
                  </a:lnTo>
                  <a:lnTo>
                    <a:pt x="160" y="503"/>
                  </a:lnTo>
                  <a:lnTo>
                    <a:pt x="160" y="503"/>
                  </a:lnTo>
                  <a:lnTo>
                    <a:pt x="160" y="50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09" name="Freeform 217"/>
            <p:cNvSpPr>
              <a:spLocks/>
            </p:cNvSpPr>
            <p:nvPr/>
          </p:nvSpPr>
          <p:spPr bwMode="gray">
            <a:xfrm>
              <a:off x="3945" y="2021"/>
              <a:ext cx="21" cy="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" y="39"/>
                </a:cxn>
                <a:cxn ang="0">
                  <a:pos x="30" y="80"/>
                </a:cxn>
                <a:cxn ang="0">
                  <a:pos x="27" y="121"/>
                </a:cxn>
                <a:cxn ang="0">
                  <a:pos x="16" y="164"/>
                </a:cxn>
                <a:cxn ang="0">
                  <a:pos x="16" y="168"/>
                </a:cxn>
                <a:cxn ang="0">
                  <a:pos x="17" y="170"/>
                </a:cxn>
                <a:cxn ang="0">
                  <a:pos x="19" y="171"/>
                </a:cxn>
                <a:cxn ang="0">
                  <a:pos x="22" y="168"/>
                </a:cxn>
                <a:cxn ang="0">
                  <a:pos x="33" y="148"/>
                </a:cxn>
                <a:cxn ang="0">
                  <a:pos x="38" y="126"/>
                </a:cxn>
                <a:cxn ang="0">
                  <a:pos x="41" y="102"/>
                </a:cxn>
                <a:cxn ang="0">
                  <a:pos x="40" y="80"/>
                </a:cxn>
                <a:cxn ang="0">
                  <a:pos x="35" y="58"/>
                </a:cxn>
                <a:cxn ang="0">
                  <a:pos x="27" y="37"/>
                </a:cxn>
                <a:cxn ang="0">
                  <a:pos x="15" y="1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" h="171">
                  <a:moveTo>
                    <a:pt x="0" y="0"/>
                  </a:moveTo>
                  <a:lnTo>
                    <a:pt x="20" y="39"/>
                  </a:lnTo>
                  <a:lnTo>
                    <a:pt x="30" y="80"/>
                  </a:lnTo>
                  <a:lnTo>
                    <a:pt x="27" y="121"/>
                  </a:lnTo>
                  <a:lnTo>
                    <a:pt x="16" y="164"/>
                  </a:lnTo>
                  <a:lnTo>
                    <a:pt x="16" y="168"/>
                  </a:lnTo>
                  <a:lnTo>
                    <a:pt x="17" y="170"/>
                  </a:lnTo>
                  <a:lnTo>
                    <a:pt x="19" y="171"/>
                  </a:lnTo>
                  <a:lnTo>
                    <a:pt x="22" y="168"/>
                  </a:lnTo>
                  <a:lnTo>
                    <a:pt x="33" y="148"/>
                  </a:lnTo>
                  <a:lnTo>
                    <a:pt x="38" y="126"/>
                  </a:lnTo>
                  <a:lnTo>
                    <a:pt x="41" y="102"/>
                  </a:lnTo>
                  <a:lnTo>
                    <a:pt x="40" y="80"/>
                  </a:lnTo>
                  <a:lnTo>
                    <a:pt x="35" y="58"/>
                  </a:lnTo>
                  <a:lnTo>
                    <a:pt x="27" y="37"/>
                  </a:lnTo>
                  <a:lnTo>
                    <a:pt x="15" y="1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0" name="Freeform 218"/>
            <p:cNvSpPr>
              <a:spLocks/>
            </p:cNvSpPr>
            <p:nvPr/>
          </p:nvSpPr>
          <p:spPr bwMode="gray">
            <a:xfrm>
              <a:off x="3901" y="2103"/>
              <a:ext cx="77" cy="215"/>
            </a:xfrm>
            <a:custGeom>
              <a:avLst/>
              <a:gdLst/>
              <a:ahLst/>
              <a:cxnLst>
                <a:cxn ang="0">
                  <a:pos x="94" y="2"/>
                </a:cxn>
                <a:cxn ang="0">
                  <a:pos x="109" y="30"/>
                </a:cxn>
                <a:cxn ang="0">
                  <a:pos x="119" y="64"/>
                </a:cxn>
                <a:cxn ang="0">
                  <a:pos x="124" y="97"/>
                </a:cxn>
                <a:cxn ang="0">
                  <a:pos x="129" y="130"/>
                </a:cxn>
                <a:cxn ang="0">
                  <a:pos x="130" y="148"/>
                </a:cxn>
                <a:cxn ang="0">
                  <a:pos x="129" y="164"/>
                </a:cxn>
                <a:cxn ang="0">
                  <a:pos x="124" y="179"/>
                </a:cxn>
                <a:cxn ang="0">
                  <a:pos x="119" y="194"/>
                </a:cxn>
                <a:cxn ang="0">
                  <a:pos x="113" y="208"/>
                </a:cxn>
                <a:cxn ang="0">
                  <a:pos x="105" y="222"/>
                </a:cxn>
                <a:cxn ang="0">
                  <a:pos x="97" y="237"/>
                </a:cxn>
                <a:cxn ang="0">
                  <a:pos x="89" y="252"/>
                </a:cxn>
                <a:cxn ang="0">
                  <a:pos x="76" y="274"/>
                </a:cxn>
                <a:cxn ang="0">
                  <a:pos x="65" y="295"/>
                </a:cxn>
                <a:cxn ang="0">
                  <a:pos x="53" y="317"/>
                </a:cxn>
                <a:cxn ang="0">
                  <a:pos x="42" y="338"/>
                </a:cxn>
                <a:cxn ang="0">
                  <a:pos x="31" y="360"/>
                </a:cxn>
                <a:cxn ang="0">
                  <a:pos x="20" y="382"/>
                </a:cxn>
                <a:cxn ang="0">
                  <a:pos x="10" y="404"/>
                </a:cxn>
                <a:cxn ang="0">
                  <a:pos x="0" y="427"/>
                </a:cxn>
                <a:cxn ang="0">
                  <a:pos x="0" y="429"/>
                </a:cxn>
                <a:cxn ang="0">
                  <a:pos x="2" y="430"/>
                </a:cxn>
                <a:cxn ang="0">
                  <a:pos x="3" y="430"/>
                </a:cxn>
                <a:cxn ang="0">
                  <a:pos x="3" y="429"/>
                </a:cxn>
                <a:cxn ang="0">
                  <a:pos x="11" y="411"/>
                </a:cxn>
                <a:cxn ang="0">
                  <a:pos x="21" y="393"/>
                </a:cxn>
                <a:cxn ang="0">
                  <a:pos x="29" y="375"/>
                </a:cxn>
                <a:cxn ang="0">
                  <a:pos x="40" y="358"/>
                </a:cxn>
                <a:cxn ang="0">
                  <a:pos x="50" y="340"/>
                </a:cxn>
                <a:cxn ang="0">
                  <a:pos x="61" y="324"/>
                </a:cxn>
                <a:cxn ang="0">
                  <a:pos x="72" y="309"/>
                </a:cxn>
                <a:cxn ang="0">
                  <a:pos x="84" y="292"/>
                </a:cxn>
                <a:cxn ang="0">
                  <a:pos x="93" y="281"/>
                </a:cxn>
                <a:cxn ang="0">
                  <a:pos x="101" y="272"/>
                </a:cxn>
                <a:cxn ang="0">
                  <a:pos x="109" y="261"/>
                </a:cxn>
                <a:cxn ang="0">
                  <a:pos x="117" y="250"/>
                </a:cxn>
                <a:cxn ang="0">
                  <a:pos x="124" y="237"/>
                </a:cxn>
                <a:cxn ang="0">
                  <a:pos x="133" y="226"/>
                </a:cxn>
                <a:cxn ang="0">
                  <a:pos x="138" y="215"/>
                </a:cxn>
                <a:cxn ang="0">
                  <a:pos x="144" y="203"/>
                </a:cxn>
                <a:cxn ang="0">
                  <a:pos x="152" y="177"/>
                </a:cxn>
                <a:cxn ang="0">
                  <a:pos x="155" y="149"/>
                </a:cxn>
                <a:cxn ang="0">
                  <a:pos x="155" y="121"/>
                </a:cxn>
                <a:cxn ang="0">
                  <a:pos x="151" y="92"/>
                </a:cxn>
                <a:cxn ang="0">
                  <a:pos x="144" y="66"/>
                </a:cxn>
                <a:cxn ang="0">
                  <a:pos x="131" y="41"/>
                </a:cxn>
                <a:cxn ang="0">
                  <a:pos x="115" y="19"/>
                </a:cxn>
                <a:cxn ang="0">
                  <a:pos x="95" y="0"/>
                </a:cxn>
                <a:cxn ang="0">
                  <a:pos x="95" y="0"/>
                </a:cxn>
                <a:cxn ang="0">
                  <a:pos x="95" y="0"/>
                </a:cxn>
                <a:cxn ang="0">
                  <a:pos x="94" y="0"/>
                </a:cxn>
                <a:cxn ang="0">
                  <a:pos x="94" y="2"/>
                </a:cxn>
                <a:cxn ang="0">
                  <a:pos x="94" y="2"/>
                </a:cxn>
              </a:cxnLst>
              <a:rect l="0" t="0" r="r" b="b"/>
              <a:pathLst>
                <a:path w="155" h="430">
                  <a:moveTo>
                    <a:pt x="94" y="2"/>
                  </a:moveTo>
                  <a:lnTo>
                    <a:pt x="109" y="30"/>
                  </a:lnTo>
                  <a:lnTo>
                    <a:pt x="119" y="64"/>
                  </a:lnTo>
                  <a:lnTo>
                    <a:pt x="124" y="97"/>
                  </a:lnTo>
                  <a:lnTo>
                    <a:pt x="129" y="130"/>
                  </a:lnTo>
                  <a:lnTo>
                    <a:pt x="130" y="148"/>
                  </a:lnTo>
                  <a:lnTo>
                    <a:pt x="129" y="164"/>
                  </a:lnTo>
                  <a:lnTo>
                    <a:pt x="124" y="179"/>
                  </a:lnTo>
                  <a:lnTo>
                    <a:pt x="119" y="194"/>
                  </a:lnTo>
                  <a:lnTo>
                    <a:pt x="113" y="208"/>
                  </a:lnTo>
                  <a:lnTo>
                    <a:pt x="105" y="222"/>
                  </a:lnTo>
                  <a:lnTo>
                    <a:pt x="97" y="237"/>
                  </a:lnTo>
                  <a:lnTo>
                    <a:pt x="89" y="252"/>
                  </a:lnTo>
                  <a:lnTo>
                    <a:pt x="76" y="274"/>
                  </a:lnTo>
                  <a:lnTo>
                    <a:pt x="65" y="295"/>
                  </a:lnTo>
                  <a:lnTo>
                    <a:pt x="53" y="317"/>
                  </a:lnTo>
                  <a:lnTo>
                    <a:pt x="42" y="338"/>
                  </a:lnTo>
                  <a:lnTo>
                    <a:pt x="31" y="360"/>
                  </a:lnTo>
                  <a:lnTo>
                    <a:pt x="20" y="382"/>
                  </a:lnTo>
                  <a:lnTo>
                    <a:pt x="10" y="404"/>
                  </a:lnTo>
                  <a:lnTo>
                    <a:pt x="0" y="427"/>
                  </a:lnTo>
                  <a:lnTo>
                    <a:pt x="0" y="429"/>
                  </a:lnTo>
                  <a:lnTo>
                    <a:pt x="2" y="430"/>
                  </a:lnTo>
                  <a:lnTo>
                    <a:pt x="3" y="430"/>
                  </a:lnTo>
                  <a:lnTo>
                    <a:pt x="3" y="429"/>
                  </a:lnTo>
                  <a:lnTo>
                    <a:pt x="11" y="411"/>
                  </a:lnTo>
                  <a:lnTo>
                    <a:pt x="21" y="393"/>
                  </a:lnTo>
                  <a:lnTo>
                    <a:pt x="29" y="375"/>
                  </a:lnTo>
                  <a:lnTo>
                    <a:pt x="40" y="358"/>
                  </a:lnTo>
                  <a:lnTo>
                    <a:pt x="50" y="340"/>
                  </a:lnTo>
                  <a:lnTo>
                    <a:pt x="61" y="324"/>
                  </a:lnTo>
                  <a:lnTo>
                    <a:pt x="72" y="309"/>
                  </a:lnTo>
                  <a:lnTo>
                    <a:pt x="84" y="292"/>
                  </a:lnTo>
                  <a:lnTo>
                    <a:pt x="93" y="281"/>
                  </a:lnTo>
                  <a:lnTo>
                    <a:pt x="101" y="272"/>
                  </a:lnTo>
                  <a:lnTo>
                    <a:pt x="109" y="261"/>
                  </a:lnTo>
                  <a:lnTo>
                    <a:pt x="117" y="250"/>
                  </a:lnTo>
                  <a:lnTo>
                    <a:pt x="124" y="237"/>
                  </a:lnTo>
                  <a:lnTo>
                    <a:pt x="133" y="226"/>
                  </a:lnTo>
                  <a:lnTo>
                    <a:pt x="138" y="215"/>
                  </a:lnTo>
                  <a:lnTo>
                    <a:pt x="144" y="203"/>
                  </a:lnTo>
                  <a:lnTo>
                    <a:pt x="152" y="177"/>
                  </a:lnTo>
                  <a:lnTo>
                    <a:pt x="155" y="149"/>
                  </a:lnTo>
                  <a:lnTo>
                    <a:pt x="155" y="121"/>
                  </a:lnTo>
                  <a:lnTo>
                    <a:pt x="151" y="92"/>
                  </a:lnTo>
                  <a:lnTo>
                    <a:pt x="144" y="66"/>
                  </a:lnTo>
                  <a:lnTo>
                    <a:pt x="131" y="41"/>
                  </a:lnTo>
                  <a:lnTo>
                    <a:pt x="115" y="19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4" y="0"/>
                  </a:lnTo>
                  <a:lnTo>
                    <a:pt x="94" y="2"/>
                  </a:lnTo>
                  <a:lnTo>
                    <a:pt x="94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1" name="Freeform 219"/>
            <p:cNvSpPr>
              <a:spLocks/>
            </p:cNvSpPr>
            <p:nvPr/>
          </p:nvSpPr>
          <p:spPr bwMode="gray">
            <a:xfrm>
              <a:off x="3749" y="2169"/>
              <a:ext cx="162" cy="1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9"/>
                </a:cxn>
                <a:cxn ang="0">
                  <a:pos x="2" y="56"/>
                </a:cxn>
                <a:cxn ang="0">
                  <a:pos x="7" y="80"/>
                </a:cxn>
                <a:cxn ang="0">
                  <a:pos x="12" y="105"/>
                </a:cxn>
                <a:cxn ang="0">
                  <a:pos x="20" y="127"/>
                </a:cxn>
                <a:cxn ang="0">
                  <a:pos x="33" y="149"/>
                </a:cxn>
                <a:cxn ang="0">
                  <a:pos x="49" y="170"/>
                </a:cxn>
                <a:cxn ang="0">
                  <a:pos x="70" y="189"/>
                </a:cxn>
                <a:cxn ang="0">
                  <a:pos x="82" y="199"/>
                </a:cxn>
                <a:cxn ang="0">
                  <a:pos x="95" y="208"/>
                </a:cxn>
                <a:cxn ang="0">
                  <a:pos x="109" y="218"/>
                </a:cxn>
                <a:cxn ang="0">
                  <a:pos x="122" y="228"/>
                </a:cxn>
                <a:cxn ang="0">
                  <a:pos x="137" y="237"/>
                </a:cxn>
                <a:cxn ang="0">
                  <a:pos x="153" y="246"/>
                </a:cxn>
                <a:cxn ang="0">
                  <a:pos x="168" y="254"/>
                </a:cxn>
                <a:cxn ang="0">
                  <a:pos x="183" y="261"/>
                </a:cxn>
                <a:cxn ang="0">
                  <a:pos x="200" y="268"/>
                </a:cxn>
                <a:cxn ang="0">
                  <a:pos x="216" y="273"/>
                </a:cxn>
                <a:cxn ang="0">
                  <a:pos x="233" y="279"/>
                </a:cxn>
                <a:cxn ang="0">
                  <a:pos x="249" y="283"/>
                </a:cxn>
                <a:cxn ang="0">
                  <a:pos x="264" y="287"/>
                </a:cxn>
                <a:cxn ang="0">
                  <a:pos x="281" y="290"/>
                </a:cxn>
                <a:cxn ang="0">
                  <a:pos x="297" y="291"/>
                </a:cxn>
                <a:cxn ang="0">
                  <a:pos x="313" y="291"/>
                </a:cxn>
                <a:cxn ang="0">
                  <a:pos x="317" y="290"/>
                </a:cxn>
                <a:cxn ang="0">
                  <a:pos x="321" y="286"/>
                </a:cxn>
                <a:cxn ang="0">
                  <a:pos x="324" y="283"/>
                </a:cxn>
                <a:cxn ang="0">
                  <a:pos x="321" y="280"/>
                </a:cxn>
                <a:cxn ang="0">
                  <a:pos x="293" y="270"/>
                </a:cxn>
                <a:cxn ang="0">
                  <a:pos x="267" y="261"/>
                </a:cxn>
                <a:cxn ang="0">
                  <a:pos x="241" y="251"/>
                </a:cxn>
                <a:cxn ang="0">
                  <a:pos x="215" y="240"/>
                </a:cxn>
                <a:cxn ang="0">
                  <a:pos x="188" y="231"/>
                </a:cxn>
                <a:cxn ang="0">
                  <a:pos x="164" y="218"/>
                </a:cxn>
                <a:cxn ang="0">
                  <a:pos x="137" y="206"/>
                </a:cxn>
                <a:cxn ang="0">
                  <a:pos x="113" y="193"/>
                </a:cxn>
                <a:cxn ang="0">
                  <a:pos x="100" y="186"/>
                </a:cxn>
                <a:cxn ang="0">
                  <a:pos x="88" y="180"/>
                </a:cxn>
                <a:cxn ang="0">
                  <a:pos x="77" y="171"/>
                </a:cxn>
                <a:cxn ang="0">
                  <a:pos x="66" y="163"/>
                </a:cxn>
                <a:cxn ang="0">
                  <a:pos x="56" y="155"/>
                </a:cxn>
                <a:cxn ang="0">
                  <a:pos x="45" y="146"/>
                </a:cxn>
                <a:cxn ang="0">
                  <a:pos x="37" y="137"/>
                </a:cxn>
                <a:cxn ang="0">
                  <a:pos x="29" y="126"/>
                </a:cxn>
                <a:cxn ang="0">
                  <a:pos x="13" y="97"/>
                </a:cxn>
                <a:cxn ang="0">
                  <a:pos x="5" y="65"/>
                </a:cxn>
                <a:cxn ang="0">
                  <a:pos x="2" y="3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24" h="291">
                  <a:moveTo>
                    <a:pt x="0" y="0"/>
                  </a:moveTo>
                  <a:lnTo>
                    <a:pt x="1" y="29"/>
                  </a:lnTo>
                  <a:lnTo>
                    <a:pt x="2" y="56"/>
                  </a:lnTo>
                  <a:lnTo>
                    <a:pt x="7" y="80"/>
                  </a:lnTo>
                  <a:lnTo>
                    <a:pt x="12" y="105"/>
                  </a:lnTo>
                  <a:lnTo>
                    <a:pt x="20" y="127"/>
                  </a:lnTo>
                  <a:lnTo>
                    <a:pt x="33" y="149"/>
                  </a:lnTo>
                  <a:lnTo>
                    <a:pt x="49" y="170"/>
                  </a:lnTo>
                  <a:lnTo>
                    <a:pt x="70" y="189"/>
                  </a:lnTo>
                  <a:lnTo>
                    <a:pt x="82" y="199"/>
                  </a:lnTo>
                  <a:lnTo>
                    <a:pt x="95" y="208"/>
                  </a:lnTo>
                  <a:lnTo>
                    <a:pt x="109" y="218"/>
                  </a:lnTo>
                  <a:lnTo>
                    <a:pt x="122" y="228"/>
                  </a:lnTo>
                  <a:lnTo>
                    <a:pt x="137" y="237"/>
                  </a:lnTo>
                  <a:lnTo>
                    <a:pt x="153" y="246"/>
                  </a:lnTo>
                  <a:lnTo>
                    <a:pt x="168" y="254"/>
                  </a:lnTo>
                  <a:lnTo>
                    <a:pt x="183" y="261"/>
                  </a:lnTo>
                  <a:lnTo>
                    <a:pt x="200" y="268"/>
                  </a:lnTo>
                  <a:lnTo>
                    <a:pt x="216" y="273"/>
                  </a:lnTo>
                  <a:lnTo>
                    <a:pt x="233" y="279"/>
                  </a:lnTo>
                  <a:lnTo>
                    <a:pt x="249" y="283"/>
                  </a:lnTo>
                  <a:lnTo>
                    <a:pt x="264" y="287"/>
                  </a:lnTo>
                  <a:lnTo>
                    <a:pt x="281" y="290"/>
                  </a:lnTo>
                  <a:lnTo>
                    <a:pt x="297" y="291"/>
                  </a:lnTo>
                  <a:lnTo>
                    <a:pt x="313" y="291"/>
                  </a:lnTo>
                  <a:lnTo>
                    <a:pt x="317" y="290"/>
                  </a:lnTo>
                  <a:lnTo>
                    <a:pt x="321" y="286"/>
                  </a:lnTo>
                  <a:lnTo>
                    <a:pt x="324" y="283"/>
                  </a:lnTo>
                  <a:lnTo>
                    <a:pt x="321" y="280"/>
                  </a:lnTo>
                  <a:lnTo>
                    <a:pt x="293" y="270"/>
                  </a:lnTo>
                  <a:lnTo>
                    <a:pt x="267" y="261"/>
                  </a:lnTo>
                  <a:lnTo>
                    <a:pt x="241" y="251"/>
                  </a:lnTo>
                  <a:lnTo>
                    <a:pt x="215" y="240"/>
                  </a:lnTo>
                  <a:lnTo>
                    <a:pt x="188" y="231"/>
                  </a:lnTo>
                  <a:lnTo>
                    <a:pt x="164" y="218"/>
                  </a:lnTo>
                  <a:lnTo>
                    <a:pt x="137" y="206"/>
                  </a:lnTo>
                  <a:lnTo>
                    <a:pt x="113" y="193"/>
                  </a:lnTo>
                  <a:lnTo>
                    <a:pt x="100" y="186"/>
                  </a:lnTo>
                  <a:lnTo>
                    <a:pt x="88" y="180"/>
                  </a:lnTo>
                  <a:lnTo>
                    <a:pt x="77" y="171"/>
                  </a:lnTo>
                  <a:lnTo>
                    <a:pt x="66" y="163"/>
                  </a:lnTo>
                  <a:lnTo>
                    <a:pt x="56" y="155"/>
                  </a:lnTo>
                  <a:lnTo>
                    <a:pt x="45" y="146"/>
                  </a:lnTo>
                  <a:lnTo>
                    <a:pt x="37" y="137"/>
                  </a:lnTo>
                  <a:lnTo>
                    <a:pt x="29" y="126"/>
                  </a:lnTo>
                  <a:lnTo>
                    <a:pt x="13" y="97"/>
                  </a:lnTo>
                  <a:lnTo>
                    <a:pt x="5" y="65"/>
                  </a:lnTo>
                  <a:lnTo>
                    <a:pt x="2" y="32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2" name="Freeform 220"/>
            <p:cNvSpPr>
              <a:spLocks/>
            </p:cNvSpPr>
            <p:nvPr/>
          </p:nvSpPr>
          <p:spPr bwMode="gray">
            <a:xfrm>
              <a:off x="3924" y="2056"/>
              <a:ext cx="38" cy="15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63" y="3"/>
                </a:cxn>
                <a:cxn ang="0">
                  <a:pos x="49" y="8"/>
                </a:cxn>
                <a:cxn ang="0">
                  <a:pos x="38" y="15"/>
                </a:cxn>
                <a:cxn ang="0">
                  <a:pos x="27" y="25"/>
                </a:cxn>
                <a:cxn ang="0">
                  <a:pos x="18" y="36"/>
                </a:cxn>
                <a:cxn ang="0">
                  <a:pos x="9" y="48"/>
                </a:cxn>
                <a:cxn ang="0">
                  <a:pos x="4" y="61"/>
                </a:cxn>
                <a:cxn ang="0">
                  <a:pos x="1" y="73"/>
                </a:cxn>
                <a:cxn ang="0">
                  <a:pos x="0" y="103"/>
                </a:cxn>
                <a:cxn ang="0">
                  <a:pos x="1" y="132"/>
                </a:cxn>
                <a:cxn ang="0">
                  <a:pos x="5" y="161"/>
                </a:cxn>
                <a:cxn ang="0">
                  <a:pos x="9" y="189"/>
                </a:cxn>
                <a:cxn ang="0">
                  <a:pos x="14" y="218"/>
                </a:cxn>
                <a:cxn ang="0">
                  <a:pos x="14" y="247"/>
                </a:cxn>
                <a:cxn ang="0">
                  <a:pos x="9" y="276"/>
                </a:cxn>
                <a:cxn ang="0">
                  <a:pos x="0" y="305"/>
                </a:cxn>
                <a:cxn ang="0">
                  <a:pos x="0" y="306"/>
                </a:cxn>
                <a:cxn ang="0">
                  <a:pos x="0" y="307"/>
                </a:cxn>
                <a:cxn ang="0">
                  <a:pos x="1" y="307"/>
                </a:cxn>
                <a:cxn ang="0">
                  <a:pos x="3" y="306"/>
                </a:cxn>
                <a:cxn ang="0">
                  <a:pos x="14" y="281"/>
                </a:cxn>
                <a:cxn ang="0">
                  <a:pos x="22" y="258"/>
                </a:cxn>
                <a:cxn ang="0">
                  <a:pos x="26" y="233"/>
                </a:cxn>
                <a:cxn ang="0">
                  <a:pos x="27" y="207"/>
                </a:cxn>
                <a:cxn ang="0">
                  <a:pos x="25" y="179"/>
                </a:cxn>
                <a:cxn ang="0">
                  <a:pos x="20" y="150"/>
                </a:cxn>
                <a:cxn ang="0">
                  <a:pos x="16" y="120"/>
                </a:cxn>
                <a:cxn ang="0">
                  <a:pos x="15" y="90"/>
                </a:cxn>
                <a:cxn ang="0">
                  <a:pos x="16" y="61"/>
                </a:cxn>
                <a:cxn ang="0">
                  <a:pos x="26" y="36"/>
                </a:cxn>
                <a:cxn ang="0">
                  <a:pos x="45" y="15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76" h="307">
                  <a:moveTo>
                    <a:pt x="76" y="0"/>
                  </a:moveTo>
                  <a:lnTo>
                    <a:pt x="63" y="3"/>
                  </a:lnTo>
                  <a:lnTo>
                    <a:pt x="49" y="8"/>
                  </a:lnTo>
                  <a:lnTo>
                    <a:pt x="38" y="15"/>
                  </a:lnTo>
                  <a:lnTo>
                    <a:pt x="27" y="25"/>
                  </a:lnTo>
                  <a:lnTo>
                    <a:pt x="18" y="36"/>
                  </a:lnTo>
                  <a:lnTo>
                    <a:pt x="9" y="48"/>
                  </a:lnTo>
                  <a:lnTo>
                    <a:pt x="4" y="61"/>
                  </a:lnTo>
                  <a:lnTo>
                    <a:pt x="1" y="73"/>
                  </a:lnTo>
                  <a:lnTo>
                    <a:pt x="0" y="103"/>
                  </a:lnTo>
                  <a:lnTo>
                    <a:pt x="1" y="132"/>
                  </a:lnTo>
                  <a:lnTo>
                    <a:pt x="5" y="161"/>
                  </a:lnTo>
                  <a:lnTo>
                    <a:pt x="9" y="189"/>
                  </a:lnTo>
                  <a:lnTo>
                    <a:pt x="14" y="218"/>
                  </a:lnTo>
                  <a:lnTo>
                    <a:pt x="14" y="247"/>
                  </a:lnTo>
                  <a:lnTo>
                    <a:pt x="9" y="276"/>
                  </a:lnTo>
                  <a:lnTo>
                    <a:pt x="0" y="305"/>
                  </a:lnTo>
                  <a:lnTo>
                    <a:pt x="0" y="306"/>
                  </a:lnTo>
                  <a:lnTo>
                    <a:pt x="0" y="307"/>
                  </a:lnTo>
                  <a:lnTo>
                    <a:pt x="1" y="307"/>
                  </a:lnTo>
                  <a:lnTo>
                    <a:pt x="3" y="306"/>
                  </a:lnTo>
                  <a:lnTo>
                    <a:pt x="14" y="281"/>
                  </a:lnTo>
                  <a:lnTo>
                    <a:pt x="22" y="258"/>
                  </a:lnTo>
                  <a:lnTo>
                    <a:pt x="26" y="233"/>
                  </a:lnTo>
                  <a:lnTo>
                    <a:pt x="27" y="207"/>
                  </a:lnTo>
                  <a:lnTo>
                    <a:pt x="25" y="179"/>
                  </a:lnTo>
                  <a:lnTo>
                    <a:pt x="20" y="150"/>
                  </a:lnTo>
                  <a:lnTo>
                    <a:pt x="16" y="120"/>
                  </a:lnTo>
                  <a:lnTo>
                    <a:pt x="15" y="90"/>
                  </a:lnTo>
                  <a:lnTo>
                    <a:pt x="16" y="61"/>
                  </a:lnTo>
                  <a:lnTo>
                    <a:pt x="26" y="36"/>
                  </a:lnTo>
                  <a:lnTo>
                    <a:pt x="45" y="15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3" name="Freeform 221"/>
            <p:cNvSpPr>
              <a:spLocks/>
            </p:cNvSpPr>
            <p:nvPr/>
          </p:nvSpPr>
          <p:spPr bwMode="gray">
            <a:xfrm>
              <a:off x="3799" y="2108"/>
              <a:ext cx="77" cy="19"/>
            </a:xfrm>
            <a:custGeom>
              <a:avLst/>
              <a:gdLst/>
              <a:ahLst/>
              <a:cxnLst>
                <a:cxn ang="0">
                  <a:pos x="153" y="0"/>
                </a:cxn>
                <a:cxn ang="0">
                  <a:pos x="137" y="8"/>
                </a:cxn>
                <a:cxn ang="0">
                  <a:pos x="119" y="12"/>
                </a:cxn>
                <a:cxn ang="0">
                  <a:pos x="101" y="14"/>
                </a:cxn>
                <a:cxn ang="0">
                  <a:pos x="83" y="15"/>
                </a:cxn>
                <a:cxn ang="0">
                  <a:pos x="65" y="14"/>
                </a:cxn>
                <a:cxn ang="0">
                  <a:pos x="47" y="11"/>
                </a:cxn>
                <a:cxn ang="0">
                  <a:pos x="29" y="8"/>
                </a:cxn>
                <a:cxn ang="0">
                  <a:pos x="11" y="5"/>
                </a:cxn>
                <a:cxn ang="0">
                  <a:pos x="7" y="5"/>
                </a:cxn>
                <a:cxn ang="0">
                  <a:pos x="3" y="8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7" y="22"/>
                </a:cxn>
                <a:cxn ang="0">
                  <a:pos x="15" y="27"/>
                </a:cxn>
                <a:cxn ang="0">
                  <a:pos x="25" y="30"/>
                </a:cxn>
                <a:cxn ang="0">
                  <a:pos x="35" y="33"/>
                </a:cxn>
                <a:cxn ang="0">
                  <a:pos x="46" y="34"/>
                </a:cxn>
                <a:cxn ang="0">
                  <a:pos x="57" y="36"/>
                </a:cxn>
                <a:cxn ang="0">
                  <a:pos x="66" y="37"/>
                </a:cxn>
                <a:cxn ang="0">
                  <a:pos x="76" y="37"/>
                </a:cxn>
                <a:cxn ang="0">
                  <a:pos x="87" y="37"/>
                </a:cxn>
                <a:cxn ang="0">
                  <a:pos x="98" y="34"/>
                </a:cxn>
                <a:cxn ang="0">
                  <a:pos x="109" y="31"/>
                </a:cxn>
                <a:cxn ang="0">
                  <a:pos x="119" y="27"/>
                </a:cxn>
                <a:cxn ang="0">
                  <a:pos x="128" y="22"/>
                </a:cxn>
                <a:cxn ang="0">
                  <a:pos x="137" y="15"/>
                </a:cxn>
                <a:cxn ang="0">
                  <a:pos x="145" y="8"/>
                </a:cxn>
                <a:cxn ang="0">
                  <a:pos x="153" y="1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153" y="0"/>
                </a:cxn>
              </a:cxnLst>
              <a:rect l="0" t="0" r="r" b="b"/>
              <a:pathLst>
                <a:path w="153" h="37">
                  <a:moveTo>
                    <a:pt x="153" y="0"/>
                  </a:moveTo>
                  <a:lnTo>
                    <a:pt x="137" y="8"/>
                  </a:lnTo>
                  <a:lnTo>
                    <a:pt x="119" y="12"/>
                  </a:lnTo>
                  <a:lnTo>
                    <a:pt x="101" y="14"/>
                  </a:lnTo>
                  <a:lnTo>
                    <a:pt x="83" y="15"/>
                  </a:lnTo>
                  <a:lnTo>
                    <a:pt x="65" y="14"/>
                  </a:lnTo>
                  <a:lnTo>
                    <a:pt x="47" y="11"/>
                  </a:lnTo>
                  <a:lnTo>
                    <a:pt x="29" y="8"/>
                  </a:lnTo>
                  <a:lnTo>
                    <a:pt x="11" y="5"/>
                  </a:lnTo>
                  <a:lnTo>
                    <a:pt x="7" y="5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7" y="22"/>
                  </a:lnTo>
                  <a:lnTo>
                    <a:pt x="15" y="27"/>
                  </a:lnTo>
                  <a:lnTo>
                    <a:pt x="25" y="30"/>
                  </a:lnTo>
                  <a:lnTo>
                    <a:pt x="35" y="33"/>
                  </a:lnTo>
                  <a:lnTo>
                    <a:pt x="46" y="34"/>
                  </a:lnTo>
                  <a:lnTo>
                    <a:pt x="57" y="36"/>
                  </a:lnTo>
                  <a:lnTo>
                    <a:pt x="66" y="37"/>
                  </a:lnTo>
                  <a:lnTo>
                    <a:pt x="76" y="37"/>
                  </a:lnTo>
                  <a:lnTo>
                    <a:pt x="87" y="37"/>
                  </a:lnTo>
                  <a:lnTo>
                    <a:pt x="98" y="34"/>
                  </a:lnTo>
                  <a:lnTo>
                    <a:pt x="109" y="31"/>
                  </a:lnTo>
                  <a:lnTo>
                    <a:pt x="119" y="27"/>
                  </a:lnTo>
                  <a:lnTo>
                    <a:pt x="128" y="22"/>
                  </a:lnTo>
                  <a:lnTo>
                    <a:pt x="137" y="15"/>
                  </a:lnTo>
                  <a:lnTo>
                    <a:pt x="145" y="8"/>
                  </a:lnTo>
                  <a:lnTo>
                    <a:pt x="153" y="1"/>
                  </a:lnTo>
                  <a:lnTo>
                    <a:pt x="153" y="0"/>
                  </a:lnTo>
                  <a:lnTo>
                    <a:pt x="153" y="0"/>
                  </a:lnTo>
                  <a:lnTo>
                    <a:pt x="153" y="0"/>
                  </a:lnTo>
                  <a:lnTo>
                    <a:pt x="153" y="0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4" name="Freeform 222"/>
            <p:cNvSpPr>
              <a:spLocks/>
            </p:cNvSpPr>
            <p:nvPr/>
          </p:nvSpPr>
          <p:spPr bwMode="gray">
            <a:xfrm>
              <a:off x="3778" y="2056"/>
              <a:ext cx="102" cy="35"/>
            </a:xfrm>
            <a:custGeom>
              <a:avLst/>
              <a:gdLst/>
              <a:ahLst/>
              <a:cxnLst>
                <a:cxn ang="0">
                  <a:pos x="1" y="70"/>
                </a:cxn>
                <a:cxn ang="0">
                  <a:pos x="11" y="61"/>
                </a:cxn>
                <a:cxn ang="0">
                  <a:pos x="19" y="51"/>
                </a:cxn>
                <a:cxn ang="0">
                  <a:pos x="28" y="43"/>
                </a:cxn>
                <a:cxn ang="0">
                  <a:pos x="38" y="36"/>
                </a:cxn>
                <a:cxn ang="0">
                  <a:pos x="48" y="29"/>
                </a:cxn>
                <a:cxn ang="0">
                  <a:pos x="60" y="25"/>
                </a:cxn>
                <a:cxn ang="0">
                  <a:pos x="73" y="21"/>
                </a:cxn>
                <a:cxn ang="0">
                  <a:pos x="86" y="18"/>
                </a:cxn>
                <a:cxn ang="0">
                  <a:pos x="100" y="17"/>
                </a:cxn>
                <a:cxn ang="0">
                  <a:pos x="114" y="17"/>
                </a:cxn>
                <a:cxn ang="0">
                  <a:pos x="129" y="18"/>
                </a:cxn>
                <a:cxn ang="0">
                  <a:pos x="144" y="21"/>
                </a:cxn>
                <a:cxn ang="0">
                  <a:pos x="158" y="25"/>
                </a:cxn>
                <a:cxn ang="0">
                  <a:pos x="173" y="29"/>
                </a:cxn>
                <a:cxn ang="0">
                  <a:pos x="186" y="35"/>
                </a:cxn>
                <a:cxn ang="0">
                  <a:pos x="198" y="40"/>
                </a:cxn>
                <a:cxn ang="0">
                  <a:pos x="201" y="40"/>
                </a:cxn>
                <a:cxn ang="0">
                  <a:pos x="204" y="37"/>
                </a:cxn>
                <a:cxn ang="0">
                  <a:pos x="205" y="35"/>
                </a:cxn>
                <a:cxn ang="0">
                  <a:pos x="205" y="30"/>
                </a:cxn>
                <a:cxn ang="0">
                  <a:pos x="195" y="21"/>
                </a:cxn>
                <a:cxn ang="0">
                  <a:pos x="184" y="12"/>
                </a:cxn>
                <a:cxn ang="0">
                  <a:pos x="172" y="7"/>
                </a:cxn>
                <a:cxn ang="0">
                  <a:pos x="158" y="3"/>
                </a:cxn>
                <a:cxn ang="0">
                  <a:pos x="144" y="1"/>
                </a:cxn>
                <a:cxn ang="0">
                  <a:pos x="129" y="0"/>
                </a:cxn>
                <a:cxn ang="0">
                  <a:pos x="115" y="0"/>
                </a:cxn>
                <a:cxn ang="0">
                  <a:pos x="103" y="0"/>
                </a:cxn>
                <a:cxn ang="0">
                  <a:pos x="86" y="3"/>
                </a:cxn>
                <a:cxn ang="0">
                  <a:pos x="70" y="8"/>
                </a:cxn>
                <a:cxn ang="0">
                  <a:pos x="55" y="15"/>
                </a:cxn>
                <a:cxn ang="0">
                  <a:pos x="41" y="24"/>
                </a:cxn>
                <a:cxn ang="0">
                  <a:pos x="28" y="35"/>
                </a:cxn>
                <a:cxn ang="0">
                  <a:pos x="17" y="46"/>
                </a:cxn>
                <a:cxn ang="0">
                  <a:pos x="8" y="58"/>
                </a:cxn>
                <a:cxn ang="0">
                  <a:pos x="1" y="69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1" y="70"/>
                </a:cxn>
                <a:cxn ang="0">
                  <a:pos x="1" y="70"/>
                </a:cxn>
              </a:cxnLst>
              <a:rect l="0" t="0" r="r" b="b"/>
              <a:pathLst>
                <a:path w="205" h="70">
                  <a:moveTo>
                    <a:pt x="1" y="70"/>
                  </a:moveTo>
                  <a:lnTo>
                    <a:pt x="11" y="61"/>
                  </a:lnTo>
                  <a:lnTo>
                    <a:pt x="19" y="51"/>
                  </a:lnTo>
                  <a:lnTo>
                    <a:pt x="28" y="43"/>
                  </a:lnTo>
                  <a:lnTo>
                    <a:pt x="38" y="36"/>
                  </a:lnTo>
                  <a:lnTo>
                    <a:pt x="48" y="29"/>
                  </a:lnTo>
                  <a:lnTo>
                    <a:pt x="60" y="25"/>
                  </a:lnTo>
                  <a:lnTo>
                    <a:pt x="73" y="21"/>
                  </a:lnTo>
                  <a:lnTo>
                    <a:pt x="86" y="18"/>
                  </a:lnTo>
                  <a:lnTo>
                    <a:pt x="100" y="17"/>
                  </a:lnTo>
                  <a:lnTo>
                    <a:pt x="114" y="17"/>
                  </a:lnTo>
                  <a:lnTo>
                    <a:pt x="129" y="18"/>
                  </a:lnTo>
                  <a:lnTo>
                    <a:pt x="144" y="21"/>
                  </a:lnTo>
                  <a:lnTo>
                    <a:pt x="158" y="25"/>
                  </a:lnTo>
                  <a:lnTo>
                    <a:pt x="173" y="29"/>
                  </a:lnTo>
                  <a:lnTo>
                    <a:pt x="186" y="35"/>
                  </a:lnTo>
                  <a:lnTo>
                    <a:pt x="198" y="40"/>
                  </a:lnTo>
                  <a:lnTo>
                    <a:pt x="201" y="40"/>
                  </a:lnTo>
                  <a:lnTo>
                    <a:pt x="204" y="37"/>
                  </a:lnTo>
                  <a:lnTo>
                    <a:pt x="205" y="35"/>
                  </a:lnTo>
                  <a:lnTo>
                    <a:pt x="205" y="30"/>
                  </a:lnTo>
                  <a:lnTo>
                    <a:pt x="195" y="21"/>
                  </a:lnTo>
                  <a:lnTo>
                    <a:pt x="184" y="12"/>
                  </a:lnTo>
                  <a:lnTo>
                    <a:pt x="172" y="7"/>
                  </a:lnTo>
                  <a:lnTo>
                    <a:pt x="158" y="3"/>
                  </a:lnTo>
                  <a:lnTo>
                    <a:pt x="144" y="1"/>
                  </a:lnTo>
                  <a:lnTo>
                    <a:pt x="129" y="0"/>
                  </a:lnTo>
                  <a:lnTo>
                    <a:pt x="115" y="0"/>
                  </a:lnTo>
                  <a:lnTo>
                    <a:pt x="103" y="0"/>
                  </a:lnTo>
                  <a:lnTo>
                    <a:pt x="86" y="3"/>
                  </a:lnTo>
                  <a:lnTo>
                    <a:pt x="70" y="8"/>
                  </a:lnTo>
                  <a:lnTo>
                    <a:pt x="55" y="15"/>
                  </a:lnTo>
                  <a:lnTo>
                    <a:pt x="41" y="24"/>
                  </a:lnTo>
                  <a:lnTo>
                    <a:pt x="28" y="35"/>
                  </a:lnTo>
                  <a:lnTo>
                    <a:pt x="17" y="46"/>
                  </a:lnTo>
                  <a:lnTo>
                    <a:pt x="8" y="58"/>
                  </a:lnTo>
                  <a:lnTo>
                    <a:pt x="1" y="69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1" y="70"/>
                  </a:lnTo>
                  <a:lnTo>
                    <a:pt x="1" y="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5" name="Freeform 223"/>
            <p:cNvSpPr>
              <a:spLocks/>
            </p:cNvSpPr>
            <p:nvPr/>
          </p:nvSpPr>
          <p:spPr bwMode="gray">
            <a:xfrm>
              <a:off x="3856" y="2226"/>
              <a:ext cx="74" cy="13"/>
            </a:xfrm>
            <a:custGeom>
              <a:avLst/>
              <a:gdLst/>
              <a:ahLst/>
              <a:cxnLst>
                <a:cxn ang="0">
                  <a:pos x="148" y="0"/>
                </a:cxn>
                <a:cxn ang="0">
                  <a:pos x="137" y="10"/>
                </a:cxn>
                <a:cxn ang="0">
                  <a:pos x="129" y="14"/>
                </a:cxn>
                <a:cxn ang="0">
                  <a:pos x="124" y="16"/>
                </a:cxn>
                <a:cxn ang="0">
                  <a:pos x="120" y="14"/>
                </a:cxn>
                <a:cxn ang="0">
                  <a:pos x="118" y="11"/>
                </a:cxn>
                <a:cxn ang="0">
                  <a:pos x="113" y="7"/>
                </a:cxn>
                <a:cxn ang="0">
                  <a:pos x="109" y="6"/>
                </a:cxn>
                <a:cxn ang="0">
                  <a:pos x="104" y="5"/>
                </a:cxn>
                <a:cxn ang="0">
                  <a:pos x="98" y="6"/>
                </a:cxn>
                <a:cxn ang="0">
                  <a:pos x="91" y="7"/>
                </a:cxn>
                <a:cxn ang="0">
                  <a:pos x="86" y="10"/>
                </a:cxn>
                <a:cxn ang="0">
                  <a:pos x="80" y="13"/>
                </a:cxn>
                <a:cxn ang="0">
                  <a:pos x="71" y="16"/>
                </a:cxn>
                <a:cxn ang="0">
                  <a:pos x="61" y="17"/>
                </a:cxn>
                <a:cxn ang="0">
                  <a:pos x="51" y="17"/>
                </a:cxn>
                <a:cxn ang="0">
                  <a:pos x="42" y="16"/>
                </a:cxn>
                <a:cxn ang="0">
                  <a:pos x="31" y="13"/>
                </a:cxn>
                <a:cxn ang="0">
                  <a:pos x="21" y="10"/>
                </a:cxn>
                <a:cxn ang="0">
                  <a:pos x="11" y="9"/>
                </a:cxn>
                <a:cxn ang="0">
                  <a:pos x="3" y="6"/>
                </a:cxn>
                <a:cxn ang="0">
                  <a:pos x="2" y="6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0" y="9"/>
                </a:cxn>
                <a:cxn ang="0">
                  <a:pos x="10" y="13"/>
                </a:cxn>
                <a:cxn ang="0">
                  <a:pos x="21" y="17"/>
                </a:cxn>
                <a:cxn ang="0">
                  <a:pos x="31" y="20"/>
                </a:cxn>
                <a:cxn ang="0">
                  <a:pos x="42" y="22"/>
                </a:cxn>
                <a:cxn ang="0">
                  <a:pos x="51" y="25"/>
                </a:cxn>
                <a:cxn ang="0">
                  <a:pos x="62" y="27"/>
                </a:cxn>
                <a:cxn ang="0">
                  <a:pos x="73" y="27"/>
                </a:cxn>
                <a:cxn ang="0">
                  <a:pos x="84" y="24"/>
                </a:cxn>
                <a:cxn ang="0">
                  <a:pos x="91" y="22"/>
                </a:cxn>
                <a:cxn ang="0">
                  <a:pos x="97" y="22"/>
                </a:cxn>
                <a:cxn ang="0">
                  <a:pos x="102" y="24"/>
                </a:cxn>
                <a:cxn ang="0">
                  <a:pos x="108" y="24"/>
                </a:cxn>
                <a:cxn ang="0">
                  <a:pos x="112" y="25"/>
                </a:cxn>
                <a:cxn ang="0">
                  <a:pos x="118" y="25"/>
                </a:cxn>
                <a:cxn ang="0">
                  <a:pos x="123" y="25"/>
                </a:cxn>
                <a:cxn ang="0">
                  <a:pos x="130" y="22"/>
                </a:cxn>
                <a:cxn ang="0">
                  <a:pos x="135" y="18"/>
                </a:cxn>
                <a:cxn ang="0">
                  <a:pos x="141" y="14"/>
                </a:cxn>
                <a:cxn ang="0">
                  <a:pos x="145" y="7"/>
                </a:cxn>
                <a:cxn ang="0">
                  <a:pos x="149" y="2"/>
                </a:cxn>
                <a:cxn ang="0">
                  <a:pos x="149" y="0"/>
                </a:cxn>
                <a:cxn ang="0">
                  <a:pos x="149" y="0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48" y="0"/>
                </a:cxn>
              </a:cxnLst>
              <a:rect l="0" t="0" r="r" b="b"/>
              <a:pathLst>
                <a:path w="149" h="27">
                  <a:moveTo>
                    <a:pt x="148" y="0"/>
                  </a:moveTo>
                  <a:lnTo>
                    <a:pt x="137" y="10"/>
                  </a:lnTo>
                  <a:lnTo>
                    <a:pt x="129" y="14"/>
                  </a:lnTo>
                  <a:lnTo>
                    <a:pt x="124" y="16"/>
                  </a:lnTo>
                  <a:lnTo>
                    <a:pt x="120" y="14"/>
                  </a:lnTo>
                  <a:lnTo>
                    <a:pt x="118" y="11"/>
                  </a:lnTo>
                  <a:lnTo>
                    <a:pt x="113" y="7"/>
                  </a:lnTo>
                  <a:lnTo>
                    <a:pt x="109" y="6"/>
                  </a:lnTo>
                  <a:lnTo>
                    <a:pt x="104" y="5"/>
                  </a:lnTo>
                  <a:lnTo>
                    <a:pt x="98" y="6"/>
                  </a:lnTo>
                  <a:lnTo>
                    <a:pt x="91" y="7"/>
                  </a:lnTo>
                  <a:lnTo>
                    <a:pt x="86" y="10"/>
                  </a:lnTo>
                  <a:lnTo>
                    <a:pt x="80" y="13"/>
                  </a:lnTo>
                  <a:lnTo>
                    <a:pt x="71" y="16"/>
                  </a:lnTo>
                  <a:lnTo>
                    <a:pt x="61" y="17"/>
                  </a:lnTo>
                  <a:lnTo>
                    <a:pt x="51" y="17"/>
                  </a:lnTo>
                  <a:lnTo>
                    <a:pt x="42" y="16"/>
                  </a:lnTo>
                  <a:lnTo>
                    <a:pt x="31" y="13"/>
                  </a:lnTo>
                  <a:lnTo>
                    <a:pt x="21" y="10"/>
                  </a:lnTo>
                  <a:lnTo>
                    <a:pt x="11" y="9"/>
                  </a:lnTo>
                  <a:lnTo>
                    <a:pt x="3" y="6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10" y="13"/>
                  </a:lnTo>
                  <a:lnTo>
                    <a:pt x="21" y="17"/>
                  </a:lnTo>
                  <a:lnTo>
                    <a:pt x="31" y="20"/>
                  </a:lnTo>
                  <a:lnTo>
                    <a:pt x="42" y="22"/>
                  </a:lnTo>
                  <a:lnTo>
                    <a:pt x="51" y="25"/>
                  </a:lnTo>
                  <a:lnTo>
                    <a:pt x="62" y="27"/>
                  </a:lnTo>
                  <a:lnTo>
                    <a:pt x="73" y="27"/>
                  </a:lnTo>
                  <a:lnTo>
                    <a:pt x="84" y="24"/>
                  </a:lnTo>
                  <a:lnTo>
                    <a:pt x="91" y="22"/>
                  </a:lnTo>
                  <a:lnTo>
                    <a:pt x="97" y="22"/>
                  </a:lnTo>
                  <a:lnTo>
                    <a:pt x="102" y="24"/>
                  </a:lnTo>
                  <a:lnTo>
                    <a:pt x="108" y="24"/>
                  </a:lnTo>
                  <a:lnTo>
                    <a:pt x="112" y="25"/>
                  </a:lnTo>
                  <a:lnTo>
                    <a:pt x="118" y="25"/>
                  </a:lnTo>
                  <a:lnTo>
                    <a:pt x="123" y="25"/>
                  </a:lnTo>
                  <a:lnTo>
                    <a:pt x="130" y="22"/>
                  </a:lnTo>
                  <a:lnTo>
                    <a:pt x="135" y="18"/>
                  </a:lnTo>
                  <a:lnTo>
                    <a:pt x="141" y="14"/>
                  </a:lnTo>
                  <a:lnTo>
                    <a:pt x="145" y="7"/>
                  </a:lnTo>
                  <a:lnTo>
                    <a:pt x="149" y="2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6" name="Freeform 224"/>
            <p:cNvSpPr>
              <a:spLocks/>
            </p:cNvSpPr>
            <p:nvPr/>
          </p:nvSpPr>
          <p:spPr bwMode="gray">
            <a:xfrm>
              <a:off x="3883" y="2249"/>
              <a:ext cx="37" cy="12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10" y="17"/>
                </a:cxn>
                <a:cxn ang="0">
                  <a:pos x="20" y="20"/>
                </a:cxn>
                <a:cxn ang="0">
                  <a:pos x="31" y="22"/>
                </a:cxn>
                <a:cxn ang="0">
                  <a:pos x="40" y="24"/>
                </a:cxn>
                <a:cxn ang="0">
                  <a:pos x="51" y="24"/>
                </a:cxn>
                <a:cxn ang="0">
                  <a:pos x="60" y="21"/>
                </a:cxn>
                <a:cxn ang="0">
                  <a:pos x="68" y="14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0"/>
                </a:cxn>
                <a:cxn ang="0">
                  <a:pos x="72" y="0"/>
                </a:cxn>
                <a:cxn ang="0">
                  <a:pos x="69" y="2"/>
                </a:cxn>
                <a:cxn ang="0">
                  <a:pos x="63" y="7"/>
                </a:cxn>
                <a:cxn ang="0">
                  <a:pos x="56" y="13"/>
                </a:cxn>
                <a:cxn ang="0">
                  <a:pos x="47" y="17"/>
                </a:cxn>
                <a:cxn ang="0">
                  <a:pos x="38" y="20"/>
                </a:cxn>
                <a:cxn ang="0">
                  <a:pos x="28" y="18"/>
                </a:cxn>
                <a:cxn ang="0">
                  <a:pos x="20" y="17"/>
                </a:cxn>
                <a:cxn ang="0">
                  <a:pos x="10" y="14"/>
                </a:cxn>
                <a:cxn ang="0">
                  <a:pos x="2" y="11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75" h="24">
                  <a:moveTo>
                    <a:pt x="0" y="13"/>
                  </a:moveTo>
                  <a:lnTo>
                    <a:pt x="10" y="17"/>
                  </a:lnTo>
                  <a:lnTo>
                    <a:pt x="20" y="20"/>
                  </a:lnTo>
                  <a:lnTo>
                    <a:pt x="31" y="22"/>
                  </a:lnTo>
                  <a:lnTo>
                    <a:pt x="40" y="24"/>
                  </a:lnTo>
                  <a:lnTo>
                    <a:pt x="51" y="24"/>
                  </a:lnTo>
                  <a:lnTo>
                    <a:pt x="60" y="21"/>
                  </a:lnTo>
                  <a:lnTo>
                    <a:pt x="68" y="14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0"/>
                  </a:lnTo>
                  <a:lnTo>
                    <a:pt x="72" y="0"/>
                  </a:lnTo>
                  <a:lnTo>
                    <a:pt x="69" y="2"/>
                  </a:lnTo>
                  <a:lnTo>
                    <a:pt x="63" y="7"/>
                  </a:lnTo>
                  <a:lnTo>
                    <a:pt x="56" y="13"/>
                  </a:lnTo>
                  <a:lnTo>
                    <a:pt x="47" y="17"/>
                  </a:lnTo>
                  <a:lnTo>
                    <a:pt x="38" y="20"/>
                  </a:lnTo>
                  <a:lnTo>
                    <a:pt x="28" y="18"/>
                  </a:lnTo>
                  <a:lnTo>
                    <a:pt x="20" y="17"/>
                  </a:lnTo>
                  <a:lnTo>
                    <a:pt x="10" y="14"/>
                  </a:lnTo>
                  <a:lnTo>
                    <a:pt x="2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7" name="Freeform 225"/>
            <p:cNvSpPr>
              <a:spLocks/>
            </p:cNvSpPr>
            <p:nvPr/>
          </p:nvSpPr>
          <p:spPr bwMode="gray">
            <a:xfrm>
              <a:off x="3927" y="2099"/>
              <a:ext cx="38" cy="17"/>
            </a:xfrm>
            <a:custGeom>
              <a:avLst/>
              <a:gdLst/>
              <a:ahLst/>
              <a:cxnLst>
                <a:cxn ang="0">
                  <a:pos x="78" y="0"/>
                </a:cxn>
                <a:cxn ang="0">
                  <a:pos x="72" y="5"/>
                </a:cxn>
                <a:cxn ang="0">
                  <a:pos x="66" y="10"/>
                </a:cxn>
                <a:cxn ang="0">
                  <a:pos x="60" y="12"/>
                </a:cxn>
                <a:cxn ang="0">
                  <a:pos x="53" y="12"/>
                </a:cxn>
                <a:cxn ang="0">
                  <a:pos x="46" y="12"/>
                </a:cxn>
                <a:cxn ang="0">
                  <a:pos x="39" y="11"/>
                </a:cxn>
                <a:cxn ang="0">
                  <a:pos x="31" y="10"/>
                </a:cxn>
                <a:cxn ang="0">
                  <a:pos x="24" y="7"/>
                </a:cxn>
                <a:cxn ang="0">
                  <a:pos x="18" y="5"/>
                </a:cxn>
                <a:cxn ang="0">
                  <a:pos x="14" y="4"/>
                </a:cxn>
                <a:cxn ang="0">
                  <a:pos x="10" y="4"/>
                </a:cxn>
                <a:cxn ang="0">
                  <a:pos x="6" y="8"/>
                </a:cxn>
                <a:cxn ang="0">
                  <a:pos x="3" y="11"/>
                </a:cxn>
                <a:cxn ang="0">
                  <a:pos x="2" y="14"/>
                </a:cxn>
                <a:cxn ang="0">
                  <a:pos x="0" y="16"/>
                </a:cxn>
                <a:cxn ang="0">
                  <a:pos x="0" y="19"/>
                </a:cxn>
                <a:cxn ang="0">
                  <a:pos x="4" y="27"/>
                </a:cxn>
                <a:cxn ang="0">
                  <a:pos x="15" y="33"/>
                </a:cxn>
                <a:cxn ang="0">
                  <a:pos x="27" y="34"/>
                </a:cxn>
                <a:cxn ang="0">
                  <a:pos x="38" y="33"/>
                </a:cxn>
                <a:cxn ang="0">
                  <a:pos x="51" y="29"/>
                </a:cxn>
                <a:cxn ang="0">
                  <a:pos x="62" y="22"/>
                </a:cxn>
                <a:cxn ang="0">
                  <a:pos x="71" y="12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78" y="0"/>
                </a:cxn>
              </a:cxnLst>
              <a:rect l="0" t="0" r="r" b="b"/>
              <a:pathLst>
                <a:path w="78" h="34">
                  <a:moveTo>
                    <a:pt x="78" y="0"/>
                  </a:moveTo>
                  <a:lnTo>
                    <a:pt x="72" y="5"/>
                  </a:lnTo>
                  <a:lnTo>
                    <a:pt x="66" y="10"/>
                  </a:lnTo>
                  <a:lnTo>
                    <a:pt x="60" y="12"/>
                  </a:lnTo>
                  <a:lnTo>
                    <a:pt x="53" y="12"/>
                  </a:lnTo>
                  <a:lnTo>
                    <a:pt x="46" y="12"/>
                  </a:lnTo>
                  <a:lnTo>
                    <a:pt x="39" y="11"/>
                  </a:lnTo>
                  <a:lnTo>
                    <a:pt x="31" y="10"/>
                  </a:lnTo>
                  <a:lnTo>
                    <a:pt x="24" y="7"/>
                  </a:lnTo>
                  <a:lnTo>
                    <a:pt x="18" y="5"/>
                  </a:lnTo>
                  <a:lnTo>
                    <a:pt x="14" y="4"/>
                  </a:lnTo>
                  <a:lnTo>
                    <a:pt x="10" y="4"/>
                  </a:lnTo>
                  <a:lnTo>
                    <a:pt x="6" y="8"/>
                  </a:lnTo>
                  <a:lnTo>
                    <a:pt x="3" y="11"/>
                  </a:lnTo>
                  <a:lnTo>
                    <a:pt x="2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4" y="27"/>
                  </a:lnTo>
                  <a:lnTo>
                    <a:pt x="15" y="33"/>
                  </a:lnTo>
                  <a:lnTo>
                    <a:pt x="27" y="34"/>
                  </a:lnTo>
                  <a:lnTo>
                    <a:pt x="38" y="33"/>
                  </a:lnTo>
                  <a:lnTo>
                    <a:pt x="51" y="29"/>
                  </a:lnTo>
                  <a:lnTo>
                    <a:pt x="62" y="22"/>
                  </a:lnTo>
                  <a:lnTo>
                    <a:pt x="71" y="12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8" name="Freeform 226"/>
            <p:cNvSpPr>
              <a:spLocks/>
            </p:cNvSpPr>
            <p:nvPr/>
          </p:nvSpPr>
          <p:spPr bwMode="gray">
            <a:xfrm>
              <a:off x="3698" y="2106"/>
              <a:ext cx="61" cy="96"/>
            </a:xfrm>
            <a:custGeom>
              <a:avLst/>
              <a:gdLst/>
              <a:ahLst/>
              <a:cxnLst>
                <a:cxn ang="0">
                  <a:pos x="99" y="60"/>
                </a:cxn>
                <a:cxn ang="0">
                  <a:pos x="94" y="38"/>
                </a:cxn>
                <a:cxn ang="0">
                  <a:pos x="85" y="16"/>
                </a:cxn>
                <a:cxn ang="0">
                  <a:pos x="70" y="1"/>
                </a:cxn>
                <a:cxn ang="0">
                  <a:pos x="51" y="0"/>
                </a:cxn>
                <a:cxn ang="0">
                  <a:pos x="34" y="5"/>
                </a:cxn>
                <a:cxn ang="0">
                  <a:pos x="21" y="15"/>
                </a:cxn>
                <a:cxn ang="0">
                  <a:pos x="10" y="27"/>
                </a:cxn>
                <a:cxn ang="0">
                  <a:pos x="0" y="60"/>
                </a:cxn>
                <a:cxn ang="0">
                  <a:pos x="12" y="113"/>
                </a:cxn>
                <a:cxn ang="0">
                  <a:pos x="33" y="144"/>
                </a:cxn>
                <a:cxn ang="0">
                  <a:pos x="52" y="160"/>
                </a:cxn>
                <a:cxn ang="0">
                  <a:pos x="70" y="171"/>
                </a:cxn>
                <a:cxn ang="0">
                  <a:pos x="81" y="179"/>
                </a:cxn>
                <a:cxn ang="0">
                  <a:pos x="91" y="186"/>
                </a:cxn>
                <a:cxn ang="0">
                  <a:pos x="103" y="190"/>
                </a:cxn>
                <a:cxn ang="0">
                  <a:pos x="116" y="190"/>
                </a:cxn>
                <a:cxn ang="0">
                  <a:pos x="121" y="182"/>
                </a:cxn>
                <a:cxn ang="0">
                  <a:pos x="110" y="166"/>
                </a:cxn>
                <a:cxn ang="0">
                  <a:pos x="87" y="148"/>
                </a:cxn>
                <a:cxn ang="0">
                  <a:pos x="63" y="133"/>
                </a:cxn>
                <a:cxn ang="0">
                  <a:pos x="41" y="113"/>
                </a:cxn>
                <a:cxn ang="0">
                  <a:pos x="28" y="88"/>
                </a:cxn>
                <a:cxn ang="0">
                  <a:pos x="22" y="60"/>
                </a:cxn>
                <a:cxn ang="0">
                  <a:pos x="25" y="33"/>
                </a:cxn>
                <a:cxn ang="0">
                  <a:pos x="43" y="12"/>
                </a:cxn>
                <a:cxn ang="0">
                  <a:pos x="68" y="7"/>
                </a:cxn>
                <a:cxn ang="0">
                  <a:pos x="83" y="19"/>
                </a:cxn>
                <a:cxn ang="0">
                  <a:pos x="92" y="40"/>
                </a:cxn>
                <a:cxn ang="0">
                  <a:pos x="99" y="62"/>
                </a:cxn>
                <a:cxn ang="0">
                  <a:pos x="102" y="70"/>
                </a:cxn>
                <a:cxn ang="0">
                  <a:pos x="102" y="70"/>
                </a:cxn>
                <a:cxn ang="0">
                  <a:pos x="102" y="70"/>
                </a:cxn>
              </a:cxnLst>
              <a:rect l="0" t="0" r="r" b="b"/>
              <a:pathLst>
                <a:path w="121" h="191">
                  <a:moveTo>
                    <a:pt x="102" y="70"/>
                  </a:moveTo>
                  <a:lnTo>
                    <a:pt x="99" y="60"/>
                  </a:lnTo>
                  <a:lnTo>
                    <a:pt x="98" y="51"/>
                  </a:lnTo>
                  <a:lnTo>
                    <a:pt x="94" y="38"/>
                  </a:lnTo>
                  <a:lnTo>
                    <a:pt x="91" y="26"/>
                  </a:lnTo>
                  <a:lnTo>
                    <a:pt x="85" y="16"/>
                  </a:lnTo>
                  <a:lnTo>
                    <a:pt x="79" y="7"/>
                  </a:lnTo>
                  <a:lnTo>
                    <a:pt x="70" y="1"/>
                  </a:lnTo>
                  <a:lnTo>
                    <a:pt x="59" y="0"/>
                  </a:lnTo>
                  <a:lnTo>
                    <a:pt x="51" y="0"/>
                  </a:lnTo>
                  <a:lnTo>
                    <a:pt x="43" y="2"/>
                  </a:lnTo>
                  <a:lnTo>
                    <a:pt x="34" y="5"/>
                  </a:lnTo>
                  <a:lnTo>
                    <a:pt x="28" y="9"/>
                  </a:lnTo>
                  <a:lnTo>
                    <a:pt x="21" y="15"/>
                  </a:lnTo>
                  <a:lnTo>
                    <a:pt x="15" y="20"/>
                  </a:lnTo>
                  <a:lnTo>
                    <a:pt x="10" y="27"/>
                  </a:lnTo>
                  <a:lnTo>
                    <a:pt x="5" y="35"/>
                  </a:lnTo>
                  <a:lnTo>
                    <a:pt x="0" y="60"/>
                  </a:lnTo>
                  <a:lnTo>
                    <a:pt x="3" y="86"/>
                  </a:lnTo>
                  <a:lnTo>
                    <a:pt x="12" y="113"/>
                  </a:lnTo>
                  <a:lnTo>
                    <a:pt x="25" y="135"/>
                  </a:lnTo>
                  <a:lnTo>
                    <a:pt x="33" y="144"/>
                  </a:lnTo>
                  <a:lnTo>
                    <a:pt x="43" y="153"/>
                  </a:lnTo>
                  <a:lnTo>
                    <a:pt x="52" y="160"/>
                  </a:lnTo>
                  <a:lnTo>
                    <a:pt x="63" y="166"/>
                  </a:lnTo>
                  <a:lnTo>
                    <a:pt x="70" y="171"/>
                  </a:lnTo>
                  <a:lnTo>
                    <a:pt x="76" y="175"/>
                  </a:lnTo>
                  <a:lnTo>
                    <a:pt x="81" y="179"/>
                  </a:lnTo>
                  <a:lnTo>
                    <a:pt x="85" y="183"/>
                  </a:lnTo>
                  <a:lnTo>
                    <a:pt x="91" y="186"/>
                  </a:lnTo>
                  <a:lnTo>
                    <a:pt x="98" y="188"/>
                  </a:lnTo>
                  <a:lnTo>
                    <a:pt x="103" y="190"/>
                  </a:lnTo>
                  <a:lnTo>
                    <a:pt x="112" y="191"/>
                  </a:lnTo>
                  <a:lnTo>
                    <a:pt x="116" y="190"/>
                  </a:lnTo>
                  <a:lnTo>
                    <a:pt x="120" y="186"/>
                  </a:lnTo>
                  <a:lnTo>
                    <a:pt x="121" y="182"/>
                  </a:lnTo>
                  <a:lnTo>
                    <a:pt x="120" y="177"/>
                  </a:lnTo>
                  <a:lnTo>
                    <a:pt x="110" y="166"/>
                  </a:lnTo>
                  <a:lnTo>
                    <a:pt x="99" y="157"/>
                  </a:lnTo>
                  <a:lnTo>
                    <a:pt x="87" y="148"/>
                  </a:lnTo>
                  <a:lnTo>
                    <a:pt x="74" y="140"/>
                  </a:lnTo>
                  <a:lnTo>
                    <a:pt x="63" y="133"/>
                  </a:lnTo>
                  <a:lnTo>
                    <a:pt x="52" y="124"/>
                  </a:lnTo>
                  <a:lnTo>
                    <a:pt x="41" y="113"/>
                  </a:lnTo>
                  <a:lnTo>
                    <a:pt x="33" y="100"/>
                  </a:lnTo>
                  <a:lnTo>
                    <a:pt x="28" y="88"/>
                  </a:lnTo>
                  <a:lnTo>
                    <a:pt x="23" y="74"/>
                  </a:lnTo>
                  <a:lnTo>
                    <a:pt x="22" y="60"/>
                  </a:lnTo>
                  <a:lnTo>
                    <a:pt x="22" y="47"/>
                  </a:lnTo>
                  <a:lnTo>
                    <a:pt x="25" y="33"/>
                  </a:lnTo>
                  <a:lnTo>
                    <a:pt x="32" y="22"/>
                  </a:lnTo>
                  <a:lnTo>
                    <a:pt x="43" y="12"/>
                  </a:lnTo>
                  <a:lnTo>
                    <a:pt x="57" y="7"/>
                  </a:lnTo>
                  <a:lnTo>
                    <a:pt x="68" y="7"/>
                  </a:lnTo>
                  <a:lnTo>
                    <a:pt x="76" y="11"/>
                  </a:lnTo>
                  <a:lnTo>
                    <a:pt x="83" y="19"/>
                  </a:lnTo>
                  <a:lnTo>
                    <a:pt x="88" y="29"/>
                  </a:lnTo>
                  <a:lnTo>
                    <a:pt x="92" y="40"/>
                  </a:lnTo>
                  <a:lnTo>
                    <a:pt x="96" y="51"/>
                  </a:lnTo>
                  <a:lnTo>
                    <a:pt x="99" y="62"/>
                  </a:lnTo>
                  <a:lnTo>
                    <a:pt x="102" y="70"/>
                  </a:lnTo>
                  <a:lnTo>
                    <a:pt x="102" y="70"/>
                  </a:lnTo>
                  <a:lnTo>
                    <a:pt x="102" y="70"/>
                  </a:lnTo>
                  <a:lnTo>
                    <a:pt x="102" y="70"/>
                  </a:lnTo>
                  <a:lnTo>
                    <a:pt x="102" y="70"/>
                  </a:lnTo>
                  <a:lnTo>
                    <a:pt x="102" y="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19" name="Freeform 227"/>
            <p:cNvSpPr>
              <a:spLocks/>
            </p:cNvSpPr>
            <p:nvPr/>
          </p:nvSpPr>
          <p:spPr bwMode="gray">
            <a:xfrm>
              <a:off x="3745" y="2033"/>
              <a:ext cx="50" cy="142"/>
            </a:xfrm>
            <a:custGeom>
              <a:avLst/>
              <a:gdLst/>
              <a:ahLst/>
              <a:cxnLst>
                <a:cxn ang="0">
                  <a:pos x="44" y="283"/>
                </a:cxn>
                <a:cxn ang="0">
                  <a:pos x="27" y="248"/>
                </a:cxn>
                <a:cxn ang="0">
                  <a:pos x="18" y="209"/>
                </a:cxn>
                <a:cxn ang="0">
                  <a:pos x="15" y="170"/>
                </a:cxn>
                <a:cxn ang="0">
                  <a:pos x="19" y="133"/>
                </a:cxn>
                <a:cxn ang="0">
                  <a:pos x="29" y="96"/>
                </a:cxn>
                <a:cxn ang="0">
                  <a:pos x="45" y="62"/>
                </a:cxn>
                <a:cxn ang="0">
                  <a:pos x="69" y="31"/>
                </a:cxn>
                <a:cxn ang="0">
                  <a:pos x="98" y="5"/>
                </a:cxn>
                <a:cxn ang="0">
                  <a:pos x="99" y="2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77" y="11"/>
                </a:cxn>
                <a:cxn ang="0">
                  <a:pos x="62" y="22"/>
                </a:cxn>
                <a:cxn ang="0">
                  <a:pos x="49" y="31"/>
                </a:cxn>
                <a:cxn ang="0">
                  <a:pos x="37" y="44"/>
                </a:cxn>
                <a:cxn ang="0">
                  <a:pos x="27" y="57"/>
                </a:cxn>
                <a:cxn ang="0">
                  <a:pos x="19" y="71"/>
                </a:cxn>
                <a:cxn ang="0">
                  <a:pos x="12" y="88"/>
                </a:cxn>
                <a:cxn ang="0">
                  <a:pos x="5" y="107"/>
                </a:cxn>
                <a:cxn ang="0">
                  <a:pos x="1" y="131"/>
                </a:cxn>
                <a:cxn ang="0">
                  <a:pos x="0" y="154"/>
                </a:cxn>
                <a:cxn ang="0">
                  <a:pos x="1" y="176"/>
                </a:cxn>
                <a:cxn ang="0">
                  <a:pos x="5" y="199"/>
                </a:cxn>
                <a:cxn ang="0">
                  <a:pos x="12" y="221"/>
                </a:cxn>
                <a:cxn ang="0">
                  <a:pos x="20" y="242"/>
                </a:cxn>
                <a:cxn ang="0">
                  <a:pos x="30" y="263"/>
                </a:cxn>
                <a:cxn ang="0">
                  <a:pos x="42" y="283"/>
                </a:cxn>
                <a:cxn ang="0">
                  <a:pos x="42" y="283"/>
                </a:cxn>
                <a:cxn ang="0">
                  <a:pos x="44" y="283"/>
                </a:cxn>
                <a:cxn ang="0">
                  <a:pos x="44" y="283"/>
                </a:cxn>
                <a:cxn ang="0">
                  <a:pos x="44" y="283"/>
                </a:cxn>
                <a:cxn ang="0">
                  <a:pos x="44" y="283"/>
                </a:cxn>
              </a:cxnLst>
              <a:rect l="0" t="0" r="r" b="b"/>
              <a:pathLst>
                <a:path w="99" h="283">
                  <a:moveTo>
                    <a:pt x="44" y="283"/>
                  </a:moveTo>
                  <a:lnTo>
                    <a:pt x="27" y="248"/>
                  </a:lnTo>
                  <a:lnTo>
                    <a:pt x="18" y="209"/>
                  </a:lnTo>
                  <a:lnTo>
                    <a:pt x="15" y="170"/>
                  </a:lnTo>
                  <a:lnTo>
                    <a:pt x="19" y="133"/>
                  </a:lnTo>
                  <a:lnTo>
                    <a:pt x="29" y="96"/>
                  </a:lnTo>
                  <a:lnTo>
                    <a:pt x="45" y="62"/>
                  </a:lnTo>
                  <a:lnTo>
                    <a:pt x="69" y="31"/>
                  </a:lnTo>
                  <a:lnTo>
                    <a:pt x="98" y="5"/>
                  </a:lnTo>
                  <a:lnTo>
                    <a:pt x="99" y="2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77" y="11"/>
                  </a:lnTo>
                  <a:lnTo>
                    <a:pt x="62" y="22"/>
                  </a:lnTo>
                  <a:lnTo>
                    <a:pt x="49" y="31"/>
                  </a:lnTo>
                  <a:lnTo>
                    <a:pt x="37" y="44"/>
                  </a:lnTo>
                  <a:lnTo>
                    <a:pt x="27" y="57"/>
                  </a:lnTo>
                  <a:lnTo>
                    <a:pt x="19" y="71"/>
                  </a:lnTo>
                  <a:lnTo>
                    <a:pt x="12" y="88"/>
                  </a:lnTo>
                  <a:lnTo>
                    <a:pt x="5" y="107"/>
                  </a:lnTo>
                  <a:lnTo>
                    <a:pt x="1" y="131"/>
                  </a:lnTo>
                  <a:lnTo>
                    <a:pt x="0" y="154"/>
                  </a:lnTo>
                  <a:lnTo>
                    <a:pt x="1" y="176"/>
                  </a:lnTo>
                  <a:lnTo>
                    <a:pt x="5" y="199"/>
                  </a:lnTo>
                  <a:lnTo>
                    <a:pt x="12" y="221"/>
                  </a:lnTo>
                  <a:lnTo>
                    <a:pt x="20" y="242"/>
                  </a:lnTo>
                  <a:lnTo>
                    <a:pt x="30" y="263"/>
                  </a:lnTo>
                  <a:lnTo>
                    <a:pt x="42" y="283"/>
                  </a:lnTo>
                  <a:lnTo>
                    <a:pt x="42" y="283"/>
                  </a:lnTo>
                  <a:lnTo>
                    <a:pt x="44" y="283"/>
                  </a:lnTo>
                  <a:lnTo>
                    <a:pt x="44" y="283"/>
                  </a:lnTo>
                  <a:lnTo>
                    <a:pt x="44" y="283"/>
                  </a:lnTo>
                  <a:lnTo>
                    <a:pt x="44" y="2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0" name="Freeform 228"/>
            <p:cNvSpPr>
              <a:spLocks/>
            </p:cNvSpPr>
            <p:nvPr/>
          </p:nvSpPr>
          <p:spPr bwMode="gray">
            <a:xfrm>
              <a:off x="3730" y="2011"/>
              <a:ext cx="236" cy="103"/>
            </a:xfrm>
            <a:custGeom>
              <a:avLst/>
              <a:gdLst/>
              <a:ahLst/>
              <a:cxnLst>
                <a:cxn ang="0">
                  <a:pos x="10" y="186"/>
                </a:cxn>
                <a:cxn ang="0">
                  <a:pos x="29" y="149"/>
                </a:cxn>
                <a:cxn ang="0">
                  <a:pos x="54" y="117"/>
                </a:cxn>
                <a:cxn ang="0">
                  <a:pos x="81" y="91"/>
                </a:cxn>
                <a:cxn ang="0">
                  <a:pos x="113" y="69"/>
                </a:cxn>
                <a:cxn ang="0">
                  <a:pos x="148" y="51"/>
                </a:cxn>
                <a:cxn ang="0">
                  <a:pos x="185" y="37"/>
                </a:cxn>
                <a:cxn ang="0">
                  <a:pos x="223" y="29"/>
                </a:cxn>
                <a:cxn ang="0">
                  <a:pos x="270" y="23"/>
                </a:cxn>
                <a:cxn ang="0">
                  <a:pos x="325" y="19"/>
                </a:cxn>
                <a:cxn ang="0">
                  <a:pos x="383" y="19"/>
                </a:cxn>
                <a:cxn ang="0">
                  <a:pos x="437" y="26"/>
                </a:cxn>
                <a:cxn ang="0">
                  <a:pos x="466" y="34"/>
                </a:cxn>
                <a:cxn ang="0">
                  <a:pos x="473" y="27"/>
                </a:cxn>
                <a:cxn ang="0">
                  <a:pos x="462" y="16"/>
                </a:cxn>
                <a:cxn ang="0">
                  <a:pos x="438" y="7"/>
                </a:cxn>
                <a:cxn ang="0">
                  <a:pos x="414" y="3"/>
                </a:cxn>
                <a:cxn ang="0">
                  <a:pos x="387" y="1"/>
                </a:cxn>
                <a:cxn ang="0">
                  <a:pos x="356" y="0"/>
                </a:cxn>
                <a:cxn ang="0">
                  <a:pos x="317" y="0"/>
                </a:cxn>
                <a:cxn ang="0">
                  <a:pos x="279" y="3"/>
                </a:cxn>
                <a:cxn ang="0">
                  <a:pos x="240" y="7"/>
                </a:cxn>
                <a:cxn ang="0">
                  <a:pos x="201" y="12"/>
                </a:cxn>
                <a:cxn ang="0">
                  <a:pos x="165" y="25"/>
                </a:cxn>
                <a:cxn ang="0">
                  <a:pos x="131" y="41"/>
                </a:cxn>
                <a:cxn ang="0">
                  <a:pos x="98" y="63"/>
                </a:cxn>
                <a:cxn ang="0">
                  <a:pos x="69" y="89"/>
                </a:cxn>
                <a:cxn ang="0">
                  <a:pos x="44" y="120"/>
                </a:cxn>
                <a:cxn ang="0">
                  <a:pos x="22" y="151"/>
                </a:cxn>
                <a:cxn ang="0">
                  <a:pos x="6" y="187"/>
                </a:cxn>
                <a:cxn ang="0">
                  <a:pos x="0" y="205"/>
                </a:cxn>
                <a:cxn ang="0">
                  <a:pos x="1" y="205"/>
                </a:cxn>
                <a:cxn ang="0">
                  <a:pos x="1" y="205"/>
                </a:cxn>
              </a:cxnLst>
              <a:rect l="0" t="0" r="r" b="b"/>
              <a:pathLst>
                <a:path w="473" h="205">
                  <a:moveTo>
                    <a:pt x="1" y="205"/>
                  </a:moveTo>
                  <a:lnTo>
                    <a:pt x="10" y="186"/>
                  </a:lnTo>
                  <a:lnTo>
                    <a:pt x="18" y="167"/>
                  </a:lnTo>
                  <a:lnTo>
                    <a:pt x="29" y="149"/>
                  </a:lnTo>
                  <a:lnTo>
                    <a:pt x="40" y="132"/>
                  </a:lnTo>
                  <a:lnTo>
                    <a:pt x="54" y="117"/>
                  </a:lnTo>
                  <a:lnTo>
                    <a:pt x="66" y="103"/>
                  </a:lnTo>
                  <a:lnTo>
                    <a:pt x="81" y="91"/>
                  </a:lnTo>
                  <a:lnTo>
                    <a:pt x="97" y="78"/>
                  </a:lnTo>
                  <a:lnTo>
                    <a:pt x="113" y="69"/>
                  </a:lnTo>
                  <a:lnTo>
                    <a:pt x="130" y="59"/>
                  </a:lnTo>
                  <a:lnTo>
                    <a:pt x="148" y="51"/>
                  </a:lnTo>
                  <a:lnTo>
                    <a:pt x="167" y="44"/>
                  </a:lnTo>
                  <a:lnTo>
                    <a:pt x="185" y="37"/>
                  </a:lnTo>
                  <a:lnTo>
                    <a:pt x="204" y="33"/>
                  </a:lnTo>
                  <a:lnTo>
                    <a:pt x="223" y="29"/>
                  </a:lnTo>
                  <a:lnTo>
                    <a:pt x="244" y="26"/>
                  </a:lnTo>
                  <a:lnTo>
                    <a:pt x="270" y="23"/>
                  </a:lnTo>
                  <a:lnTo>
                    <a:pt x="298" y="21"/>
                  </a:lnTo>
                  <a:lnTo>
                    <a:pt x="325" y="19"/>
                  </a:lnTo>
                  <a:lnTo>
                    <a:pt x="354" y="18"/>
                  </a:lnTo>
                  <a:lnTo>
                    <a:pt x="383" y="19"/>
                  </a:lnTo>
                  <a:lnTo>
                    <a:pt x="411" y="22"/>
                  </a:lnTo>
                  <a:lnTo>
                    <a:pt x="437" y="26"/>
                  </a:lnTo>
                  <a:lnTo>
                    <a:pt x="462" y="34"/>
                  </a:lnTo>
                  <a:lnTo>
                    <a:pt x="466" y="34"/>
                  </a:lnTo>
                  <a:lnTo>
                    <a:pt x="470" y="32"/>
                  </a:lnTo>
                  <a:lnTo>
                    <a:pt x="473" y="27"/>
                  </a:lnTo>
                  <a:lnTo>
                    <a:pt x="473" y="23"/>
                  </a:lnTo>
                  <a:lnTo>
                    <a:pt x="462" y="16"/>
                  </a:lnTo>
                  <a:lnTo>
                    <a:pt x="451" y="11"/>
                  </a:lnTo>
                  <a:lnTo>
                    <a:pt x="438" y="7"/>
                  </a:lnTo>
                  <a:lnTo>
                    <a:pt x="426" y="4"/>
                  </a:lnTo>
                  <a:lnTo>
                    <a:pt x="414" y="3"/>
                  </a:lnTo>
                  <a:lnTo>
                    <a:pt x="400" y="1"/>
                  </a:lnTo>
                  <a:lnTo>
                    <a:pt x="387" y="1"/>
                  </a:lnTo>
                  <a:lnTo>
                    <a:pt x="375" y="0"/>
                  </a:lnTo>
                  <a:lnTo>
                    <a:pt x="356" y="0"/>
                  </a:lnTo>
                  <a:lnTo>
                    <a:pt x="336" y="0"/>
                  </a:lnTo>
                  <a:lnTo>
                    <a:pt x="317" y="0"/>
                  </a:lnTo>
                  <a:lnTo>
                    <a:pt x="298" y="1"/>
                  </a:lnTo>
                  <a:lnTo>
                    <a:pt x="279" y="3"/>
                  </a:lnTo>
                  <a:lnTo>
                    <a:pt x="259" y="5"/>
                  </a:lnTo>
                  <a:lnTo>
                    <a:pt x="240" y="7"/>
                  </a:lnTo>
                  <a:lnTo>
                    <a:pt x="221" y="10"/>
                  </a:lnTo>
                  <a:lnTo>
                    <a:pt x="201" y="12"/>
                  </a:lnTo>
                  <a:lnTo>
                    <a:pt x="183" y="18"/>
                  </a:lnTo>
                  <a:lnTo>
                    <a:pt x="165" y="25"/>
                  </a:lnTo>
                  <a:lnTo>
                    <a:pt x="148" y="32"/>
                  </a:lnTo>
                  <a:lnTo>
                    <a:pt x="131" y="41"/>
                  </a:lnTo>
                  <a:lnTo>
                    <a:pt x="114" y="52"/>
                  </a:lnTo>
                  <a:lnTo>
                    <a:pt x="98" y="63"/>
                  </a:lnTo>
                  <a:lnTo>
                    <a:pt x="84" y="76"/>
                  </a:lnTo>
                  <a:lnTo>
                    <a:pt x="69" y="89"/>
                  </a:lnTo>
                  <a:lnTo>
                    <a:pt x="57" y="105"/>
                  </a:lnTo>
                  <a:lnTo>
                    <a:pt x="44" y="120"/>
                  </a:lnTo>
                  <a:lnTo>
                    <a:pt x="33" y="135"/>
                  </a:lnTo>
                  <a:lnTo>
                    <a:pt x="22" y="151"/>
                  </a:lnTo>
                  <a:lnTo>
                    <a:pt x="14" y="169"/>
                  </a:lnTo>
                  <a:lnTo>
                    <a:pt x="6" y="187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1" y="205"/>
                  </a:lnTo>
                  <a:lnTo>
                    <a:pt x="1" y="205"/>
                  </a:lnTo>
                  <a:lnTo>
                    <a:pt x="1" y="205"/>
                  </a:lnTo>
                  <a:lnTo>
                    <a:pt x="1" y="20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1" name="Freeform 229"/>
            <p:cNvSpPr>
              <a:spLocks/>
            </p:cNvSpPr>
            <p:nvPr/>
          </p:nvSpPr>
          <p:spPr bwMode="gray">
            <a:xfrm>
              <a:off x="3683" y="1916"/>
              <a:ext cx="109" cy="188"/>
            </a:xfrm>
            <a:custGeom>
              <a:avLst/>
              <a:gdLst/>
              <a:ahLst/>
              <a:cxnLst>
                <a:cxn ang="0">
                  <a:pos x="1" y="377"/>
                </a:cxn>
                <a:cxn ang="0">
                  <a:pos x="2" y="346"/>
                </a:cxn>
                <a:cxn ang="0">
                  <a:pos x="4" y="316"/>
                </a:cxn>
                <a:cxn ang="0">
                  <a:pos x="7" y="286"/>
                </a:cxn>
                <a:cxn ang="0">
                  <a:pos x="9" y="255"/>
                </a:cxn>
                <a:cxn ang="0">
                  <a:pos x="15" y="226"/>
                </a:cxn>
                <a:cxn ang="0">
                  <a:pos x="22" y="197"/>
                </a:cxn>
                <a:cxn ang="0">
                  <a:pos x="31" y="168"/>
                </a:cxn>
                <a:cxn ang="0">
                  <a:pos x="44" y="140"/>
                </a:cxn>
                <a:cxn ang="0">
                  <a:pos x="51" y="126"/>
                </a:cxn>
                <a:cxn ang="0">
                  <a:pos x="59" y="113"/>
                </a:cxn>
                <a:cxn ang="0">
                  <a:pos x="67" y="100"/>
                </a:cxn>
                <a:cxn ang="0">
                  <a:pos x="78" y="89"/>
                </a:cxn>
                <a:cxn ang="0">
                  <a:pos x="88" y="76"/>
                </a:cxn>
                <a:cxn ang="0">
                  <a:pos x="99" y="65"/>
                </a:cxn>
                <a:cxn ang="0">
                  <a:pos x="111" y="55"/>
                </a:cxn>
                <a:cxn ang="0">
                  <a:pos x="124" y="46"/>
                </a:cxn>
                <a:cxn ang="0">
                  <a:pos x="135" y="39"/>
                </a:cxn>
                <a:cxn ang="0">
                  <a:pos x="144" y="33"/>
                </a:cxn>
                <a:cxn ang="0">
                  <a:pos x="157" y="29"/>
                </a:cxn>
                <a:cxn ang="0">
                  <a:pos x="168" y="25"/>
                </a:cxn>
                <a:cxn ang="0">
                  <a:pos x="179" y="21"/>
                </a:cxn>
                <a:cxn ang="0">
                  <a:pos x="190" y="18"/>
                </a:cxn>
                <a:cxn ang="0">
                  <a:pos x="201" y="14"/>
                </a:cxn>
                <a:cxn ang="0">
                  <a:pos x="212" y="9"/>
                </a:cxn>
                <a:cxn ang="0">
                  <a:pos x="215" y="7"/>
                </a:cxn>
                <a:cxn ang="0">
                  <a:pos x="216" y="5"/>
                </a:cxn>
                <a:cxn ang="0">
                  <a:pos x="216" y="2"/>
                </a:cxn>
                <a:cxn ang="0">
                  <a:pos x="213" y="0"/>
                </a:cxn>
                <a:cxn ang="0">
                  <a:pos x="187" y="5"/>
                </a:cxn>
                <a:cxn ang="0">
                  <a:pos x="162" y="13"/>
                </a:cxn>
                <a:cxn ang="0">
                  <a:pos x="140" y="22"/>
                </a:cxn>
                <a:cxn ang="0">
                  <a:pos x="118" y="35"/>
                </a:cxn>
                <a:cxn ang="0">
                  <a:pos x="98" y="50"/>
                </a:cxn>
                <a:cxn ang="0">
                  <a:pos x="80" y="68"/>
                </a:cxn>
                <a:cxn ang="0">
                  <a:pos x="62" y="89"/>
                </a:cxn>
                <a:cxn ang="0">
                  <a:pos x="47" y="111"/>
                </a:cxn>
                <a:cxn ang="0">
                  <a:pos x="30" y="141"/>
                </a:cxn>
                <a:cxn ang="0">
                  <a:pos x="18" y="173"/>
                </a:cxn>
                <a:cxn ang="0">
                  <a:pos x="9" y="206"/>
                </a:cxn>
                <a:cxn ang="0">
                  <a:pos x="4" y="239"/>
                </a:cxn>
                <a:cxn ang="0">
                  <a:pos x="1" y="273"/>
                </a:cxn>
                <a:cxn ang="0">
                  <a:pos x="0" y="308"/>
                </a:cxn>
                <a:cxn ang="0">
                  <a:pos x="0" y="342"/>
                </a:cxn>
                <a:cxn ang="0">
                  <a:pos x="1" y="377"/>
                </a:cxn>
                <a:cxn ang="0">
                  <a:pos x="1" y="377"/>
                </a:cxn>
                <a:cxn ang="0">
                  <a:pos x="1" y="377"/>
                </a:cxn>
                <a:cxn ang="0">
                  <a:pos x="1" y="377"/>
                </a:cxn>
                <a:cxn ang="0">
                  <a:pos x="1" y="377"/>
                </a:cxn>
                <a:cxn ang="0">
                  <a:pos x="1" y="377"/>
                </a:cxn>
              </a:cxnLst>
              <a:rect l="0" t="0" r="r" b="b"/>
              <a:pathLst>
                <a:path w="216" h="377">
                  <a:moveTo>
                    <a:pt x="1" y="377"/>
                  </a:moveTo>
                  <a:lnTo>
                    <a:pt x="2" y="346"/>
                  </a:lnTo>
                  <a:lnTo>
                    <a:pt x="4" y="316"/>
                  </a:lnTo>
                  <a:lnTo>
                    <a:pt x="7" y="286"/>
                  </a:lnTo>
                  <a:lnTo>
                    <a:pt x="9" y="255"/>
                  </a:lnTo>
                  <a:lnTo>
                    <a:pt x="15" y="226"/>
                  </a:lnTo>
                  <a:lnTo>
                    <a:pt x="22" y="197"/>
                  </a:lnTo>
                  <a:lnTo>
                    <a:pt x="31" y="168"/>
                  </a:lnTo>
                  <a:lnTo>
                    <a:pt x="44" y="140"/>
                  </a:lnTo>
                  <a:lnTo>
                    <a:pt x="51" y="126"/>
                  </a:lnTo>
                  <a:lnTo>
                    <a:pt x="59" y="113"/>
                  </a:lnTo>
                  <a:lnTo>
                    <a:pt x="67" y="100"/>
                  </a:lnTo>
                  <a:lnTo>
                    <a:pt x="78" y="89"/>
                  </a:lnTo>
                  <a:lnTo>
                    <a:pt x="88" y="76"/>
                  </a:lnTo>
                  <a:lnTo>
                    <a:pt x="99" y="65"/>
                  </a:lnTo>
                  <a:lnTo>
                    <a:pt x="111" y="55"/>
                  </a:lnTo>
                  <a:lnTo>
                    <a:pt x="124" y="46"/>
                  </a:lnTo>
                  <a:lnTo>
                    <a:pt x="135" y="39"/>
                  </a:lnTo>
                  <a:lnTo>
                    <a:pt x="144" y="33"/>
                  </a:lnTo>
                  <a:lnTo>
                    <a:pt x="157" y="29"/>
                  </a:lnTo>
                  <a:lnTo>
                    <a:pt x="168" y="25"/>
                  </a:lnTo>
                  <a:lnTo>
                    <a:pt x="179" y="21"/>
                  </a:lnTo>
                  <a:lnTo>
                    <a:pt x="190" y="18"/>
                  </a:lnTo>
                  <a:lnTo>
                    <a:pt x="201" y="14"/>
                  </a:lnTo>
                  <a:lnTo>
                    <a:pt x="212" y="9"/>
                  </a:lnTo>
                  <a:lnTo>
                    <a:pt x="215" y="7"/>
                  </a:lnTo>
                  <a:lnTo>
                    <a:pt x="216" y="5"/>
                  </a:lnTo>
                  <a:lnTo>
                    <a:pt x="216" y="2"/>
                  </a:lnTo>
                  <a:lnTo>
                    <a:pt x="213" y="0"/>
                  </a:lnTo>
                  <a:lnTo>
                    <a:pt x="187" y="5"/>
                  </a:lnTo>
                  <a:lnTo>
                    <a:pt x="162" y="13"/>
                  </a:lnTo>
                  <a:lnTo>
                    <a:pt x="140" y="22"/>
                  </a:lnTo>
                  <a:lnTo>
                    <a:pt x="118" y="35"/>
                  </a:lnTo>
                  <a:lnTo>
                    <a:pt x="98" y="50"/>
                  </a:lnTo>
                  <a:lnTo>
                    <a:pt x="80" y="68"/>
                  </a:lnTo>
                  <a:lnTo>
                    <a:pt x="62" y="89"/>
                  </a:lnTo>
                  <a:lnTo>
                    <a:pt x="47" y="111"/>
                  </a:lnTo>
                  <a:lnTo>
                    <a:pt x="30" y="141"/>
                  </a:lnTo>
                  <a:lnTo>
                    <a:pt x="18" y="173"/>
                  </a:lnTo>
                  <a:lnTo>
                    <a:pt x="9" y="206"/>
                  </a:lnTo>
                  <a:lnTo>
                    <a:pt x="4" y="239"/>
                  </a:lnTo>
                  <a:lnTo>
                    <a:pt x="1" y="273"/>
                  </a:lnTo>
                  <a:lnTo>
                    <a:pt x="0" y="308"/>
                  </a:lnTo>
                  <a:lnTo>
                    <a:pt x="0" y="342"/>
                  </a:lnTo>
                  <a:lnTo>
                    <a:pt x="1" y="377"/>
                  </a:lnTo>
                  <a:lnTo>
                    <a:pt x="1" y="377"/>
                  </a:lnTo>
                  <a:lnTo>
                    <a:pt x="1" y="377"/>
                  </a:lnTo>
                  <a:lnTo>
                    <a:pt x="1" y="377"/>
                  </a:lnTo>
                  <a:lnTo>
                    <a:pt x="1" y="377"/>
                  </a:lnTo>
                  <a:lnTo>
                    <a:pt x="1" y="3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2" name="Freeform 230"/>
            <p:cNvSpPr>
              <a:spLocks/>
            </p:cNvSpPr>
            <p:nvPr/>
          </p:nvSpPr>
          <p:spPr bwMode="gray">
            <a:xfrm>
              <a:off x="3792" y="1884"/>
              <a:ext cx="141" cy="136"/>
            </a:xfrm>
            <a:custGeom>
              <a:avLst/>
              <a:gdLst/>
              <a:ahLst/>
              <a:cxnLst>
                <a:cxn ang="0">
                  <a:pos x="7" y="271"/>
                </a:cxn>
                <a:cxn ang="0">
                  <a:pos x="6" y="223"/>
                </a:cxn>
                <a:cxn ang="0">
                  <a:pos x="6" y="176"/>
                </a:cxn>
                <a:cxn ang="0">
                  <a:pos x="12" y="130"/>
                </a:cxn>
                <a:cxn ang="0">
                  <a:pos x="20" y="81"/>
                </a:cxn>
                <a:cxn ang="0">
                  <a:pos x="27" y="61"/>
                </a:cxn>
                <a:cxn ang="0">
                  <a:pos x="36" y="44"/>
                </a:cxn>
                <a:cxn ang="0">
                  <a:pos x="47" y="33"/>
                </a:cxn>
                <a:cxn ang="0">
                  <a:pos x="60" y="26"/>
                </a:cxn>
                <a:cxn ang="0">
                  <a:pos x="74" y="23"/>
                </a:cxn>
                <a:cxn ang="0">
                  <a:pos x="89" y="25"/>
                </a:cxn>
                <a:cxn ang="0">
                  <a:pos x="105" y="30"/>
                </a:cxn>
                <a:cxn ang="0">
                  <a:pos x="123" y="39"/>
                </a:cxn>
                <a:cxn ang="0">
                  <a:pos x="154" y="59"/>
                </a:cxn>
                <a:cxn ang="0">
                  <a:pos x="180" y="84"/>
                </a:cxn>
                <a:cxn ang="0">
                  <a:pos x="202" y="110"/>
                </a:cxn>
                <a:cxn ang="0">
                  <a:pos x="221" y="139"/>
                </a:cxn>
                <a:cxn ang="0">
                  <a:pos x="239" y="171"/>
                </a:cxn>
                <a:cxn ang="0">
                  <a:pos x="253" y="203"/>
                </a:cxn>
                <a:cxn ang="0">
                  <a:pos x="265" y="236"/>
                </a:cxn>
                <a:cxn ang="0">
                  <a:pos x="278" y="270"/>
                </a:cxn>
                <a:cxn ang="0">
                  <a:pos x="279" y="270"/>
                </a:cxn>
                <a:cxn ang="0">
                  <a:pos x="280" y="270"/>
                </a:cxn>
                <a:cxn ang="0">
                  <a:pos x="282" y="269"/>
                </a:cxn>
                <a:cxn ang="0">
                  <a:pos x="282" y="267"/>
                </a:cxn>
                <a:cxn ang="0">
                  <a:pos x="275" y="238"/>
                </a:cxn>
                <a:cxn ang="0">
                  <a:pos x="268" y="211"/>
                </a:cxn>
                <a:cxn ang="0">
                  <a:pos x="260" y="183"/>
                </a:cxn>
                <a:cxn ang="0">
                  <a:pos x="251" y="157"/>
                </a:cxn>
                <a:cxn ang="0">
                  <a:pos x="240" y="131"/>
                </a:cxn>
                <a:cxn ang="0">
                  <a:pos x="227" y="106"/>
                </a:cxn>
                <a:cxn ang="0">
                  <a:pos x="210" y="83"/>
                </a:cxn>
                <a:cxn ang="0">
                  <a:pos x="189" y="59"/>
                </a:cxn>
                <a:cxn ang="0">
                  <a:pos x="180" y="50"/>
                </a:cxn>
                <a:cxn ang="0">
                  <a:pos x="170" y="41"/>
                </a:cxn>
                <a:cxn ang="0">
                  <a:pos x="160" y="32"/>
                </a:cxn>
                <a:cxn ang="0">
                  <a:pos x="149" y="23"/>
                </a:cxn>
                <a:cxn ang="0">
                  <a:pos x="138" y="17"/>
                </a:cxn>
                <a:cxn ang="0">
                  <a:pos x="126" y="10"/>
                </a:cxn>
                <a:cxn ang="0">
                  <a:pos x="114" y="4"/>
                </a:cxn>
                <a:cxn ang="0">
                  <a:pos x="100" y="1"/>
                </a:cxn>
                <a:cxn ang="0">
                  <a:pos x="94" y="0"/>
                </a:cxn>
                <a:cxn ang="0">
                  <a:pos x="90" y="0"/>
                </a:cxn>
                <a:cxn ang="0">
                  <a:pos x="86" y="0"/>
                </a:cxn>
                <a:cxn ang="0">
                  <a:pos x="82" y="0"/>
                </a:cxn>
                <a:cxn ang="0">
                  <a:pos x="49" y="11"/>
                </a:cxn>
                <a:cxn ang="0">
                  <a:pos x="25" y="36"/>
                </a:cxn>
                <a:cxn ang="0">
                  <a:pos x="10" y="72"/>
                </a:cxn>
                <a:cxn ang="0">
                  <a:pos x="3" y="114"/>
                </a:cxn>
                <a:cxn ang="0">
                  <a:pos x="0" y="160"/>
                </a:cxn>
                <a:cxn ang="0">
                  <a:pos x="0" y="204"/>
                </a:cxn>
                <a:cxn ang="0">
                  <a:pos x="5" y="243"/>
                </a:cxn>
                <a:cxn ang="0">
                  <a:pos x="7" y="271"/>
                </a:cxn>
                <a:cxn ang="0">
                  <a:pos x="7" y="271"/>
                </a:cxn>
                <a:cxn ang="0">
                  <a:pos x="7" y="271"/>
                </a:cxn>
                <a:cxn ang="0">
                  <a:pos x="7" y="271"/>
                </a:cxn>
                <a:cxn ang="0">
                  <a:pos x="7" y="271"/>
                </a:cxn>
                <a:cxn ang="0">
                  <a:pos x="7" y="271"/>
                </a:cxn>
              </a:cxnLst>
              <a:rect l="0" t="0" r="r" b="b"/>
              <a:pathLst>
                <a:path w="282" h="271">
                  <a:moveTo>
                    <a:pt x="7" y="271"/>
                  </a:moveTo>
                  <a:lnTo>
                    <a:pt x="6" y="223"/>
                  </a:lnTo>
                  <a:lnTo>
                    <a:pt x="6" y="176"/>
                  </a:lnTo>
                  <a:lnTo>
                    <a:pt x="12" y="130"/>
                  </a:lnTo>
                  <a:lnTo>
                    <a:pt x="20" y="81"/>
                  </a:lnTo>
                  <a:lnTo>
                    <a:pt x="27" y="61"/>
                  </a:lnTo>
                  <a:lnTo>
                    <a:pt x="36" y="44"/>
                  </a:lnTo>
                  <a:lnTo>
                    <a:pt x="47" y="33"/>
                  </a:lnTo>
                  <a:lnTo>
                    <a:pt x="60" y="26"/>
                  </a:lnTo>
                  <a:lnTo>
                    <a:pt x="74" y="23"/>
                  </a:lnTo>
                  <a:lnTo>
                    <a:pt x="89" y="25"/>
                  </a:lnTo>
                  <a:lnTo>
                    <a:pt x="105" y="30"/>
                  </a:lnTo>
                  <a:lnTo>
                    <a:pt x="123" y="39"/>
                  </a:lnTo>
                  <a:lnTo>
                    <a:pt x="154" y="59"/>
                  </a:lnTo>
                  <a:lnTo>
                    <a:pt x="180" y="84"/>
                  </a:lnTo>
                  <a:lnTo>
                    <a:pt x="202" y="110"/>
                  </a:lnTo>
                  <a:lnTo>
                    <a:pt x="221" y="139"/>
                  </a:lnTo>
                  <a:lnTo>
                    <a:pt x="239" y="171"/>
                  </a:lnTo>
                  <a:lnTo>
                    <a:pt x="253" y="203"/>
                  </a:lnTo>
                  <a:lnTo>
                    <a:pt x="265" y="236"/>
                  </a:lnTo>
                  <a:lnTo>
                    <a:pt x="278" y="270"/>
                  </a:lnTo>
                  <a:lnTo>
                    <a:pt x="279" y="270"/>
                  </a:lnTo>
                  <a:lnTo>
                    <a:pt x="280" y="270"/>
                  </a:lnTo>
                  <a:lnTo>
                    <a:pt x="282" y="269"/>
                  </a:lnTo>
                  <a:lnTo>
                    <a:pt x="282" y="267"/>
                  </a:lnTo>
                  <a:lnTo>
                    <a:pt x="275" y="238"/>
                  </a:lnTo>
                  <a:lnTo>
                    <a:pt x="268" y="211"/>
                  </a:lnTo>
                  <a:lnTo>
                    <a:pt x="260" y="183"/>
                  </a:lnTo>
                  <a:lnTo>
                    <a:pt x="251" y="157"/>
                  </a:lnTo>
                  <a:lnTo>
                    <a:pt x="240" y="131"/>
                  </a:lnTo>
                  <a:lnTo>
                    <a:pt x="227" y="106"/>
                  </a:lnTo>
                  <a:lnTo>
                    <a:pt x="210" y="83"/>
                  </a:lnTo>
                  <a:lnTo>
                    <a:pt x="189" y="59"/>
                  </a:lnTo>
                  <a:lnTo>
                    <a:pt x="180" y="50"/>
                  </a:lnTo>
                  <a:lnTo>
                    <a:pt x="170" y="41"/>
                  </a:lnTo>
                  <a:lnTo>
                    <a:pt x="160" y="32"/>
                  </a:lnTo>
                  <a:lnTo>
                    <a:pt x="149" y="23"/>
                  </a:lnTo>
                  <a:lnTo>
                    <a:pt x="138" y="17"/>
                  </a:lnTo>
                  <a:lnTo>
                    <a:pt x="126" y="10"/>
                  </a:lnTo>
                  <a:lnTo>
                    <a:pt x="114" y="4"/>
                  </a:lnTo>
                  <a:lnTo>
                    <a:pt x="100" y="1"/>
                  </a:lnTo>
                  <a:lnTo>
                    <a:pt x="94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2" y="0"/>
                  </a:lnTo>
                  <a:lnTo>
                    <a:pt x="49" y="11"/>
                  </a:lnTo>
                  <a:lnTo>
                    <a:pt x="25" y="36"/>
                  </a:lnTo>
                  <a:lnTo>
                    <a:pt x="10" y="72"/>
                  </a:lnTo>
                  <a:lnTo>
                    <a:pt x="3" y="114"/>
                  </a:lnTo>
                  <a:lnTo>
                    <a:pt x="0" y="160"/>
                  </a:lnTo>
                  <a:lnTo>
                    <a:pt x="0" y="204"/>
                  </a:lnTo>
                  <a:lnTo>
                    <a:pt x="5" y="243"/>
                  </a:lnTo>
                  <a:lnTo>
                    <a:pt x="7" y="271"/>
                  </a:lnTo>
                  <a:lnTo>
                    <a:pt x="7" y="271"/>
                  </a:lnTo>
                  <a:lnTo>
                    <a:pt x="7" y="271"/>
                  </a:lnTo>
                  <a:lnTo>
                    <a:pt x="7" y="271"/>
                  </a:lnTo>
                  <a:lnTo>
                    <a:pt x="7" y="271"/>
                  </a:lnTo>
                  <a:lnTo>
                    <a:pt x="7" y="2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3" name="Freeform 231"/>
            <p:cNvSpPr>
              <a:spLocks/>
            </p:cNvSpPr>
            <p:nvPr/>
          </p:nvSpPr>
          <p:spPr bwMode="gray">
            <a:xfrm>
              <a:off x="3894" y="1921"/>
              <a:ext cx="62" cy="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8"/>
                </a:cxn>
                <a:cxn ang="0">
                  <a:pos x="19" y="18"/>
                </a:cxn>
                <a:cxn ang="0">
                  <a:pos x="28" y="26"/>
                </a:cxn>
                <a:cxn ang="0">
                  <a:pos x="38" y="36"/>
                </a:cxn>
                <a:cxn ang="0">
                  <a:pos x="46" y="44"/>
                </a:cxn>
                <a:cxn ang="0">
                  <a:pos x="55" y="55"/>
                </a:cxn>
                <a:cxn ang="0">
                  <a:pos x="63" y="65"/>
                </a:cxn>
                <a:cxn ang="0">
                  <a:pos x="70" y="76"/>
                </a:cxn>
                <a:cxn ang="0">
                  <a:pos x="82" y="99"/>
                </a:cxn>
                <a:cxn ang="0">
                  <a:pos x="91" y="123"/>
                </a:cxn>
                <a:cxn ang="0">
                  <a:pos x="99" y="147"/>
                </a:cxn>
                <a:cxn ang="0">
                  <a:pos x="106" y="172"/>
                </a:cxn>
                <a:cxn ang="0">
                  <a:pos x="110" y="176"/>
                </a:cxn>
                <a:cxn ang="0">
                  <a:pos x="117" y="175"/>
                </a:cxn>
                <a:cxn ang="0">
                  <a:pos x="122" y="170"/>
                </a:cxn>
                <a:cxn ang="0">
                  <a:pos x="124" y="164"/>
                </a:cxn>
                <a:cxn ang="0">
                  <a:pos x="118" y="152"/>
                </a:cxn>
                <a:cxn ang="0">
                  <a:pos x="114" y="139"/>
                </a:cxn>
                <a:cxn ang="0">
                  <a:pos x="108" y="127"/>
                </a:cxn>
                <a:cxn ang="0">
                  <a:pos x="103" y="116"/>
                </a:cxn>
                <a:cxn ang="0">
                  <a:pos x="96" y="106"/>
                </a:cxn>
                <a:cxn ang="0">
                  <a:pos x="91" y="95"/>
                </a:cxn>
                <a:cxn ang="0">
                  <a:pos x="84" y="84"/>
                </a:cxn>
                <a:cxn ang="0">
                  <a:pos x="75" y="73"/>
                </a:cxn>
                <a:cxn ang="0">
                  <a:pos x="67" y="62"/>
                </a:cxn>
                <a:cxn ang="0">
                  <a:pos x="59" y="52"/>
                </a:cxn>
                <a:cxn ang="0">
                  <a:pos x="49" y="43"/>
                </a:cxn>
                <a:cxn ang="0">
                  <a:pos x="41" y="33"/>
                </a:cxn>
                <a:cxn ang="0">
                  <a:pos x="31" y="25"/>
                </a:cxn>
                <a:cxn ang="0">
                  <a:pos x="22" y="17"/>
                </a:cxn>
                <a:cxn ang="0">
                  <a:pos x="12" y="8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4" h="176">
                  <a:moveTo>
                    <a:pt x="0" y="0"/>
                  </a:moveTo>
                  <a:lnTo>
                    <a:pt x="9" y="8"/>
                  </a:lnTo>
                  <a:lnTo>
                    <a:pt x="19" y="18"/>
                  </a:lnTo>
                  <a:lnTo>
                    <a:pt x="28" y="26"/>
                  </a:lnTo>
                  <a:lnTo>
                    <a:pt x="38" y="36"/>
                  </a:lnTo>
                  <a:lnTo>
                    <a:pt x="46" y="44"/>
                  </a:lnTo>
                  <a:lnTo>
                    <a:pt x="55" y="55"/>
                  </a:lnTo>
                  <a:lnTo>
                    <a:pt x="63" y="65"/>
                  </a:lnTo>
                  <a:lnTo>
                    <a:pt x="70" y="76"/>
                  </a:lnTo>
                  <a:lnTo>
                    <a:pt x="82" y="99"/>
                  </a:lnTo>
                  <a:lnTo>
                    <a:pt x="91" y="123"/>
                  </a:lnTo>
                  <a:lnTo>
                    <a:pt x="99" y="147"/>
                  </a:lnTo>
                  <a:lnTo>
                    <a:pt x="106" y="172"/>
                  </a:lnTo>
                  <a:lnTo>
                    <a:pt x="110" y="176"/>
                  </a:lnTo>
                  <a:lnTo>
                    <a:pt x="117" y="175"/>
                  </a:lnTo>
                  <a:lnTo>
                    <a:pt x="122" y="170"/>
                  </a:lnTo>
                  <a:lnTo>
                    <a:pt x="124" y="164"/>
                  </a:lnTo>
                  <a:lnTo>
                    <a:pt x="118" y="152"/>
                  </a:lnTo>
                  <a:lnTo>
                    <a:pt x="114" y="139"/>
                  </a:lnTo>
                  <a:lnTo>
                    <a:pt x="108" y="127"/>
                  </a:lnTo>
                  <a:lnTo>
                    <a:pt x="103" y="116"/>
                  </a:lnTo>
                  <a:lnTo>
                    <a:pt x="96" y="106"/>
                  </a:lnTo>
                  <a:lnTo>
                    <a:pt x="91" y="95"/>
                  </a:lnTo>
                  <a:lnTo>
                    <a:pt x="84" y="84"/>
                  </a:lnTo>
                  <a:lnTo>
                    <a:pt x="75" y="73"/>
                  </a:lnTo>
                  <a:lnTo>
                    <a:pt x="67" y="62"/>
                  </a:lnTo>
                  <a:lnTo>
                    <a:pt x="59" y="52"/>
                  </a:lnTo>
                  <a:lnTo>
                    <a:pt x="49" y="43"/>
                  </a:lnTo>
                  <a:lnTo>
                    <a:pt x="41" y="33"/>
                  </a:lnTo>
                  <a:lnTo>
                    <a:pt x="31" y="25"/>
                  </a:lnTo>
                  <a:lnTo>
                    <a:pt x="22" y="17"/>
                  </a:lnTo>
                  <a:lnTo>
                    <a:pt x="12" y="8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4" name="Freeform 232"/>
            <p:cNvSpPr>
              <a:spLocks/>
            </p:cNvSpPr>
            <p:nvPr/>
          </p:nvSpPr>
          <p:spPr bwMode="gray">
            <a:xfrm>
              <a:off x="3809" y="1921"/>
              <a:ext cx="23" cy="88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5" y="26"/>
                </a:cxn>
                <a:cxn ang="0">
                  <a:pos x="1" y="51"/>
                </a:cxn>
                <a:cxn ang="0">
                  <a:pos x="0" y="77"/>
                </a:cxn>
                <a:cxn ang="0">
                  <a:pos x="2" y="103"/>
                </a:cxn>
                <a:cxn ang="0">
                  <a:pos x="5" y="123"/>
                </a:cxn>
                <a:cxn ang="0">
                  <a:pos x="12" y="149"/>
                </a:cxn>
                <a:cxn ang="0">
                  <a:pos x="23" y="171"/>
                </a:cxn>
                <a:cxn ang="0">
                  <a:pos x="40" y="176"/>
                </a:cxn>
                <a:cxn ang="0">
                  <a:pos x="42" y="172"/>
                </a:cxn>
                <a:cxn ang="0">
                  <a:pos x="45" y="165"/>
                </a:cxn>
                <a:cxn ang="0">
                  <a:pos x="44" y="157"/>
                </a:cxn>
                <a:cxn ang="0">
                  <a:pos x="41" y="152"/>
                </a:cxn>
                <a:cxn ang="0">
                  <a:pos x="34" y="143"/>
                </a:cxn>
                <a:cxn ang="0">
                  <a:pos x="29" y="134"/>
                </a:cxn>
                <a:cxn ang="0">
                  <a:pos x="23" y="124"/>
                </a:cxn>
                <a:cxn ang="0">
                  <a:pos x="19" y="116"/>
                </a:cxn>
                <a:cxn ang="0">
                  <a:pos x="9" y="90"/>
                </a:cxn>
                <a:cxn ang="0">
                  <a:pos x="6" y="62"/>
                </a:cxn>
                <a:cxn ang="0">
                  <a:pos x="8" y="34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5" h="176">
                  <a:moveTo>
                    <a:pt x="12" y="0"/>
                  </a:moveTo>
                  <a:lnTo>
                    <a:pt x="5" y="26"/>
                  </a:lnTo>
                  <a:lnTo>
                    <a:pt x="1" y="51"/>
                  </a:lnTo>
                  <a:lnTo>
                    <a:pt x="0" y="77"/>
                  </a:lnTo>
                  <a:lnTo>
                    <a:pt x="2" y="103"/>
                  </a:lnTo>
                  <a:lnTo>
                    <a:pt x="5" y="123"/>
                  </a:lnTo>
                  <a:lnTo>
                    <a:pt x="12" y="149"/>
                  </a:lnTo>
                  <a:lnTo>
                    <a:pt x="23" y="171"/>
                  </a:lnTo>
                  <a:lnTo>
                    <a:pt x="40" y="176"/>
                  </a:lnTo>
                  <a:lnTo>
                    <a:pt x="42" y="172"/>
                  </a:lnTo>
                  <a:lnTo>
                    <a:pt x="45" y="165"/>
                  </a:lnTo>
                  <a:lnTo>
                    <a:pt x="44" y="157"/>
                  </a:lnTo>
                  <a:lnTo>
                    <a:pt x="41" y="152"/>
                  </a:lnTo>
                  <a:lnTo>
                    <a:pt x="34" y="143"/>
                  </a:lnTo>
                  <a:lnTo>
                    <a:pt x="29" y="134"/>
                  </a:lnTo>
                  <a:lnTo>
                    <a:pt x="23" y="124"/>
                  </a:lnTo>
                  <a:lnTo>
                    <a:pt x="19" y="116"/>
                  </a:lnTo>
                  <a:lnTo>
                    <a:pt x="9" y="90"/>
                  </a:lnTo>
                  <a:lnTo>
                    <a:pt x="6" y="62"/>
                  </a:lnTo>
                  <a:lnTo>
                    <a:pt x="8" y="34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5" name="Freeform 233"/>
            <p:cNvSpPr>
              <a:spLocks/>
            </p:cNvSpPr>
            <p:nvPr/>
          </p:nvSpPr>
          <p:spPr bwMode="gray">
            <a:xfrm>
              <a:off x="3727" y="2175"/>
              <a:ext cx="20" cy="13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5" y="66"/>
                </a:cxn>
                <a:cxn ang="0">
                  <a:pos x="20" y="129"/>
                </a:cxn>
                <a:cxn ang="0">
                  <a:pos x="22" y="195"/>
                </a:cxn>
                <a:cxn ang="0">
                  <a:pos x="20" y="262"/>
                </a:cxn>
                <a:cxn ang="0">
                  <a:pos x="22" y="266"/>
                </a:cxn>
                <a:cxn ang="0">
                  <a:pos x="26" y="266"/>
                </a:cxn>
                <a:cxn ang="0">
                  <a:pos x="30" y="263"/>
                </a:cxn>
                <a:cxn ang="0">
                  <a:pos x="31" y="259"/>
                </a:cxn>
                <a:cxn ang="0">
                  <a:pos x="38" y="226"/>
                </a:cxn>
                <a:cxn ang="0">
                  <a:pos x="41" y="193"/>
                </a:cxn>
                <a:cxn ang="0">
                  <a:pos x="39" y="160"/>
                </a:cxn>
                <a:cxn ang="0">
                  <a:pos x="37" y="127"/>
                </a:cxn>
                <a:cxn ang="0">
                  <a:pos x="31" y="95"/>
                </a:cxn>
                <a:cxn ang="0">
                  <a:pos x="23" y="63"/>
                </a:cxn>
                <a:cxn ang="0">
                  <a:pos x="12" y="3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1" h="266">
                  <a:moveTo>
                    <a:pt x="0" y="1"/>
                  </a:moveTo>
                  <a:lnTo>
                    <a:pt x="15" y="66"/>
                  </a:lnTo>
                  <a:lnTo>
                    <a:pt x="20" y="129"/>
                  </a:lnTo>
                  <a:lnTo>
                    <a:pt x="22" y="195"/>
                  </a:lnTo>
                  <a:lnTo>
                    <a:pt x="20" y="262"/>
                  </a:lnTo>
                  <a:lnTo>
                    <a:pt x="22" y="266"/>
                  </a:lnTo>
                  <a:lnTo>
                    <a:pt x="26" y="266"/>
                  </a:lnTo>
                  <a:lnTo>
                    <a:pt x="30" y="263"/>
                  </a:lnTo>
                  <a:lnTo>
                    <a:pt x="31" y="259"/>
                  </a:lnTo>
                  <a:lnTo>
                    <a:pt x="38" y="226"/>
                  </a:lnTo>
                  <a:lnTo>
                    <a:pt x="41" y="193"/>
                  </a:lnTo>
                  <a:lnTo>
                    <a:pt x="39" y="160"/>
                  </a:lnTo>
                  <a:lnTo>
                    <a:pt x="37" y="127"/>
                  </a:lnTo>
                  <a:lnTo>
                    <a:pt x="31" y="95"/>
                  </a:lnTo>
                  <a:lnTo>
                    <a:pt x="23" y="63"/>
                  </a:lnTo>
                  <a:lnTo>
                    <a:pt x="12" y="32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6" name="Freeform 234"/>
            <p:cNvSpPr>
              <a:spLocks/>
            </p:cNvSpPr>
            <p:nvPr/>
          </p:nvSpPr>
          <p:spPr bwMode="gray">
            <a:xfrm>
              <a:off x="3663" y="2257"/>
              <a:ext cx="71" cy="148"/>
            </a:xfrm>
            <a:custGeom>
              <a:avLst/>
              <a:gdLst/>
              <a:ahLst/>
              <a:cxnLst>
                <a:cxn ang="0">
                  <a:pos x="142" y="0"/>
                </a:cxn>
                <a:cxn ang="0">
                  <a:pos x="105" y="22"/>
                </a:cxn>
                <a:cxn ang="0">
                  <a:pos x="71" y="53"/>
                </a:cxn>
                <a:cxn ang="0">
                  <a:pos x="40" y="87"/>
                </a:cxn>
                <a:cxn ang="0">
                  <a:pos x="18" y="127"/>
                </a:cxn>
                <a:cxn ang="0">
                  <a:pos x="4" y="169"/>
                </a:cxn>
                <a:cxn ang="0">
                  <a:pos x="0" y="213"/>
                </a:cxn>
                <a:cxn ang="0">
                  <a:pos x="10" y="254"/>
                </a:cxn>
                <a:cxn ang="0">
                  <a:pos x="33" y="295"/>
                </a:cxn>
                <a:cxn ang="0">
                  <a:pos x="36" y="297"/>
                </a:cxn>
                <a:cxn ang="0">
                  <a:pos x="42" y="294"/>
                </a:cxn>
                <a:cxn ang="0">
                  <a:pos x="44" y="291"/>
                </a:cxn>
                <a:cxn ang="0">
                  <a:pos x="44" y="287"/>
                </a:cxn>
                <a:cxn ang="0">
                  <a:pos x="28" y="247"/>
                </a:cxn>
                <a:cxn ang="0">
                  <a:pos x="22" y="206"/>
                </a:cxn>
                <a:cxn ang="0">
                  <a:pos x="25" y="166"/>
                </a:cxn>
                <a:cxn ang="0">
                  <a:pos x="36" y="126"/>
                </a:cxn>
                <a:cxn ang="0">
                  <a:pos x="54" y="89"/>
                </a:cxn>
                <a:cxn ang="0">
                  <a:pos x="79" y="54"/>
                </a:cxn>
                <a:cxn ang="0">
                  <a:pos x="108" y="24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42" y="0"/>
                </a:cxn>
                <a:cxn ang="0">
                  <a:pos x="142" y="0"/>
                </a:cxn>
              </a:cxnLst>
              <a:rect l="0" t="0" r="r" b="b"/>
              <a:pathLst>
                <a:path w="142" h="297">
                  <a:moveTo>
                    <a:pt x="142" y="0"/>
                  </a:moveTo>
                  <a:lnTo>
                    <a:pt x="105" y="22"/>
                  </a:lnTo>
                  <a:lnTo>
                    <a:pt x="71" y="53"/>
                  </a:lnTo>
                  <a:lnTo>
                    <a:pt x="40" y="87"/>
                  </a:lnTo>
                  <a:lnTo>
                    <a:pt x="18" y="127"/>
                  </a:lnTo>
                  <a:lnTo>
                    <a:pt x="4" y="169"/>
                  </a:lnTo>
                  <a:lnTo>
                    <a:pt x="0" y="213"/>
                  </a:lnTo>
                  <a:lnTo>
                    <a:pt x="10" y="254"/>
                  </a:lnTo>
                  <a:lnTo>
                    <a:pt x="33" y="295"/>
                  </a:lnTo>
                  <a:lnTo>
                    <a:pt x="36" y="297"/>
                  </a:lnTo>
                  <a:lnTo>
                    <a:pt x="42" y="294"/>
                  </a:lnTo>
                  <a:lnTo>
                    <a:pt x="44" y="291"/>
                  </a:lnTo>
                  <a:lnTo>
                    <a:pt x="44" y="287"/>
                  </a:lnTo>
                  <a:lnTo>
                    <a:pt x="28" y="247"/>
                  </a:lnTo>
                  <a:lnTo>
                    <a:pt x="22" y="206"/>
                  </a:lnTo>
                  <a:lnTo>
                    <a:pt x="25" y="166"/>
                  </a:lnTo>
                  <a:lnTo>
                    <a:pt x="36" y="126"/>
                  </a:lnTo>
                  <a:lnTo>
                    <a:pt x="54" y="89"/>
                  </a:lnTo>
                  <a:lnTo>
                    <a:pt x="79" y="54"/>
                  </a:lnTo>
                  <a:lnTo>
                    <a:pt x="108" y="24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7" name="Freeform 235"/>
            <p:cNvSpPr>
              <a:spLocks/>
            </p:cNvSpPr>
            <p:nvPr/>
          </p:nvSpPr>
          <p:spPr bwMode="gray">
            <a:xfrm>
              <a:off x="3694" y="2332"/>
              <a:ext cx="173" cy="80"/>
            </a:xfrm>
            <a:custGeom>
              <a:avLst/>
              <a:gdLst/>
              <a:ahLst/>
              <a:cxnLst>
                <a:cxn ang="0">
                  <a:pos x="1" y="158"/>
                </a:cxn>
                <a:cxn ang="0">
                  <a:pos x="13" y="141"/>
                </a:cxn>
                <a:cxn ang="0">
                  <a:pos x="30" y="124"/>
                </a:cxn>
                <a:cxn ang="0">
                  <a:pos x="48" y="109"/>
                </a:cxn>
                <a:cxn ang="0">
                  <a:pos x="67" y="94"/>
                </a:cxn>
                <a:cxn ang="0">
                  <a:pos x="89" y="80"/>
                </a:cxn>
                <a:cxn ang="0">
                  <a:pos x="110" y="68"/>
                </a:cxn>
                <a:cxn ang="0">
                  <a:pos x="131" y="58"/>
                </a:cxn>
                <a:cxn ang="0">
                  <a:pos x="150" y="48"/>
                </a:cxn>
                <a:cxn ang="0">
                  <a:pos x="162" y="43"/>
                </a:cxn>
                <a:cxn ang="0">
                  <a:pos x="175" y="36"/>
                </a:cxn>
                <a:cxn ang="0">
                  <a:pos x="187" y="32"/>
                </a:cxn>
                <a:cxn ang="0">
                  <a:pos x="200" y="26"/>
                </a:cxn>
                <a:cxn ang="0">
                  <a:pos x="212" y="23"/>
                </a:cxn>
                <a:cxn ang="0">
                  <a:pos x="226" y="22"/>
                </a:cxn>
                <a:cxn ang="0">
                  <a:pos x="240" y="21"/>
                </a:cxn>
                <a:cxn ang="0">
                  <a:pos x="253" y="22"/>
                </a:cxn>
                <a:cxn ang="0">
                  <a:pos x="264" y="25"/>
                </a:cxn>
                <a:cxn ang="0">
                  <a:pos x="275" y="28"/>
                </a:cxn>
                <a:cxn ang="0">
                  <a:pos x="286" y="30"/>
                </a:cxn>
                <a:cxn ang="0">
                  <a:pos x="297" y="33"/>
                </a:cxn>
                <a:cxn ang="0">
                  <a:pos x="309" y="36"/>
                </a:cxn>
                <a:cxn ang="0">
                  <a:pos x="320" y="40"/>
                </a:cxn>
                <a:cxn ang="0">
                  <a:pos x="331" y="43"/>
                </a:cxn>
                <a:cxn ang="0">
                  <a:pos x="342" y="47"/>
                </a:cxn>
                <a:cxn ang="0">
                  <a:pos x="344" y="45"/>
                </a:cxn>
                <a:cxn ang="0">
                  <a:pos x="346" y="43"/>
                </a:cxn>
                <a:cxn ang="0">
                  <a:pos x="346" y="40"/>
                </a:cxn>
                <a:cxn ang="0">
                  <a:pos x="344" y="37"/>
                </a:cxn>
                <a:cxn ang="0">
                  <a:pos x="332" y="32"/>
                </a:cxn>
                <a:cxn ang="0">
                  <a:pos x="321" y="26"/>
                </a:cxn>
                <a:cxn ang="0">
                  <a:pos x="309" y="21"/>
                </a:cxn>
                <a:cxn ang="0">
                  <a:pos x="296" y="15"/>
                </a:cxn>
                <a:cxn ang="0">
                  <a:pos x="284" y="11"/>
                </a:cxn>
                <a:cxn ang="0">
                  <a:pos x="271" y="7"/>
                </a:cxn>
                <a:cxn ang="0">
                  <a:pos x="259" y="4"/>
                </a:cxn>
                <a:cxn ang="0">
                  <a:pos x="245" y="1"/>
                </a:cxn>
                <a:cxn ang="0">
                  <a:pos x="233" y="0"/>
                </a:cxn>
                <a:cxn ang="0">
                  <a:pos x="219" y="3"/>
                </a:cxn>
                <a:cxn ang="0">
                  <a:pos x="207" y="6"/>
                </a:cxn>
                <a:cxn ang="0">
                  <a:pos x="195" y="10"/>
                </a:cxn>
                <a:cxn ang="0">
                  <a:pos x="183" y="17"/>
                </a:cxn>
                <a:cxn ang="0">
                  <a:pos x="172" y="22"/>
                </a:cxn>
                <a:cxn ang="0">
                  <a:pos x="161" y="29"/>
                </a:cxn>
                <a:cxn ang="0">
                  <a:pos x="150" y="36"/>
                </a:cxn>
                <a:cxn ang="0">
                  <a:pos x="129" y="47"/>
                </a:cxn>
                <a:cxn ang="0">
                  <a:pos x="109" y="59"/>
                </a:cxn>
                <a:cxn ang="0">
                  <a:pos x="88" y="73"/>
                </a:cxn>
                <a:cxn ang="0">
                  <a:pos x="67" y="88"/>
                </a:cxn>
                <a:cxn ang="0">
                  <a:pos x="48" y="105"/>
                </a:cxn>
                <a:cxn ang="0">
                  <a:pos x="29" y="121"/>
                </a:cxn>
                <a:cxn ang="0">
                  <a:pos x="13" y="139"/>
                </a:cxn>
                <a:cxn ang="0">
                  <a:pos x="0" y="158"/>
                </a:cxn>
                <a:cxn ang="0">
                  <a:pos x="0" y="158"/>
                </a:cxn>
                <a:cxn ang="0">
                  <a:pos x="0" y="158"/>
                </a:cxn>
                <a:cxn ang="0">
                  <a:pos x="0" y="158"/>
                </a:cxn>
                <a:cxn ang="0">
                  <a:pos x="1" y="158"/>
                </a:cxn>
                <a:cxn ang="0">
                  <a:pos x="1" y="158"/>
                </a:cxn>
              </a:cxnLst>
              <a:rect l="0" t="0" r="r" b="b"/>
              <a:pathLst>
                <a:path w="346" h="158">
                  <a:moveTo>
                    <a:pt x="1" y="158"/>
                  </a:moveTo>
                  <a:lnTo>
                    <a:pt x="13" y="141"/>
                  </a:lnTo>
                  <a:lnTo>
                    <a:pt x="30" y="124"/>
                  </a:lnTo>
                  <a:lnTo>
                    <a:pt x="48" y="109"/>
                  </a:lnTo>
                  <a:lnTo>
                    <a:pt x="67" y="94"/>
                  </a:lnTo>
                  <a:lnTo>
                    <a:pt x="89" y="80"/>
                  </a:lnTo>
                  <a:lnTo>
                    <a:pt x="110" y="68"/>
                  </a:lnTo>
                  <a:lnTo>
                    <a:pt x="131" y="58"/>
                  </a:lnTo>
                  <a:lnTo>
                    <a:pt x="150" y="48"/>
                  </a:lnTo>
                  <a:lnTo>
                    <a:pt x="162" y="43"/>
                  </a:lnTo>
                  <a:lnTo>
                    <a:pt x="175" y="36"/>
                  </a:lnTo>
                  <a:lnTo>
                    <a:pt x="187" y="32"/>
                  </a:lnTo>
                  <a:lnTo>
                    <a:pt x="200" y="26"/>
                  </a:lnTo>
                  <a:lnTo>
                    <a:pt x="212" y="23"/>
                  </a:lnTo>
                  <a:lnTo>
                    <a:pt x="226" y="22"/>
                  </a:lnTo>
                  <a:lnTo>
                    <a:pt x="240" y="21"/>
                  </a:lnTo>
                  <a:lnTo>
                    <a:pt x="253" y="22"/>
                  </a:lnTo>
                  <a:lnTo>
                    <a:pt x="264" y="25"/>
                  </a:lnTo>
                  <a:lnTo>
                    <a:pt x="275" y="28"/>
                  </a:lnTo>
                  <a:lnTo>
                    <a:pt x="286" y="30"/>
                  </a:lnTo>
                  <a:lnTo>
                    <a:pt x="297" y="33"/>
                  </a:lnTo>
                  <a:lnTo>
                    <a:pt x="309" y="36"/>
                  </a:lnTo>
                  <a:lnTo>
                    <a:pt x="320" y="40"/>
                  </a:lnTo>
                  <a:lnTo>
                    <a:pt x="331" y="43"/>
                  </a:lnTo>
                  <a:lnTo>
                    <a:pt x="342" y="47"/>
                  </a:lnTo>
                  <a:lnTo>
                    <a:pt x="344" y="45"/>
                  </a:lnTo>
                  <a:lnTo>
                    <a:pt x="346" y="43"/>
                  </a:lnTo>
                  <a:lnTo>
                    <a:pt x="346" y="40"/>
                  </a:lnTo>
                  <a:lnTo>
                    <a:pt x="344" y="37"/>
                  </a:lnTo>
                  <a:lnTo>
                    <a:pt x="332" y="32"/>
                  </a:lnTo>
                  <a:lnTo>
                    <a:pt x="321" y="26"/>
                  </a:lnTo>
                  <a:lnTo>
                    <a:pt x="309" y="21"/>
                  </a:lnTo>
                  <a:lnTo>
                    <a:pt x="296" y="15"/>
                  </a:lnTo>
                  <a:lnTo>
                    <a:pt x="284" y="11"/>
                  </a:lnTo>
                  <a:lnTo>
                    <a:pt x="271" y="7"/>
                  </a:lnTo>
                  <a:lnTo>
                    <a:pt x="259" y="4"/>
                  </a:lnTo>
                  <a:lnTo>
                    <a:pt x="245" y="1"/>
                  </a:lnTo>
                  <a:lnTo>
                    <a:pt x="233" y="0"/>
                  </a:lnTo>
                  <a:lnTo>
                    <a:pt x="219" y="3"/>
                  </a:lnTo>
                  <a:lnTo>
                    <a:pt x="207" y="6"/>
                  </a:lnTo>
                  <a:lnTo>
                    <a:pt x="195" y="10"/>
                  </a:lnTo>
                  <a:lnTo>
                    <a:pt x="183" y="17"/>
                  </a:lnTo>
                  <a:lnTo>
                    <a:pt x="172" y="22"/>
                  </a:lnTo>
                  <a:lnTo>
                    <a:pt x="161" y="29"/>
                  </a:lnTo>
                  <a:lnTo>
                    <a:pt x="150" y="36"/>
                  </a:lnTo>
                  <a:lnTo>
                    <a:pt x="129" y="47"/>
                  </a:lnTo>
                  <a:lnTo>
                    <a:pt x="109" y="59"/>
                  </a:lnTo>
                  <a:lnTo>
                    <a:pt x="88" y="73"/>
                  </a:lnTo>
                  <a:lnTo>
                    <a:pt x="67" y="88"/>
                  </a:lnTo>
                  <a:lnTo>
                    <a:pt x="48" y="105"/>
                  </a:lnTo>
                  <a:lnTo>
                    <a:pt x="29" y="121"/>
                  </a:lnTo>
                  <a:lnTo>
                    <a:pt x="13" y="139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1" y="158"/>
                  </a:lnTo>
                  <a:lnTo>
                    <a:pt x="1" y="15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8" name="Freeform 236"/>
            <p:cNvSpPr>
              <a:spLocks/>
            </p:cNvSpPr>
            <p:nvPr/>
          </p:nvSpPr>
          <p:spPr bwMode="gray">
            <a:xfrm>
              <a:off x="3724" y="2282"/>
              <a:ext cx="127" cy="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4"/>
                </a:cxn>
                <a:cxn ang="0">
                  <a:pos x="7" y="25"/>
                </a:cxn>
                <a:cxn ang="0">
                  <a:pos x="12" y="36"/>
                </a:cxn>
                <a:cxn ang="0">
                  <a:pos x="21" y="44"/>
                </a:cxn>
                <a:cxn ang="0">
                  <a:pos x="29" y="53"/>
                </a:cxn>
                <a:cxn ang="0">
                  <a:pos x="39" y="60"/>
                </a:cxn>
                <a:cxn ang="0">
                  <a:pos x="51" y="65"/>
                </a:cxn>
                <a:cxn ang="0">
                  <a:pos x="63" y="71"/>
                </a:cxn>
                <a:cxn ang="0">
                  <a:pos x="85" y="79"/>
                </a:cxn>
                <a:cxn ang="0">
                  <a:pos x="109" y="86"/>
                </a:cxn>
                <a:cxn ang="0">
                  <a:pos x="132" y="93"/>
                </a:cxn>
                <a:cxn ang="0">
                  <a:pos x="156" y="98"/>
                </a:cxn>
                <a:cxn ang="0">
                  <a:pos x="181" y="104"/>
                </a:cxn>
                <a:cxn ang="0">
                  <a:pos x="204" y="111"/>
                </a:cxn>
                <a:cxn ang="0">
                  <a:pos x="227" y="118"/>
                </a:cxn>
                <a:cxn ang="0">
                  <a:pos x="251" y="126"/>
                </a:cxn>
                <a:cxn ang="0">
                  <a:pos x="252" y="126"/>
                </a:cxn>
                <a:cxn ang="0">
                  <a:pos x="254" y="124"/>
                </a:cxn>
                <a:cxn ang="0">
                  <a:pos x="254" y="123"/>
                </a:cxn>
                <a:cxn ang="0">
                  <a:pos x="254" y="122"/>
                </a:cxn>
                <a:cxn ang="0">
                  <a:pos x="238" y="113"/>
                </a:cxn>
                <a:cxn ang="0">
                  <a:pos x="222" y="107"/>
                </a:cxn>
                <a:cxn ang="0">
                  <a:pos x="207" y="100"/>
                </a:cxn>
                <a:cxn ang="0">
                  <a:pos x="190" y="93"/>
                </a:cxn>
                <a:cxn ang="0">
                  <a:pos x="175" y="87"/>
                </a:cxn>
                <a:cxn ang="0">
                  <a:pos x="159" y="82"/>
                </a:cxn>
                <a:cxn ang="0">
                  <a:pos x="142" y="76"/>
                </a:cxn>
                <a:cxn ang="0">
                  <a:pos x="125" y="72"/>
                </a:cxn>
                <a:cxn ang="0">
                  <a:pos x="108" y="68"/>
                </a:cxn>
                <a:cxn ang="0">
                  <a:pos x="90" y="62"/>
                </a:cxn>
                <a:cxn ang="0">
                  <a:pos x="70" y="57"/>
                </a:cxn>
                <a:cxn ang="0">
                  <a:pos x="52" y="50"/>
                </a:cxn>
                <a:cxn ang="0">
                  <a:pos x="36" y="42"/>
                </a:cxn>
                <a:cxn ang="0">
                  <a:pos x="21" y="31"/>
                </a:cxn>
                <a:cxn ang="0">
                  <a:pos x="8" y="1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4" h="126">
                  <a:moveTo>
                    <a:pt x="0" y="0"/>
                  </a:moveTo>
                  <a:lnTo>
                    <a:pt x="3" y="14"/>
                  </a:lnTo>
                  <a:lnTo>
                    <a:pt x="7" y="25"/>
                  </a:lnTo>
                  <a:lnTo>
                    <a:pt x="12" y="36"/>
                  </a:lnTo>
                  <a:lnTo>
                    <a:pt x="21" y="44"/>
                  </a:lnTo>
                  <a:lnTo>
                    <a:pt x="29" y="53"/>
                  </a:lnTo>
                  <a:lnTo>
                    <a:pt x="39" y="60"/>
                  </a:lnTo>
                  <a:lnTo>
                    <a:pt x="51" y="65"/>
                  </a:lnTo>
                  <a:lnTo>
                    <a:pt x="63" y="71"/>
                  </a:lnTo>
                  <a:lnTo>
                    <a:pt x="85" y="79"/>
                  </a:lnTo>
                  <a:lnTo>
                    <a:pt x="109" y="86"/>
                  </a:lnTo>
                  <a:lnTo>
                    <a:pt x="132" y="93"/>
                  </a:lnTo>
                  <a:lnTo>
                    <a:pt x="156" y="98"/>
                  </a:lnTo>
                  <a:lnTo>
                    <a:pt x="181" y="104"/>
                  </a:lnTo>
                  <a:lnTo>
                    <a:pt x="204" y="111"/>
                  </a:lnTo>
                  <a:lnTo>
                    <a:pt x="227" y="118"/>
                  </a:lnTo>
                  <a:lnTo>
                    <a:pt x="251" y="126"/>
                  </a:lnTo>
                  <a:lnTo>
                    <a:pt x="252" y="126"/>
                  </a:lnTo>
                  <a:lnTo>
                    <a:pt x="254" y="124"/>
                  </a:lnTo>
                  <a:lnTo>
                    <a:pt x="254" y="123"/>
                  </a:lnTo>
                  <a:lnTo>
                    <a:pt x="254" y="122"/>
                  </a:lnTo>
                  <a:lnTo>
                    <a:pt x="238" y="113"/>
                  </a:lnTo>
                  <a:lnTo>
                    <a:pt x="222" y="107"/>
                  </a:lnTo>
                  <a:lnTo>
                    <a:pt x="207" y="100"/>
                  </a:lnTo>
                  <a:lnTo>
                    <a:pt x="190" y="93"/>
                  </a:lnTo>
                  <a:lnTo>
                    <a:pt x="175" y="87"/>
                  </a:lnTo>
                  <a:lnTo>
                    <a:pt x="159" y="82"/>
                  </a:lnTo>
                  <a:lnTo>
                    <a:pt x="142" y="76"/>
                  </a:lnTo>
                  <a:lnTo>
                    <a:pt x="125" y="72"/>
                  </a:lnTo>
                  <a:lnTo>
                    <a:pt x="108" y="68"/>
                  </a:lnTo>
                  <a:lnTo>
                    <a:pt x="90" y="62"/>
                  </a:lnTo>
                  <a:lnTo>
                    <a:pt x="70" y="57"/>
                  </a:lnTo>
                  <a:lnTo>
                    <a:pt x="52" y="50"/>
                  </a:lnTo>
                  <a:lnTo>
                    <a:pt x="36" y="42"/>
                  </a:lnTo>
                  <a:lnTo>
                    <a:pt x="21" y="31"/>
                  </a:lnTo>
                  <a:lnTo>
                    <a:pt x="8" y="1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29" name="Freeform 237"/>
            <p:cNvSpPr>
              <a:spLocks/>
            </p:cNvSpPr>
            <p:nvPr/>
          </p:nvSpPr>
          <p:spPr bwMode="gray">
            <a:xfrm>
              <a:off x="3879" y="2329"/>
              <a:ext cx="124" cy="35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11" y="35"/>
                </a:cxn>
                <a:cxn ang="0">
                  <a:pos x="24" y="24"/>
                </a:cxn>
                <a:cxn ang="0">
                  <a:pos x="36" y="17"/>
                </a:cxn>
                <a:cxn ang="0">
                  <a:pos x="51" y="11"/>
                </a:cxn>
                <a:cxn ang="0">
                  <a:pos x="68" y="8"/>
                </a:cxn>
                <a:cxn ang="0">
                  <a:pos x="84" y="8"/>
                </a:cxn>
                <a:cxn ang="0">
                  <a:pos x="101" y="11"/>
                </a:cxn>
                <a:cxn ang="0">
                  <a:pos x="117" y="14"/>
                </a:cxn>
                <a:cxn ang="0">
                  <a:pos x="135" y="19"/>
                </a:cxn>
                <a:cxn ang="0">
                  <a:pos x="153" y="25"/>
                </a:cxn>
                <a:cxn ang="0">
                  <a:pos x="170" y="32"/>
                </a:cxn>
                <a:cxn ang="0">
                  <a:pos x="186" y="40"/>
                </a:cxn>
                <a:cxn ang="0">
                  <a:pos x="201" y="48"/>
                </a:cxn>
                <a:cxn ang="0">
                  <a:pos x="217" y="55"/>
                </a:cxn>
                <a:cxn ang="0">
                  <a:pos x="230" y="63"/>
                </a:cxn>
                <a:cxn ang="0">
                  <a:pos x="243" y="70"/>
                </a:cxn>
                <a:cxn ang="0">
                  <a:pos x="246" y="70"/>
                </a:cxn>
                <a:cxn ang="0">
                  <a:pos x="247" y="69"/>
                </a:cxn>
                <a:cxn ang="0">
                  <a:pos x="248" y="68"/>
                </a:cxn>
                <a:cxn ang="0">
                  <a:pos x="247" y="66"/>
                </a:cxn>
                <a:cxn ang="0">
                  <a:pos x="235" y="57"/>
                </a:cxn>
                <a:cxn ang="0">
                  <a:pos x="221" y="48"/>
                </a:cxn>
                <a:cxn ang="0">
                  <a:pos x="206" y="39"/>
                </a:cxn>
                <a:cxn ang="0">
                  <a:pos x="189" y="30"/>
                </a:cxn>
                <a:cxn ang="0">
                  <a:pos x="173" y="22"/>
                </a:cxn>
                <a:cxn ang="0">
                  <a:pos x="155" y="15"/>
                </a:cxn>
                <a:cxn ang="0">
                  <a:pos x="137" y="8"/>
                </a:cxn>
                <a:cxn ang="0">
                  <a:pos x="119" y="4"/>
                </a:cxn>
                <a:cxn ang="0">
                  <a:pos x="101" y="1"/>
                </a:cxn>
                <a:cxn ang="0">
                  <a:pos x="84" y="0"/>
                </a:cxn>
                <a:cxn ang="0">
                  <a:pos x="68" y="1"/>
                </a:cxn>
                <a:cxn ang="0">
                  <a:pos x="51" y="4"/>
                </a:cxn>
                <a:cxn ang="0">
                  <a:pos x="36" y="11"/>
                </a:cxn>
                <a:cxn ang="0">
                  <a:pos x="22" y="19"/>
                </a:cxn>
                <a:cxn ang="0">
                  <a:pos x="11" y="32"/>
                </a:cxn>
                <a:cxn ang="0">
                  <a:pos x="0" y="48"/>
                </a:cxn>
                <a:cxn ang="0">
                  <a:pos x="0" y="50"/>
                </a:cxn>
                <a:cxn ang="0">
                  <a:pos x="0" y="50"/>
                </a:cxn>
                <a:cxn ang="0">
                  <a:pos x="0" y="5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248" h="70">
                  <a:moveTo>
                    <a:pt x="0" y="48"/>
                  </a:moveTo>
                  <a:lnTo>
                    <a:pt x="11" y="35"/>
                  </a:lnTo>
                  <a:lnTo>
                    <a:pt x="24" y="24"/>
                  </a:lnTo>
                  <a:lnTo>
                    <a:pt x="36" y="17"/>
                  </a:lnTo>
                  <a:lnTo>
                    <a:pt x="51" y="11"/>
                  </a:lnTo>
                  <a:lnTo>
                    <a:pt x="68" y="8"/>
                  </a:lnTo>
                  <a:lnTo>
                    <a:pt x="84" y="8"/>
                  </a:lnTo>
                  <a:lnTo>
                    <a:pt x="101" y="11"/>
                  </a:lnTo>
                  <a:lnTo>
                    <a:pt x="117" y="14"/>
                  </a:lnTo>
                  <a:lnTo>
                    <a:pt x="135" y="19"/>
                  </a:lnTo>
                  <a:lnTo>
                    <a:pt x="153" y="25"/>
                  </a:lnTo>
                  <a:lnTo>
                    <a:pt x="170" y="32"/>
                  </a:lnTo>
                  <a:lnTo>
                    <a:pt x="186" y="40"/>
                  </a:lnTo>
                  <a:lnTo>
                    <a:pt x="201" y="48"/>
                  </a:lnTo>
                  <a:lnTo>
                    <a:pt x="217" y="55"/>
                  </a:lnTo>
                  <a:lnTo>
                    <a:pt x="230" y="63"/>
                  </a:lnTo>
                  <a:lnTo>
                    <a:pt x="243" y="70"/>
                  </a:lnTo>
                  <a:lnTo>
                    <a:pt x="246" y="70"/>
                  </a:lnTo>
                  <a:lnTo>
                    <a:pt x="247" y="69"/>
                  </a:lnTo>
                  <a:lnTo>
                    <a:pt x="248" y="68"/>
                  </a:lnTo>
                  <a:lnTo>
                    <a:pt x="247" y="66"/>
                  </a:lnTo>
                  <a:lnTo>
                    <a:pt x="235" y="57"/>
                  </a:lnTo>
                  <a:lnTo>
                    <a:pt x="221" y="48"/>
                  </a:lnTo>
                  <a:lnTo>
                    <a:pt x="206" y="39"/>
                  </a:lnTo>
                  <a:lnTo>
                    <a:pt x="189" y="30"/>
                  </a:lnTo>
                  <a:lnTo>
                    <a:pt x="173" y="22"/>
                  </a:lnTo>
                  <a:lnTo>
                    <a:pt x="155" y="15"/>
                  </a:lnTo>
                  <a:lnTo>
                    <a:pt x="137" y="8"/>
                  </a:lnTo>
                  <a:lnTo>
                    <a:pt x="119" y="4"/>
                  </a:lnTo>
                  <a:lnTo>
                    <a:pt x="101" y="1"/>
                  </a:lnTo>
                  <a:lnTo>
                    <a:pt x="84" y="0"/>
                  </a:lnTo>
                  <a:lnTo>
                    <a:pt x="68" y="1"/>
                  </a:lnTo>
                  <a:lnTo>
                    <a:pt x="51" y="4"/>
                  </a:lnTo>
                  <a:lnTo>
                    <a:pt x="36" y="11"/>
                  </a:lnTo>
                  <a:lnTo>
                    <a:pt x="22" y="19"/>
                  </a:lnTo>
                  <a:lnTo>
                    <a:pt x="11" y="32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0" name="Freeform 238"/>
            <p:cNvSpPr>
              <a:spLocks/>
            </p:cNvSpPr>
            <p:nvPr/>
          </p:nvSpPr>
          <p:spPr bwMode="gray">
            <a:xfrm>
              <a:off x="3924" y="2298"/>
              <a:ext cx="67" cy="6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10"/>
                </a:cxn>
                <a:cxn ang="0">
                  <a:pos x="18" y="17"/>
                </a:cxn>
                <a:cxn ang="0">
                  <a:pos x="26" y="25"/>
                </a:cxn>
                <a:cxn ang="0">
                  <a:pos x="36" y="32"/>
                </a:cxn>
                <a:cxn ang="0">
                  <a:pos x="45" y="39"/>
                </a:cxn>
                <a:cxn ang="0">
                  <a:pos x="55" y="46"/>
                </a:cxn>
                <a:cxn ang="0">
                  <a:pos x="63" y="54"/>
                </a:cxn>
                <a:cxn ang="0">
                  <a:pos x="73" y="61"/>
                </a:cxn>
                <a:cxn ang="0">
                  <a:pos x="81" y="68"/>
                </a:cxn>
                <a:cxn ang="0">
                  <a:pos x="88" y="76"/>
                </a:cxn>
                <a:cxn ang="0">
                  <a:pos x="95" y="84"/>
                </a:cxn>
                <a:cxn ang="0">
                  <a:pos x="102" y="92"/>
                </a:cxn>
                <a:cxn ang="0">
                  <a:pos x="107" y="102"/>
                </a:cxn>
                <a:cxn ang="0">
                  <a:pos x="113" y="110"/>
                </a:cxn>
                <a:cxn ang="0">
                  <a:pos x="120" y="120"/>
                </a:cxn>
                <a:cxn ang="0">
                  <a:pos x="125" y="128"/>
                </a:cxn>
                <a:cxn ang="0">
                  <a:pos x="128" y="130"/>
                </a:cxn>
                <a:cxn ang="0">
                  <a:pos x="132" y="127"/>
                </a:cxn>
                <a:cxn ang="0">
                  <a:pos x="134" y="123"/>
                </a:cxn>
                <a:cxn ang="0">
                  <a:pos x="134" y="120"/>
                </a:cxn>
                <a:cxn ang="0">
                  <a:pos x="129" y="110"/>
                </a:cxn>
                <a:cxn ang="0">
                  <a:pos x="125" y="101"/>
                </a:cxn>
                <a:cxn ang="0">
                  <a:pos x="121" y="92"/>
                </a:cxn>
                <a:cxn ang="0">
                  <a:pos x="116" y="84"/>
                </a:cxn>
                <a:cxn ang="0">
                  <a:pos x="110" y="76"/>
                </a:cxn>
                <a:cxn ang="0">
                  <a:pos x="103" y="68"/>
                </a:cxn>
                <a:cxn ang="0">
                  <a:pos x="96" y="61"/>
                </a:cxn>
                <a:cxn ang="0">
                  <a:pos x="89" y="52"/>
                </a:cxn>
                <a:cxn ang="0">
                  <a:pos x="80" y="44"/>
                </a:cxn>
                <a:cxn ang="0">
                  <a:pos x="69" y="37"/>
                </a:cxn>
                <a:cxn ang="0">
                  <a:pos x="58" y="30"/>
                </a:cxn>
                <a:cxn ang="0">
                  <a:pos x="47" y="25"/>
                </a:cxn>
                <a:cxn ang="0">
                  <a:pos x="34" y="19"/>
                </a:cxn>
                <a:cxn ang="0">
                  <a:pos x="22" y="12"/>
                </a:cxn>
                <a:cxn ang="0">
                  <a:pos x="11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34" h="130">
                  <a:moveTo>
                    <a:pt x="0" y="1"/>
                  </a:moveTo>
                  <a:lnTo>
                    <a:pt x="8" y="10"/>
                  </a:lnTo>
                  <a:lnTo>
                    <a:pt x="18" y="17"/>
                  </a:lnTo>
                  <a:lnTo>
                    <a:pt x="26" y="25"/>
                  </a:lnTo>
                  <a:lnTo>
                    <a:pt x="36" y="32"/>
                  </a:lnTo>
                  <a:lnTo>
                    <a:pt x="45" y="39"/>
                  </a:lnTo>
                  <a:lnTo>
                    <a:pt x="55" y="46"/>
                  </a:lnTo>
                  <a:lnTo>
                    <a:pt x="63" y="54"/>
                  </a:lnTo>
                  <a:lnTo>
                    <a:pt x="73" y="61"/>
                  </a:lnTo>
                  <a:lnTo>
                    <a:pt x="81" y="68"/>
                  </a:lnTo>
                  <a:lnTo>
                    <a:pt x="88" y="76"/>
                  </a:lnTo>
                  <a:lnTo>
                    <a:pt x="95" y="84"/>
                  </a:lnTo>
                  <a:lnTo>
                    <a:pt x="102" y="92"/>
                  </a:lnTo>
                  <a:lnTo>
                    <a:pt x="107" y="102"/>
                  </a:lnTo>
                  <a:lnTo>
                    <a:pt x="113" y="110"/>
                  </a:lnTo>
                  <a:lnTo>
                    <a:pt x="120" y="120"/>
                  </a:lnTo>
                  <a:lnTo>
                    <a:pt x="125" y="128"/>
                  </a:lnTo>
                  <a:lnTo>
                    <a:pt x="128" y="130"/>
                  </a:lnTo>
                  <a:lnTo>
                    <a:pt x="132" y="127"/>
                  </a:lnTo>
                  <a:lnTo>
                    <a:pt x="134" y="123"/>
                  </a:lnTo>
                  <a:lnTo>
                    <a:pt x="134" y="120"/>
                  </a:lnTo>
                  <a:lnTo>
                    <a:pt x="129" y="110"/>
                  </a:lnTo>
                  <a:lnTo>
                    <a:pt x="125" y="101"/>
                  </a:lnTo>
                  <a:lnTo>
                    <a:pt x="121" y="92"/>
                  </a:lnTo>
                  <a:lnTo>
                    <a:pt x="116" y="84"/>
                  </a:lnTo>
                  <a:lnTo>
                    <a:pt x="110" y="76"/>
                  </a:lnTo>
                  <a:lnTo>
                    <a:pt x="103" y="68"/>
                  </a:lnTo>
                  <a:lnTo>
                    <a:pt x="96" y="61"/>
                  </a:lnTo>
                  <a:lnTo>
                    <a:pt x="89" y="52"/>
                  </a:lnTo>
                  <a:lnTo>
                    <a:pt x="80" y="44"/>
                  </a:lnTo>
                  <a:lnTo>
                    <a:pt x="69" y="37"/>
                  </a:lnTo>
                  <a:lnTo>
                    <a:pt x="58" y="30"/>
                  </a:lnTo>
                  <a:lnTo>
                    <a:pt x="47" y="25"/>
                  </a:lnTo>
                  <a:lnTo>
                    <a:pt x="34" y="19"/>
                  </a:lnTo>
                  <a:lnTo>
                    <a:pt x="22" y="12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1" name="Freeform 239"/>
            <p:cNvSpPr>
              <a:spLocks/>
            </p:cNvSpPr>
            <p:nvPr/>
          </p:nvSpPr>
          <p:spPr bwMode="gray">
            <a:xfrm>
              <a:off x="3874" y="2301"/>
              <a:ext cx="7" cy="3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8"/>
                </a:cxn>
                <a:cxn ang="0">
                  <a:pos x="10" y="15"/>
                </a:cxn>
                <a:cxn ang="0">
                  <a:pos x="10" y="23"/>
                </a:cxn>
                <a:cxn ang="0">
                  <a:pos x="10" y="32"/>
                </a:cxn>
                <a:cxn ang="0">
                  <a:pos x="8" y="41"/>
                </a:cxn>
                <a:cxn ang="0">
                  <a:pos x="7" y="51"/>
                </a:cxn>
                <a:cxn ang="0">
                  <a:pos x="4" y="62"/>
                </a:cxn>
                <a:cxn ang="0">
                  <a:pos x="0" y="72"/>
                </a:cxn>
                <a:cxn ang="0">
                  <a:pos x="0" y="74"/>
                </a:cxn>
                <a:cxn ang="0">
                  <a:pos x="2" y="77"/>
                </a:cxn>
                <a:cxn ang="0">
                  <a:pos x="4" y="77"/>
                </a:cxn>
                <a:cxn ang="0">
                  <a:pos x="7" y="74"/>
                </a:cxn>
                <a:cxn ang="0">
                  <a:pos x="15" y="58"/>
                </a:cxn>
                <a:cxn ang="0">
                  <a:pos x="15" y="39"/>
                </a:cxn>
                <a:cxn ang="0">
                  <a:pos x="14" y="19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77">
                  <a:moveTo>
                    <a:pt x="11" y="0"/>
                  </a:moveTo>
                  <a:lnTo>
                    <a:pt x="10" y="8"/>
                  </a:lnTo>
                  <a:lnTo>
                    <a:pt x="10" y="15"/>
                  </a:lnTo>
                  <a:lnTo>
                    <a:pt x="10" y="23"/>
                  </a:lnTo>
                  <a:lnTo>
                    <a:pt x="10" y="32"/>
                  </a:lnTo>
                  <a:lnTo>
                    <a:pt x="8" y="41"/>
                  </a:lnTo>
                  <a:lnTo>
                    <a:pt x="7" y="51"/>
                  </a:lnTo>
                  <a:lnTo>
                    <a:pt x="4" y="62"/>
                  </a:lnTo>
                  <a:lnTo>
                    <a:pt x="0" y="72"/>
                  </a:lnTo>
                  <a:lnTo>
                    <a:pt x="0" y="74"/>
                  </a:lnTo>
                  <a:lnTo>
                    <a:pt x="2" y="77"/>
                  </a:lnTo>
                  <a:lnTo>
                    <a:pt x="4" y="77"/>
                  </a:lnTo>
                  <a:lnTo>
                    <a:pt x="7" y="74"/>
                  </a:lnTo>
                  <a:lnTo>
                    <a:pt x="15" y="58"/>
                  </a:lnTo>
                  <a:lnTo>
                    <a:pt x="15" y="39"/>
                  </a:lnTo>
                  <a:lnTo>
                    <a:pt x="14" y="19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2" name="Freeform 240"/>
            <p:cNvSpPr>
              <a:spLocks/>
            </p:cNvSpPr>
            <p:nvPr/>
          </p:nvSpPr>
          <p:spPr bwMode="gray">
            <a:xfrm>
              <a:off x="3730" y="2333"/>
              <a:ext cx="202" cy="95"/>
            </a:xfrm>
            <a:custGeom>
              <a:avLst/>
              <a:gdLst/>
              <a:ahLst/>
              <a:cxnLst>
                <a:cxn ang="0">
                  <a:pos x="14" y="119"/>
                </a:cxn>
                <a:cxn ang="0">
                  <a:pos x="46" y="142"/>
                </a:cxn>
                <a:cxn ang="0">
                  <a:pos x="80" y="162"/>
                </a:cxn>
                <a:cxn ang="0">
                  <a:pos x="118" y="177"/>
                </a:cxn>
                <a:cxn ang="0">
                  <a:pos x="156" y="185"/>
                </a:cxn>
                <a:cxn ang="0">
                  <a:pos x="196" y="191"/>
                </a:cxn>
                <a:cxn ang="0">
                  <a:pos x="235" y="189"/>
                </a:cxn>
                <a:cxn ang="0">
                  <a:pos x="273" y="181"/>
                </a:cxn>
                <a:cxn ang="0">
                  <a:pos x="306" y="170"/>
                </a:cxn>
                <a:cxn ang="0">
                  <a:pos x="335" y="156"/>
                </a:cxn>
                <a:cxn ang="0">
                  <a:pos x="362" y="140"/>
                </a:cxn>
                <a:cxn ang="0">
                  <a:pos x="384" y="117"/>
                </a:cxn>
                <a:cxn ang="0">
                  <a:pos x="399" y="79"/>
                </a:cxn>
                <a:cxn ang="0">
                  <a:pos x="400" y="25"/>
                </a:cxn>
                <a:cxn ang="0">
                  <a:pos x="385" y="6"/>
                </a:cxn>
                <a:cxn ang="0">
                  <a:pos x="381" y="14"/>
                </a:cxn>
                <a:cxn ang="0">
                  <a:pos x="381" y="18"/>
                </a:cxn>
                <a:cxn ang="0">
                  <a:pos x="385" y="20"/>
                </a:cxn>
                <a:cxn ang="0">
                  <a:pos x="389" y="20"/>
                </a:cxn>
                <a:cxn ang="0">
                  <a:pos x="392" y="14"/>
                </a:cxn>
                <a:cxn ang="0">
                  <a:pos x="391" y="9"/>
                </a:cxn>
                <a:cxn ang="0">
                  <a:pos x="391" y="5"/>
                </a:cxn>
                <a:cxn ang="0">
                  <a:pos x="385" y="0"/>
                </a:cxn>
                <a:cxn ang="0">
                  <a:pos x="375" y="9"/>
                </a:cxn>
                <a:cxn ang="0">
                  <a:pos x="381" y="50"/>
                </a:cxn>
                <a:cxn ang="0">
                  <a:pos x="363" y="106"/>
                </a:cxn>
                <a:cxn ang="0">
                  <a:pos x="315" y="144"/>
                </a:cxn>
                <a:cxn ang="0">
                  <a:pos x="253" y="167"/>
                </a:cxn>
                <a:cxn ang="0">
                  <a:pos x="207" y="174"/>
                </a:cxn>
                <a:cxn ang="0">
                  <a:pos x="177" y="174"/>
                </a:cxn>
                <a:cxn ang="0">
                  <a:pos x="148" y="171"/>
                </a:cxn>
                <a:cxn ang="0">
                  <a:pos x="118" y="166"/>
                </a:cxn>
                <a:cxn ang="0">
                  <a:pos x="89" y="156"/>
                </a:cxn>
                <a:cxn ang="0">
                  <a:pos x="61" y="145"/>
                </a:cxn>
                <a:cxn ang="0">
                  <a:pos x="35" y="130"/>
                </a:cxn>
                <a:cxn ang="0">
                  <a:pos x="11" y="115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5"/>
                </a:cxn>
              </a:cxnLst>
              <a:rect l="0" t="0" r="r" b="b"/>
              <a:pathLst>
                <a:path w="404" h="191">
                  <a:moveTo>
                    <a:pt x="0" y="105"/>
                  </a:moveTo>
                  <a:lnTo>
                    <a:pt x="14" y="119"/>
                  </a:lnTo>
                  <a:lnTo>
                    <a:pt x="29" y="131"/>
                  </a:lnTo>
                  <a:lnTo>
                    <a:pt x="46" y="142"/>
                  </a:lnTo>
                  <a:lnTo>
                    <a:pt x="62" y="152"/>
                  </a:lnTo>
                  <a:lnTo>
                    <a:pt x="80" y="162"/>
                  </a:lnTo>
                  <a:lnTo>
                    <a:pt x="98" y="170"/>
                  </a:lnTo>
                  <a:lnTo>
                    <a:pt x="118" y="177"/>
                  </a:lnTo>
                  <a:lnTo>
                    <a:pt x="137" y="181"/>
                  </a:lnTo>
                  <a:lnTo>
                    <a:pt x="156" y="185"/>
                  </a:lnTo>
                  <a:lnTo>
                    <a:pt x="175" y="189"/>
                  </a:lnTo>
                  <a:lnTo>
                    <a:pt x="196" y="191"/>
                  </a:lnTo>
                  <a:lnTo>
                    <a:pt x="215" y="191"/>
                  </a:lnTo>
                  <a:lnTo>
                    <a:pt x="235" y="189"/>
                  </a:lnTo>
                  <a:lnTo>
                    <a:pt x="254" y="185"/>
                  </a:lnTo>
                  <a:lnTo>
                    <a:pt x="273" y="181"/>
                  </a:lnTo>
                  <a:lnTo>
                    <a:pt x="293" y="175"/>
                  </a:lnTo>
                  <a:lnTo>
                    <a:pt x="306" y="170"/>
                  </a:lnTo>
                  <a:lnTo>
                    <a:pt x="320" y="163"/>
                  </a:lnTo>
                  <a:lnTo>
                    <a:pt x="335" y="156"/>
                  </a:lnTo>
                  <a:lnTo>
                    <a:pt x="349" y="148"/>
                  </a:lnTo>
                  <a:lnTo>
                    <a:pt x="362" y="140"/>
                  </a:lnTo>
                  <a:lnTo>
                    <a:pt x="374" y="129"/>
                  </a:lnTo>
                  <a:lnTo>
                    <a:pt x="384" y="117"/>
                  </a:lnTo>
                  <a:lnTo>
                    <a:pt x="391" y="104"/>
                  </a:lnTo>
                  <a:lnTo>
                    <a:pt x="399" y="79"/>
                  </a:lnTo>
                  <a:lnTo>
                    <a:pt x="404" y="51"/>
                  </a:lnTo>
                  <a:lnTo>
                    <a:pt x="400" y="25"/>
                  </a:lnTo>
                  <a:lnTo>
                    <a:pt x="388" y="2"/>
                  </a:lnTo>
                  <a:lnTo>
                    <a:pt x="385" y="6"/>
                  </a:lnTo>
                  <a:lnTo>
                    <a:pt x="384" y="10"/>
                  </a:lnTo>
                  <a:lnTo>
                    <a:pt x="381" y="14"/>
                  </a:lnTo>
                  <a:lnTo>
                    <a:pt x="378" y="17"/>
                  </a:lnTo>
                  <a:lnTo>
                    <a:pt x="381" y="18"/>
                  </a:lnTo>
                  <a:lnTo>
                    <a:pt x="382" y="18"/>
                  </a:lnTo>
                  <a:lnTo>
                    <a:pt x="385" y="20"/>
                  </a:lnTo>
                  <a:lnTo>
                    <a:pt x="386" y="20"/>
                  </a:lnTo>
                  <a:lnTo>
                    <a:pt x="389" y="20"/>
                  </a:lnTo>
                  <a:lnTo>
                    <a:pt x="392" y="17"/>
                  </a:lnTo>
                  <a:lnTo>
                    <a:pt x="392" y="14"/>
                  </a:lnTo>
                  <a:lnTo>
                    <a:pt x="392" y="11"/>
                  </a:lnTo>
                  <a:lnTo>
                    <a:pt x="391" y="9"/>
                  </a:lnTo>
                  <a:lnTo>
                    <a:pt x="391" y="7"/>
                  </a:lnTo>
                  <a:lnTo>
                    <a:pt x="391" y="5"/>
                  </a:lnTo>
                  <a:lnTo>
                    <a:pt x="389" y="3"/>
                  </a:lnTo>
                  <a:lnTo>
                    <a:pt x="385" y="0"/>
                  </a:lnTo>
                  <a:lnTo>
                    <a:pt x="380" y="2"/>
                  </a:lnTo>
                  <a:lnTo>
                    <a:pt x="375" y="9"/>
                  </a:lnTo>
                  <a:lnTo>
                    <a:pt x="374" y="14"/>
                  </a:lnTo>
                  <a:lnTo>
                    <a:pt x="381" y="50"/>
                  </a:lnTo>
                  <a:lnTo>
                    <a:pt x="377" y="80"/>
                  </a:lnTo>
                  <a:lnTo>
                    <a:pt x="363" y="106"/>
                  </a:lnTo>
                  <a:lnTo>
                    <a:pt x="342" y="127"/>
                  </a:lnTo>
                  <a:lnTo>
                    <a:pt x="315" y="144"/>
                  </a:lnTo>
                  <a:lnTo>
                    <a:pt x="284" y="157"/>
                  </a:lnTo>
                  <a:lnTo>
                    <a:pt x="253" y="167"/>
                  </a:lnTo>
                  <a:lnTo>
                    <a:pt x="221" y="173"/>
                  </a:lnTo>
                  <a:lnTo>
                    <a:pt x="207" y="174"/>
                  </a:lnTo>
                  <a:lnTo>
                    <a:pt x="192" y="174"/>
                  </a:lnTo>
                  <a:lnTo>
                    <a:pt x="177" y="174"/>
                  </a:lnTo>
                  <a:lnTo>
                    <a:pt x="163" y="173"/>
                  </a:lnTo>
                  <a:lnTo>
                    <a:pt x="148" y="171"/>
                  </a:lnTo>
                  <a:lnTo>
                    <a:pt x="133" y="168"/>
                  </a:lnTo>
                  <a:lnTo>
                    <a:pt x="118" y="166"/>
                  </a:lnTo>
                  <a:lnTo>
                    <a:pt x="104" y="162"/>
                  </a:lnTo>
                  <a:lnTo>
                    <a:pt x="89" y="156"/>
                  </a:lnTo>
                  <a:lnTo>
                    <a:pt x="75" y="151"/>
                  </a:lnTo>
                  <a:lnTo>
                    <a:pt x="61" y="145"/>
                  </a:lnTo>
                  <a:lnTo>
                    <a:pt x="49" y="138"/>
                  </a:lnTo>
                  <a:lnTo>
                    <a:pt x="35" y="130"/>
                  </a:lnTo>
                  <a:lnTo>
                    <a:pt x="22" y="123"/>
                  </a:lnTo>
                  <a:lnTo>
                    <a:pt x="11" y="115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3" name="Freeform 241"/>
            <p:cNvSpPr>
              <a:spLocks/>
            </p:cNvSpPr>
            <p:nvPr/>
          </p:nvSpPr>
          <p:spPr bwMode="gray">
            <a:xfrm>
              <a:off x="3669" y="2185"/>
              <a:ext cx="45" cy="110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64" y="19"/>
                </a:cxn>
                <a:cxn ang="0">
                  <a:pos x="41" y="44"/>
                </a:cxn>
                <a:cxn ang="0">
                  <a:pos x="20" y="75"/>
                </a:cxn>
                <a:cxn ang="0">
                  <a:pos x="7" y="106"/>
                </a:cxn>
                <a:cxn ang="0">
                  <a:pos x="0" y="139"/>
                </a:cxn>
                <a:cxn ang="0">
                  <a:pos x="4" y="171"/>
                </a:cxn>
                <a:cxn ang="0">
                  <a:pos x="20" y="199"/>
                </a:cxn>
                <a:cxn ang="0">
                  <a:pos x="49" y="221"/>
                </a:cxn>
                <a:cxn ang="0">
                  <a:pos x="58" y="221"/>
                </a:cxn>
                <a:cxn ang="0">
                  <a:pos x="66" y="215"/>
                </a:cxn>
                <a:cxn ang="0">
                  <a:pos x="69" y="205"/>
                </a:cxn>
                <a:cxn ang="0">
                  <a:pos x="69" y="197"/>
                </a:cxn>
                <a:cxn ang="0">
                  <a:pos x="63" y="189"/>
                </a:cxn>
                <a:cxn ang="0">
                  <a:pos x="58" y="181"/>
                </a:cxn>
                <a:cxn ang="0">
                  <a:pos x="51" y="174"/>
                </a:cxn>
                <a:cxn ang="0">
                  <a:pos x="45" y="167"/>
                </a:cxn>
                <a:cxn ang="0">
                  <a:pos x="38" y="160"/>
                </a:cxn>
                <a:cxn ang="0">
                  <a:pos x="34" y="152"/>
                </a:cxn>
                <a:cxn ang="0">
                  <a:pos x="29" y="143"/>
                </a:cxn>
                <a:cxn ang="0">
                  <a:pos x="26" y="134"/>
                </a:cxn>
                <a:cxn ang="0">
                  <a:pos x="23" y="114"/>
                </a:cxn>
                <a:cxn ang="0">
                  <a:pos x="25" y="95"/>
                </a:cxn>
                <a:cxn ang="0">
                  <a:pos x="30" y="76"/>
                </a:cxn>
                <a:cxn ang="0">
                  <a:pos x="38" y="58"/>
                </a:cxn>
                <a:cxn ang="0">
                  <a:pos x="49" y="41"/>
                </a:cxn>
                <a:cxn ang="0">
                  <a:pos x="62" y="26"/>
                </a:cxn>
                <a:cxn ang="0">
                  <a:pos x="76" y="13"/>
                </a:cxn>
                <a:cxn ang="0">
                  <a:pos x="91" y="2"/>
                </a:cxn>
                <a:cxn ang="0">
                  <a:pos x="91" y="2"/>
                </a:cxn>
                <a:cxn ang="0">
                  <a:pos x="91" y="0"/>
                </a:cxn>
                <a:cxn ang="0">
                  <a:pos x="91" y="0"/>
                </a:cxn>
                <a:cxn ang="0">
                  <a:pos x="91" y="0"/>
                </a:cxn>
                <a:cxn ang="0">
                  <a:pos x="91" y="0"/>
                </a:cxn>
              </a:cxnLst>
              <a:rect l="0" t="0" r="r" b="b"/>
              <a:pathLst>
                <a:path w="91" h="221">
                  <a:moveTo>
                    <a:pt x="91" y="0"/>
                  </a:moveTo>
                  <a:lnTo>
                    <a:pt x="64" y="19"/>
                  </a:lnTo>
                  <a:lnTo>
                    <a:pt x="41" y="44"/>
                  </a:lnTo>
                  <a:lnTo>
                    <a:pt x="20" y="75"/>
                  </a:lnTo>
                  <a:lnTo>
                    <a:pt x="7" y="106"/>
                  </a:lnTo>
                  <a:lnTo>
                    <a:pt x="0" y="139"/>
                  </a:lnTo>
                  <a:lnTo>
                    <a:pt x="4" y="171"/>
                  </a:lnTo>
                  <a:lnTo>
                    <a:pt x="20" y="199"/>
                  </a:lnTo>
                  <a:lnTo>
                    <a:pt x="49" y="221"/>
                  </a:lnTo>
                  <a:lnTo>
                    <a:pt x="58" y="221"/>
                  </a:lnTo>
                  <a:lnTo>
                    <a:pt x="66" y="215"/>
                  </a:lnTo>
                  <a:lnTo>
                    <a:pt x="69" y="205"/>
                  </a:lnTo>
                  <a:lnTo>
                    <a:pt x="69" y="197"/>
                  </a:lnTo>
                  <a:lnTo>
                    <a:pt x="63" y="189"/>
                  </a:lnTo>
                  <a:lnTo>
                    <a:pt x="58" y="181"/>
                  </a:lnTo>
                  <a:lnTo>
                    <a:pt x="51" y="174"/>
                  </a:lnTo>
                  <a:lnTo>
                    <a:pt x="45" y="167"/>
                  </a:lnTo>
                  <a:lnTo>
                    <a:pt x="38" y="160"/>
                  </a:lnTo>
                  <a:lnTo>
                    <a:pt x="34" y="152"/>
                  </a:lnTo>
                  <a:lnTo>
                    <a:pt x="29" y="143"/>
                  </a:lnTo>
                  <a:lnTo>
                    <a:pt x="26" y="134"/>
                  </a:lnTo>
                  <a:lnTo>
                    <a:pt x="23" y="114"/>
                  </a:lnTo>
                  <a:lnTo>
                    <a:pt x="25" y="95"/>
                  </a:lnTo>
                  <a:lnTo>
                    <a:pt x="30" y="76"/>
                  </a:lnTo>
                  <a:lnTo>
                    <a:pt x="38" y="58"/>
                  </a:lnTo>
                  <a:lnTo>
                    <a:pt x="49" y="41"/>
                  </a:lnTo>
                  <a:lnTo>
                    <a:pt x="62" y="26"/>
                  </a:lnTo>
                  <a:lnTo>
                    <a:pt x="76" y="13"/>
                  </a:lnTo>
                  <a:lnTo>
                    <a:pt x="91" y="2"/>
                  </a:lnTo>
                  <a:lnTo>
                    <a:pt x="91" y="2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4" name="Freeform 242"/>
            <p:cNvSpPr>
              <a:spLocks/>
            </p:cNvSpPr>
            <p:nvPr/>
          </p:nvSpPr>
          <p:spPr bwMode="gray">
            <a:xfrm>
              <a:off x="3446" y="2332"/>
              <a:ext cx="245" cy="167"/>
            </a:xfrm>
            <a:custGeom>
              <a:avLst/>
              <a:gdLst/>
              <a:ahLst/>
              <a:cxnLst>
                <a:cxn ang="0">
                  <a:pos x="490" y="0"/>
                </a:cxn>
                <a:cxn ang="0">
                  <a:pos x="475" y="14"/>
                </a:cxn>
                <a:cxn ang="0">
                  <a:pos x="459" y="28"/>
                </a:cxn>
                <a:cxn ang="0">
                  <a:pos x="444" y="39"/>
                </a:cxn>
                <a:cxn ang="0">
                  <a:pos x="428" y="50"/>
                </a:cxn>
                <a:cxn ang="0">
                  <a:pos x="411" y="59"/>
                </a:cxn>
                <a:cxn ang="0">
                  <a:pos x="395" y="69"/>
                </a:cxn>
                <a:cxn ang="0">
                  <a:pos x="378" y="77"/>
                </a:cxn>
                <a:cxn ang="0">
                  <a:pos x="360" y="84"/>
                </a:cxn>
                <a:cxn ang="0">
                  <a:pos x="342" y="92"/>
                </a:cxn>
                <a:cxn ang="0">
                  <a:pos x="324" y="99"/>
                </a:cxn>
                <a:cxn ang="0">
                  <a:pos x="306" y="107"/>
                </a:cxn>
                <a:cxn ang="0">
                  <a:pos x="289" y="114"/>
                </a:cxn>
                <a:cxn ang="0">
                  <a:pos x="271" y="121"/>
                </a:cxn>
                <a:cxn ang="0">
                  <a:pos x="253" y="128"/>
                </a:cxn>
                <a:cxn ang="0">
                  <a:pos x="236" y="136"/>
                </a:cxn>
                <a:cxn ang="0">
                  <a:pos x="218" y="145"/>
                </a:cxn>
                <a:cxn ang="0">
                  <a:pos x="188" y="161"/>
                </a:cxn>
                <a:cxn ang="0">
                  <a:pos x="158" y="180"/>
                </a:cxn>
                <a:cxn ang="0">
                  <a:pos x="129" y="203"/>
                </a:cxn>
                <a:cxn ang="0">
                  <a:pos x="101" y="225"/>
                </a:cxn>
                <a:cxn ang="0">
                  <a:pos x="73" y="249"/>
                </a:cxn>
                <a:cxn ang="0">
                  <a:pos x="49" y="274"/>
                </a:cxn>
                <a:cxn ang="0">
                  <a:pos x="25" y="300"/>
                </a:cxn>
                <a:cxn ang="0">
                  <a:pos x="2" y="328"/>
                </a:cxn>
                <a:cxn ang="0">
                  <a:pos x="0" y="332"/>
                </a:cxn>
                <a:cxn ang="0">
                  <a:pos x="3" y="333"/>
                </a:cxn>
                <a:cxn ang="0">
                  <a:pos x="7" y="333"/>
                </a:cxn>
                <a:cxn ang="0">
                  <a:pos x="11" y="331"/>
                </a:cxn>
                <a:cxn ang="0">
                  <a:pos x="27" y="317"/>
                </a:cxn>
                <a:cxn ang="0">
                  <a:pos x="43" y="303"/>
                </a:cxn>
                <a:cxn ang="0">
                  <a:pos x="58" y="288"/>
                </a:cxn>
                <a:cxn ang="0">
                  <a:pos x="73" y="276"/>
                </a:cxn>
                <a:cxn ang="0">
                  <a:pos x="90" y="262"/>
                </a:cxn>
                <a:cxn ang="0">
                  <a:pos x="107" y="248"/>
                </a:cxn>
                <a:cxn ang="0">
                  <a:pos x="122" y="236"/>
                </a:cxn>
                <a:cxn ang="0">
                  <a:pos x="138" y="223"/>
                </a:cxn>
                <a:cxn ang="0">
                  <a:pos x="156" y="211"/>
                </a:cxn>
                <a:cxn ang="0">
                  <a:pos x="173" y="198"/>
                </a:cxn>
                <a:cxn ang="0">
                  <a:pos x="189" y="187"/>
                </a:cxn>
                <a:cxn ang="0">
                  <a:pos x="207" y="176"/>
                </a:cxn>
                <a:cxn ang="0">
                  <a:pos x="225" y="165"/>
                </a:cxn>
                <a:cxn ang="0">
                  <a:pos x="244" y="156"/>
                </a:cxn>
                <a:cxn ang="0">
                  <a:pos x="262" y="146"/>
                </a:cxn>
                <a:cxn ang="0">
                  <a:pos x="282" y="136"/>
                </a:cxn>
                <a:cxn ang="0">
                  <a:pos x="311" y="124"/>
                </a:cxn>
                <a:cxn ang="0">
                  <a:pos x="340" y="110"/>
                </a:cxn>
                <a:cxn ang="0">
                  <a:pos x="367" y="96"/>
                </a:cxn>
                <a:cxn ang="0">
                  <a:pos x="395" y="83"/>
                </a:cxn>
                <a:cxn ang="0">
                  <a:pos x="421" y="66"/>
                </a:cxn>
                <a:cxn ang="0">
                  <a:pos x="447" y="47"/>
                </a:cxn>
                <a:cxn ang="0">
                  <a:pos x="469" y="25"/>
                </a:cxn>
                <a:cxn ang="0">
                  <a:pos x="490" y="0"/>
                </a:cxn>
                <a:cxn ang="0">
                  <a:pos x="490" y="0"/>
                </a:cxn>
                <a:cxn ang="0">
                  <a:pos x="490" y="0"/>
                </a:cxn>
                <a:cxn ang="0">
                  <a:pos x="490" y="0"/>
                </a:cxn>
                <a:cxn ang="0">
                  <a:pos x="490" y="0"/>
                </a:cxn>
                <a:cxn ang="0">
                  <a:pos x="490" y="0"/>
                </a:cxn>
              </a:cxnLst>
              <a:rect l="0" t="0" r="r" b="b"/>
              <a:pathLst>
                <a:path w="490" h="333">
                  <a:moveTo>
                    <a:pt x="490" y="0"/>
                  </a:moveTo>
                  <a:lnTo>
                    <a:pt x="475" y="14"/>
                  </a:lnTo>
                  <a:lnTo>
                    <a:pt x="459" y="28"/>
                  </a:lnTo>
                  <a:lnTo>
                    <a:pt x="444" y="39"/>
                  </a:lnTo>
                  <a:lnTo>
                    <a:pt x="428" y="50"/>
                  </a:lnTo>
                  <a:lnTo>
                    <a:pt x="411" y="59"/>
                  </a:lnTo>
                  <a:lnTo>
                    <a:pt x="395" y="69"/>
                  </a:lnTo>
                  <a:lnTo>
                    <a:pt x="378" y="77"/>
                  </a:lnTo>
                  <a:lnTo>
                    <a:pt x="360" y="84"/>
                  </a:lnTo>
                  <a:lnTo>
                    <a:pt x="342" y="92"/>
                  </a:lnTo>
                  <a:lnTo>
                    <a:pt x="324" y="99"/>
                  </a:lnTo>
                  <a:lnTo>
                    <a:pt x="306" y="107"/>
                  </a:lnTo>
                  <a:lnTo>
                    <a:pt x="289" y="114"/>
                  </a:lnTo>
                  <a:lnTo>
                    <a:pt x="271" y="121"/>
                  </a:lnTo>
                  <a:lnTo>
                    <a:pt x="253" y="128"/>
                  </a:lnTo>
                  <a:lnTo>
                    <a:pt x="236" y="136"/>
                  </a:lnTo>
                  <a:lnTo>
                    <a:pt x="218" y="145"/>
                  </a:lnTo>
                  <a:lnTo>
                    <a:pt x="188" y="161"/>
                  </a:lnTo>
                  <a:lnTo>
                    <a:pt x="158" y="180"/>
                  </a:lnTo>
                  <a:lnTo>
                    <a:pt x="129" y="203"/>
                  </a:lnTo>
                  <a:lnTo>
                    <a:pt x="101" y="225"/>
                  </a:lnTo>
                  <a:lnTo>
                    <a:pt x="73" y="249"/>
                  </a:lnTo>
                  <a:lnTo>
                    <a:pt x="49" y="274"/>
                  </a:lnTo>
                  <a:lnTo>
                    <a:pt x="25" y="300"/>
                  </a:lnTo>
                  <a:lnTo>
                    <a:pt x="2" y="328"/>
                  </a:lnTo>
                  <a:lnTo>
                    <a:pt x="0" y="332"/>
                  </a:lnTo>
                  <a:lnTo>
                    <a:pt x="3" y="333"/>
                  </a:lnTo>
                  <a:lnTo>
                    <a:pt x="7" y="333"/>
                  </a:lnTo>
                  <a:lnTo>
                    <a:pt x="11" y="331"/>
                  </a:lnTo>
                  <a:lnTo>
                    <a:pt x="27" y="317"/>
                  </a:lnTo>
                  <a:lnTo>
                    <a:pt x="43" y="303"/>
                  </a:lnTo>
                  <a:lnTo>
                    <a:pt x="58" y="288"/>
                  </a:lnTo>
                  <a:lnTo>
                    <a:pt x="73" y="276"/>
                  </a:lnTo>
                  <a:lnTo>
                    <a:pt x="90" y="262"/>
                  </a:lnTo>
                  <a:lnTo>
                    <a:pt x="107" y="248"/>
                  </a:lnTo>
                  <a:lnTo>
                    <a:pt x="122" y="236"/>
                  </a:lnTo>
                  <a:lnTo>
                    <a:pt x="138" y="223"/>
                  </a:lnTo>
                  <a:lnTo>
                    <a:pt x="156" y="211"/>
                  </a:lnTo>
                  <a:lnTo>
                    <a:pt x="173" y="198"/>
                  </a:lnTo>
                  <a:lnTo>
                    <a:pt x="189" y="187"/>
                  </a:lnTo>
                  <a:lnTo>
                    <a:pt x="207" y="176"/>
                  </a:lnTo>
                  <a:lnTo>
                    <a:pt x="225" y="165"/>
                  </a:lnTo>
                  <a:lnTo>
                    <a:pt x="244" y="156"/>
                  </a:lnTo>
                  <a:lnTo>
                    <a:pt x="262" y="146"/>
                  </a:lnTo>
                  <a:lnTo>
                    <a:pt x="282" y="136"/>
                  </a:lnTo>
                  <a:lnTo>
                    <a:pt x="311" y="124"/>
                  </a:lnTo>
                  <a:lnTo>
                    <a:pt x="340" y="110"/>
                  </a:lnTo>
                  <a:lnTo>
                    <a:pt x="367" y="96"/>
                  </a:lnTo>
                  <a:lnTo>
                    <a:pt x="395" y="83"/>
                  </a:lnTo>
                  <a:lnTo>
                    <a:pt x="421" y="66"/>
                  </a:lnTo>
                  <a:lnTo>
                    <a:pt x="447" y="47"/>
                  </a:lnTo>
                  <a:lnTo>
                    <a:pt x="469" y="25"/>
                  </a:lnTo>
                  <a:lnTo>
                    <a:pt x="490" y="0"/>
                  </a:lnTo>
                  <a:lnTo>
                    <a:pt x="490" y="0"/>
                  </a:lnTo>
                  <a:lnTo>
                    <a:pt x="490" y="0"/>
                  </a:lnTo>
                  <a:lnTo>
                    <a:pt x="490" y="0"/>
                  </a:lnTo>
                  <a:lnTo>
                    <a:pt x="490" y="0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5" name="Freeform 243"/>
            <p:cNvSpPr>
              <a:spLocks/>
            </p:cNvSpPr>
            <p:nvPr/>
          </p:nvSpPr>
          <p:spPr bwMode="gray">
            <a:xfrm>
              <a:off x="3438" y="2450"/>
              <a:ext cx="245" cy="616"/>
            </a:xfrm>
            <a:custGeom>
              <a:avLst/>
              <a:gdLst/>
              <a:ahLst/>
              <a:cxnLst>
                <a:cxn ang="0">
                  <a:pos x="55" y="30"/>
                </a:cxn>
                <a:cxn ang="0">
                  <a:pos x="37" y="93"/>
                </a:cxn>
                <a:cxn ang="0">
                  <a:pos x="23" y="176"/>
                </a:cxn>
                <a:cxn ang="0">
                  <a:pos x="8" y="272"/>
                </a:cxn>
                <a:cxn ang="0">
                  <a:pos x="0" y="367"/>
                </a:cxn>
                <a:cxn ang="0">
                  <a:pos x="1" y="463"/>
                </a:cxn>
                <a:cxn ang="0">
                  <a:pos x="9" y="558"/>
                </a:cxn>
                <a:cxn ang="0">
                  <a:pos x="26" y="650"/>
                </a:cxn>
                <a:cxn ang="0">
                  <a:pos x="51" y="737"/>
                </a:cxn>
                <a:cxn ang="0">
                  <a:pos x="85" y="821"/>
                </a:cxn>
                <a:cxn ang="0">
                  <a:pos x="128" y="898"/>
                </a:cxn>
                <a:cxn ang="0">
                  <a:pos x="180" y="971"/>
                </a:cxn>
                <a:cxn ang="0">
                  <a:pos x="240" y="1039"/>
                </a:cxn>
                <a:cxn ang="0">
                  <a:pos x="305" y="1099"/>
                </a:cxn>
                <a:cxn ang="0">
                  <a:pos x="373" y="1156"/>
                </a:cxn>
                <a:cxn ang="0">
                  <a:pos x="447" y="1207"/>
                </a:cxn>
                <a:cxn ang="0">
                  <a:pos x="488" y="1230"/>
                </a:cxn>
                <a:cxn ang="0">
                  <a:pos x="491" y="1223"/>
                </a:cxn>
                <a:cxn ang="0">
                  <a:pos x="455" y="1196"/>
                </a:cxn>
                <a:cxn ang="0">
                  <a:pos x="387" y="1143"/>
                </a:cxn>
                <a:cxn ang="0">
                  <a:pos x="325" y="1087"/>
                </a:cxn>
                <a:cxn ang="0">
                  <a:pos x="267" y="1027"/>
                </a:cxn>
                <a:cxn ang="0">
                  <a:pos x="214" y="964"/>
                </a:cxn>
                <a:cxn ang="0">
                  <a:pos x="165" y="897"/>
                </a:cxn>
                <a:cxn ang="0">
                  <a:pos x="124" y="825"/>
                </a:cxn>
                <a:cxn ang="0">
                  <a:pos x="87" y="748"/>
                </a:cxn>
                <a:cxn ang="0">
                  <a:pos x="59" y="668"/>
                </a:cxn>
                <a:cxn ang="0">
                  <a:pos x="40" y="582"/>
                </a:cxn>
                <a:cxn ang="0">
                  <a:pos x="29" y="496"/>
                </a:cxn>
                <a:cxn ang="0">
                  <a:pos x="23" y="409"/>
                </a:cxn>
                <a:cxn ang="0">
                  <a:pos x="21" y="318"/>
                </a:cxn>
                <a:cxn ang="0">
                  <a:pos x="25" y="221"/>
                </a:cxn>
                <a:cxn ang="0">
                  <a:pos x="38" y="129"/>
                </a:cxn>
                <a:cxn ang="0">
                  <a:pos x="52" y="42"/>
                </a:cxn>
                <a:cxn ang="0">
                  <a:pos x="67" y="0"/>
                </a:cxn>
                <a:cxn ang="0">
                  <a:pos x="67" y="0"/>
                </a:cxn>
                <a:cxn ang="0">
                  <a:pos x="67" y="0"/>
                </a:cxn>
              </a:cxnLst>
              <a:rect l="0" t="0" r="r" b="b"/>
              <a:pathLst>
                <a:path w="491" h="1230">
                  <a:moveTo>
                    <a:pt x="67" y="0"/>
                  </a:moveTo>
                  <a:lnTo>
                    <a:pt x="55" y="30"/>
                  </a:lnTo>
                  <a:lnTo>
                    <a:pt x="45" y="62"/>
                  </a:lnTo>
                  <a:lnTo>
                    <a:pt x="37" y="93"/>
                  </a:lnTo>
                  <a:lnTo>
                    <a:pt x="32" y="126"/>
                  </a:lnTo>
                  <a:lnTo>
                    <a:pt x="23" y="176"/>
                  </a:lnTo>
                  <a:lnTo>
                    <a:pt x="15" y="224"/>
                  </a:lnTo>
                  <a:lnTo>
                    <a:pt x="8" y="272"/>
                  </a:lnTo>
                  <a:lnTo>
                    <a:pt x="3" y="322"/>
                  </a:lnTo>
                  <a:lnTo>
                    <a:pt x="0" y="367"/>
                  </a:lnTo>
                  <a:lnTo>
                    <a:pt x="0" y="414"/>
                  </a:lnTo>
                  <a:lnTo>
                    <a:pt x="1" y="463"/>
                  </a:lnTo>
                  <a:lnTo>
                    <a:pt x="5" y="509"/>
                  </a:lnTo>
                  <a:lnTo>
                    <a:pt x="9" y="558"/>
                  </a:lnTo>
                  <a:lnTo>
                    <a:pt x="18" y="604"/>
                  </a:lnTo>
                  <a:lnTo>
                    <a:pt x="26" y="650"/>
                  </a:lnTo>
                  <a:lnTo>
                    <a:pt x="37" y="694"/>
                  </a:lnTo>
                  <a:lnTo>
                    <a:pt x="51" y="737"/>
                  </a:lnTo>
                  <a:lnTo>
                    <a:pt x="66" y="779"/>
                  </a:lnTo>
                  <a:lnTo>
                    <a:pt x="85" y="821"/>
                  </a:lnTo>
                  <a:lnTo>
                    <a:pt x="106" y="859"/>
                  </a:lnTo>
                  <a:lnTo>
                    <a:pt x="128" y="898"/>
                  </a:lnTo>
                  <a:lnTo>
                    <a:pt x="153" y="935"/>
                  </a:lnTo>
                  <a:lnTo>
                    <a:pt x="180" y="971"/>
                  </a:lnTo>
                  <a:lnTo>
                    <a:pt x="209" y="1005"/>
                  </a:lnTo>
                  <a:lnTo>
                    <a:pt x="240" y="1039"/>
                  </a:lnTo>
                  <a:lnTo>
                    <a:pt x="271" y="1070"/>
                  </a:lnTo>
                  <a:lnTo>
                    <a:pt x="305" y="1099"/>
                  </a:lnTo>
                  <a:lnTo>
                    <a:pt x="338" y="1128"/>
                  </a:lnTo>
                  <a:lnTo>
                    <a:pt x="373" y="1156"/>
                  </a:lnTo>
                  <a:lnTo>
                    <a:pt x="409" y="1182"/>
                  </a:lnTo>
                  <a:lnTo>
                    <a:pt x="447" y="1207"/>
                  </a:lnTo>
                  <a:lnTo>
                    <a:pt x="485" y="1230"/>
                  </a:lnTo>
                  <a:lnTo>
                    <a:pt x="488" y="1230"/>
                  </a:lnTo>
                  <a:lnTo>
                    <a:pt x="491" y="1227"/>
                  </a:lnTo>
                  <a:lnTo>
                    <a:pt x="491" y="1223"/>
                  </a:lnTo>
                  <a:lnTo>
                    <a:pt x="489" y="1220"/>
                  </a:lnTo>
                  <a:lnTo>
                    <a:pt x="455" y="1196"/>
                  </a:lnTo>
                  <a:lnTo>
                    <a:pt x="420" y="1169"/>
                  </a:lnTo>
                  <a:lnTo>
                    <a:pt x="387" y="1143"/>
                  </a:lnTo>
                  <a:lnTo>
                    <a:pt x="356" y="1116"/>
                  </a:lnTo>
                  <a:lnTo>
                    <a:pt x="325" y="1087"/>
                  </a:lnTo>
                  <a:lnTo>
                    <a:pt x="295" y="1058"/>
                  </a:lnTo>
                  <a:lnTo>
                    <a:pt x="267" y="1027"/>
                  </a:lnTo>
                  <a:lnTo>
                    <a:pt x="240" y="997"/>
                  </a:lnTo>
                  <a:lnTo>
                    <a:pt x="214" y="964"/>
                  </a:lnTo>
                  <a:lnTo>
                    <a:pt x="189" y="931"/>
                  </a:lnTo>
                  <a:lnTo>
                    <a:pt x="165" y="897"/>
                  </a:lnTo>
                  <a:lnTo>
                    <a:pt x="145" y="862"/>
                  </a:lnTo>
                  <a:lnTo>
                    <a:pt x="124" y="825"/>
                  </a:lnTo>
                  <a:lnTo>
                    <a:pt x="105" y="788"/>
                  </a:lnTo>
                  <a:lnTo>
                    <a:pt x="87" y="748"/>
                  </a:lnTo>
                  <a:lnTo>
                    <a:pt x="72" y="708"/>
                  </a:lnTo>
                  <a:lnTo>
                    <a:pt x="59" y="668"/>
                  </a:lnTo>
                  <a:lnTo>
                    <a:pt x="48" y="625"/>
                  </a:lnTo>
                  <a:lnTo>
                    <a:pt x="40" y="582"/>
                  </a:lnTo>
                  <a:lnTo>
                    <a:pt x="34" y="538"/>
                  </a:lnTo>
                  <a:lnTo>
                    <a:pt x="29" y="496"/>
                  </a:lnTo>
                  <a:lnTo>
                    <a:pt x="26" y="452"/>
                  </a:lnTo>
                  <a:lnTo>
                    <a:pt x="23" y="409"/>
                  </a:lnTo>
                  <a:lnTo>
                    <a:pt x="22" y="366"/>
                  </a:lnTo>
                  <a:lnTo>
                    <a:pt x="21" y="318"/>
                  </a:lnTo>
                  <a:lnTo>
                    <a:pt x="22" y="270"/>
                  </a:lnTo>
                  <a:lnTo>
                    <a:pt x="25" y="221"/>
                  </a:lnTo>
                  <a:lnTo>
                    <a:pt x="32" y="173"/>
                  </a:lnTo>
                  <a:lnTo>
                    <a:pt x="38" y="129"/>
                  </a:lnTo>
                  <a:lnTo>
                    <a:pt x="44" y="86"/>
                  </a:lnTo>
                  <a:lnTo>
                    <a:pt x="52" y="42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6" name="Freeform 244"/>
            <p:cNvSpPr>
              <a:spLocks/>
            </p:cNvSpPr>
            <p:nvPr/>
          </p:nvSpPr>
          <p:spPr bwMode="gray">
            <a:xfrm>
              <a:off x="3476" y="2496"/>
              <a:ext cx="347" cy="384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80" y="8"/>
                </a:cxn>
                <a:cxn ang="0">
                  <a:pos x="131" y="18"/>
                </a:cxn>
                <a:cxn ang="0">
                  <a:pos x="182" y="32"/>
                </a:cxn>
                <a:cxn ang="0">
                  <a:pos x="231" y="48"/>
                </a:cxn>
                <a:cxn ang="0">
                  <a:pos x="280" y="69"/>
                </a:cxn>
                <a:cxn ang="0">
                  <a:pos x="328" y="92"/>
                </a:cxn>
                <a:cxn ang="0">
                  <a:pos x="373" y="117"/>
                </a:cxn>
                <a:cxn ang="0">
                  <a:pos x="415" y="142"/>
                </a:cxn>
                <a:cxn ang="0">
                  <a:pos x="450" y="167"/>
                </a:cxn>
                <a:cxn ang="0">
                  <a:pos x="485" y="196"/>
                </a:cxn>
                <a:cxn ang="0">
                  <a:pos x="518" y="226"/>
                </a:cxn>
                <a:cxn ang="0">
                  <a:pos x="551" y="259"/>
                </a:cxn>
                <a:cxn ang="0">
                  <a:pos x="586" y="299"/>
                </a:cxn>
                <a:cxn ang="0">
                  <a:pos x="616" y="342"/>
                </a:cxn>
                <a:cxn ang="0">
                  <a:pos x="641" y="388"/>
                </a:cxn>
                <a:cxn ang="0">
                  <a:pos x="656" y="437"/>
                </a:cxn>
                <a:cxn ang="0">
                  <a:pos x="653" y="473"/>
                </a:cxn>
                <a:cxn ang="0">
                  <a:pos x="635" y="495"/>
                </a:cxn>
                <a:cxn ang="0">
                  <a:pos x="605" y="507"/>
                </a:cxn>
                <a:cxn ang="0">
                  <a:pos x="569" y="515"/>
                </a:cxn>
                <a:cxn ang="0">
                  <a:pos x="532" y="524"/>
                </a:cxn>
                <a:cxn ang="0">
                  <a:pos x="497" y="535"/>
                </a:cxn>
                <a:cxn ang="0">
                  <a:pos x="471" y="554"/>
                </a:cxn>
                <a:cxn ang="0">
                  <a:pos x="459" y="595"/>
                </a:cxn>
                <a:cxn ang="0">
                  <a:pos x="489" y="643"/>
                </a:cxn>
                <a:cxn ang="0">
                  <a:pos x="536" y="687"/>
                </a:cxn>
                <a:cxn ang="0">
                  <a:pos x="561" y="734"/>
                </a:cxn>
                <a:cxn ang="0">
                  <a:pos x="550" y="765"/>
                </a:cxn>
                <a:cxn ang="0">
                  <a:pos x="553" y="766"/>
                </a:cxn>
                <a:cxn ang="0">
                  <a:pos x="566" y="747"/>
                </a:cxn>
                <a:cxn ang="0">
                  <a:pos x="566" y="711"/>
                </a:cxn>
                <a:cxn ang="0">
                  <a:pos x="547" y="679"/>
                </a:cxn>
                <a:cxn ang="0">
                  <a:pos x="515" y="645"/>
                </a:cxn>
                <a:cxn ang="0">
                  <a:pos x="486" y="606"/>
                </a:cxn>
                <a:cxn ang="0">
                  <a:pos x="485" y="573"/>
                </a:cxn>
                <a:cxn ang="0">
                  <a:pos x="518" y="557"/>
                </a:cxn>
                <a:cxn ang="0">
                  <a:pos x="554" y="550"/>
                </a:cxn>
                <a:cxn ang="0">
                  <a:pos x="590" y="544"/>
                </a:cxn>
                <a:cxn ang="0">
                  <a:pos x="623" y="533"/>
                </a:cxn>
                <a:cxn ang="0">
                  <a:pos x="653" y="515"/>
                </a:cxn>
                <a:cxn ang="0">
                  <a:pos x="675" y="493"/>
                </a:cxn>
                <a:cxn ang="0">
                  <a:pos x="689" y="466"/>
                </a:cxn>
                <a:cxn ang="0">
                  <a:pos x="693" y="434"/>
                </a:cxn>
                <a:cxn ang="0">
                  <a:pos x="686" y="394"/>
                </a:cxn>
                <a:cxn ang="0">
                  <a:pos x="670" y="351"/>
                </a:cxn>
                <a:cxn ang="0">
                  <a:pos x="645" y="313"/>
                </a:cxn>
                <a:cxn ang="0">
                  <a:pos x="616" y="277"/>
                </a:cxn>
                <a:cxn ang="0">
                  <a:pos x="584" y="237"/>
                </a:cxn>
                <a:cxn ang="0">
                  <a:pos x="547" y="200"/>
                </a:cxn>
                <a:cxn ang="0">
                  <a:pos x="506" y="167"/>
                </a:cxn>
                <a:cxn ang="0">
                  <a:pos x="462" y="136"/>
                </a:cxn>
                <a:cxn ang="0">
                  <a:pos x="415" y="107"/>
                </a:cxn>
                <a:cxn ang="0">
                  <a:pos x="364" y="81"/>
                </a:cxn>
                <a:cxn ang="0">
                  <a:pos x="311" y="59"/>
                </a:cxn>
                <a:cxn ang="0">
                  <a:pos x="256" y="40"/>
                </a:cxn>
                <a:cxn ang="0">
                  <a:pos x="200" y="25"/>
                </a:cxn>
                <a:cxn ang="0">
                  <a:pos x="143" y="12"/>
                </a:cxn>
                <a:cxn ang="0">
                  <a:pos x="85" y="5"/>
                </a:cxn>
                <a:cxn ang="0">
                  <a:pos x="29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93" h="766">
                  <a:moveTo>
                    <a:pt x="0" y="1"/>
                  </a:moveTo>
                  <a:lnTo>
                    <a:pt x="26" y="3"/>
                  </a:lnTo>
                  <a:lnTo>
                    <a:pt x="53" y="4"/>
                  </a:lnTo>
                  <a:lnTo>
                    <a:pt x="80" y="8"/>
                  </a:lnTo>
                  <a:lnTo>
                    <a:pt x="106" y="12"/>
                  </a:lnTo>
                  <a:lnTo>
                    <a:pt x="131" y="18"/>
                  </a:lnTo>
                  <a:lnTo>
                    <a:pt x="157" y="25"/>
                  </a:lnTo>
                  <a:lnTo>
                    <a:pt x="182" y="32"/>
                  </a:lnTo>
                  <a:lnTo>
                    <a:pt x="206" y="40"/>
                  </a:lnTo>
                  <a:lnTo>
                    <a:pt x="231" y="48"/>
                  </a:lnTo>
                  <a:lnTo>
                    <a:pt x="256" y="58"/>
                  </a:lnTo>
                  <a:lnTo>
                    <a:pt x="280" y="69"/>
                  </a:lnTo>
                  <a:lnTo>
                    <a:pt x="304" y="80"/>
                  </a:lnTo>
                  <a:lnTo>
                    <a:pt x="328" y="92"/>
                  </a:lnTo>
                  <a:lnTo>
                    <a:pt x="351" y="105"/>
                  </a:lnTo>
                  <a:lnTo>
                    <a:pt x="373" y="117"/>
                  </a:lnTo>
                  <a:lnTo>
                    <a:pt x="397" y="131"/>
                  </a:lnTo>
                  <a:lnTo>
                    <a:pt x="415" y="142"/>
                  </a:lnTo>
                  <a:lnTo>
                    <a:pt x="433" y="154"/>
                  </a:lnTo>
                  <a:lnTo>
                    <a:pt x="450" y="167"/>
                  </a:lnTo>
                  <a:lnTo>
                    <a:pt x="468" y="180"/>
                  </a:lnTo>
                  <a:lnTo>
                    <a:pt x="485" y="196"/>
                  </a:lnTo>
                  <a:lnTo>
                    <a:pt x="502" y="211"/>
                  </a:lnTo>
                  <a:lnTo>
                    <a:pt x="518" y="226"/>
                  </a:lnTo>
                  <a:lnTo>
                    <a:pt x="533" y="241"/>
                  </a:lnTo>
                  <a:lnTo>
                    <a:pt x="551" y="259"/>
                  </a:lnTo>
                  <a:lnTo>
                    <a:pt x="569" y="278"/>
                  </a:lnTo>
                  <a:lnTo>
                    <a:pt x="586" y="299"/>
                  </a:lnTo>
                  <a:lnTo>
                    <a:pt x="602" y="320"/>
                  </a:lnTo>
                  <a:lnTo>
                    <a:pt x="616" y="342"/>
                  </a:lnTo>
                  <a:lnTo>
                    <a:pt x="630" y="365"/>
                  </a:lnTo>
                  <a:lnTo>
                    <a:pt x="641" y="388"/>
                  </a:lnTo>
                  <a:lnTo>
                    <a:pt x="650" y="412"/>
                  </a:lnTo>
                  <a:lnTo>
                    <a:pt x="656" y="437"/>
                  </a:lnTo>
                  <a:lnTo>
                    <a:pt x="657" y="456"/>
                  </a:lnTo>
                  <a:lnTo>
                    <a:pt x="653" y="473"/>
                  </a:lnTo>
                  <a:lnTo>
                    <a:pt x="645" y="485"/>
                  </a:lnTo>
                  <a:lnTo>
                    <a:pt x="635" y="495"/>
                  </a:lnTo>
                  <a:lnTo>
                    <a:pt x="621" y="501"/>
                  </a:lnTo>
                  <a:lnTo>
                    <a:pt x="605" y="507"/>
                  </a:lnTo>
                  <a:lnTo>
                    <a:pt x="588" y="512"/>
                  </a:lnTo>
                  <a:lnTo>
                    <a:pt x="569" y="515"/>
                  </a:lnTo>
                  <a:lnTo>
                    <a:pt x="551" y="519"/>
                  </a:lnTo>
                  <a:lnTo>
                    <a:pt x="532" y="524"/>
                  </a:lnTo>
                  <a:lnTo>
                    <a:pt x="514" y="528"/>
                  </a:lnTo>
                  <a:lnTo>
                    <a:pt x="497" y="535"/>
                  </a:lnTo>
                  <a:lnTo>
                    <a:pt x="484" y="543"/>
                  </a:lnTo>
                  <a:lnTo>
                    <a:pt x="471" y="554"/>
                  </a:lnTo>
                  <a:lnTo>
                    <a:pt x="463" y="568"/>
                  </a:lnTo>
                  <a:lnTo>
                    <a:pt x="459" y="595"/>
                  </a:lnTo>
                  <a:lnTo>
                    <a:pt x="470" y="620"/>
                  </a:lnTo>
                  <a:lnTo>
                    <a:pt x="489" y="643"/>
                  </a:lnTo>
                  <a:lnTo>
                    <a:pt x="514" y="665"/>
                  </a:lnTo>
                  <a:lnTo>
                    <a:pt x="536" y="687"/>
                  </a:lnTo>
                  <a:lnTo>
                    <a:pt x="554" y="711"/>
                  </a:lnTo>
                  <a:lnTo>
                    <a:pt x="561" y="734"/>
                  </a:lnTo>
                  <a:lnTo>
                    <a:pt x="551" y="762"/>
                  </a:lnTo>
                  <a:lnTo>
                    <a:pt x="550" y="765"/>
                  </a:lnTo>
                  <a:lnTo>
                    <a:pt x="551" y="766"/>
                  </a:lnTo>
                  <a:lnTo>
                    <a:pt x="553" y="766"/>
                  </a:lnTo>
                  <a:lnTo>
                    <a:pt x="555" y="765"/>
                  </a:lnTo>
                  <a:lnTo>
                    <a:pt x="566" y="747"/>
                  </a:lnTo>
                  <a:lnTo>
                    <a:pt x="569" y="729"/>
                  </a:lnTo>
                  <a:lnTo>
                    <a:pt x="566" y="711"/>
                  </a:lnTo>
                  <a:lnTo>
                    <a:pt x="557" y="692"/>
                  </a:lnTo>
                  <a:lnTo>
                    <a:pt x="547" y="679"/>
                  </a:lnTo>
                  <a:lnTo>
                    <a:pt x="532" y="663"/>
                  </a:lnTo>
                  <a:lnTo>
                    <a:pt x="515" y="645"/>
                  </a:lnTo>
                  <a:lnTo>
                    <a:pt x="499" y="624"/>
                  </a:lnTo>
                  <a:lnTo>
                    <a:pt x="486" y="606"/>
                  </a:lnTo>
                  <a:lnTo>
                    <a:pt x="481" y="588"/>
                  </a:lnTo>
                  <a:lnTo>
                    <a:pt x="485" y="573"/>
                  </a:lnTo>
                  <a:lnTo>
                    <a:pt x="502" y="562"/>
                  </a:lnTo>
                  <a:lnTo>
                    <a:pt x="518" y="557"/>
                  </a:lnTo>
                  <a:lnTo>
                    <a:pt x="536" y="552"/>
                  </a:lnTo>
                  <a:lnTo>
                    <a:pt x="554" y="550"/>
                  </a:lnTo>
                  <a:lnTo>
                    <a:pt x="572" y="547"/>
                  </a:lnTo>
                  <a:lnTo>
                    <a:pt x="590" y="544"/>
                  </a:lnTo>
                  <a:lnTo>
                    <a:pt x="606" y="540"/>
                  </a:lnTo>
                  <a:lnTo>
                    <a:pt x="623" y="533"/>
                  </a:lnTo>
                  <a:lnTo>
                    <a:pt x="639" y="525"/>
                  </a:lnTo>
                  <a:lnTo>
                    <a:pt x="653" y="515"/>
                  </a:lnTo>
                  <a:lnTo>
                    <a:pt x="664" y="504"/>
                  </a:lnTo>
                  <a:lnTo>
                    <a:pt x="675" y="493"/>
                  </a:lnTo>
                  <a:lnTo>
                    <a:pt x="682" y="479"/>
                  </a:lnTo>
                  <a:lnTo>
                    <a:pt x="689" y="466"/>
                  </a:lnTo>
                  <a:lnTo>
                    <a:pt x="692" y="450"/>
                  </a:lnTo>
                  <a:lnTo>
                    <a:pt x="693" y="434"/>
                  </a:lnTo>
                  <a:lnTo>
                    <a:pt x="692" y="417"/>
                  </a:lnTo>
                  <a:lnTo>
                    <a:pt x="686" y="394"/>
                  </a:lnTo>
                  <a:lnTo>
                    <a:pt x="679" y="372"/>
                  </a:lnTo>
                  <a:lnTo>
                    <a:pt x="670" y="351"/>
                  </a:lnTo>
                  <a:lnTo>
                    <a:pt x="657" y="332"/>
                  </a:lnTo>
                  <a:lnTo>
                    <a:pt x="645" y="313"/>
                  </a:lnTo>
                  <a:lnTo>
                    <a:pt x="631" y="295"/>
                  </a:lnTo>
                  <a:lnTo>
                    <a:pt x="616" y="277"/>
                  </a:lnTo>
                  <a:lnTo>
                    <a:pt x="601" y="258"/>
                  </a:lnTo>
                  <a:lnTo>
                    <a:pt x="584" y="237"/>
                  </a:lnTo>
                  <a:lnTo>
                    <a:pt x="566" y="218"/>
                  </a:lnTo>
                  <a:lnTo>
                    <a:pt x="547" y="200"/>
                  </a:lnTo>
                  <a:lnTo>
                    <a:pt x="526" y="183"/>
                  </a:lnTo>
                  <a:lnTo>
                    <a:pt x="506" y="167"/>
                  </a:lnTo>
                  <a:lnTo>
                    <a:pt x="484" y="151"/>
                  </a:lnTo>
                  <a:lnTo>
                    <a:pt x="462" y="136"/>
                  </a:lnTo>
                  <a:lnTo>
                    <a:pt x="439" y="123"/>
                  </a:lnTo>
                  <a:lnTo>
                    <a:pt x="415" y="107"/>
                  </a:lnTo>
                  <a:lnTo>
                    <a:pt x="390" y="95"/>
                  </a:lnTo>
                  <a:lnTo>
                    <a:pt x="364" y="81"/>
                  </a:lnTo>
                  <a:lnTo>
                    <a:pt x="337" y="70"/>
                  </a:lnTo>
                  <a:lnTo>
                    <a:pt x="311" y="59"/>
                  </a:lnTo>
                  <a:lnTo>
                    <a:pt x="284" y="50"/>
                  </a:lnTo>
                  <a:lnTo>
                    <a:pt x="256" y="40"/>
                  </a:lnTo>
                  <a:lnTo>
                    <a:pt x="229" y="32"/>
                  </a:lnTo>
                  <a:lnTo>
                    <a:pt x="200" y="25"/>
                  </a:lnTo>
                  <a:lnTo>
                    <a:pt x="172" y="18"/>
                  </a:lnTo>
                  <a:lnTo>
                    <a:pt x="143" y="12"/>
                  </a:lnTo>
                  <a:lnTo>
                    <a:pt x="114" y="8"/>
                  </a:lnTo>
                  <a:lnTo>
                    <a:pt x="85" y="5"/>
                  </a:lnTo>
                  <a:lnTo>
                    <a:pt x="56" y="3"/>
                  </a:lnTo>
                  <a:lnTo>
                    <a:pt x="29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7" name="Freeform 245"/>
            <p:cNvSpPr>
              <a:spLocks/>
            </p:cNvSpPr>
            <p:nvPr/>
          </p:nvSpPr>
          <p:spPr bwMode="gray">
            <a:xfrm>
              <a:off x="3692" y="2733"/>
              <a:ext cx="377" cy="253"/>
            </a:xfrm>
            <a:custGeom>
              <a:avLst/>
              <a:gdLst/>
              <a:ahLst/>
              <a:cxnLst>
                <a:cxn ang="0">
                  <a:pos x="4" y="468"/>
                </a:cxn>
                <a:cxn ang="0">
                  <a:pos x="22" y="402"/>
                </a:cxn>
                <a:cxn ang="0">
                  <a:pos x="55" y="340"/>
                </a:cxn>
                <a:cxn ang="0">
                  <a:pos x="98" y="285"/>
                </a:cxn>
                <a:cxn ang="0">
                  <a:pos x="152" y="238"/>
                </a:cxn>
                <a:cxn ang="0">
                  <a:pos x="211" y="200"/>
                </a:cxn>
                <a:cxn ang="0">
                  <a:pos x="277" y="172"/>
                </a:cxn>
                <a:cxn ang="0">
                  <a:pos x="345" y="154"/>
                </a:cxn>
                <a:cxn ang="0">
                  <a:pos x="404" y="147"/>
                </a:cxn>
                <a:cxn ang="0">
                  <a:pos x="457" y="140"/>
                </a:cxn>
                <a:cxn ang="0">
                  <a:pos x="508" y="131"/>
                </a:cxn>
                <a:cxn ang="0">
                  <a:pos x="557" y="117"/>
                </a:cxn>
                <a:cxn ang="0">
                  <a:pos x="607" y="100"/>
                </a:cxn>
                <a:cxn ang="0">
                  <a:pos x="654" y="78"/>
                </a:cxn>
                <a:cxn ang="0">
                  <a:pos x="698" y="51"/>
                </a:cxn>
                <a:cxn ang="0">
                  <a:pos x="738" y="19"/>
                </a:cxn>
                <a:cxn ang="0">
                  <a:pos x="756" y="0"/>
                </a:cxn>
                <a:cxn ang="0">
                  <a:pos x="756" y="0"/>
                </a:cxn>
                <a:cxn ang="0">
                  <a:pos x="739" y="15"/>
                </a:cxn>
                <a:cxn ang="0">
                  <a:pos x="709" y="40"/>
                </a:cxn>
                <a:cxn ang="0">
                  <a:pos x="676" y="62"/>
                </a:cxn>
                <a:cxn ang="0">
                  <a:pos x="640" y="81"/>
                </a:cxn>
                <a:cxn ang="0">
                  <a:pos x="604" y="96"/>
                </a:cxn>
                <a:cxn ang="0">
                  <a:pos x="565" y="109"/>
                </a:cxn>
                <a:cxn ang="0">
                  <a:pos x="527" y="118"/>
                </a:cxn>
                <a:cxn ang="0">
                  <a:pos x="487" y="124"/>
                </a:cxn>
                <a:cxn ang="0">
                  <a:pos x="451" y="128"/>
                </a:cxn>
                <a:cxn ang="0">
                  <a:pos x="421" y="131"/>
                </a:cxn>
                <a:cxn ang="0">
                  <a:pos x="392" y="134"/>
                </a:cxn>
                <a:cxn ang="0">
                  <a:pos x="361" y="136"/>
                </a:cxn>
                <a:cxn ang="0">
                  <a:pos x="332" y="140"/>
                </a:cxn>
                <a:cxn ang="0">
                  <a:pos x="302" y="146"/>
                </a:cxn>
                <a:cxn ang="0">
                  <a:pos x="273" y="154"/>
                </a:cxn>
                <a:cxn ang="0">
                  <a:pos x="244" y="164"/>
                </a:cxn>
                <a:cxn ang="0">
                  <a:pos x="206" y="182"/>
                </a:cxn>
                <a:cxn ang="0">
                  <a:pos x="159" y="209"/>
                </a:cxn>
                <a:cxn ang="0">
                  <a:pos x="117" y="244"/>
                </a:cxn>
                <a:cxn ang="0">
                  <a:pos x="80" y="282"/>
                </a:cxn>
                <a:cxn ang="0">
                  <a:pos x="50" y="325"/>
                </a:cxn>
                <a:cxn ang="0">
                  <a:pos x="26" y="372"/>
                </a:cxn>
                <a:cxn ang="0">
                  <a:pos x="10" y="423"/>
                </a:cxn>
                <a:cxn ang="0">
                  <a:pos x="2" y="477"/>
                </a:cxn>
                <a:cxn ang="0">
                  <a:pos x="0" y="504"/>
                </a:cxn>
                <a:cxn ang="0">
                  <a:pos x="0" y="504"/>
                </a:cxn>
                <a:cxn ang="0">
                  <a:pos x="0" y="504"/>
                </a:cxn>
              </a:cxnLst>
              <a:rect l="0" t="0" r="r" b="b"/>
              <a:pathLst>
                <a:path w="756" h="504">
                  <a:moveTo>
                    <a:pt x="0" y="504"/>
                  </a:moveTo>
                  <a:lnTo>
                    <a:pt x="4" y="468"/>
                  </a:lnTo>
                  <a:lnTo>
                    <a:pt x="11" y="434"/>
                  </a:lnTo>
                  <a:lnTo>
                    <a:pt x="22" y="402"/>
                  </a:lnTo>
                  <a:lnTo>
                    <a:pt x="37" y="371"/>
                  </a:lnTo>
                  <a:lnTo>
                    <a:pt x="55" y="340"/>
                  </a:lnTo>
                  <a:lnTo>
                    <a:pt x="76" y="311"/>
                  </a:lnTo>
                  <a:lnTo>
                    <a:pt x="98" y="285"/>
                  </a:lnTo>
                  <a:lnTo>
                    <a:pt x="124" y="260"/>
                  </a:lnTo>
                  <a:lnTo>
                    <a:pt x="152" y="238"/>
                  </a:lnTo>
                  <a:lnTo>
                    <a:pt x="181" y="218"/>
                  </a:lnTo>
                  <a:lnTo>
                    <a:pt x="211" y="200"/>
                  </a:lnTo>
                  <a:lnTo>
                    <a:pt x="244" y="185"/>
                  </a:lnTo>
                  <a:lnTo>
                    <a:pt x="277" y="172"/>
                  </a:lnTo>
                  <a:lnTo>
                    <a:pt x="310" y="161"/>
                  </a:lnTo>
                  <a:lnTo>
                    <a:pt x="345" y="154"/>
                  </a:lnTo>
                  <a:lnTo>
                    <a:pt x="379" y="150"/>
                  </a:lnTo>
                  <a:lnTo>
                    <a:pt x="404" y="147"/>
                  </a:lnTo>
                  <a:lnTo>
                    <a:pt x="430" y="145"/>
                  </a:lnTo>
                  <a:lnTo>
                    <a:pt x="457" y="140"/>
                  </a:lnTo>
                  <a:lnTo>
                    <a:pt x="481" y="136"/>
                  </a:lnTo>
                  <a:lnTo>
                    <a:pt x="508" y="131"/>
                  </a:lnTo>
                  <a:lnTo>
                    <a:pt x="532" y="125"/>
                  </a:lnTo>
                  <a:lnTo>
                    <a:pt x="557" y="117"/>
                  </a:lnTo>
                  <a:lnTo>
                    <a:pt x="582" y="109"/>
                  </a:lnTo>
                  <a:lnTo>
                    <a:pt x="607" y="100"/>
                  </a:lnTo>
                  <a:lnTo>
                    <a:pt x="630" y="89"/>
                  </a:lnTo>
                  <a:lnTo>
                    <a:pt x="654" y="78"/>
                  </a:lnTo>
                  <a:lnTo>
                    <a:pt x="676" y="66"/>
                  </a:lnTo>
                  <a:lnTo>
                    <a:pt x="698" y="51"/>
                  </a:lnTo>
                  <a:lnTo>
                    <a:pt x="717" y="36"/>
                  </a:lnTo>
                  <a:lnTo>
                    <a:pt x="738" y="19"/>
                  </a:lnTo>
                  <a:lnTo>
                    <a:pt x="756" y="1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0"/>
                  </a:lnTo>
                  <a:lnTo>
                    <a:pt x="739" y="15"/>
                  </a:lnTo>
                  <a:lnTo>
                    <a:pt x="724" y="27"/>
                  </a:lnTo>
                  <a:lnTo>
                    <a:pt x="709" y="40"/>
                  </a:lnTo>
                  <a:lnTo>
                    <a:pt x="692" y="52"/>
                  </a:lnTo>
                  <a:lnTo>
                    <a:pt x="676" y="62"/>
                  </a:lnTo>
                  <a:lnTo>
                    <a:pt x="658" y="72"/>
                  </a:lnTo>
                  <a:lnTo>
                    <a:pt x="640" y="81"/>
                  </a:lnTo>
                  <a:lnTo>
                    <a:pt x="622" y="89"/>
                  </a:lnTo>
                  <a:lnTo>
                    <a:pt x="604" y="96"/>
                  </a:lnTo>
                  <a:lnTo>
                    <a:pt x="585" y="103"/>
                  </a:lnTo>
                  <a:lnTo>
                    <a:pt x="565" y="109"/>
                  </a:lnTo>
                  <a:lnTo>
                    <a:pt x="546" y="113"/>
                  </a:lnTo>
                  <a:lnTo>
                    <a:pt x="527" y="118"/>
                  </a:lnTo>
                  <a:lnTo>
                    <a:pt x="506" y="121"/>
                  </a:lnTo>
                  <a:lnTo>
                    <a:pt x="487" y="124"/>
                  </a:lnTo>
                  <a:lnTo>
                    <a:pt x="466" y="127"/>
                  </a:lnTo>
                  <a:lnTo>
                    <a:pt x="451" y="128"/>
                  </a:lnTo>
                  <a:lnTo>
                    <a:pt x="436" y="129"/>
                  </a:lnTo>
                  <a:lnTo>
                    <a:pt x="421" y="131"/>
                  </a:lnTo>
                  <a:lnTo>
                    <a:pt x="407" y="132"/>
                  </a:lnTo>
                  <a:lnTo>
                    <a:pt x="392" y="134"/>
                  </a:lnTo>
                  <a:lnTo>
                    <a:pt x="377" y="135"/>
                  </a:lnTo>
                  <a:lnTo>
                    <a:pt x="361" y="136"/>
                  </a:lnTo>
                  <a:lnTo>
                    <a:pt x="346" y="139"/>
                  </a:lnTo>
                  <a:lnTo>
                    <a:pt x="332" y="140"/>
                  </a:lnTo>
                  <a:lnTo>
                    <a:pt x="317" y="143"/>
                  </a:lnTo>
                  <a:lnTo>
                    <a:pt x="302" y="146"/>
                  </a:lnTo>
                  <a:lnTo>
                    <a:pt x="288" y="150"/>
                  </a:lnTo>
                  <a:lnTo>
                    <a:pt x="273" y="154"/>
                  </a:lnTo>
                  <a:lnTo>
                    <a:pt x="259" y="158"/>
                  </a:lnTo>
                  <a:lnTo>
                    <a:pt x="244" y="164"/>
                  </a:lnTo>
                  <a:lnTo>
                    <a:pt x="230" y="169"/>
                  </a:lnTo>
                  <a:lnTo>
                    <a:pt x="206" y="182"/>
                  </a:lnTo>
                  <a:lnTo>
                    <a:pt x="182" y="194"/>
                  </a:lnTo>
                  <a:lnTo>
                    <a:pt x="159" y="209"/>
                  </a:lnTo>
                  <a:lnTo>
                    <a:pt x="137" y="226"/>
                  </a:lnTo>
                  <a:lnTo>
                    <a:pt x="117" y="244"/>
                  </a:lnTo>
                  <a:lnTo>
                    <a:pt x="98" y="262"/>
                  </a:lnTo>
                  <a:lnTo>
                    <a:pt x="80" y="282"/>
                  </a:lnTo>
                  <a:lnTo>
                    <a:pt x="64" y="303"/>
                  </a:lnTo>
                  <a:lnTo>
                    <a:pt x="50" y="325"/>
                  </a:lnTo>
                  <a:lnTo>
                    <a:pt x="37" y="349"/>
                  </a:lnTo>
                  <a:lnTo>
                    <a:pt x="26" y="372"/>
                  </a:lnTo>
                  <a:lnTo>
                    <a:pt x="17" y="398"/>
                  </a:lnTo>
                  <a:lnTo>
                    <a:pt x="10" y="423"/>
                  </a:lnTo>
                  <a:lnTo>
                    <a:pt x="4" y="449"/>
                  </a:lnTo>
                  <a:lnTo>
                    <a:pt x="2" y="477"/>
                  </a:lnTo>
                  <a:lnTo>
                    <a:pt x="0" y="504"/>
                  </a:lnTo>
                  <a:lnTo>
                    <a:pt x="0" y="504"/>
                  </a:lnTo>
                  <a:lnTo>
                    <a:pt x="0" y="504"/>
                  </a:lnTo>
                  <a:lnTo>
                    <a:pt x="0" y="504"/>
                  </a:lnTo>
                  <a:lnTo>
                    <a:pt x="0" y="504"/>
                  </a:lnTo>
                  <a:lnTo>
                    <a:pt x="0" y="50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8" name="Freeform 246"/>
            <p:cNvSpPr>
              <a:spLocks/>
            </p:cNvSpPr>
            <p:nvPr/>
          </p:nvSpPr>
          <p:spPr bwMode="gray">
            <a:xfrm>
              <a:off x="3681" y="2824"/>
              <a:ext cx="408" cy="254"/>
            </a:xfrm>
            <a:custGeom>
              <a:avLst/>
              <a:gdLst/>
              <a:ahLst/>
              <a:cxnLst>
                <a:cxn ang="0">
                  <a:pos x="471" y="350"/>
                </a:cxn>
                <a:cxn ang="0">
                  <a:pos x="443" y="366"/>
                </a:cxn>
                <a:cxn ang="0">
                  <a:pos x="417" y="381"/>
                </a:cxn>
                <a:cxn ang="0">
                  <a:pos x="388" y="394"/>
                </a:cxn>
                <a:cxn ang="0">
                  <a:pos x="361" y="408"/>
                </a:cxn>
                <a:cxn ang="0">
                  <a:pos x="332" y="419"/>
                </a:cxn>
                <a:cxn ang="0">
                  <a:pos x="303" y="430"/>
                </a:cxn>
                <a:cxn ang="0">
                  <a:pos x="274" y="440"/>
                </a:cxn>
                <a:cxn ang="0">
                  <a:pos x="244" y="448"/>
                </a:cxn>
                <a:cxn ang="0">
                  <a:pos x="212" y="454"/>
                </a:cxn>
                <a:cxn ang="0">
                  <a:pos x="180" y="459"/>
                </a:cxn>
                <a:cxn ang="0">
                  <a:pos x="148" y="462"/>
                </a:cxn>
                <a:cxn ang="0">
                  <a:pos x="119" y="465"/>
                </a:cxn>
                <a:cxn ang="0">
                  <a:pos x="89" y="468"/>
                </a:cxn>
                <a:cxn ang="0">
                  <a:pos x="60" y="468"/>
                </a:cxn>
                <a:cxn ang="0">
                  <a:pos x="33" y="462"/>
                </a:cxn>
                <a:cxn ang="0">
                  <a:pos x="9" y="458"/>
                </a:cxn>
                <a:cxn ang="0">
                  <a:pos x="0" y="479"/>
                </a:cxn>
                <a:cxn ang="0">
                  <a:pos x="9" y="495"/>
                </a:cxn>
                <a:cxn ang="0">
                  <a:pos x="26" y="503"/>
                </a:cxn>
                <a:cxn ang="0">
                  <a:pos x="44" y="507"/>
                </a:cxn>
                <a:cxn ang="0">
                  <a:pos x="63" y="509"/>
                </a:cxn>
                <a:cxn ang="0">
                  <a:pos x="89" y="509"/>
                </a:cxn>
                <a:cxn ang="0">
                  <a:pos x="124" y="507"/>
                </a:cxn>
                <a:cxn ang="0">
                  <a:pos x="157" y="505"/>
                </a:cxn>
                <a:cxn ang="0">
                  <a:pos x="190" y="499"/>
                </a:cxn>
                <a:cxn ang="0">
                  <a:pos x="223" y="492"/>
                </a:cxn>
                <a:cxn ang="0">
                  <a:pos x="257" y="484"/>
                </a:cxn>
                <a:cxn ang="0">
                  <a:pos x="290" y="473"/>
                </a:cxn>
                <a:cxn ang="0">
                  <a:pos x="323" y="459"/>
                </a:cxn>
                <a:cxn ang="0">
                  <a:pos x="355" y="445"/>
                </a:cxn>
                <a:cxn ang="0">
                  <a:pos x="386" y="429"/>
                </a:cxn>
                <a:cxn ang="0">
                  <a:pos x="417" y="412"/>
                </a:cxn>
                <a:cxn ang="0">
                  <a:pos x="446" y="394"/>
                </a:cxn>
                <a:cxn ang="0">
                  <a:pos x="490" y="366"/>
                </a:cxn>
                <a:cxn ang="0">
                  <a:pos x="550" y="315"/>
                </a:cxn>
                <a:cxn ang="0">
                  <a:pos x="609" y="254"/>
                </a:cxn>
                <a:cxn ang="0">
                  <a:pos x="667" y="189"/>
                </a:cxn>
                <a:cxn ang="0">
                  <a:pos x="719" y="127"/>
                </a:cxn>
                <a:cxn ang="0">
                  <a:pos x="763" y="71"/>
                </a:cxn>
                <a:cxn ang="0">
                  <a:pos x="795" y="28"/>
                </a:cxn>
                <a:cxn ang="0">
                  <a:pos x="812" y="3"/>
                </a:cxn>
                <a:cxn ang="0">
                  <a:pos x="812" y="3"/>
                </a:cxn>
                <a:cxn ang="0">
                  <a:pos x="795" y="24"/>
                </a:cxn>
                <a:cxn ang="0">
                  <a:pos x="765" y="62"/>
                </a:cxn>
                <a:cxn ang="0">
                  <a:pos x="723" y="112"/>
                </a:cxn>
                <a:cxn ang="0">
                  <a:pos x="675" y="167"/>
                </a:cxn>
                <a:cxn ang="0">
                  <a:pos x="621" y="225"/>
                </a:cxn>
                <a:cxn ang="0">
                  <a:pos x="565" y="279"/>
                </a:cxn>
                <a:cxn ang="0">
                  <a:pos x="510" y="324"/>
                </a:cxn>
              </a:cxnLst>
              <a:rect l="0" t="0" r="r" b="b"/>
              <a:pathLst>
                <a:path w="814" h="509">
                  <a:moveTo>
                    <a:pt x="483" y="342"/>
                  </a:moveTo>
                  <a:lnTo>
                    <a:pt x="471" y="350"/>
                  </a:lnTo>
                  <a:lnTo>
                    <a:pt x="457" y="359"/>
                  </a:lnTo>
                  <a:lnTo>
                    <a:pt x="443" y="366"/>
                  </a:lnTo>
                  <a:lnTo>
                    <a:pt x="430" y="374"/>
                  </a:lnTo>
                  <a:lnTo>
                    <a:pt x="417" y="381"/>
                  </a:lnTo>
                  <a:lnTo>
                    <a:pt x="402" y="388"/>
                  </a:lnTo>
                  <a:lnTo>
                    <a:pt x="388" y="394"/>
                  </a:lnTo>
                  <a:lnTo>
                    <a:pt x="375" y="401"/>
                  </a:lnTo>
                  <a:lnTo>
                    <a:pt x="361" y="408"/>
                  </a:lnTo>
                  <a:lnTo>
                    <a:pt x="346" y="414"/>
                  </a:lnTo>
                  <a:lnTo>
                    <a:pt x="332" y="419"/>
                  </a:lnTo>
                  <a:lnTo>
                    <a:pt x="317" y="425"/>
                  </a:lnTo>
                  <a:lnTo>
                    <a:pt x="303" y="430"/>
                  </a:lnTo>
                  <a:lnTo>
                    <a:pt x="288" y="436"/>
                  </a:lnTo>
                  <a:lnTo>
                    <a:pt x="274" y="440"/>
                  </a:lnTo>
                  <a:lnTo>
                    <a:pt x="259" y="444"/>
                  </a:lnTo>
                  <a:lnTo>
                    <a:pt x="244" y="448"/>
                  </a:lnTo>
                  <a:lnTo>
                    <a:pt x="227" y="451"/>
                  </a:lnTo>
                  <a:lnTo>
                    <a:pt x="212" y="454"/>
                  </a:lnTo>
                  <a:lnTo>
                    <a:pt x="197" y="456"/>
                  </a:lnTo>
                  <a:lnTo>
                    <a:pt x="180" y="459"/>
                  </a:lnTo>
                  <a:lnTo>
                    <a:pt x="165" y="461"/>
                  </a:lnTo>
                  <a:lnTo>
                    <a:pt x="148" y="462"/>
                  </a:lnTo>
                  <a:lnTo>
                    <a:pt x="133" y="463"/>
                  </a:lnTo>
                  <a:lnTo>
                    <a:pt x="119" y="465"/>
                  </a:lnTo>
                  <a:lnTo>
                    <a:pt x="104" y="466"/>
                  </a:lnTo>
                  <a:lnTo>
                    <a:pt x="89" y="468"/>
                  </a:lnTo>
                  <a:lnTo>
                    <a:pt x="75" y="468"/>
                  </a:lnTo>
                  <a:lnTo>
                    <a:pt x="60" y="468"/>
                  </a:lnTo>
                  <a:lnTo>
                    <a:pt x="46" y="466"/>
                  </a:lnTo>
                  <a:lnTo>
                    <a:pt x="33" y="462"/>
                  </a:lnTo>
                  <a:lnTo>
                    <a:pt x="19" y="458"/>
                  </a:lnTo>
                  <a:lnTo>
                    <a:pt x="9" y="458"/>
                  </a:lnTo>
                  <a:lnTo>
                    <a:pt x="2" y="466"/>
                  </a:lnTo>
                  <a:lnTo>
                    <a:pt x="0" y="479"/>
                  </a:lnTo>
                  <a:lnTo>
                    <a:pt x="2" y="488"/>
                  </a:lnTo>
                  <a:lnTo>
                    <a:pt x="9" y="495"/>
                  </a:lnTo>
                  <a:lnTo>
                    <a:pt x="17" y="499"/>
                  </a:lnTo>
                  <a:lnTo>
                    <a:pt x="26" y="503"/>
                  </a:lnTo>
                  <a:lnTo>
                    <a:pt x="35" y="505"/>
                  </a:lnTo>
                  <a:lnTo>
                    <a:pt x="44" y="507"/>
                  </a:lnTo>
                  <a:lnTo>
                    <a:pt x="53" y="507"/>
                  </a:lnTo>
                  <a:lnTo>
                    <a:pt x="63" y="509"/>
                  </a:lnTo>
                  <a:lnTo>
                    <a:pt x="73" y="509"/>
                  </a:lnTo>
                  <a:lnTo>
                    <a:pt x="89" y="509"/>
                  </a:lnTo>
                  <a:lnTo>
                    <a:pt x="107" y="509"/>
                  </a:lnTo>
                  <a:lnTo>
                    <a:pt x="124" y="507"/>
                  </a:lnTo>
                  <a:lnTo>
                    <a:pt x="140" y="506"/>
                  </a:lnTo>
                  <a:lnTo>
                    <a:pt x="157" y="505"/>
                  </a:lnTo>
                  <a:lnTo>
                    <a:pt x="173" y="502"/>
                  </a:lnTo>
                  <a:lnTo>
                    <a:pt x="190" y="499"/>
                  </a:lnTo>
                  <a:lnTo>
                    <a:pt x="206" y="496"/>
                  </a:lnTo>
                  <a:lnTo>
                    <a:pt x="223" y="492"/>
                  </a:lnTo>
                  <a:lnTo>
                    <a:pt x="241" y="488"/>
                  </a:lnTo>
                  <a:lnTo>
                    <a:pt x="257" y="484"/>
                  </a:lnTo>
                  <a:lnTo>
                    <a:pt x="274" y="479"/>
                  </a:lnTo>
                  <a:lnTo>
                    <a:pt x="290" y="473"/>
                  </a:lnTo>
                  <a:lnTo>
                    <a:pt x="307" y="466"/>
                  </a:lnTo>
                  <a:lnTo>
                    <a:pt x="323" y="459"/>
                  </a:lnTo>
                  <a:lnTo>
                    <a:pt x="339" y="452"/>
                  </a:lnTo>
                  <a:lnTo>
                    <a:pt x="355" y="445"/>
                  </a:lnTo>
                  <a:lnTo>
                    <a:pt x="370" y="437"/>
                  </a:lnTo>
                  <a:lnTo>
                    <a:pt x="386" y="429"/>
                  </a:lnTo>
                  <a:lnTo>
                    <a:pt x="401" y="421"/>
                  </a:lnTo>
                  <a:lnTo>
                    <a:pt x="417" y="412"/>
                  </a:lnTo>
                  <a:lnTo>
                    <a:pt x="431" y="403"/>
                  </a:lnTo>
                  <a:lnTo>
                    <a:pt x="446" y="394"/>
                  </a:lnTo>
                  <a:lnTo>
                    <a:pt x="461" y="385"/>
                  </a:lnTo>
                  <a:lnTo>
                    <a:pt x="490" y="366"/>
                  </a:lnTo>
                  <a:lnTo>
                    <a:pt x="519" y="341"/>
                  </a:lnTo>
                  <a:lnTo>
                    <a:pt x="550" y="315"/>
                  </a:lnTo>
                  <a:lnTo>
                    <a:pt x="580" y="286"/>
                  </a:lnTo>
                  <a:lnTo>
                    <a:pt x="609" y="254"/>
                  </a:lnTo>
                  <a:lnTo>
                    <a:pt x="639" y="222"/>
                  </a:lnTo>
                  <a:lnTo>
                    <a:pt x="667" y="189"/>
                  </a:lnTo>
                  <a:lnTo>
                    <a:pt x="694" y="157"/>
                  </a:lnTo>
                  <a:lnTo>
                    <a:pt x="719" y="127"/>
                  </a:lnTo>
                  <a:lnTo>
                    <a:pt x="743" y="97"/>
                  </a:lnTo>
                  <a:lnTo>
                    <a:pt x="763" y="71"/>
                  </a:lnTo>
                  <a:lnTo>
                    <a:pt x="781" y="47"/>
                  </a:lnTo>
                  <a:lnTo>
                    <a:pt x="795" y="28"/>
                  </a:lnTo>
                  <a:lnTo>
                    <a:pt x="806" y="13"/>
                  </a:lnTo>
                  <a:lnTo>
                    <a:pt x="812" y="3"/>
                  </a:lnTo>
                  <a:lnTo>
                    <a:pt x="814" y="0"/>
                  </a:lnTo>
                  <a:lnTo>
                    <a:pt x="812" y="3"/>
                  </a:lnTo>
                  <a:lnTo>
                    <a:pt x="806" y="11"/>
                  </a:lnTo>
                  <a:lnTo>
                    <a:pt x="795" y="24"/>
                  </a:lnTo>
                  <a:lnTo>
                    <a:pt x="781" y="42"/>
                  </a:lnTo>
                  <a:lnTo>
                    <a:pt x="765" y="62"/>
                  </a:lnTo>
                  <a:lnTo>
                    <a:pt x="745" y="86"/>
                  </a:lnTo>
                  <a:lnTo>
                    <a:pt x="723" y="112"/>
                  </a:lnTo>
                  <a:lnTo>
                    <a:pt x="700" y="138"/>
                  </a:lnTo>
                  <a:lnTo>
                    <a:pt x="675" y="167"/>
                  </a:lnTo>
                  <a:lnTo>
                    <a:pt x="647" y="196"/>
                  </a:lnTo>
                  <a:lnTo>
                    <a:pt x="621" y="225"/>
                  </a:lnTo>
                  <a:lnTo>
                    <a:pt x="592" y="253"/>
                  </a:lnTo>
                  <a:lnTo>
                    <a:pt x="565" y="279"/>
                  </a:lnTo>
                  <a:lnTo>
                    <a:pt x="537" y="302"/>
                  </a:lnTo>
                  <a:lnTo>
                    <a:pt x="510" y="324"/>
                  </a:lnTo>
                  <a:lnTo>
                    <a:pt x="483" y="3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39" name="Freeform 247"/>
            <p:cNvSpPr>
              <a:spLocks/>
            </p:cNvSpPr>
            <p:nvPr/>
          </p:nvSpPr>
          <p:spPr bwMode="gray">
            <a:xfrm>
              <a:off x="3964" y="2782"/>
              <a:ext cx="48" cy="140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45" y="8"/>
                </a:cxn>
                <a:cxn ang="0">
                  <a:pos x="33" y="20"/>
                </a:cxn>
                <a:cxn ang="0">
                  <a:pos x="22" y="34"/>
                </a:cxn>
                <a:cxn ang="0">
                  <a:pos x="15" y="49"/>
                </a:cxn>
                <a:cxn ang="0">
                  <a:pos x="9" y="66"/>
                </a:cxn>
                <a:cxn ang="0">
                  <a:pos x="5" y="84"/>
                </a:cxn>
                <a:cxn ang="0">
                  <a:pos x="3" y="102"/>
                </a:cxn>
                <a:cxn ang="0">
                  <a:pos x="1" y="120"/>
                </a:cxn>
                <a:cxn ang="0">
                  <a:pos x="0" y="146"/>
                </a:cxn>
                <a:cxn ang="0">
                  <a:pos x="3" y="171"/>
                </a:cxn>
                <a:cxn ang="0">
                  <a:pos x="7" y="194"/>
                </a:cxn>
                <a:cxn ang="0">
                  <a:pos x="15" y="215"/>
                </a:cxn>
                <a:cxn ang="0">
                  <a:pos x="26" y="235"/>
                </a:cxn>
                <a:cxn ang="0">
                  <a:pos x="41" y="252"/>
                </a:cxn>
                <a:cxn ang="0">
                  <a:pos x="60" y="267"/>
                </a:cxn>
                <a:cxn ang="0">
                  <a:pos x="84" y="279"/>
                </a:cxn>
                <a:cxn ang="0">
                  <a:pos x="89" y="278"/>
                </a:cxn>
                <a:cxn ang="0">
                  <a:pos x="94" y="274"/>
                </a:cxn>
                <a:cxn ang="0">
                  <a:pos x="96" y="267"/>
                </a:cxn>
                <a:cxn ang="0">
                  <a:pos x="95" y="263"/>
                </a:cxn>
                <a:cxn ang="0">
                  <a:pos x="81" y="252"/>
                </a:cxn>
                <a:cxn ang="0">
                  <a:pos x="67" y="241"/>
                </a:cxn>
                <a:cxn ang="0">
                  <a:pos x="54" y="230"/>
                </a:cxn>
                <a:cxn ang="0">
                  <a:pos x="43" y="219"/>
                </a:cxn>
                <a:cxn ang="0">
                  <a:pos x="31" y="208"/>
                </a:cxn>
                <a:cxn ang="0">
                  <a:pos x="22" y="194"/>
                </a:cxn>
                <a:cxn ang="0">
                  <a:pos x="15" y="179"/>
                </a:cxn>
                <a:cxn ang="0">
                  <a:pos x="9" y="160"/>
                </a:cxn>
                <a:cxn ang="0">
                  <a:pos x="7" y="139"/>
                </a:cxn>
                <a:cxn ang="0">
                  <a:pos x="7" y="115"/>
                </a:cxn>
                <a:cxn ang="0">
                  <a:pos x="8" y="92"/>
                </a:cxn>
                <a:cxn ang="0">
                  <a:pos x="12" y="69"/>
                </a:cxn>
                <a:cxn ang="0">
                  <a:pos x="19" y="48"/>
                </a:cxn>
                <a:cxn ang="0">
                  <a:pos x="29" y="27"/>
                </a:cxn>
                <a:cxn ang="0">
                  <a:pos x="44" y="12"/>
                </a:cxn>
                <a:cxn ang="0">
                  <a:pos x="62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2" y="0"/>
                </a:cxn>
                <a:cxn ang="0">
                  <a:pos x="62" y="0"/>
                </a:cxn>
              </a:cxnLst>
              <a:rect l="0" t="0" r="r" b="b"/>
              <a:pathLst>
                <a:path w="96" h="279">
                  <a:moveTo>
                    <a:pt x="62" y="0"/>
                  </a:moveTo>
                  <a:lnTo>
                    <a:pt x="45" y="8"/>
                  </a:lnTo>
                  <a:lnTo>
                    <a:pt x="33" y="20"/>
                  </a:lnTo>
                  <a:lnTo>
                    <a:pt x="22" y="34"/>
                  </a:lnTo>
                  <a:lnTo>
                    <a:pt x="15" y="49"/>
                  </a:lnTo>
                  <a:lnTo>
                    <a:pt x="9" y="66"/>
                  </a:lnTo>
                  <a:lnTo>
                    <a:pt x="5" y="84"/>
                  </a:lnTo>
                  <a:lnTo>
                    <a:pt x="3" y="102"/>
                  </a:lnTo>
                  <a:lnTo>
                    <a:pt x="1" y="120"/>
                  </a:lnTo>
                  <a:lnTo>
                    <a:pt x="0" y="146"/>
                  </a:lnTo>
                  <a:lnTo>
                    <a:pt x="3" y="171"/>
                  </a:lnTo>
                  <a:lnTo>
                    <a:pt x="7" y="194"/>
                  </a:lnTo>
                  <a:lnTo>
                    <a:pt x="15" y="215"/>
                  </a:lnTo>
                  <a:lnTo>
                    <a:pt x="26" y="235"/>
                  </a:lnTo>
                  <a:lnTo>
                    <a:pt x="41" y="252"/>
                  </a:lnTo>
                  <a:lnTo>
                    <a:pt x="60" y="267"/>
                  </a:lnTo>
                  <a:lnTo>
                    <a:pt x="84" y="279"/>
                  </a:lnTo>
                  <a:lnTo>
                    <a:pt x="89" y="278"/>
                  </a:lnTo>
                  <a:lnTo>
                    <a:pt x="94" y="274"/>
                  </a:lnTo>
                  <a:lnTo>
                    <a:pt x="96" y="267"/>
                  </a:lnTo>
                  <a:lnTo>
                    <a:pt x="95" y="263"/>
                  </a:lnTo>
                  <a:lnTo>
                    <a:pt x="81" y="252"/>
                  </a:lnTo>
                  <a:lnTo>
                    <a:pt x="67" y="241"/>
                  </a:lnTo>
                  <a:lnTo>
                    <a:pt x="54" y="230"/>
                  </a:lnTo>
                  <a:lnTo>
                    <a:pt x="43" y="219"/>
                  </a:lnTo>
                  <a:lnTo>
                    <a:pt x="31" y="208"/>
                  </a:lnTo>
                  <a:lnTo>
                    <a:pt x="22" y="194"/>
                  </a:lnTo>
                  <a:lnTo>
                    <a:pt x="15" y="179"/>
                  </a:lnTo>
                  <a:lnTo>
                    <a:pt x="9" y="160"/>
                  </a:lnTo>
                  <a:lnTo>
                    <a:pt x="7" y="139"/>
                  </a:lnTo>
                  <a:lnTo>
                    <a:pt x="7" y="115"/>
                  </a:lnTo>
                  <a:lnTo>
                    <a:pt x="8" y="92"/>
                  </a:lnTo>
                  <a:lnTo>
                    <a:pt x="12" y="69"/>
                  </a:lnTo>
                  <a:lnTo>
                    <a:pt x="19" y="48"/>
                  </a:lnTo>
                  <a:lnTo>
                    <a:pt x="29" y="27"/>
                  </a:lnTo>
                  <a:lnTo>
                    <a:pt x="44" y="12"/>
                  </a:lnTo>
                  <a:lnTo>
                    <a:pt x="62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2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0" name="Freeform 248"/>
            <p:cNvSpPr>
              <a:spLocks/>
            </p:cNvSpPr>
            <p:nvPr/>
          </p:nvSpPr>
          <p:spPr bwMode="gray">
            <a:xfrm>
              <a:off x="3923" y="2798"/>
              <a:ext cx="50" cy="175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0" y="18"/>
                </a:cxn>
                <a:cxn ang="0">
                  <a:pos x="36" y="38"/>
                </a:cxn>
                <a:cxn ang="0">
                  <a:pos x="24" y="60"/>
                </a:cxn>
                <a:cxn ang="0">
                  <a:pos x="14" y="83"/>
                </a:cxn>
                <a:cxn ang="0">
                  <a:pos x="7" y="109"/>
                </a:cxn>
                <a:cxn ang="0">
                  <a:pos x="2" y="135"/>
                </a:cxn>
                <a:cxn ang="0">
                  <a:pos x="0" y="163"/>
                </a:cxn>
                <a:cxn ang="0">
                  <a:pos x="2" y="192"/>
                </a:cxn>
                <a:cxn ang="0">
                  <a:pos x="5" y="214"/>
                </a:cxn>
                <a:cxn ang="0">
                  <a:pos x="9" y="239"/>
                </a:cxn>
                <a:cxn ang="0">
                  <a:pos x="16" y="262"/>
                </a:cxn>
                <a:cxn ang="0">
                  <a:pos x="24" y="284"/>
                </a:cxn>
                <a:cxn ang="0">
                  <a:pos x="35" y="306"/>
                </a:cxn>
                <a:cxn ang="0">
                  <a:pos x="49" y="324"/>
                </a:cxn>
                <a:cxn ang="0">
                  <a:pos x="67" y="339"/>
                </a:cxn>
                <a:cxn ang="0">
                  <a:pos x="89" y="349"/>
                </a:cxn>
                <a:cxn ang="0">
                  <a:pos x="93" y="349"/>
                </a:cxn>
                <a:cxn ang="0">
                  <a:pos x="97" y="345"/>
                </a:cxn>
                <a:cxn ang="0">
                  <a:pos x="100" y="342"/>
                </a:cxn>
                <a:cxn ang="0">
                  <a:pos x="98" y="338"/>
                </a:cxn>
                <a:cxn ang="0">
                  <a:pos x="85" y="324"/>
                </a:cxn>
                <a:cxn ang="0">
                  <a:pos x="72" y="309"/>
                </a:cxn>
                <a:cxn ang="0">
                  <a:pos x="61" y="295"/>
                </a:cxn>
                <a:cxn ang="0">
                  <a:pos x="50" y="280"/>
                </a:cxn>
                <a:cxn ang="0">
                  <a:pos x="42" y="264"/>
                </a:cxn>
                <a:cxn ang="0">
                  <a:pos x="34" y="247"/>
                </a:cxn>
                <a:cxn ang="0">
                  <a:pos x="27" y="229"/>
                </a:cxn>
                <a:cxn ang="0">
                  <a:pos x="21" y="210"/>
                </a:cxn>
                <a:cxn ang="0">
                  <a:pos x="16" y="181"/>
                </a:cxn>
                <a:cxn ang="0">
                  <a:pos x="13" y="153"/>
                </a:cxn>
                <a:cxn ang="0">
                  <a:pos x="14" y="126"/>
                </a:cxn>
                <a:cxn ang="0">
                  <a:pos x="20" y="100"/>
                </a:cxn>
                <a:cxn ang="0">
                  <a:pos x="27" y="73"/>
                </a:cxn>
                <a:cxn ang="0">
                  <a:pos x="38" y="49"/>
                </a:cxn>
                <a:cxn ang="0">
                  <a:pos x="50" y="24"/>
                </a:cxn>
                <a:cxn ang="0">
                  <a:pos x="67" y="0"/>
                </a:cxn>
                <a:cxn ang="0">
                  <a:pos x="67" y="0"/>
                </a:cxn>
                <a:cxn ang="0">
                  <a:pos x="67" y="0"/>
                </a:cxn>
                <a:cxn ang="0">
                  <a:pos x="67" y="0"/>
                </a:cxn>
                <a:cxn ang="0">
                  <a:pos x="67" y="0"/>
                </a:cxn>
                <a:cxn ang="0">
                  <a:pos x="67" y="0"/>
                </a:cxn>
              </a:cxnLst>
              <a:rect l="0" t="0" r="r" b="b"/>
              <a:pathLst>
                <a:path w="100" h="349">
                  <a:moveTo>
                    <a:pt x="67" y="0"/>
                  </a:moveTo>
                  <a:lnTo>
                    <a:pt x="50" y="18"/>
                  </a:lnTo>
                  <a:lnTo>
                    <a:pt x="36" y="38"/>
                  </a:lnTo>
                  <a:lnTo>
                    <a:pt x="24" y="60"/>
                  </a:lnTo>
                  <a:lnTo>
                    <a:pt x="14" y="83"/>
                  </a:lnTo>
                  <a:lnTo>
                    <a:pt x="7" y="109"/>
                  </a:lnTo>
                  <a:lnTo>
                    <a:pt x="2" y="135"/>
                  </a:lnTo>
                  <a:lnTo>
                    <a:pt x="0" y="163"/>
                  </a:lnTo>
                  <a:lnTo>
                    <a:pt x="2" y="192"/>
                  </a:lnTo>
                  <a:lnTo>
                    <a:pt x="5" y="214"/>
                  </a:lnTo>
                  <a:lnTo>
                    <a:pt x="9" y="239"/>
                  </a:lnTo>
                  <a:lnTo>
                    <a:pt x="16" y="262"/>
                  </a:lnTo>
                  <a:lnTo>
                    <a:pt x="24" y="284"/>
                  </a:lnTo>
                  <a:lnTo>
                    <a:pt x="35" y="306"/>
                  </a:lnTo>
                  <a:lnTo>
                    <a:pt x="49" y="324"/>
                  </a:lnTo>
                  <a:lnTo>
                    <a:pt x="67" y="339"/>
                  </a:lnTo>
                  <a:lnTo>
                    <a:pt x="89" y="349"/>
                  </a:lnTo>
                  <a:lnTo>
                    <a:pt x="93" y="349"/>
                  </a:lnTo>
                  <a:lnTo>
                    <a:pt x="97" y="345"/>
                  </a:lnTo>
                  <a:lnTo>
                    <a:pt x="100" y="342"/>
                  </a:lnTo>
                  <a:lnTo>
                    <a:pt x="98" y="338"/>
                  </a:lnTo>
                  <a:lnTo>
                    <a:pt x="85" y="324"/>
                  </a:lnTo>
                  <a:lnTo>
                    <a:pt x="72" y="309"/>
                  </a:lnTo>
                  <a:lnTo>
                    <a:pt x="61" y="295"/>
                  </a:lnTo>
                  <a:lnTo>
                    <a:pt x="50" y="280"/>
                  </a:lnTo>
                  <a:lnTo>
                    <a:pt x="42" y="264"/>
                  </a:lnTo>
                  <a:lnTo>
                    <a:pt x="34" y="247"/>
                  </a:lnTo>
                  <a:lnTo>
                    <a:pt x="27" y="229"/>
                  </a:lnTo>
                  <a:lnTo>
                    <a:pt x="21" y="210"/>
                  </a:lnTo>
                  <a:lnTo>
                    <a:pt x="16" y="181"/>
                  </a:lnTo>
                  <a:lnTo>
                    <a:pt x="13" y="153"/>
                  </a:lnTo>
                  <a:lnTo>
                    <a:pt x="14" y="126"/>
                  </a:lnTo>
                  <a:lnTo>
                    <a:pt x="20" y="100"/>
                  </a:lnTo>
                  <a:lnTo>
                    <a:pt x="27" y="73"/>
                  </a:lnTo>
                  <a:lnTo>
                    <a:pt x="38" y="49"/>
                  </a:lnTo>
                  <a:lnTo>
                    <a:pt x="50" y="24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1" name="Freeform 249"/>
            <p:cNvSpPr>
              <a:spLocks/>
            </p:cNvSpPr>
            <p:nvPr/>
          </p:nvSpPr>
          <p:spPr bwMode="gray">
            <a:xfrm>
              <a:off x="3860" y="2811"/>
              <a:ext cx="51" cy="195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57" y="15"/>
                </a:cxn>
                <a:cxn ang="0">
                  <a:pos x="42" y="33"/>
                </a:cxn>
                <a:cxn ang="0">
                  <a:pos x="29" y="53"/>
                </a:cxn>
                <a:cxn ang="0">
                  <a:pos x="18" y="75"/>
                </a:cxn>
                <a:cxn ang="0">
                  <a:pos x="11" y="99"/>
                </a:cxn>
                <a:cxn ang="0">
                  <a:pos x="5" y="124"/>
                </a:cxn>
                <a:cxn ang="0">
                  <a:pos x="1" y="148"/>
                </a:cxn>
                <a:cxn ang="0">
                  <a:pos x="0" y="172"/>
                </a:cxn>
                <a:cxn ang="0">
                  <a:pos x="1" y="204"/>
                </a:cxn>
                <a:cxn ang="0">
                  <a:pos x="4" y="235"/>
                </a:cxn>
                <a:cxn ang="0">
                  <a:pos x="9" y="266"/>
                </a:cxn>
                <a:cxn ang="0">
                  <a:pos x="16" y="296"/>
                </a:cxn>
                <a:cxn ang="0">
                  <a:pos x="22" y="310"/>
                </a:cxn>
                <a:cxn ang="0">
                  <a:pos x="29" y="322"/>
                </a:cxn>
                <a:cxn ang="0">
                  <a:pos x="37" y="336"/>
                </a:cxn>
                <a:cxn ang="0">
                  <a:pos x="48" y="347"/>
                </a:cxn>
                <a:cxn ang="0">
                  <a:pos x="57" y="358"/>
                </a:cxn>
                <a:cxn ang="0">
                  <a:pos x="70" y="369"/>
                </a:cxn>
                <a:cxn ang="0">
                  <a:pos x="81" y="379"/>
                </a:cxn>
                <a:cxn ang="0">
                  <a:pos x="91" y="388"/>
                </a:cxn>
                <a:cxn ang="0">
                  <a:pos x="95" y="390"/>
                </a:cxn>
                <a:cxn ang="0">
                  <a:pos x="100" y="385"/>
                </a:cxn>
                <a:cxn ang="0">
                  <a:pos x="103" y="380"/>
                </a:cxn>
                <a:cxn ang="0">
                  <a:pos x="103" y="374"/>
                </a:cxn>
                <a:cxn ang="0">
                  <a:pos x="97" y="367"/>
                </a:cxn>
                <a:cxn ang="0">
                  <a:pos x="92" y="359"/>
                </a:cxn>
                <a:cxn ang="0">
                  <a:pos x="86" y="352"/>
                </a:cxn>
                <a:cxn ang="0">
                  <a:pos x="81" y="345"/>
                </a:cxn>
                <a:cxn ang="0">
                  <a:pos x="75" y="339"/>
                </a:cxn>
                <a:cxn ang="0">
                  <a:pos x="70" y="332"/>
                </a:cxn>
                <a:cxn ang="0">
                  <a:pos x="64" y="325"/>
                </a:cxn>
                <a:cxn ang="0">
                  <a:pos x="59" y="318"/>
                </a:cxn>
                <a:cxn ang="0">
                  <a:pos x="44" y="297"/>
                </a:cxn>
                <a:cxn ang="0">
                  <a:pos x="33" y="275"/>
                </a:cxn>
                <a:cxn ang="0">
                  <a:pos x="24" y="253"/>
                </a:cxn>
                <a:cxn ang="0">
                  <a:pos x="19" y="228"/>
                </a:cxn>
                <a:cxn ang="0">
                  <a:pos x="15" y="198"/>
                </a:cxn>
                <a:cxn ang="0">
                  <a:pos x="12" y="168"/>
                </a:cxn>
                <a:cxn ang="0">
                  <a:pos x="15" y="136"/>
                </a:cxn>
                <a:cxn ang="0">
                  <a:pos x="19" y="106"/>
                </a:cxn>
                <a:cxn ang="0">
                  <a:pos x="29" y="77"/>
                </a:cxn>
                <a:cxn ang="0">
                  <a:pos x="41" y="48"/>
                </a:cxn>
                <a:cxn ang="0">
                  <a:pos x="56" y="23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</a:cxnLst>
              <a:rect l="0" t="0" r="r" b="b"/>
              <a:pathLst>
                <a:path w="103" h="390">
                  <a:moveTo>
                    <a:pt x="77" y="0"/>
                  </a:moveTo>
                  <a:lnTo>
                    <a:pt x="57" y="15"/>
                  </a:lnTo>
                  <a:lnTo>
                    <a:pt x="42" y="33"/>
                  </a:lnTo>
                  <a:lnTo>
                    <a:pt x="29" y="53"/>
                  </a:lnTo>
                  <a:lnTo>
                    <a:pt x="18" y="75"/>
                  </a:lnTo>
                  <a:lnTo>
                    <a:pt x="11" y="99"/>
                  </a:lnTo>
                  <a:lnTo>
                    <a:pt x="5" y="124"/>
                  </a:lnTo>
                  <a:lnTo>
                    <a:pt x="1" y="148"/>
                  </a:lnTo>
                  <a:lnTo>
                    <a:pt x="0" y="172"/>
                  </a:lnTo>
                  <a:lnTo>
                    <a:pt x="1" y="204"/>
                  </a:lnTo>
                  <a:lnTo>
                    <a:pt x="4" y="235"/>
                  </a:lnTo>
                  <a:lnTo>
                    <a:pt x="9" y="266"/>
                  </a:lnTo>
                  <a:lnTo>
                    <a:pt x="16" y="296"/>
                  </a:lnTo>
                  <a:lnTo>
                    <a:pt x="22" y="310"/>
                  </a:lnTo>
                  <a:lnTo>
                    <a:pt x="29" y="322"/>
                  </a:lnTo>
                  <a:lnTo>
                    <a:pt x="37" y="336"/>
                  </a:lnTo>
                  <a:lnTo>
                    <a:pt x="48" y="347"/>
                  </a:lnTo>
                  <a:lnTo>
                    <a:pt x="57" y="358"/>
                  </a:lnTo>
                  <a:lnTo>
                    <a:pt x="70" y="369"/>
                  </a:lnTo>
                  <a:lnTo>
                    <a:pt x="81" y="379"/>
                  </a:lnTo>
                  <a:lnTo>
                    <a:pt x="91" y="388"/>
                  </a:lnTo>
                  <a:lnTo>
                    <a:pt x="95" y="390"/>
                  </a:lnTo>
                  <a:lnTo>
                    <a:pt x="100" y="385"/>
                  </a:lnTo>
                  <a:lnTo>
                    <a:pt x="103" y="380"/>
                  </a:lnTo>
                  <a:lnTo>
                    <a:pt x="103" y="374"/>
                  </a:lnTo>
                  <a:lnTo>
                    <a:pt x="97" y="367"/>
                  </a:lnTo>
                  <a:lnTo>
                    <a:pt x="92" y="359"/>
                  </a:lnTo>
                  <a:lnTo>
                    <a:pt x="86" y="352"/>
                  </a:lnTo>
                  <a:lnTo>
                    <a:pt x="81" y="345"/>
                  </a:lnTo>
                  <a:lnTo>
                    <a:pt x="75" y="339"/>
                  </a:lnTo>
                  <a:lnTo>
                    <a:pt x="70" y="332"/>
                  </a:lnTo>
                  <a:lnTo>
                    <a:pt x="64" y="325"/>
                  </a:lnTo>
                  <a:lnTo>
                    <a:pt x="59" y="318"/>
                  </a:lnTo>
                  <a:lnTo>
                    <a:pt x="44" y="297"/>
                  </a:lnTo>
                  <a:lnTo>
                    <a:pt x="33" y="275"/>
                  </a:lnTo>
                  <a:lnTo>
                    <a:pt x="24" y="253"/>
                  </a:lnTo>
                  <a:lnTo>
                    <a:pt x="19" y="228"/>
                  </a:lnTo>
                  <a:lnTo>
                    <a:pt x="15" y="198"/>
                  </a:lnTo>
                  <a:lnTo>
                    <a:pt x="12" y="168"/>
                  </a:lnTo>
                  <a:lnTo>
                    <a:pt x="15" y="136"/>
                  </a:lnTo>
                  <a:lnTo>
                    <a:pt x="19" y="106"/>
                  </a:lnTo>
                  <a:lnTo>
                    <a:pt x="29" y="77"/>
                  </a:lnTo>
                  <a:lnTo>
                    <a:pt x="41" y="48"/>
                  </a:lnTo>
                  <a:lnTo>
                    <a:pt x="56" y="23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7" y="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2" name="Freeform 250"/>
            <p:cNvSpPr>
              <a:spLocks/>
            </p:cNvSpPr>
            <p:nvPr/>
          </p:nvSpPr>
          <p:spPr bwMode="gray">
            <a:xfrm>
              <a:off x="3806" y="2808"/>
              <a:ext cx="60" cy="225"/>
            </a:xfrm>
            <a:custGeom>
              <a:avLst/>
              <a:gdLst/>
              <a:ahLst/>
              <a:cxnLst>
                <a:cxn ang="0">
                  <a:pos x="120" y="0"/>
                </a:cxn>
                <a:cxn ang="0">
                  <a:pos x="97" y="18"/>
                </a:cxn>
                <a:cxn ang="0">
                  <a:pos x="74" y="37"/>
                </a:cxn>
                <a:cxn ang="0">
                  <a:pos x="57" y="59"/>
                </a:cxn>
                <a:cxn ang="0">
                  <a:pos x="41" y="82"/>
                </a:cxn>
                <a:cxn ang="0">
                  <a:pos x="28" y="107"/>
                </a:cxn>
                <a:cxn ang="0">
                  <a:pos x="17" y="133"/>
                </a:cxn>
                <a:cxn ang="0">
                  <a:pos x="8" y="161"/>
                </a:cxn>
                <a:cxn ang="0">
                  <a:pos x="3" y="190"/>
                </a:cxn>
                <a:cxn ang="0">
                  <a:pos x="0" y="219"/>
                </a:cxn>
                <a:cxn ang="0">
                  <a:pos x="1" y="255"/>
                </a:cxn>
                <a:cxn ang="0">
                  <a:pos x="4" y="295"/>
                </a:cxn>
                <a:cxn ang="0">
                  <a:pos x="12" y="336"/>
                </a:cxn>
                <a:cxn ang="0">
                  <a:pos x="23" y="374"/>
                </a:cxn>
                <a:cxn ang="0">
                  <a:pos x="40" y="409"/>
                </a:cxn>
                <a:cxn ang="0">
                  <a:pos x="61" y="435"/>
                </a:cxn>
                <a:cxn ang="0">
                  <a:pos x="88" y="450"/>
                </a:cxn>
                <a:cxn ang="0">
                  <a:pos x="95" y="449"/>
                </a:cxn>
                <a:cxn ang="0">
                  <a:pos x="101" y="443"/>
                </a:cxn>
                <a:cxn ang="0">
                  <a:pos x="103" y="437"/>
                </a:cxn>
                <a:cxn ang="0">
                  <a:pos x="102" y="430"/>
                </a:cxn>
                <a:cxn ang="0">
                  <a:pos x="66" y="381"/>
                </a:cxn>
                <a:cxn ang="0">
                  <a:pos x="40" y="328"/>
                </a:cxn>
                <a:cxn ang="0">
                  <a:pos x="23" y="268"/>
                </a:cxn>
                <a:cxn ang="0">
                  <a:pos x="18" y="209"/>
                </a:cxn>
                <a:cxn ang="0">
                  <a:pos x="25" y="150"/>
                </a:cxn>
                <a:cxn ang="0">
                  <a:pos x="43" y="93"/>
                </a:cxn>
                <a:cxn ang="0">
                  <a:pos x="74" y="44"/>
                </a:cxn>
                <a:cxn ang="0">
                  <a:pos x="120" y="1"/>
                </a:cxn>
                <a:cxn ang="0">
                  <a:pos x="120" y="0"/>
                </a:cxn>
                <a:cxn ang="0">
                  <a:pos x="120" y="0"/>
                </a:cxn>
                <a:cxn ang="0">
                  <a:pos x="120" y="0"/>
                </a:cxn>
                <a:cxn ang="0">
                  <a:pos x="120" y="0"/>
                </a:cxn>
                <a:cxn ang="0">
                  <a:pos x="120" y="0"/>
                </a:cxn>
              </a:cxnLst>
              <a:rect l="0" t="0" r="r" b="b"/>
              <a:pathLst>
                <a:path w="120" h="450">
                  <a:moveTo>
                    <a:pt x="120" y="0"/>
                  </a:moveTo>
                  <a:lnTo>
                    <a:pt x="97" y="18"/>
                  </a:lnTo>
                  <a:lnTo>
                    <a:pt x="74" y="37"/>
                  </a:lnTo>
                  <a:lnTo>
                    <a:pt x="57" y="59"/>
                  </a:lnTo>
                  <a:lnTo>
                    <a:pt x="41" y="82"/>
                  </a:lnTo>
                  <a:lnTo>
                    <a:pt x="28" y="107"/>
                  </a:lnTo>
                  <a:lnTo>
                    <a:pt x="17" y="133"/>
                  </a:lnTo>
                  <a:lnTo>
                    <a:pt x="8" y="161"/>
                  </a:lnTo>
                  <a:lnTo>
                    <a:pt x="3" y="190"/>
                  </a:lnTo>
                  <a:lnTo>
                    <a:pt x="0" y="219"/>
                  </a:lnTo>
                  <a:lnTo>
                    <a:pt x="1" y="255"/>
                  </a:lnTo>
                  <a:lnTo>
                    <a:pt x="4" y="295"/>
                  </a:lnTo>
                  <a:lnTo>
                    <a:pt x="12" y="336"/>
                  </a:lnTo>
                  <a:lnTo>
                    <a:pt x="23" y="374"/>
                  </a:lnTo>
                  <a:lnTo>
                    <a:pt x="40" y="409"/>
                  </a:lnTo>
                  <a:lnTo>
                    <a:pt x="61" y="435"/>
                  </a:lnTo>
                  <a:lnTo>
                    <a:pt x="88" y="450"/>
                  </a:lnTo>
                  <a:lnTo>
                    <a:pt x="95" y="449"/>
                  </a:lnTo>
                  <a:lnTo>
                    <a:pt x="101" y="443"/>
                  </a:lnTo>
                  <a:lnTo>
                    <a:pt x="103" y="437"/>
                  </a:lnTo>
                  <a:lnTo>
                    <a:pt x="102" y="430"/>
                  </a:lnTo>
                  <a:lnTo>
                    <a:pt x="66" y="381"/>
                  </a:lnTo>
                  <a:lnTo>
                    <a:pt x="40" y="328"/>
                  </a:lnTo>
                  <a:lnTo>
                    <a:pt x="23" y="268"/>
                  </a:lnTo>
                  <a:lnTo>
                    <a:pt x="18" y="209"/>
                  </a:lnTo>
                  <a:lnTo>
                    <a:pt x="25" y="150"/>
                  </a:lnTo>
                  <a:lnTo>
                    <a:pt x="43" y="93"/>
                  </a:lnTo>
                  <a:lnTo>
                    <a:pt x="74" y="44"/>
                  </a:lnTo>
                  <a:lnTo>
                    <a:pt x="120" y="1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3" name="Freeform 251"/>
            <p:cNvSpPr>
              <a:spLocks/>
            </p:cNvSpPr>
            <p:nvPr/>
          </p:nvSpPr>
          <p:spPr bwMode="gray">
            <a:xfrm>
              <a:off x="3805" y="2414"/>
              <a:ext cx="121" cy="39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6" y="43"/>
                </a:cxn>
                <a:cxn ang="0">
                  <a:pos x="50" y="85"/>
                </a:cxn>
                <a:cxn ang="0">
                  <a:pos x="73" y="127"/>
                </a:cxn>
                <a:cxn ang="0">
                  <a:pos x="95" y="171"/>
                </a:cxn>
                <a:cxn ang="0">
                  <a:pos x="115" y="214"/>
                </a:cxn>
                <a:cxn ang="0">
                  <a:pos x="134" y="258"/>
                </a:cxn>
                <a:cxn ang="0">
                  <a:pos x="152" y="303"/>
                </a:cxn>
                <a:cxn ang="0">
                  <a:pos x="168" y="349"/>
                </a:cxn>
                <a:cxn ang="0">
                  <a:pos x="185" y="402"/>
                </a:cxn>
                <a:cxn ang="0">
                  <a:pos x="196" y="456"/>
                </a:cxn>
                <a:cxn ang="0">
                  <a:pos x="206" y="511"/>
                </a:cxn>
                <a:cxn ang="0">
                  <a:pos x="211" y="568"/>
                </a:cxn>
                <a:cxn ang="0">
                  <a:pos x="215" y="623"/>
                </a:cxn>
                <a:cxn ang="0">
                  <a:pos x="220" y="679"/>
                </a:cxn>
                <a:cxn ang="0">
                  <a:pos x="222" y="734"/>
                </a:cxn>
                <a:cxn ang="0">
                  <a:pos x="226" y="791"/>
                </a:cxn>
                <a:cxn ang="0">
                  <a:pos x="229" y="794"/>
                </a:cxn>
                <a:cxn ang="0">
                  <a:pos x="233" y="791"/>
                </a:cxn>
                <a:cxn ang="0">
                  <a:pos x="237" y="788"/>
                </a:cxn>
                <a:cxn ang="0">
                  <a:pos x="239" y="784"/>
                </a:cxn>
                <a:cxn ang="0">
                  <a:pos x="242" y="730"/>
                </a:cxn>
                <a:cxn ang="0">
                  <a:pos x="243" y="676"/>
                </a:cxn>
                <a:cxn ang="0">
                  <a:pos x="242" y="620"/>
                </a:cxn>
                <a:cxn ang="0">
                  <a:pos x="237" y="565"/>
                </a:cxn>
                <a:cxn ang="0">
                  <a:pos x="231" y="510"/>
                </a:cxn>
                <a:cxn ang="0">
                  <a:pos x="221" y="456"/>
                </a:cxn>
                <a:cxn ang="0">
                  <a:pos x="207" y="402"/>
                </a:cxn>
                <a:cxn ang="0">
                  <a:pos x="189" y="351"/>
                </a:cxn>
                <a:cxn ang="0">
                  <a:pos x="170" y="306"/>
                </a:cxn>
                <a:cxn ang="0">
                  <a:pos x="151" y="260"/>
                </a:cxn>
                <a:cxn ang="0">
                  <a:pos x="129" y="215"/>
                </a:cxn>
                <a:cxn ang="0">
                  <a:pos x="105" y="171"/>
                </a:cxn>
                <a:cxn ang="0">
                  <a:pos x="82" y="128"/>
                </a:cxn>
                <a:cxn ang="0">
                  <a:pos x="55" y="84"/>
                </a:cxn>
                <a:cxn ang="0">
                  <a:pos x="29" y="4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43" h="794">
                  <a:moveTo>
                    <a:pt x="0" y="1"/>
                  </a:moveTo>
                  <a:lnTo>
                    <a:pt x="26" y="43"/>
                  </a:lnTo>
                  <a:lnTo>
                    <a:pt x="50" y="85"/>
                  </a:lnTo>
                  <a:lnTo>
                    <a:pt x="73" y="127"/>
                  </a:lnTo>
                  <a:lnTo>
                    <a:pt x="95" y="171"/>
                  </a:lnTo>
                  <a:lnTo>
                    <a:pt x="115" y="214"/>
                  </a:lnTo>
                  <a:lnTo>
                    <a:pt x="134" y="258"/>
                  </a:lnTo>
                  <a:lnTo>
                    <a:pt x="152" y="303"/>
                  </a:lnTo>
                  <a:lnTo>
                    <a:pt x="168" y="349"/>
                  </a:lnTo>
                  <a:lnTo>
                    <a:pt x="185" y="402"/>
                  </a:lnTo>
                  <a:lnTo>
                    <a:pt x="196" y="456"/>
                  </a:lnTo>
                  <a:lnTo>
                    <a:pt x="206" y="511"/>
                  </a:lnTo>
                  <a:lnTo>
                    <a:pt x="211" y="568"/>
                  </a:lnTo>
                  <a:lnTo>
                    <a:pt x="215" y="623"/>
                  </a:lnTo>
                  <a:lnTo>
                    <a:pt x="220" y="679"/>
                  </a:lnTo>
                  <a:lnTo>
                    <a:pt x="222" y="734"/>
                  </a:lnTo>
                  <a:lnTo>
                    <a:pt x="226" y="791"/>
                  </a:lnTo>
                  <a:lnTo>
                    <a:pt x="229" y="794"/>
                  </a:lnTo>
                  <a:lnTo>
                    <a:pt x="233" y="791"/>
                  </a:lnTo>
                  <a:lnTo>
                    <a:pt x="237" y="788"/>
                  </a:lnTo>
                  <a:lnTo>
                    <a:pt x="239" y="784"/>
                  </a:lnTo>
                  <a:lnTo>
                    <a:pt x="242" y="730"/>
                  </a:lnTo>
                  <a:lnTo>
                    <a:pt x="243" y="676"/>
                  </a:lnTo>
                  <a:lnTo>
                    <a:pt x="242" y="620"/>
                  </a:lnTo>
                  <a:lnTo>
                    <a:pt x="237" y="565"/>
                  </a:lnTo>
                  <a:lnTo>
                    <a:pt x="231" y="510"/>
                  </a:lnTo>
                  <a:lnTo>
                    <a:pt x="221" y="456"/>
                  </a:lnTo>
                  <a:lnTo>
                    <a:pt x="207" y="402"/>
                  </a:lnTo>
                  <a:lnTo>
                    <a:pt x="189" y="351"/>
                  </a:lnTo>
                  <a:lnTo>
                    <a:pt x="170" y="306"/>
                  </a:lnTo>
                  <a:lnTo>
                    <a:pt x="151" y="260"/>
                  </a:lnTo>
                  <a:lnTo>
                    <a:pt x="129" y="215"/>
                  </a:lnTo>
                  <a:lnTo>
                    <a:pt x="105" y="171"/>
                  </a:lnTo>
                  <a:lnTo>
                    <a:pt x="82" y="128"/>
                  </a:lnTo>
                  <a:lnTo>
                    <a:pt x="55" y="84"/>
                  </a:lnTo>
                  <a:lnTo>
                    <a:pt x="29" y="4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4" name="Freeform 252"/>
            <p:cNvSpPr>
              <a:spLocks/>
            </p:cNvSpPr>
            <p:nvPr/>
          </p:nvSpPr>
          <p:spPr bwMode="gray">
            <a:xfrm>
              <a:off x="3863" y="2403"/>
              <a:ext cx="115" cy="3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" y="36"/>
                </a:cxn>
                <a:cxn ang="0">
                  <a:pos x="59" y="73"/>
                </a:cxn>
                <a:cxn ang="0">
                  <a:pos x="84" y="113"/>
                </a:cxn>
                <a:cxn ang="0">
                  <a:pos x="108" y="153"/>
                </a:cxn>
                <a:cxn ang="0">
                  <a:pos x="128" y="196"/>
                </a:cxn>
                <a:cxn ang="0">
                  <a:pos x="146" y="238"/>
                </a:cxn>
                <a:cxn ang="0">
                  <a:pos x="161" y="282"/>
                </a:cxn>
                <a:cxn ang="0">
                  <a:pos x="175" y="328"/>
                </a:cxn>
                <a:cxn ang="0">
                  <a:pos x="197" y="441"/>
                </a:cxn>
                <a:cxn ang="0">
                  <a:pos x="206" y="554"/>
                </a:cxn>
                <a:cxn ang="0">
                  <a:pos x="210" y="670"/>
                </a:cxn>
                <a:cxn ang="0">
                  <a:pos x="214" y="784"/>
                </a:cxn>
                <a:cxn ang="0">
                  <a:pos x="217" y="788"/>
                </a:cxn>
                <a:cxn ang="0">
                  <a:pos x="221" y="787"/>
                </a:cxn>
                <a:cxn ang="0">
                  <a:pos x="225" y="781"/>
                </a:cxn>
                <a:cxn ang="0">
                  <a:pos x="226" y="777"/>
                </a:cxn>
                <a:cxn ang="0">
                  <a:pos x="229" y="725"/>
                </a:cxn>
                <a:cxn ang="0">
                  <a:pos x="230" y="672"/>
                </a:cxn>
                <a:cxn ang="0">
                  <a:pos x="229" y="620"/>
                </a:cxn>
                <a:cxn ang="0">
                  <a:pos x="226" y="568"/>
                </a:cxn>
                <a:cxn ang="0">
                  <a:pos x="222" y="515"/>
                </a:cxn>
                <a:cxn ang="0">
                  <a:pos x="217" y="463"/>
                </a:cxn>
                <a:cxn ang="0">
                  <a:pos x="207" y="412"/>
                </a:cxn>
                <a:cxn ang="0">
                  <a:pos x="196" y="361"/>
                </a:cxn>
                <a:cxn ang="0">
                  <a:pos x="182" y="311"/>
                </a:cxn>
                <a:cxn ang="0">
                  <a:pos x="167" y="262"/>
                </a:cxn>
                <a:cxn ang="0">
                  <a:pos x="146" y="215"/>
                </a:cxn>
                <a:cxn ang="0">
                  <a:pos x="124" y="168"/>
                </a:cxn>
                <a:cxn ang="0">
                  <a:pos x="98" y="123"/>
                </a:cxn>
                <a:cxn ang="0">
                  <a:pos x="69" y="80"/>
                </a:cxn>
                <a:cxn ang="0">
                  <a:pos x="37" y="3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0" h="788">
                  <a:moveTo>
                    <a:pt x="0" y="0"/>
                  </a:moveTo>
                  <a:lnTo>
                    <a:pt x="30" y="36"/>
                  </a:lnTo>
                  <a:lnTo>
                    <a:pt x="59" y="73"/>
                  </a:lnTo>
                  <a:lnTo>
                    <a:pt x="84" y="113"/>
                  </a:lnTo>
                  <a:lnTo>
                    <a:pt x="108" y="153"/>
                  </a:lnTo>
                  <a:lnTo>
                    <a:pt x="128" y="196"/>
                  </a:lnTo>
                  <a:lnTo>
                    <a:pt x="146" y="238"/>
                  </a:lnTo>
                  <a:lnTo>
                    <a:pt x="161" y="282"/>
                  </a:lnTo>
                  <a:lnTo>
                    <a:pt x="175" y="328"/>
                  </a:lnTo>
                  <a:lnTo>
                    <a:pt x="197" y="441"/>
                  </a:lnTo>
                  <a:lnTo>
                    <a:pt x="206" y="554"/>
                  </a:lnTo>
                  <a:lnTo>
                    <a:pt x="210" y="670"/>
                  </a:lnTo>
                  <a:lnTo>
                    <a:pt x="214" y="784"/>
                  </a:lnTo>
                  <a:lnTo>
                    <a:pt x="217" y="788"/>
                  </a:lnTo>
                  <a:lnTo>
                    <a:pt x="221" y="787"/>
                  </a:lnTo>
                  <a:lnTo>
                    <a:pt x="225" y="781"/>
                  </a:lnTo>
                  <a:lnTo>
                    <a:pt x="226" y="777"/>
                  </a:lnTo>
                  <a:lnTo>
                    <a:pt x="229" y="725"/>
                  </a:lnTo>
                  <a:lnTo>
                    <a:pt x="230" y="672"/>
                  </a:lnTo>
                  <a:lnTo>
                    <a:pt x="229" y="620"/>
                  </a:lnTo>
                  <a:lnTo>
                    <a:pt x="226" y="568"/>
                  </a:lnTo>
                  <a:lnTo>
                    <a:pt x="222" y="515"/>
                  </a:lnTo>
                  <a:lnTo>
                    <a:pt x="217" y="463"/>
                  </a:lnTo>
                  <a:lnTo>
                    <a:pt x="207" y="412"/>
                  </a:lnTo>
                  <a:lnTo>
                    <a:pt x="196" y="361"/>
                  </a:lnTo>
                  <a:lnTo>
                    <a:pt x="182" y="311"/>
                  </a:lnTo>
                  <a:lnTo>
                    <a:pt x="167" y="262"/>
                  </a:lnTo>
                  <a:lnTo>
                    <a:pt x="146" y="215"/>
                  </a:lnTo>
                  <a:lnTo>
                    <a:pt x="124" y="168"/>
                  </a:lnTo>
                  <a:lnTo>
                    <a:pt x="98" y="123"/>
                  </a:lnTo>
                  <a:lnTo>
                    <a:pt x="69" y="80"/>
                  </a:lnTo>
                  <a:lnTo>
                    <a:pt x="37" y="3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5" name="Freeform 253"/>
            <p:cNvSpPr>
              <a:spLocks/>
            </p:cNvSpPr>
            <p:nvPr/>
          </p:nvSpPr>
          <p:spPr bwMode="gray">
            <a:xfrm>
              <a:off x="3889" y="2397"/>
              <a:ext cx="105" cy="403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4" y="25"/>
                </a:cxn>
                <a:cxn ang="0">
                  <a:pos x="27" y="50"/>
                </a:cxn>
                <a:cxn ang="0">
                  <a:pos x="40" y="73"/>
                </a:cxn>
                <a:cxn ang="0">
                  <a:pos x="54" y="97"/>
                </a:cxn>
                <a:cxn ang="0">
                  <a:pos x="67" y="120"/>
                </a:cxn>
                <a:cxn ang="0">
                  <a:pos x="80" y="145"/>
                </a:cxn>
                <a:cxn ang="0">
                  <a:pos x="91" y="170"/>
                </a:cxn>
                <a:cxn ang="0">
                  <a:pos x="103" y="194"/>
                </a:cxn>
                <a:cxn ang="0">
                  <a:pos x="112" y="218"/>
                </a:cxn>
                <a:cxn ang="0">
                  <a:pos x="120" y="243"/>
                </a:cxn>
                <a:cxn ang="0">
                  <a:pos x="129" y="267"/>
                </a:cxn>
                <a:cxn ang="0">
                  <a:pos x="137" y="292"/>
                </a:cxn>
                <a:cxn ang="0">
                  <a:pos x="144" y="317"/>
                </a:cxn>
                <a:cxn ang="0">
                  <a:pos x="151" y="342"/>
                </a:cxn>
                <a:cxn ang="0">
                  <a:pos x="156" y="367"/>
                </a:cxn>
                <a:cxn ang="0">
                  <a:pos x="162" y="391"/>
                </a:cxn>
                <a:cxn ang="0">
                  <a:pos x="177" y="493"/>
                </a:cxn>
                <a:cxn ang="0">
                  <a:pos x="184" y="597"/>
                </a:cxn>
                <a:cxn ang="0">
                  <a:pos x="188" y="700"/>
                </a:cxn>
                <a:cxn ang="0">
                  <a:pos x="194" y="805"/>
                </a:cxn>
                <a:cxn ang="0">
                  <a:pos x="196" y="808"/>
                </a:cxn>
                <a:cxn ang="0">
                  <a:pos x="200" y="806"/>
                </a:cxn>
                <a:cxn ang="0">
                  <a:pos x="205" y="802"/>
                </a:cxn>
                <a:cxn ang="0">
                  <a:pos x="207" y="798"/>
                </a:cxn>
                <a:cxn ang="0">
                  <a:pos x="210" y="744"/>
                </a:cxn>
                <a:cxn ang="0">
                  <a:pos x="210" y="690"/>
                </a:cxn>
                <a:cxn ang="0">
                  <a:pos x="209" y="635"/>
                </a:cxn>
                <a:cxn ang="0">
                  <a:pos x="205" y="582"/>
                </a:cxn>
                <a:cxn ang="0">
                  <a:pos x="199" y="526"/>
                </a:cxn>
                <a:cxn ang="0">
                  <a:pos x="191" y="473"/>
                </a:cxn>
                <a:cxn ang="0">
                  <a:pos x="181" y="419"/>
                </a:cxn>
                <a:cxn ang="0">
                  <a:pos x="170" y="367"/>
                </a:cxn>
                <a:cxn ang="0">
                  <a:pos x="165" y="342"/>
                </a:cxn>
                <a:cxn ang="0">
                  <a:pos x="158" y="318"/>
                </a:cxn>
                <a:cxn ang="0">
                  <a:pos x="149" y="294"/>
                </a:cxn>
                <a:cxn ang="0">
                  <a:pos x="141" y="270"/>
                </a:cxn>
                <a:cxn ang="0">
                  <a:pos x="133" y="245"/>
                </a:cxn>
                <a:cxn ang="0">
                  <a:pos x="123" y="222"/>
                </a:cxn>
                <a:cxn ang="0">
                  <a:pos x="114" y="199"/>
                </a:cxn>
                <a:cxn ang="0">
                  <a:pos x="104" y="175"/>
                </a:cxn>
                <a:cxn ang="0">
                  <a:pos x="93" y="152"/>
                </a:cxn>
                <a:cxn ang="0">
                  <a:pos x="80" y="130"/>
                </a:cxn>
                <a:cxn ang="0">
                  <a:pos x="68" y="108"/>
                </a:cxn>
                <a:cxn ang="0">
                  <a:pos x="54" y="86"/>
                </a:cxn>
                <a:cxn ang="0">
                  <a:pos x="40" y="65"/>
                </a:cxn>
                <a:cxn ang="0">
                  <a:pos x="27" y="44"/>
                </a:cxn>
                <a:cxn ang="0">
                  <a:pos x="14" y="2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0" h="808">
                  <a:moveTo>
                    <a:pt x="0" y="2"/>
                  </a:moveTo>
                  <a:lnTo>
                    <a:pt x="14" y="25"/>
                  </a:lnTo>
                  <a:lnTo>
                    <a:pt x="27" y="50"/>
                  </a:lnTo>
                  <a:lnTo>
                    <a:pt x="40" y="73"/>
                  </a:lnTo>
                  <a:lnTo>
                    <a:pt x="54" y="97"/>
                  </a:lnTo>
                  <a:lnTo>
                    <a:pt x="67" y="120"/>
                  </a:lnTo>
                  <a:lnTo>
                    <a:pt x="80" y="145"/>
                  </a:lnTo>
                  <a:lnTo>
                    <a:pt x="91" y="170"/>
                  </a:lnTo>
                  <a:lnTo>
                    <a:pt x="103" y="194"/>
                  </a:lnTo>
                  <a:lnTo>
                    <a:pt x="112" y="218"/>
                  </a:lnTo>
                  <a:lnTo>
                    <a:pt x="120" y="243"/>
                  </a:lnTo>
                  <a:lnTo>
                    <a:pt x="129" y="267"/>
                  </a:lnTo>
                  <a:lnTo>
                    <a:pt x="137" y="292"/>
                  </a:lnTo>
                  <a:lnTo>
                    <a:pt x="144" y="317"/>
                  </a:lnTo>
                  <a:lnTo>
                    <a:pt x="151" y="342"/>
                  </a:lnTo>
                  <a:lnTo>
                    <a:pt x="156" y="367"/>
                  </a:lnTo>
                  <a:lnTo>
                    <a:pt x="162" y="391"/>
                  </a:lnTo>
                  <a:lnTo>
                    <a:pt x="177" y="493"/>
                  </a:lnTo>
                  <a:lnTo>
                    <a:pt x="184" y="597"/>
                  </a:lnTo>
                  <a:lnTo>
                    <a:pt x="188" y="700"/>
                  </a:lnTo>
                  <a:lnTo>
                    <a:pt x="194" y="805"/>
                  </a:lnTo>
                  <a:lnTo>
                    <a:pt x="196" y="808"/>
                  </a:lnTo>
                  <a:lnTo>
                    <a:pt x="200" y="806"/>
                  </a:lnTo>
                  <a:lnTo>
                    <a:pt x="205" y="802"/>
                  </a:lnTo>
                  <a:lnTo>
                    <a:pt x="207" y="798"/>
                  </a:lnTo>
                  <a:lnTo>
                    <a:pt x="210" y="744"/>
                  </a:lnTo>
                  <a:lnTo>
                    <a:pt x="210" y="690"/>
                  </a:lnTo>
                  <a:lnTo>
                    <a:pt x="209" y="635"/>
                  </a:lnTo>
                  <a:lnTo>
                    <a:pt x="205" y="582"/>
                  </a:lnTo>
                  <a:lnTo>
                    <a:pt x="199" y="526"/>
                  </a:lnTo>
                  <a:lnTo>
                    <a:pt x="191" y="473"/>
                  </a:lnTo>
                  <a:lnTo>
                    <a:pt x="181" y="419"/>
                  </a:lnTo>
                  <a:lnTo>
                    <a:pt x="170" y="367"/>
                  </a:lnTo>
                  <a:lnTo>
                    <a:pt x="165" y="342"/>
                  </a:lnTo>
                  <a:lnTo>
                    <a:pt x="158" y="318"/>
                  </a:lnTo>
                  <a:lnTo>
                    <a:pt x="149" y="294"/>
                  </a:lnTo>
                  <a:lnTo>
                    <a:pt x="141" y="270"/>
                  </a:lnTo>
                  <a:lnTo>
                    <a:pt x="133" y="245"/>
                  </a:lnTo>
                  <a:lnTo>
                    <a:pt x="123" y="222"/>
                  </a:lnTo>
                  <a:lnTo>
                    <a:pt x="114" y="199"/>
                  </a:lnTo>
                  <a:lnTo>
                    <a:pt x="104" y="175"/>
                  </a:lnTo>
                  <a:lnTo>
                    <a:pt x="93" y="152"/>
                  </a:lnTo>
                  <a:lnTo>
                    <a:pt x="80" y="130"/>
                  </a:lnTo>
                  <a:lnTo>
                    <a:pt x="68" y="108"/>
                  </a:lnTo>
                  <a:lnTo>
                    <a:pt x="54" y="86"/>
                  </a:lnTo>
                  <a:lnTo>
                    <a:pt x="40" y="65"/>
                  </a:lnTo>
                  <a:lnTo>
                    <a:pt x="27" y="44"/>
                  </a:lnTo>
                  <a:lnTo>
                    <a:pt x="14" y="2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6" name="Freeform 254"/>
            <p:cNvSpPr>
              <a:spLocks/>
            </p:cNvSpPr>
            <p:nvPr/>
          </p:nvSpPr>
          <p:spPr bwMode="gray">
            <a:xfrm>
              <a:off x="3895" y="2444"/>
              <a:ext cx="48" cy="14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10" y="17"/>
                </a:cxn>
                <a:cxn ang="0">
                  <a:pos x="22" y="22"/>
                </a:cxn>
                <a:cxn ang="0">
                  <a:pos x="36" y="25"/>
                </a:cxn>
                <a:cxn ang="0">
                  <a:pos x="50" y="28"/>
                </a:cxn>
                <a:cxn ang="0">
                  <a:pos x="63" y="28"/>
                </a:cxn>
                <a:cxn ang="0">
                  <a:pos x="76" y="26"/>
                </a:cxn>
                <a:cxn ang="0">
                  <a:pos x="85" y="21"/>
                </a:cxn>
                <a:cxn ang="0">
                  <a:pos x="94" y="11"/>
                </a:cxn>
                <a:cxn ang="0">
                  <a:pos x="95" y="7"/>
                </a:cxn>
                <a:cxn ang="0">
                  <a:pos x="96" y="3"/>
                </a:cxn>
                <a:cxn ang="0">
                  <a:pos x="94" y="0"/>
                </a:cxn>
                <a:cxn ang="0">
                  <a:pos x="90" y="0"/>
                </a:cxn>
                <a:cxn ang="0">
                  <a:pos x="78" y="4"/>
                </a:cxn>
                <a:cxn ang="0">
                  <a:pos x="69" y="8"/>
                </a:cxn>
                <a:cxn ang="0">
                  <a:pos x="56" y="11"/>
                </a:cxn>
                <a:cxn ang="0">
                  <a:pos x="45" y="13"/>
                </a:cxn>
                <a:cxn ang="0">
                  <a:pos x="34" y="14"/>
                </a:cxn>
                <a:cxn ang="0">
                  <a:pos x="23" y="14"/>
                </a:cxn>
                <a:cxn ang="0">
                  <a:pos x="11" y="14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96" h="28">
                  <a:moveTo>
                    <a:pt x="0" y="13"/>
                  </a:moveTo>
                  <a:lnTo>
                    <a:pt x="10" y="17"/>
                  </a:lnTo>
                  <a:lnTo>
                    <a:pt x="22" y="22"/>
                  </a:lnTo>
                  <a:lnTo>
                    <a:pt x="36" y="25"/>
                  </a:lnTo>
                  <a:lnTo>
                    <a:pt x="50" y="28"/>
                  </a:lnTo>
                  <a:lnTo>
                    <a:pt x="63" y="28"/>
                  </a:lnTo>
                  <a:lnTo>
                    <a:pt x="76" y="26"/>
                  </a:lnTo>
                  <a:lnTo>
                    <a:pt x="85" y="21"/>
                  </a:lnTo>
                  <a:lnTo>
                    <a:pt x="94" y="11"/>
                  </a:lnTo>
                  <a:lnTo>
                    <a:pt x="95" y="7"/>
                  </a:lnTo>
                  <a:lnTo>
                    <a:pt x="96" y="3"/>
                  </a:lnTo>
                  <a:lnTo>
                    <a:pt x="94" y="0"/>
                  </a:lnTo>
                  <a:lnTo>
                    <a:pt x="90" y="0"/>
                  </a:lnTo>
                  <a:lnTo>
                    <a:pt x="78" y="4"/>
                  </a:lnTo>
                  <a:lnTo>
                    <a:pt x="69" y="8"/>
                  </a:lnTo>
                  <a:lnTo>
                    <a:pt x="56" y="11"/>
                  </a:lnTo>
                  <a:lnTo>
                    <a:pt x="45" y="13"/>
                  </a:lnTo>
                  <a:lnTo>
                    <a:pt x="34" y="14"/>
                  </a:lnTo>
                  <a:lnTo>
                    <a:pt x="23" y="14"/>
                  </a:lnTo>
                  <a:lnTo>
                    <a:pt x="11" y="14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7" name="Freeform 255"/>
            <p:cNvSpPr>
              <a:spLocks/>
            </p:cNvSpPr>
            <p:nvPr/>
          </p:nvSpPr>
          <p:spPr bwMode="gray">
            <a:xfrm>
              <a:off x="3960" y="2604"/>
              <a:ext cx="45" cy="14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12" y="19"/>
                </a:cxn>
                <a:cxn ang="0">
                  <a:pos x="23" y="23"/>
                </a:cxn>
                <a:cxn ang="0">
                  <a:pos x="34" y="26"/>
                </a:cxn>
                <a:cxn ang="0">
                  <a:pos x="46" y="27"/>
                </a:cxn>
                <a:cxn ang="0">
                  <a:pos x="57" y="29"/>
                </a:cxn>
                <a:cxn ang="0">
                  <a:pos x="68" y="26"/>
                </a:cxn>
                <a:cxn ang="0">
                  <a:pos x="78" y="21"/>
                </a:cxn>
                <a:cxn ang="0">
                  <a:pos x="87" y="12"/>
                </a:cxn>
                <a:cxn ang="0">
                  <a:pos x="89" y="10"/>
                </a:cxn>
                <a:cxn ang="0">
                  <a:pos x="90" y="4"/>
                </a:cxn>
                <a:cxn ang="0">
                  <a:pos x="89" y="1"/>
                </a:cxn>
                <a:cxn ang="0">
                  <a:pos x="86" y="0"/>
                </a:cxn>
                <a:cxn ang="0">
                  <a:pos x="80" y="1"/>
                </a:cxn>
                <a:cxn ang="0">
                  <a:pos x="75" y="3"/>
                </a:cxn>
                <a:cxn ang="0">
                  <a:pos x="69" y="4"/>
                </a:cxn>
                <a:cxn ang="0">
                  <a:pos x="64" y="5"/>
                </a:cxn>
                <a:cxn ang="0">
                  <a:pos x="58" y="7"/>
                </a:cxn>
                <a:cxn ang="0">
                  <a:pos x="53" y="8"/>
                </a:cxn>
                <a:cxn ang="0">
                  <a:pos x="47" y="10"/>
                </a:cxn>
                <a:cxn ang="0">
                  <a:pos x="42" y="10"/>
                </a:cxn>
                <a:cxn ang="0">
                  <a:pos x="36" y="10"/>
                </a:cxn>
                <a:cxn ang="0">
                  <a:pos x="32" y="11"/>
                </a:cxn>
                <a:cxn ang="0">
                  <a:pos x="27" y="11"/>
                </a:cxn>
                <a:cxn ang="0">
                  <a:pos x="21" y="11"/>
                </a:cxn>
                <a:cxn ang="0">
                  <a:pos x="16" y="11"/>
                </a:cxn>
                <a:cxn ang="0">
                  <a:pos x="12" y="12"/>
                </a:cxn>
                <a:cxn ang="0">
                  <a:pos x="6" y="12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5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90" h="29">
                  <a:moveTo>
                    <a:pt x="0" y="15"/>
                  </a:moveTo>
                  <a:lnTo>
                    <a:pt x="12" y="19"/>
                  </a:lnTo>
                  <a:lnTo>
                    <a:pt x="23" y="23"/>
                  </a:lnTo>
                  <a:lnTo>
                    <a:pt x="34" y="26"/>
                  </a:lnTo>
                  <a:lnTo>
                    <a:pt x="46" y="27"/>
                  </a:lnTo>
                  <a:lnTo>
                    <a:pt x="57" y="29"/>
                  </a:lnTo>
                  <a:lnTo>
                    <a:pt x="68" y="26"/>
                  </a:lnTo>
                  <a:lnTo>
                    <a:pt x="78" y="21"/>
                  </a:lnTo>
                  <a:lnTo>
                    <a:pt x="87" y="12"/>
                  </a:lnTo>
                  <a:lnTo>
                    <a:pt x="89" y="10"/>
                  </a:lnTo>
                  <a:lnTo>
                    <a:pt x="90" y="4"/>
                  </a:lnTo>
                  <a:lnTo>
                    <a:pt x="89" y="1"/>
                  </a:lnTo>
                  <a:lnTo>
                    <a:pt x="86" y="0"/>
                  </a:lnTo>
                  <a:lnTo>
                    <a:pt x="80" y="1"/>
                  </a:lnTo>
                  <a:lnTo>
                    <a:pt x="75" y="3"/>
                  </a:lnTo>
                  <a:lnTo>
                    <a:pt x="69" y="4"/>
                  </a:lnTo>
                  <a:lnTo>
                    <a:pt x="64" y="5"/>
                  </a:lnTo>
                  <a:lnTo>
                    <a:pt x="58" y="7"/>
                  </a:lnTo>
                  <a:lnTo>
                    <a:pt x="53" y="8"/>
                  </a:lnTo>
                  <a:lnTo>
                    <a:pt x="47" y="10"/>
                  </a:lnTo>
                  <a:lnTo>
                    <a:pt x="42" y="10"/>
                  </a:lnTo>
                  <a:lnTo>
                    <a:pt x="36" y="10"/>
                  </a:lnTo>
                  <a:lnTo>
                    <a:pt x="32" y="11"/>
                  </a:lnTo>
                  <a:lnTo>
                    <a:pt x="27" y="11"/>
                  </a:lnTo>
                  <a:lnTo>
                    <a:pt x="21" y="11"/>
                  </a:lnTo>
                  <a:lnTo>
                    <a:pt x="16" y="11"/>
                  </a:lnTo>
                  <a:lnTo>
                    <a:pt x="12" y="12"/>
                  </a:lnTo>
                  <a:lnTo>
                    <a:pt x="6" y="12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8" name="Freeform 256"/>
            <p:cNvSpPr>
              <a:spLocks/>
            </p:cNvSpPr>
            <p:nvPr/>
          </p:nvSpPr>
          <p:spPr bwMode="gray">
            <a:xfrm>
              <a:off x="3927" y="2434"/>
              <a:ext cx="30" cy="3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5" y="4"/>
                </a:cxn>
                <a:cxn ang="0">
                  <a:pos x="11" y="2"/>
                </a:cxn>
                <a:cxn ang="0">
                  <a:pos x="16" y="2"/>
                </a:cxn>
                <a:cxn ang="0">
                  <a:pos x="22" y="4"/>
                </a:cxn>
                <a:cxn ang="0">
                  <a:pos x="27" y="8"/>
                </a:cxn>
                <a:cxn ang="0">
                  <a:pos x="33" y="11"/>
                </a:cxn>
                <a:cxn ang="0">
                  <a:pos x="37" y="15"/>
                </a:cxn>
                <a:cxn ang="0">
                  <a:pos x="41" y="19"/>
                </a:cxn>
                <a:cxn ang="0">
                  <a:pos x="44" y="23"/>
                </a:cxn>
                <a:cxn ang="0">
                  <a:pos x="47" y="28"/>
                </a:cxn>
                <a:cxn ang="0">
                  <a:pos x="49" y="34"/>
                </a:cxn>
                <a:cxn ang="0">
                  <a:pos x="51" y="39"/>
                </a:cxn>
                <a:cxn ang="0">
                  <a:pos x="49" y="45"/>
                </a:cxn>
                <a:cxn ang="0">
                  <a:pos x="47" y="49"/>
                </a:cxn>
                <a:cxn ang="0">
                  <a:pos x="44" y="52"/>
                </a:cxn>
                <a:cxn ang="0">
                  <a:pos x="38" y="55"/>
                </a:cxn>
                <a:cxn ang="0">
                  <a:pos x="37" y="56"/>
                </a:cxn>
                <a:cxn ang="0">
                  <a:pos x="36" y="59"/>
                </a:cxn>
                <a:cxn ang="0">
                  <a:pos x="36" y="62"/>
                </a:cxn>
                <a:cxn ang="0">
                  <a:pos x="37" y="63"/>
                </a:cxn>
                <a:cxn ang="0">
                  <a:pos x="52" y="56"/>
                </a:cxn>
                <a:cxn ang="0">
                  <a:pos x="59" y="45"/>
                </a:cxn>
                <a:cxn ang="0">
                  <a:pos x="59" y="31"/>
                </a:cxn>
                <a:cxn ang="0">
                  <a:pos x="51" y="17"/>
                </a:cxn>
                <a:cxn ang="0">
                  <a:pos x="47" y="12"/>
                </a:cxn>
                <a:cxn ang="0">
                  <a:pos x="40" y="8"/>
                </a:cxn>
                <a:cxn ang="0">
                  <a:pos x="34" y="4"/>
                </a:cxn>
                <a:cxn ang="0">
                  <a:pos x="27" y="1"/>
                </a:cxn>
                <a:cxn ang="0">
                  <a:pos x="19" y="0"/>
                </a:cxn>
                <a:cxn ang="0">
                  <a:pos x="12" y="0"/>
                </a:cxn>
                <a:cxn ang="0">
                  <a:pos x="5" y="2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59" h="63">
                  <a:moveTo>
                    <a:pt x="0" y="6"/>
                  </a:moveTo>
                  <a:lnTo>
                    <a:pt x="5" y="4"/>
                  </a:lnTo>
                  <a:lnTo>
                    <a:pt x="11" y="2"/>
                  </a:lnTo>
                  <a:lnTo>
                    <a:pt x="16" y="2"/>
                  </a:lnTo>
                  <a:lnTo>
                    <a:pt x="22" y="4"/>
                  </a:lnTo>
                  <a:lnTo>
                    <a:pt x="27" y="8"/>
                  </a:lnTo>
                  <a:lnTo>
                    <a:pt x="33" y="11"/>
                  </a:lnTo>
                  <a:lnTo>
                    <a:pt x="37" y="15"/>
                  </a:lnTo>
                  <a:lnTo>
                    <a:pt x="41" y="19"/>
                  </a:lnTo>
                  <a:lnTo>
                    <a:pt x="44" y="23"/>
                  </a:lnTo>
                  <a:lnTo>
                    <a:pt x="47" y="28"/>
                  </a:lnTo>
                  <a:lnTo>
                    <a:pt x="49" y="34"/>
                  </a:lnTo>
                  <a:lnTo>
                    <a:pt x="51" y="39"/>
                  </a:lnTo>
                  <a:lnTo>
                    <a:pt x="49" y="45"/>
                  </a:lnTo>
                  <a:lnTo>
                    <a:pt x="47" y="49"/>
                  </a:lnTo>
                  <a:lnTo>
                    <a:pt x="44" y="52"/>
                  </a:lnTo>
                  <a:lnTo>
                    <a:pt x="38" y="55"/>
                  </a:lnTo>
                  <a:lnTo>
                    <a:pt x="37" y="56"/>
                  </a:lnTo>
                  <a:lnTo>
                    <a:pt x="36" y="59"/>
                  </a:lnTo>
                  <a:lnTo>
                    <a:pt x="36" y="62"/>
                  </a:lnTo>
                  <a:lnTo>
                    <a:pt x="37" y="63"/>
                  </a:lnTo>
                  <a:lnTo>
                    <a:pt x="52" y="56"/>
                  </a:lnTo>
                  <a:lnTo>
                    <a:pt x="59" y="45"/>
                  </a:lnTo>
                  <a:lnTo>
                    <a:pt x="59" y="31"/>
                  </a:lnTo>
                  <a:lnTo>
                    <a:pt x="51" y="17"/>
                  </a:lnTo>
                  <a:lnTo>
                    <a:pt x="47" y="12"/>
                  </a:lnTo>
                  <a:lnTo>
                    <a:pt x="40" y="8"/>
                  </a:lnTo>
                  <a:lnTo>
                    <a:pt x="34" y="4"/>
                  </a:lnTo>
                  <a:lnTo>
                    <a:pt x="27" y="1"/>
                  </a:lnTo>
                  <a:lnTo>
                    <a:pt x="19" y="0"/>
                  </a:lnTo>
                  <a:lnTo>
                    <a:pt x="12" y="0"/>
                  </a:lnTo>
                  <a:lnTo>
                    <a:pt x="5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49" name="Freeform 257"/>
            <p:cNvSpPr>
              <a:spLocks/>
            </p:cNvSpPr>
            <p:nvPr/>
          </p:nvSpPr>
          <p:spPr bwMode="gray">
            <a:xfrm>
              <a:off x="3989" y="2587"/>
              <a:ext cx="31" cy="4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22" y="8"/>
                </a:cxn>
                <a:cxn ang="0">
                  <a:pos x="29" y="11"/>
                </a:cxn>
                <a:cxn ang="0">
                  <a:pos x="33" y="15"/>
                </a:cxn>
                <a:cxn ang="0">
                  <a:pos x="39" y="22"/>
                </a:cxn>
                <a:cxn ang="0">
                  <a:pos x="42" y="29"/>
                </a:cxn>
                <a:cxn ang="0">
                  <a:pos x="45" y="36"/>
                </a:cxn>
                <a:cxn ang="0">
                  <a:pos x="46" y="41"/>
                </a:cxn>
                <a:cxn ang="0">
                  <a:pos x="47" y="47"/>
                </a:cxn>
                <a:cxn ang="0">
                  <a:pos x="46" y="52"/>
                </a:cxn>
                <a:cxn ang="0">
                  <a:pos x="45" y="58"/>
                </a:cxn>
                <a:cxn ang="0">
                  <a:pos x="45" y="56"/>
                </a:cxn>
                <a:cxn ang="0">
                  <a:pos x="45" y="56"/>
                </a:cxn>
                <a:cxn ang="0">
                  <a:pos x="45" y="56"/>
                </a:cxn>
                <a:cxn ang="0">
                  <a:pos x="43" y="58"/>
                </a:cxn>
                <a:cxn ang="0">
                  <a:pos x="39" y="59"/>
                </a:cxn>
                <a:cxn ang="0">
                  <a:pos x="36" y="59"/>
                </a:cxn>
                <a:cxn ang="0">
                  <a:pos x="32" y="59"/>
                </a:cxn>
                <a:cxn ang="0">
                  <a:pos x="28" y="59"/>
                </a:cxn>
                <a:cxn ang="0">
                  <a:pos x="24" y="60"/>
                </a:cxn>
                <a:cxn ang="0">
                  <a:pos x="22" y="65"/>
                </a:cxn>
                <a:cxn ang="0">
                  <a:pos x="22" y="70"/>
                </a:cxn>
                <a:cxn ang="0">
                  <a:pos x="24" y="74"/>
                </a:cxn>
                <a:cxn ang="0">
                  <a:pos x="32" y="78"/>
                </a:cxn>
                <a:cxn ang="0">
                  <a:pos x="40" y="78"/>
                </a:cxn>
                <a:cxn ang="0">
                  <a:pos x="47" y="77"/>
                </a:cxn>
                <a:cxn ang="0">
                  <a:pos x="54" y="70"/>
                </a:cxn>
                <a:cxn ang="0">
                  <a:pos x="60" y="60"/>
                </a:cxn>
                <a:cxn ang="0">
                  <a:pos x="62" y="49"/>
                </a:cxn>
                <a:cxn ang="0">
                  <a:pos x="62" y="40"/>
                </a:cxn>
                <a:cxn ang="0">
                  <a:pos x="60" y="29"/>
                </a:cxn>
                <a:cxn ang="0">
                  <a:pos x="56" y="19"/>
                </a:cxn>
                <a:cxn ang="0">
                  <a:pos x="50" y="11"/>
                </a:cxn>
                <a:cxn ang="0">
                  <a:pos x="43" y="5"/>
                </a:cxn>
                <a:cxn ang="0">
                  <a:pos x="36" y="1"/>
                </a:cxn>
                <a:cxn ang="0">
                  <a:pos x="27" y="0"/>
                </a:cxn>
                <a:cxn ang="0">
                  <a:pos x="18" y="0"/>
                </a:cxn>
                <a:cxn ang="0">
                  <a:pos x="9" y="3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62" h="78">
                  <a:moveTo>
                    <a:pt x="0" y="8"/>
                  </a:moveTo>
                  <a:lnTo>
                    <a:pt x="9" y="7"/>
                  </a:lnTo>
                  <a:lnTo>
                    <a:pt x="16" y="5"/>
                  </a:lnTo>
                  <a:lnTo>
                    <a:pt x="22" y="8"/>
                  </a:lnTo>
                  <a:lnTo>
                    <a:pt x="29" y="11"/>
                  </a:lnTo>
                  <a:lnTo>
                    <a:pt x="33" y="15"/>
                  </a:lnTo>
                  <a:lnTo>
                    <a:pt x="39" y="22"/>
                  </a:lnTo>
                  <a:lnTo>
                    <a:pt x="42" y="29"/>
                  </a:lnTo>
                  <a:lnTo>
                    <a:pt x="45" y="36"/>
                  </a:lnTo>
                  <a:lnTo>
                    <a:pt x="46" y="41"/>
                  </a:lnTo>
                  <a:lnTo>
                    <a:pt x="47" y="47"/>
                  </a:lnTo>
                  <a:lnTo>
                    <a:pt x="46" y="52"/>
                  </a:lnTo>
                  <a:lnTo>
                    <a:pt x="45" y="58"/>
                  </a:lnTo>
                  <a:lnTo>
                    <a:pt x="45" y="56"/>
                  </a:lnTo>
                  <a:lnTo>
                    <a:pt x="45" y="56"/>
                  </a:lnTo>
                  <a:lnTo>
                    <a:pt x="45" y="56"/>
                  </a:lnTo>
                  <a:lnTo>
                    <a:pt x="43" y="58"/>
                  </a:lnTo>
                  <a:lnTo>
                    <a:pt x="39" y="59"/>
                  </a:lnTo>
                  <a:lnTo>
                    <a:pt x="36" y="59"/>
                  </a:lnTo>
                  <a:lnTo>
                    <a:pt x="32" y="59"/>
                  </a:lnTo>
                  <a:lnTo>
                    <a:pt x="28" y="59"/>
                  </a:lnTo>
                  <a:lnTo>
                    <a:pt x="24" y="60"/>
                  </a:lnTo>
                  <a:lnTo>
                    <a:pt x="22" y="65"/>
                  </a:lnTo>
                  <a:lnTo>
                    <a:pt x="22" y="70"/>
                  </a:lnTo>
                  <a:lnTo>
                    <a:pt x="24" y="74"/>
                  </a:lnTo>
                  <a:lnTo>
                    <a:pt x="32" y="78"/>
                  </a:lnTo>
                  <a:lnTo>
                    <a:pt x="40" y="78"/>
                  </a:lnTo>
                  <a:lnTo>
                    <a:pt x="47" y="77"/>
                  </a:lnTo>
                  <a:lnTo>
                    <a:pt x="54" y="70"/>
                  </a:lnTo>
                  <a:lnTo>
                    <a:pt x="60" y="60"/>
                  </a:lnTo>
                  <a:lnTo>
                    <a:pt x="62" y="49"/>
                  </a:lnTo>
                  <a:lnTo>
                    <a:pt x="62" y="40"/>
                  </a:lnTo>
                  <a:lnTo>
                    <a:pt x="60" y="29"/>
                  </a:lnTo>
                  <a:lnTo>
                    <a:pt x="56" y="19"/>
                  </a:lnTo>
                  <a:lnTo>
                    <a:pt x="50" y="11"/>
                  </a:lnTo>
                  <a:lnTo>
                    <a:pt x="43" y="5"/>
                  </a:lnTo>
                  <a:lnTo>
                    <a:pt x="36" y="1"/>
                  </a:lnTo>
                  <a:lnTo>
                    <a:pt x="27" y="0"/>
                  </a:lnTo>
                  <a:lnTo>
                    <a:pt x="18" y="0"/>
                  </a:lnTo>
                  <a:lnTo>
                    <a:pt x="9" y="3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0" name="Freeform 258"/>
            <p:cNvSpPr>
              <a:spLocks/>
            </p:cNvSpPr>
            <p:nvPr/>
          </p:nvSpPr>
          <p:spPr bwMode="gray">
            <a:xfrm>
              <a:off x="3663" y="2813"/>
              <a:ext cx="513" cy="448"/>
            </a:xfrm>
            <a:custGeom>
              <a:avLst/>
              <a:gdLst/>
              <a:ahLst/>
              <a:cxnLst>
                <a:cxn ang="0">
                  <a:pos x="966" y="50"/>
                </a:cxn>
                <a:cxn ang="0">
                  <a:pos x="944" y="69"/>
                </a:cxn>
                <a:cxn ang="0">
                  <a:pos x="923" y="91"/>
                </a:cxn>
                <a:cxn ang="0">
                  <a:pos x="903" y="112"/>
                </a:cxn>
                <a:cxn ang="0">
                  <a:pos x="863" y="159"/>
                </a:cxn>
                <a:cxn ang="0">
                  <a:pos x="812" y="237"/>
                </a:cxn>
                <a:cxn ang="0">
                  <a:pos x="769" y="320"/>
                </a:cxn>
                <a:cxn ang="0">
                  <a:pos x="729" y="405"/>
                </a:cxn>
                <a:cxn ang="0">
                  <a:pos x="699" y="472"/>
                </a:cxn>
                <a:cxn ang="0">
                  <a:pos x="678" y="516"/>
                </a:cxn>
                <a:cxn ang="0">
                  <a:pos x="657" y="558"/>
                </a:cxn>
                <a:cxn ang="0">
                  <a:pos x="632" y="601"/>
                </a:cxn>
                <a:cxn ang="0">
                  <a:pos x="601" y="644"/>
                </a:cxn>
                <a:cxn ang="0">
                  <a:pos x="564" y="685"/>
                </a:cxn>
                <a:cxn ang="0">
                  <a:pos x="524" y="725"/>
                </a:cxn>
                <a:cxn ang="0">
                  <a:pos x="481" y="761"/>
                </a:cxn>
                <a:cxn ang="0">
                  <a:pos x="434" y="794"/>
                </a:cxn>
                <a:cxn ang="0">
                  <a:pos x="383" y="824"/>
                </a:cxn>
                <a:cxn ang="0">
                  <a:pos x="328" y="846"/>
                </a:cxn>
                <a:cxn ang="0">
                  <a:pos x="271" y="863"/>
                </a:cxn>
                <a:cxn ang="0">
                  <a:pos x="213" y="875"/>
                </a:cxn>
                <a:cxn ang="0">
                  <a:pos x="154" y="882"/>
                </a:cxn>
                <a:cxn ang="0">
                  <a:pos x="95" y="885"/>
                </a:cxn>
                <a:cxn ang="0">
                  <a:pos x="36" y="886"/>
                </a:cxn>
                <a:cxn ang="0">
                  <a:pos x="4" y="886"/>
                </a:cxn>
                <a:cxn ang="0">
                  <a:pos x="0" y="892"/>
                </a:cxn>
                <a:cxn ang="0">
                  <a:pos x="29" y="895"/>
                </a:cxn>
                <a:cxn ang="0">
                  <a:pos x="82" y="897"/>
                </a:cxn>
                <a:cxn ang="0">
                  <a:pos x="136" y="896"/>
                </a:cxn>
                <a:cxn ang="0">
                  <a:pos x="189" y="893"/>
                </a:cxn>
                <a:cxn ang="0">
                  <a:pos x="241" y="885"/>
                </a:cxn>
                <a:cxn ang="0">
                  <a:pos x="292" y="874"/>
                </a:cxn>
                <a:cxn ang="0">
                  <a:pos x="343" y="859"/>
                </a:cxn>
                <a:cxn ang="0">
                  <a:pos x="393" y="839"/>
                </a:cxn>
                <a:cxn ang="0">
                  <a:pos x="439" y="815"/>
                </a:cxn>
                <a:cxn ang="0">
                  <a:pos x="482" y="787"/>
                </a:cxn>
                <a:cxn ang="0">
                  <a:pos x="524" y="757"/>
                </a:cxn>
                <a:cxn ang="0">
                  <a:pos x="562" y="721"/>
                </a:cxn>
                <a:cxn ang="0">
                  <a:pos x="599" y="684"/>
                </a:cxn>
                <a:cxn ang="0">
                  <a:pos x="634" y="642"/>
                </a:cxn>
                <a:cxn ang="0">
                  <a:pos x="663" y="601"/>
                </a:cxn>
                <a:cxn ang="0">
                  <a:pos x="689" y="557"/>
                </a:cxn>
                <a:cxn ang="0">
                  <a:pos x="722" y="487"/>
                </a:cxn>
                <a:cxn ang="0">
                  <a:pos x="761" y="389"/>
                </a:cxn>
                <a:cxn ang="0">
                  <a:pos x="801" y="292"/>
                </a:cxn>
                <a:cxn ang="0">
                  <a:pos x="848" y="199"/>
                </a:cxn>
                <a:cxn ang="0">
                  <a:pos x="889" y="138"/>
                </a:cxn>
                <a:cxn ang="0">
                  <a:pos x="914" y="106"/>
                </a:cxn>
                <a:cxn ang="0">
                  <a:pos x="941" y="78"/>
                </a:cxn>
                <a:cxn ang="0">
                  <a:pos x="970" y="51"/>
                </a:cxn>
                <a:cxn ang="0">
                  <a:pos x="990" y="32"/>
                </a:cxn>
                <a:cxn ang="0">
                  <a:pos x="1003" y="21"/>
                </a:cxn>
                <a:cxn ang="0">
                  <a:pos x="1016" y="9"/>
                </a:cxn>
                <a:cxn ang="0">
                  <a:pos x="1023" y="2"/>
                </a:cxn>
                <a:cxn ang="0">
                  <a:pos x="1023" y="2"/>
                </a:cxn>
                <a:cxn ang="0">
                  <a:pos x="1013" y="10"/>
                </a:cxn>
                <a:cxn ang="0">
                  <a:pos x="999" y="22"/>
                </a:cxn>
                <a:cxn ang="0">
                  <a:pos x="984" y="35"/>
                </a:cxn>
              </a:cxnLst>
              <a:rect l="0" t="0" r="r" b="b"/>
              <a:pathLst>
                <a:path w="1024" h="897">
                  <a:moveTo>
                    <a:pt x="977" y="40"/>
                  </a:moveTo>
                  <a:lnTo>
                    <a:pt x="966" y="50"/>
                  </a:lnTo>
                  <a:lnTo>
                    <a:pt x="955" y="60"/>
                  </a:lnTo>
                  <a:lnTo>
                    <a:pt x="944" y="69"/>
                  </a:lnTo>
                  <a:lnTo>
                    <a:pt x="933" y="80"/>
                  </a:lnTo>
                  <a:lnTo>
                    <a:pt x="923" y="91"/>
                  </a:lnTo>
                  <a:lnTo>
                    <a:pt x="912" y="101"/>
                  </a:lnTo>
                  <a:lnTo>
                    <a:pt x="903" y="112"/>
                  </a:lnTo>
                  <a:lnTo>
                    <a:pt x="893" y="123"/>
                  </a:lnTo>
                  <a:lnTo>
                    <a:pt x="863" y="159"/>
                  </a:lnTo>
                  <a:lnTo>
                    <a:pt x="837" y="197"/>
                  </a:lnTo>
                  <a:lnTo>
                    <a:pt x="812" y="237"/>
                  </a:lnTo>
                  <a:lnTo>
                    <a:pt x="790" y="279"/>
                  </a:lnTo>
                  <a:lnTo>
                    <a:pt x="769" y="320"/>
                  </a:lnTo>
                  <a:lnTo>
                    <a:pt x="748" y="363"/>
                  </a:lnTo>
                  <a:lnTo>
                    <a:pt x="729" y="405"/>
                  </a:lnTo>
                  <a:lnTo>
                    <a:pt x="710" y="448"/>
                  </a:lnTo>
                  <a:lnTo>
                    <a:pt x="699" y="472"/>
                  </a:lnTo>
                  <a:lnTo>
                    <a:pt x="689" y="494"/>
                  </a:lnTo>
                  <a:lnTo>
                    <a:pt x="678" y="516"/>
                  </a:lnTo>
                  <a:lnTo>
                    <a:pt x="668" y="538"/>
                  </a:lnTo>
                  <a:lnTo>
                    <a:pt x="657" y="558"/>
                  </a:lnTo>
                  <a:lnTo>
                    <a:pt x="645" y="580"/>
                  </a:lnTo>
                  <a:lnTo>
                    <a:pt x="632" y="601"/>
                  </a:lnTo>
                  <a:lnTo>
                    <a:pt x="617" y="622"/>
                  </a:lnTo>
                  <a:lnTo>
                    <a:pt x="601" y="644"/>
                  </a:lnTo>
                  <a:lnTo>
                    <a:pt x="583" y="664"/>
                  </a:lnTo>
                  <a:lnTo>
                    <a:pt x="564" y="685"/>
                  </a:lnTo>
                  <a:lnTo>
                    <a:pt x="544" y="706"/>
                  </a:lnTo>
                  <a:lnTo>
                    <a:pt x="524" y="725"/>
                  </a:lnTo>
                  <a:lnTo>
                    <a:pt x="503" y="743"/>
                  </a:lnTo>
                  <a:lnTo>
                    <a:pt x="481" y="761"/>
                  </a:lnTo>
                  <a:lnTo>
                    <a:pt x="459" y="777"/>
                  </a:lnTo>
                  <a:lnTo>
                    <a:pt x="434" y="794"/>
                  </a:lnTo>
                  <a:lnTo>
                    <a:pt x="409" y="811"/>
                  </a:lnTo>
                  <a:lnTo>
                    <a:pt x="383" y="824"/>
                  </a:lnTo>
                  <a:lnTo>
                    <a:pt x="355" y="835"/>
                  </a:lnTo>
                  <a:lnTo>
                    <a:pt x="328" y="846"/>
                  </a:lnTo>
                  <a:lnTo>
                    <a:pt x="300" y="855"/>
                  </a:lnTo>
                  <a:lnTo>
                    <a:pt x="271" y="863"/>
                  </a:lnTo>
                  <a:lnTo>
                    <a:pt x="242" y="870"/>
                  </a:lnTo>
                  <a:lnTo>
                    <a:pt x="213" y="875"/>
                  </a:lnTo>
                  <a:lnTo>
                    <a:pt x="184" y="879"/>
                  </a:lnTo>
                  <a:lnTo>
                    <a:pt x="154" y="882"/>
                  </a:lnTo>
                  <a:lnTo>
                    <a:pt x="125" y="884"/>
                  </a:lnTo>
                  <a:lnTo>
                    <a:pt x="95" y="885"/>
                  </a:lnTo>
                  <a:lnTo>
                    <a:pt x="66" y="886"/>
                  </a:lnTo>
                  <a:lnTo>
                    <a:pt x="36" y="886"/>
                  </a:lnTo>
                  <a:lnTo>
                    <a:pt x="7" y="885"/>
                  </a:lnTo>
                  <a:lnTo>
                    <a:pt x="4" y="886"/>
                  </a:lnTo>
                  <a:lnTo>
                    <a:pt x="0" y="889"/>
                  </a:lnTo>
                  <a:lnTo>
                    <a:pt x="0" y="892"/>
                  </a:lnTo>
                  <a:lnTo>
                    <a:pt x="1" y="893"/>
                  </a:lnTo>
                  <a:lnTo>
                    <a:pt x="29" y="895"/>
                  </a:lnTo>
                  <a:lnTo>
                    <a:pt x="56" y="896"/>
                  </a:lnTo>
                  <a:lnTo>
                    <a:pt x="82" y="897"/>
                  </a:lnTo>
                  <a:lnTo>
                    <a:pt x="110" y="897"/>
                  </a:lnTo>
                  <a:lnTo>
                    <a:pt x="136" y="896"/>
                  </a:lnTo>
                  <a:lnTo>
                    <a:pt x="162" y="895"/>
                  </a:lnTo>
                  <a:lnTo>
                    <a:pt x="189" y="893"/>
                  </a:lnTo>
                  <a:lnTo>
                    <a:pt x="215" y="889"/>
                  </a:lnTo>
                  <a:lnTo>
                    <a:pt x="241" y="885"/>
                  </a:lnTo>
                  <a:lnTo>
                    <a:pt x="267" y="881"/>
                  </a:lnTo>
                  <a:lnTo>
                    <a:pt x="292" y="874"/>
                  </a:lnTo>
                  <a:lnTo>
                    <a:pt x="318" y="867"/>
                  </a:lnTo>
                  <a:lnTo>
                    <a:pt x="343" y="859"/>
                  </a:lnTo>
                  <a:lnTo>
                    <a:pt x="368" y="849"/>
                  </a:lnTo>
                  <a:lnTo>
                    <a:pt x="393" y="839"/>
                  </a:lnTo>
                  <a:lnTo>
                    <a:pt x="417" y="827"/>
                  </a:lnTo>
                  <a:lnTo>
                    <a:pt x="439" y="815"/>
                  </a:lnTo>
                  <a:lnTo>
                    <a:pt x="460" y="802"/>
                  </a:lnTo>
                  <a:lnTo>
                    <a:pt x="482" y="787"/>
                  </a:lnTo>
                  <a:lnTo>
                    <a:pt x="503" y="772"/>
                  </a:lnTo>
                  <a:lnTo>
                    <a:pt x="524" y="757"/>
                  </a:lnTo>
                  <a:lnTo>
                    <a:pt x="543" y="739"/>
                  </a:lnTo>
                  <a:lnTo>
                    <a:pt x="562" y="721"/>
                  </a:lnTo>
                  <a:lnTo>
                    <a:pt x="581" y="703"/>
                  </a:lnTo>
                  <a:lnTo>
                    <a:pt x="599" y="684"/>
                  </a:lnTo>
                  <a:lnTo>
                    <a:pt x="617" y="663"/>
                  </a:lnTo>
                  <a:lnTo>
                    <a:pt x="634" y="642"/>
                  </a:lnTo>
                  <a:lnTo>
                    <a:pt x="649" y="622"/>
                  </a:lnTo>
                  <a:lnTo>
                    <a:pt x="663" y="601"/>
                  </a:lnTo>
                  <a:lnTo>
                    <a:pt x="677" y="579"/>
                  </a:lnTo>
                  <a:lnTo>
                    <a:pt x="689" y="557"/>
                  </a:lnTo>
                  <a:lnTo>
                    <a:pt x="700" y="535"/>
                  </a:lnTo>
                  <a:lnTo>
                    <a:pt x="722" y="487"/>
                  </a:lnTo>
                  <a:lnTo>
                    <a:pt x="741" y="439"/>
                  </a:lnTo>
                  <a:lnTo>
                    <a:pt x="761" y="389"/>
                  </a:lnTo>
                  <a:lnTo>
                    <a:pt x="780" y="341"/>
                  </a:lnTo>
                  <a:lnTo>
                    <a:pt x="801" y="292"/>
                  </a:lnTo>
                  <a:lnTo>
                    <a:pt x="823" y="244"/>
                  </a:lnTo>
                  <a:lnTo>
                    <a:pt x="848" y="199"/>
                  </a:lnTo>
                  <a:lnTo>
                    <a:pt x="876" y="153"/>
                  </a:lnTo>
                  <a:lnTo>
                    <a:pt x="889" y="138"/>
                  </a:lnTo>
                  <a:lnTo>
                    <a:pt x="901" y="122"/>
                  </a:lnTo>
                  <a:lnTo>
                    <a:pt x="914" y="106"/>
                  </a:lnTo>
                  <a:lnTo>
                    <a:pt x="928" y="93"/>
                  </a:lnTo>
                  <a:lnTo>
                    <a:pt x="941" y="78"/>
                  </a:lnTo>
                  <a:lnTo>
                    <a:pt x="955" y="64"/>
                  </a:lnTo>
                  <a:lnTo>
                    <a:pt x="970" y="51"/>
                  </a:lnTo>
                  <a:lnTo>
                    <a:pt x="984" y="38"/>
                  </a:lnTo>
                  <a:lnTo>
                    <a:pt x="990" y="32"/>
                  </a:lnTo>
                  <a:lnTo>
                    <a:pt x="996" y="27"/>
                  </a:lnTo>
                  <a:lnTo>
                    <a:pt x="1003" y="21"/>
                  </a:lnTo>
                  <a:lnTo>
                    <a:pt x="1010" y="14"/>
                  </a:lnTo>
                  <a:lnTo>
                    <a:pt x="1016" y="9"/>
                  </a:lnTo>
                  <a:lnTo>
                    <a:pt x="1020" y="4"/>
                  </a:lnTo>
                  <a:lnTo>
                    <a:pt x="1023" y="2"/>
                  </a:lnTo>
                  <a:lnTo>
                    <a:pt x="1024" y="0"/>
                  </a:lnTo>
                  <a:lnTo>
                    <a:pt x="1023" y="2"/>
                  </a:lnTo>
                  <a:lnTo>
                    <a:pt x="1019" y="4"/>
                  </a:lnTo>
                  <a:lnTo>
                    <a:pt x="1013" y="10"/>
                  </a:lnTo>
                  <a:lnTo>
                    <a:pt x="1006" y="16"/>
                  </a:lnTo>
                  <a:lnTo>
                    <a:pt x="999" y="22"/>
                  </a:lnTo>
                  <a:lnTo>
                    <a:pt x="991" y="29"/>
                  </a:lnTo>
                  <a:lnTo>
                    <a:pt x="984" y="35"/>
                  </a:lnTo>
                  <a:lnTo>
                    <a:pt x="977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1" name="Freeform 259"/>
            <p:cNvSpPr>
              <a:spLocks/>
            </p:cNvSpPr>
            <p:nvPr/>
          </p:nvSpPr>
          <p:spPr bwMode="gray">
            <a:xfrm>
              <a:off x="3672" y="2983"/>
              <a:ext cx="288" cy="191"/>
            </a:xfrm>
            <a:custGeom>
              <a:avLst/>
              <a:gdLst/>
              <a:ahLst/>
              <a:cxnLst>
                <a:cxn ang="0">
                  <a:pos x="212" y="369"/>
                </a:cxn>
                <a:cxn ang="0">
                  <a:pos x="259" y="359"/>
                </a:cxn>
                <a:cxn ang="0">
                  <a:pos x="303" y="346"/>
                </a:cxn>
                <a:cxn ang="0">
                  <a:pos x="347" y="326"/>
                </a:cxn>
                <a:cxn ang="0">
                  <a:pos x="384" y="304"/>
                </a:cxn>
                <a:cxn ang="0">
                  <a:pos x="416" y="281"/>
                </a:cxn>
                <a:cxn ang="0">
                  <a:pos x="445" y="253"/>
                </a:cxn>
                <a:cxn ang="0">
                  <a:pos x="471" y="223"/>
                </a:cxn>
                <a:cxn ang="0">
                  <a:pos x="490" y="198"/>
                </a:cxn>
                <a:cxn ang="0">
                  <a:pos x="504" y="179"/>
                </a:cxn>
                <a:cxn ang="0">
                  <a:pos x="518" y="158"/>
                </a:cxn>
                <a:cxn ang="0">
                  <a:pos x="530" y="137"/>
                </a:cxn>
                <a:cxn ang="0">
                  <a:pos x="546" y="99"/>
                </a:cxn>
                <a:cxn ang="0">
                  <a:pos x="561" y="42"/>
                </a:cxn>
                <a:cxn ang="0">
                  <a:pos x="576" y="4"/>
                </a:cxn>
                <a:cxn ang="0">
                  <a:pos x="561" y="1"/>
                </a:cxn>
                <a:cxn ang="0">
                  <a:pos x="543" y="18"/>
                </a:cxn>
                <a:cxn ang="0">
                  <a:pos x="535" y="40"/>
                </a:cxn>
                <a:cxn ang="0">
                  <a:pos x="523" y="81"/>
                </a:cxn>
                <a:cxn ang="0">
                  <a:pos x="504" y="137"/>
                </a:cxn>
                <a:cxn ang="0">
                  <a:pos x="479" y="184"/>
                </a:cxn>
                <a:cxn ang="0">
                  <a:pos x="452" y="223"/>
                </a:cxn>
                <a:cxn ang="0">
                  <a:pos x="420" y="259"/>
                </a:cxn>
                <a:cxn ang="0">
                  <a:pos x="386" y="290"/>
                </a:cxn>
                <a:cxn ang="0">
                  <a:pos x="343" y="318"/>
                </a:cxn>
                <a:cxn ang="0">
                  <a:pos x="297" y="340"/>
                </a:cxn>
                <a:cxn ang="0">
                  <a:pos x="249" y="355"/>
                </a:cxn>
                <a:cxn ang="0">
                  <a:pos x="201" y="366"/>
                </a:cxn>
                <a:cxn ang="0">
                  <a:pos x="158" y="374"/>
                </a:cxn>
                <a:cxn ang="0">
                  <a:pos x="106" y="377"/>
                </a:cxn>
                <a:cxn ang="0">
                  <a:pos x="46" y="379"/>
                </a:cxn>
                <a:cxn ang="0">
                  <a:pos x="5" y="380"/>
                </a:cxn>
                <a:cxn ang="0">
                  <a:pos x="4" y="380"/>
                </a:cxn>
                <a:cxn ang="0">
                  <a:pos x="34" y="381"/>
                </a:cxn>
                <a:cxn ang="0">
                  <a:pos x="86" y="381"/>
                </a:cxn>
                <a:cxn ang="0">
                  <a:pos x="153" y="377"/>
                </a:cxn>
              </a:cxnLst>
              <a:rect l="0" t="0" r="r" b="b"/>
              <a:pathLst>
                <a:path w="576" h="381">
                  <a:moveTo>
                    <a:pt x="188" y="373"/>
                  </a:moveTo>
                  <a:lnTo>
                    <a:pt x="212" y="369"/>
                  </a:lnTo>
                  <a:lnTo>
                    <a:pt x="235" y="365"/>
                  </a:lnTo>
                  <a:lnTo>
                    <a:pt x="259" y="359"/>
                  </a:lnTo>
                  <a:lnTo>
                    <a:pt x="281" y="354"/>
                  </a:lnTo>
                  <a:lnTo>
                    <a:pt x="303" y="346"/>
                  </a:lnTo>
                  <a:lnTo>
                    <a:pt x="325" y="337"/>
                  </a:lnTo>
                  <a:lnTo>
                    <a:pt x="347" y="326"/>
                  </a:lnTo>
                  <a:lnTo>
                    <a:pt x="368" y="315"/>
                  </a:lnTo>
                  <a:lnTo>
                    <a:pt x="384" y="304"/>
                  </a:lnTo>
                  <a:lnTo>
                    <a:pt x="401" y="293"/>
                  </a:lnTo>
                  <a:lnTo>
                    <a:pt x="416" y="281"/>
                  </a:lnTo>
                  <a:lnTo>
                    <a:pt x="430" y="267"/>
                  </a:lnTo>
                  <a:lnTo>
                    <a:pt x="445" y="253"/>
                  </a:lnTo>
                  <a:lnTo>
                    <a:pt x="457" y="238"/>
                  </a:lnTo>
                  <a:lnTo>
                    <a:pt x="471" y="223"/>
                  </a:lnTo>
                  <a:lnTo>
                    <a:pt x="484" y="208"/>
                  </a:lnTo>
                  <a:lnTo>
                    <a:pt x="490" y="198"/>
                  </a:lnTo>
                  <a:lnTo>
                    <a:pt x="497" y="188"/>
                  </a:lnTo>
                  <a:lnTo>
                    <a:pt x="504" y="179"/>
                  </a:lnTo>
                  <a:lnTo>
                    <a:pt x="511" y="168"/>
                  </a:lnTo>
                  <a:lnTo>
                    <a:pt x="518" y="158"/>
                  </a:lnTo>
                  <a:lnTo>
                    <a:pt x="523" y="147"/>
                  </a:lnTo>
                  <a:lnTo>
                    <a:pt x="530" y="137"/>
                  </a:lnTo>
                  <a:lnTo>
                    <a:pt x="536" y="126"/>
                  </a:lnTo>
                  <a:lnTo>
                    <a:pt x="546" y="99"/>
                  </a:lnTo>
                  <a:lnTo>
                    <a:pt x="552" y="70"/>
                  </a:lnTo>
                  <a:lnTo>
                    <a:pt x="561" y="42"/>
                  </a:lnTo>
                  <a:lnTo>
                    <a:pt x="572" y="16"/>
                  </a:lnTo>
                  <a:lnTo>
                    <a:pt x="576" y="4"/>
                  </a:lnTo>
                  <a:lnTo>
                    <a:pt x="570" y="0"/>
                  </a:lnTo>
                  <a:lnTo>
                    <a:pt x="561" y="1"/>
                  </a:lnTo>
                  <a:lnTo>
                    <a:pt x="551" y="8"/>
                  </a:lnTo>
                  <a:lnTo>
                    <a:pt x="543" y="18"/>
                  </a:lnTo>
                  <a:lnTo>
                    <a:pt x="539" y="29"/>
                  </a:lnTo>
                  <a:lnTo>
                    <a:pt x="535" y="40"/>
                  </a:lnTo>
                  <a:lnTo>
                    <a:pt x="532" y="52"/>
                  </a:lnTo>
                  <a:lnTo>
                    <a:pt x="523" y="81"/>
                  </a:lnTo>
                  <a:lnTo>
                    <a:pt x="515" y="110"/>
                  </a:lnTo>
                  <a:lnTo>
                    <a:pt x="504" y="137"/>
                  </a:lnTo>
                  <a:lnTo>
                    <a:pt x="492" y="164"/>
                  </a:lnTo>
                  <a:lnTo>
                    <a:pt x="479" y="184"/>
                  </a:lnTo>
                  <a:lnTo>
                    <a:pt x="466" y="204"/>
                  </a:lnTo>
                  <a:lnTo>
                    <a:pt x="452" y="223"/>
                  </a:lnTo>
                  <a:lnTo>
                    <a:pt x="437" y="241"/>
                  </a:lnTo>
                  <a:lnTo>
                    <a:pt x="420" y="259"/>
                  </a:lnTo>
                  <a:lnTo>
                    <a:pt x="404" y="275"/>
                  </a:lnTo>
                  <a:lnTo>
                    <a:pt x="386" y="290"/>
                  </a:lnTo>
                  <a:lnTo>
                    <a:pt x="366" y="304"/>
                  </a:lnTo>
                  <a:lnTo>
                    <a:pt x="343" y="318"/>
                  </a:lnTo>
                  <a:lnTo>
                    <a:pt x="321" y="329"/>
                  </a:lnTo>
                  <a:lnTo>
                    <a:pt x="297" y="340"/>
                  </a:lnTo>
                  <a:lnTo>
                    <a:pt x="274" y="348"/>
                  </a:lnTo>
                  <a:lnTo>
                    <a:pt x="249" y="355"/>
                  </a:lnTo>
                  <a:lnTo>
                    <a:pt x="226" y="361"/>
                  </a:lnTo>
                  <a:lnTo>
                    <a:pt x="201" y="366"/>
                  </a:lnTo>
                  <a:lnTo>
                    <a:pt x="175" y="372"/>
                  </a:lnTo>
                  <a:lnTo>
                    <a:pt x="158" y="374"/>
                  </a:lnTo>
                  <a:lnTo>
                    <a:pt x="135" y="376"/>
                  </a:lnTo>
                  <a:lnTo>
                    <a:pt x="106" y="377"/>
                  </a:lnTo>
                  <a:lnTo>
                    <a:pt x="75" y="379"/>
                  </a:lnTo>
                  <a:lnTo>
                    <a:pt x="46" y="379"/>
                  </a:lnTo>
                  <a:lnTo>
                    <a:pt x="22" y="380"/>
                  </a:lnTo>
                  <a:lnTo>
                    <a:pt x="5" y="380"/>
                  </a:lnTo>
                  <a:lnTo>
                    <a:pt x="0" y="380"/>
                  </a:lnTo>
                  <a:lnTo>
                    <a:pt x="4" y="380"/>
                  </a:lnTo>
                  <a:lnTo>
                    <a:pt x="16" y="381"/>
                  </a:lnTo>
                  <a:lnTo>
                    <a:pt x="34" y="381"/>
                  </a:lnTo>
                  <a:lnTo>
                    <a:pt x="57" y="381"/>
                  </a:lnTo>
                  <a:lnTo>
                    <a:pt x="86" y="381"/>
                  </a:lnTo>
                  <a:lnTo>
                    <a:pt x="118" y="380"/>
                  </a:lnTo>
                  <a:lnTo>
                    <a:pt x="153" y="377"/>
                  </a:lnTo>
                  <a:lnTo>
                    <a:pt x="188" y="3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2" name="Freeform 260"/>
            <p:cNvSpPr>
              <a:spLocks/>
            </p:cNvSpPr>
            <p:nvPr/>
          </p:nvSpPr>
          <p:spPr bwMode="gray">
            <a:xfrm>
              <a:off x="4216" y="2598"/>
              <a:ext cx="323" cy="95"/>
            </a:xfrm>
            <a:custGeom>
              <a:avLst/>
              <a:gdLst/>
              <a:ahLst/>
              <a:cxnLst>
                <a:cxn ang="0">
                  <a:pos x="625" y="6"/>
                </a:cxn>
                <a:cxn ang="0">
                  <a:pos x="584" y="17"/>
                </a:cxn>
                <a:cxn ang="0">
                  <a:pos x="542" y="28"/>
                </a:cxn>
                <a:cxn ang="0">
                  <a:pos x="502" y="39"/>
                </a:cxn>
                <a:cxn ang="0">
                  <a:pos x="461" y="51"/>
                </a:cxn>
                <a:cxn ang="0">
                  <a:pos x="421" y="62"/>
                </a:cxn>
                <a:cxn ang="0">
                  <a:pos x="379" y="73"/>
                </a:cxn>
                <a:cxn ang="0">
                  <a:pos x="338" y="83"/>
                </a:cxn>
                <a:cxn ang="0">
                  <a:pos x="298" y="93"/>
                </a:cxn>
                <a:cxn ang="0">
                  <a:pos x="260" y="102"/>
                </a:cxn>
                <a:cxn ang="0">
                  <a:pos x="221" y="112"/>
                </a:cxn>
                <a:cxn ang="0">
                  <a:pos x="182" y="123"/>
                </a:cxn>
                <a:cxn ang="0">
                  <a:pos x="144" y="134"/>
                </a:cxn>
                <a:cxn ang="0">
                  <a:pos x="105" y="145"/>
                </a:cxn>
                <a:cxn ang="0">
                  <a:pos x="68" y="156"/>
                </a:cxn>
                <a:cxn ang="0">
                  <a:pos x="29" y="169"/>
                </a:cxn>
                <a:cxn ang="0">
                  <a:pos x="4" y="177"/>
                </a:cxn>
                <a:cxn ang="0">
                  <a:pos x="0" y="189"/>
                </a:cxn>
                <a:cxn ang="0">
                  <a:pos x="25" y="188"/>
                </a:cxn>
                <a:cxn ang="0">
                  <a:pos x="62" y="181"/>
                </a:cxn>
                <a:cxn ang="0">
                  <a:pos x="100" y="173"/>
                </a:cxn>
                <a:cxn ang="0">
                  <a:pos x="135" y="163"/>
                </a:cxn>
                <a:cxn ang="0">
                  <a:pos x="173" y="152"/>
                </a:cxn>
                <a:cxn ang="0">
                  <a:pos x="209" y="140"/>
                </a:cxn>
                <a:cxn ang="0">
                  <a:pos x="246" y="127"/>
                </a:cxn>
                <a:cxn ang="0">
                  <a:pos x="282" y="115"/>
                </a:cxn>
                <a:cxn ang="0">
                  <a:pos x="322" y="102"/>
                </a:cxn>
                <a:cxn ang="0">
                  <a:pos x="364" y="89"/>
                </a:cxn>
                <a:cxn ang="0">
                  <a:pos x="407" y="75"/>
                </a:cxn>
                <a:cxn ang="0">
                  <a:pos x="450" y="61"/>
                </a:cxn>
                <a:cxn ang="0">
                  <a:pos x="494" y="47"/>
                </a:cxn>
                <a:cxn ang="0">
                  <a:pos x="537" y="34"/>
                </a:cxn>
                <a:cxn ang="0">
                  <a:pos x="579" y="21"/>
                </a:cxn>
                <a:cxn ang="0">
                  <a:pos x="622" y="7"/>
                </a:cxn>
                <a:cxn ang="0">
                  <a:pos x="646" y="2"/>
                </a:cxn>
                <a:cxn ang="0">
                  <a:pos x="646" y="0"/>
                </a:cxn>
                <a:cxn ang="0">
                  <a:pos x="646" y="0"/>
                </a:cxn>
              </a:cxnLst>
              <a:rect l="0" t="0" r="r" b="b"/>
              <a:pathLst>
                <a:path w="646" h="191">
                  <a:moveTo>
                    <a:pt x="646" y="0"/>
                  </a:moveTo>
                  <a:lnTo>
                    <a:pt x="625" y="6"/>
                  </a:lnTo>
                  <a:lnTo>
                    <a:pt x="604" y="11"/>
                  </a:lnTo>
                  <a:lnTo>
                    <a:pt x="584" y="17"/>
                  </a:lnTo>
                  <a:lnTo>
                    <a:pt x="563" y="23"/>
                  </a:lnTo>
                  <a:lnTo>
                    <a:pt x="542" y="28"/>
                  </a:lnTo>
                  <a:lnTo>
                    <a:pt x="523" y="34"/>
                  </a:lnTo>
                  <a:lnTo>
                    <a:pt x="502" y="39"/>
                  </a:lnTo>
                  <a:lnTo>
                    <a:pt x="482" y="45"/>
                  </a:lnTo>
                  <a:lnTo>
                    <a:pt x="461" y="51"/>
                  </a:lnTo>
                  <a:lnTo>
                    <a:pt x="440" y="57"/>
                  </a:lnTo>
                  <a:lnTo>
                    <a:pt x="421" y="62"/>
                  </a:lnTo>
                  <a:lnTo>
                    <a:pt x="400" y="68"/>
                  </a:lnTo>
                  <a:lnTo>
                    <a:pt x="379" y="73"/>
                  </a:lnTo>
                  <a:lnTo>
                    <a:pt x="359" y="79"/>
                  </a:lnTo>
                  <a:lnTo>
                    <a:pt x="338" y="83"/>
                  </a:lnTo>
                  <a:lnTo>
                    <a:pt x="317" y="89"/>
                  </a:lnTo>
                  <a:lnTo>
                    <a:pt x="298" y="93"/>
                  </a:lnTo>
                  <a:lnTo>
                    <a:pt x="279" y="98"/>
                  </a:lnTo>
                  <a:lnTo>
                    <a:pt x="260" y="102"/>
                  </a:lnTo>
                  <a:lnTo>
                    <a:pt x="240" y="108"/>
                  </a:lnTo>
                  <a:lnTo>
                    <a:pt x="221" y="112"/>
                  </a:lnTo>
                  <a:lnTo>
                    <a:pt x="202" y="118"/>
                  </a:lnTo>
                  <a:lnTo>
                    <a:pt x="182" y="123"/>
                  </a:lnTo>
                  <a:lnTo>
                    <a:pt x="163" y="129"/>
                  </a:lnTo>
                  <a:lnTo>
                    <a:pt x="144" y="134"/>
                  </a:lnTo>
                  <a:lnTo>
                    <a:pt x="124" y="140"/>
                  </a:lnTo>
                  <a:lnTo>
                    <a:pt x="105" y="145"/>
                  </a:lnTo>
                  <a:lnTo>
                    <a:pt x="87" y="151"/>
                  </a:lnTo>
                  <a:lnTo>
                    <a:pt x="68" y="156"/>
                  </a:lnTo>
                  <a:lnTo>
                    <a:pt x="49" y="162"/>
                  </a:lnTo>
                  <a:lnTo>
                    <a:pt x="29" y="169"/>
                  </a:lnTo>
                  <a:lnTo>
                    <a:pt x="10" y="174"/>
                  </a:lnTo>
                  <a:lnTo>
                    <a:pt x="4" y="177"/>
                  </a:lnTo>
                  <a:lnTo>
                    <a:pt x="0" y="184"/>
                  </a:lnTo>
                  <a:lnTo>
                    <a:pt x="0" y="189"/>
                  </a:lnTo>
                  <a:lnTo>
                    <a:pt x="6" y="191"/>
                  </a:lnTo>
                  <a:lnTo>
                    <a:pt x="25" y="188"/>
                  </a:lnTo>
                  <a:lnTo>
                    <a:pt x="43" y="185"/>
                  </a:lnTo>
                  <a:lnTo>
                    <a:pt x="62" y="181"/>
                  </a:lnTo>
                  <a:lnTo>
                    <a:pt x="80" y="177"/>
                  </a:lnTo>
                  <a:lnTo>
                    <a:pt x="100" y="173"/>
                  </a:lnTo>
                  <a:lnTo>
                    <a:pt x="118" y="169"/>
                  </a:lnTo>
                  <a:lnTo>
                    <a:pt x="135" y="163"/>
                  </a:lnTo>
                  <a:lnTo>
                    <a:pt x="155" y="158"/>
                  </a:lnTo>
                  <a:lnTo>
                    <a:pt x="173" y="152"/>
                  </a:lnTo>
                  <a:lnTo>
                    <a:pt x="191" y="145"/>
                  </a:lnTo>
                  <a:lnTo>
                    <a:pt x="209" y="140"/>
                  </a:lnTo>
                  <a:lnTo>
                    <a:pt x="226" y="133"/>
                  </a:lnTo>
                  <a:lnTo>
                    <a:pt x="246" y="127"/>
                  </a:lnTo>
                  <a:lnTo>
                    <a:pt x="264" y="122"/>
                  </a:lnTo>
                  <a:lnTo>
                    <a:pt x="282" y="115"/>
                  </a:lnTo>
                  <a:lnTo>
                    <a:pt x="300" y="109"/>
                  </a:lnTo>
                  <a:lnTo>
                    <a:pt x="322" y="102"/>
                  </a:lnTo>
                  <a:lnTo>
                    <a:pt x="342" y="96"/>
                  </a:lnTo>
                  <a:lnTo>
                    <a:pt x="364" y="89"/>
                  </a:lnTo>
                  <a:lnTo>
                    <a:pt x="386" y="82"/>
                  </a:lnTo>
                  <a:lnTo>
                    <a:pt x="407" y="75"/>
                  </a:lnTo>
                  <a:lnTo>
                    <a:pt x="429" y="68"/>
                  </a:lnTo>
                  <a:lnTo>
                    <a:pt x="450" y="61"/>
                  </a:lnTo>
                  <a:lnTo>
                    <a:pt x="472" y="54"/>
                  </a:lnTo>
                  <a:lnTo>
                    <a:pt x="494" y="47"/>
                  </a:lnTo>
                  <a:lnTo>
                    <a:pt x="515" y="40"/>
                  </a:lnTo>
                  <a:lnTo>
                    <a:pt x="537" y="34"/>
                  </a:lnTo>
                  <a:lnTo>
                    <a:pt x="557" y="27"/>
                  </a:lnTo>
                  <a:lnTo>
                    <a:pt x="579" y="21"/>
                  </a:lnTo>
                  <a:lnTo>
                    <a:pt x="601" y="14"/>
                  </a:lnTo>
                  <a:lnTo>
                    <a:pt x="622" y="7"/>
                  </a:lnTo>
                  <a:lnTo>
                    <a:pt x="644" y="2"/>
                  </a:lnTo>
                  <a:lnTo>
                    <a:pt x="646" y="2"/>
                  </a:lnTo>
                  <a:lnTo>
                    <a:pt x="646" y="0"/>
                  </a:lnTo>
                  <a:lnTo>
                    <a:pt x="646" y="0"/>
                  </a:lnTo>
                  <a:lnTo>
                    <a:pt x="646" y="0"/>
                  </a:lnTo>
                  <a:lnTo>
                    <a:pt x="6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3" name="Freeform 261"/>
            <p:cNvSpPr>
              <a:spLocks/>
            </p:cNvSpPr>
            <p:nvPr/>
          </p:nvSpPr>
          <p:spPr bwMode="gray">
            <a:xfrm>
              <a:off x="4417" y="2647"/>
              <a:ext cx="142" cy="90"/>
            </a:xfrm>
            <a:custGeom>
              <a:avLst/>
              <a:gdLst/>
              <a:ahLst/>
              <a:cxnLst>
                <a:cxn ang="0">
                  <a:pos x="284" y="0"/>
                </a:cxn>
                <a:cxn ang="0">
                  <a:pos x="268" y="4"/>
                </a:cxn>
                <a:cxn ang="0">
                  <a:pos x="253" y="9"/>
                </a:cxn>
                <a:cxn ang="0">
                  <a:pos x="237" y="18"/>
                </a:cxn>
                <a:cxn ang="0">
                  <a:pos x="222" y="26"/>
                </a:cxn>
                <a:cxn ang="0">
                  <a:pos x="206" y="36"/>
                </a:cxn>
                <a:cxn ang="0">
                  <a:pos x="191" y="45"/>
                </a:cxn>
                <a:cxn ang="0">
                  <a:pos x="177" y="53"/>
                </a:cxn>
                <a:cxn ang="0">
                  <a:pos x="164" y="62"/>
                </a:cxn>
                <a:cxn ang="0">
                  <a:pos x="144" y="73"/>
                </a:cxn>
                <a:cxn ang="0">
                  <a:pos x="126" y="82"/>
                </a:cxn>
                <a:cxn ang="0">
                  <a:pos x="107" y="93"/>
                </a:cxn>
                <a:cxn ang="0">
                  <a:pos x="89" y="103"/>
                </a:cxn>
                <a:cxn ang="0">
                  <a:pos x="70" y="114"/>
                </a:cxn>
                <a:cxn ang="0">
                  <a:pos x="51" y="124"/>
                </a:cxn>
                <a:cxn ang="0">
                  <a:pos x="31" y="133"/>
                </a:cxn>
                <a:cxn ang="0">
                  <a:pos x="12" y="143"/>
                </a:cxn>
                <a:cxn ang="0">
                  <a:pos x="1" y="154"/>
                </a:cxn>
                <a:cxn ang="0">
                  <a:pos x="0" y="169"/>
                </a:cxn>
                <a:cxn ang="0">
                  <a:pos x="5" y="179"/>
                </a:cxn>
                <a:cxn ang="0">
                  <a:pos x="19" y="176"/>
                </a:cxn>
                <a:cxn ang="0">
                  <a:pos x="35" y="165"/>
                </a:cxn>
                <a:cxn ang="0">
                  <a:pos x="52" y="154"/>
                </a:cxn>
                <a:cxn ang="0">
                  <a:pos x="67" y="143"/>
                </a:cxn>
                <a:cxn ang="0">
                  <a:pos x="84" y="132"/>
                </a:cxn>
                <a:cxn ang="0">
                  <a:pos x="100" y="121"/>
                </a:cxn>
                <a:cxn ang="0">
                  <a:pos x="115" y="110"/>
                </a:cxn>
                <a:cxn ang="0">
                  <a:pos x="132" y="98"/>
                </a:cxn>
                <a:cxn ang="0">
                  <a:pos x="148" y="86"/>
                </a:cxn>
                <a:cxn ang="0">
                  <a:pos x="158" y="80"/>
                </a:cxn>
                <a:cxn ang="0">
                  <a:pos x="168" y="73"/>
                </a:cxn>
                <a:cxn ang="0">
                  <a:pos x="179" y="66"/>
                </a:cxn>
                <a:cxn ang="0">
                  <a:pos x="188" y="59"/>
                </a:cxn>
                <a:cxn ang="0">
                  <a:pos x="199" y="52"/>
                </a:cxn>
                <a:cxn ang="0">
                  <a:pos x="209" y="45"/>
                </a:cxn>
                <a:cxn ang="0">
                  <a:pos x="220" y="38"/>
                </a:cxn>
                <a:cxn ang="0">
                  <a:pos x="230" y="31"/>
                </a:cxn>
                <a:cxn ang="0">
                  <a:pos x="235" y="27"/>
                </a:cxn>
                <a:cxn ang="0">
                  <a:pos x="242" y="23"/>
                </a:cxn>
                <a:cxn ang="0">
                  <a:pos x="248" y="19"/>
                </a:cxn>
                <a:cxn ang="0">
                  <a:pos x="255" y="13"/>
                </a:cxn>
                <a:cxn ang="0">
                  <a:pos x="261" y="9"/>
                </a:cxn>
                <a:cxn ang="0">
                  <a:pos x="270" y="7"/>
                </a:cxn>
                <a:cxn ang="0">
                  <a:pos x="277" y="4"/>
                </a:cxn>
                <a:cxn ang="0">
                  <a:pos x="284" y="1"/>
                </a:cxn>
                <a:cxn ang="0">
                  <a:pos x="284" y="1"/>
                </a:cxn>
                <a:cxn ang="0">
                  <a:pos x="284" y="0"/>
                </a:cxn>
                <a:cxn ang="0">
                  <a:pos x="284" y="0"/>
                </a:cxn>
                <a:cxn ang="0">
                  <a:pos x="284" y="0"/>
                </a:cxn>
                <a:cxn ang="0">
                  <a:pos x="284" y="0"/>
                </a:cxn>
              </a:cxnLst>
              <a:rect l="0" t="0" r="r" b="b"/>
              <a:pathLst>
                <a:path w="284" h="179">
                  <a:moveTo>
                    <a:pt x="284" y="0"/>
                  </a:moveTo>
                  <a:lnTo>
                    <a:pt x="268" y="4"/>
                  </a:lnTo>
                  <a:lnTo>
                    <a:pt x="253" y="9"/>
                  </a:lnTo>
                  <a:lnTo>
                    <a:pt x="237" y="18"/>
                  </a:lnTo>
                  <a:lnTo>
                    <a:pt x="222" y="26"/>
                  </a:lnTo>
                  <a:lnTo>
                    <a:pt x="206" y="36"/>
                  </a:lnTo>
                  <a:lnTo>
                    <a:pt x="191" y="45"/>
                  </a:lnTo>
                  <a:lnTo>
                    <a:pt x="177" y="53"/>
                  </a:lnTo>
                  <a:lnTo>
                    <a:pt x="164" y="62"/>
                  </a:lnTo>
                  <a:lnTo>
                    <a:pt x="144" y="73"/>
                  </a:lnTo>
                  <a:lnTo>
                    <a:pt x="126" y="82"/>
                  </a:lnTo>
                  <a:lnTo>
                    <a:pt x="107" y="93"/>
                  </a:lnTo>
                  <a:lnTo>
                    <a:pt x="89" y="103"/>
                  </a:lnTo>
                  <a:lnTo>
                    <a:pt x="70" y="114"/>
                  </a:lnTo>
                  <a:lnTo>
                    <a:pt x="51" y="124"/>
                  </a:lnTo>
                  <a:lnTo>
                    <a:pt x="31" y="133"/>
                  </a:lnTo>
                  <a:lnTo>
                    <a:pt x="12" y="143"/>
                  </a:lnTo>
                  <a:lnTo>
                    <a:pt x="1" y="154"/>
                  </a:lnTo>
                  <a:lnTo>
                    <a:pt x="0" y="169"/>
                  </a:lnTo>
                  <a:lnTo>
                    <a:pt x="5" y="179"/>
                  </a:lnTo>
                  <a:lnTo>
                    <a:pt x="19" y="176"/>
                  </a:lnTo>
                  <a:lnTo>
                    <a:pt x="35" y="165"/>
                  </a:lnTo>
                  <a:lnTo>
                    <a:pt x="52" y="154"/>
                  </a:lnTo>
                  <a:lnTo>
                    <a:pt x="67" y="143"/>
                  </a:lnTo>
                  <a:lnTo>
                    <a:pt x="84" y="132"/>
                  </a:lnTo>
                  <a:lnTo>
                    <a:pt x="100" y="121"/>
                  </a:lnTo>
                  <a:lnTo>
                    <a:pt x="115" y="110"/>
                  </a:lnTo>
                  <a:lnTo>
                    <a:pt x="132" y="98"/>
                  </a:lnTo>
                  <a:lnTo>
                    <a:pt x="148" y="86"/>
                  </a:lnTo>
                  <a:lnTo>
                    <a:pt x="158" y="80"/>
                  </a:lnTo>
                  <a:lnTo>
                    <a:pt x="168" y="73"/>
                  </a:lnTo>
                  <a:lnTo>
                    <a:pt x="179" y="66"/>
                  </a:lnTo>
                  <a:lnTo>
                    <a:pt x="188" y="59"/>
                  </a:lnTo>
                  <a:lnTo>
                    <a:pt x="199" y="52"/>
                  </a:lnTo>
                  <a:lnTo>
                    <a:pt x="209" y="45"/>
                  </a:lnTo>
                  <a:lnTo>
                    <a:pt x="220" y="38"/>
                  </a:lnTo>
                  <a:lnTo>
                    <a:pt x="230" y="31"/>
                  </a:lnTo>
                  <a:lnTo>
                    <a:pt x="235" y="27"/>
                  </a:lnTo>
                  <a:lnTo>
                    <a:pt x="242" y="23"/>
                  </a:lnTo>
                  <a:lnTo>
                    <a:pt x="248" y="19"/>
                  </a:lnTo>
                  <a:lnTo>
                    <a:pt x="255" y="13"/>
                  </a:lnTo>
                  <a:lnTo>
                    <a:pt x="261" y="9"/>
                  </a:lnTo>
                  <a:lnTo>
                    <a:pt x="270" y="7"/>
                  </a:lnTo>
                  <a:lnTo>
                    <a:pt x="277" y="4"/>
                  </a:lnTo>
                  <a:lnTo>
                    <a:pt x="284" y="1"/>
                  </a:lnTo>
                  <a:lnTo>
                    <a:pt x="284" y="1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4" name="Freeform 262"/>
            <p:cNvSpPr>
              <a:spLocks/>
            </p:cNvSpPr>
            <p:nvPr/>
          </p:nvSpPr>
          <p:spPr bwMode="gray">
            <a:xfrm>
              <a:off x="4029" y="2451"/>
              <a:ext cx="79" cy="25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3" y="26"/>
                </a:cxn>
                <a:cxn ang="0">
                  <a:pos x="27" y="51"/>
                </a:cxn>
                <a:cxn ang="0">
                  <a:pos x="40" y="74"/>
                </a:cxn>
                <a:cxn ang="0">
                  <a:pos x="56" y="98"/>
                </a:cxn>
                <a:cxn ang="0">
                  <a:pos x="69" y="121"/>
                </a:cxn>
                <a:cxn ang="0">
                  <a:pos x="83" y="145"/>
                </a:cxn>
                <a:cxn ang="0">
                  <a:pos x="97" y="169"/>
                </a:cxn>
                <a:cxn ang="0">
                  <a:pos x="109" y="194"/>
                </a:cxn>
                <a:cxn ang="0">
                  <a:pos x="124" y="234"/>
                </a:cxn>
                <a:cxn ang="0">
                  <a:pos x="134" y="273"/>
                </a:cxn>
                <a:cxn ang="0">
                  <a:pos x="137" y="313"/>
                </a:cxn>
                <a:cxn ang="0">
                  <a:pos x="137" y="351"/>
                </a:cxn>
                <a:cxn ang="0">
                  <a:pos x="131" y="390"/>
                </a:cxn>
                <a:cxn ang="0">
                  <a:pos x="123" y="429"/>
                </a:cxn>
                <a:cxn ang="0">
                  <a:pos x="111" y="468"/>
                </a:cxn>
                <a:cxn ang="0">
                  <a:pos x="95" y="507"/>
                </a:cxn>
                <a:cxn ang="0">
                  <a:pos x="94" y="513"/>
                </a:cxn>
                <a:cxn ang="0">
                  <a:pos x="97" y="515"/>
                </a:cxn>
                <a:cxn ang="0">
                  <a:pos x="100" y="515"/>
                </a:cxn>
                <a:cxn ang="0">
                  <a:pos x="104" y="511"/>
                </a:cxn>
                <a:cxn ang="0">
                  <a:pos x="122" y="478"/>
                </a:cxn>
                <a:cxn ang="0">
                  <a:pos x="135" y="445"/>
                </a:cxn>
                <a:cxn ang="0">
                  <a:pos x="146" y="412"/>
                </a:cxn>
                <a:cxn ang="0">
                  <a:pos x="153" y="379"/>
                </a:cxn>
                <a:cxn ang="0">
                  <a:pos x="158" y="346"/>
                </a:cxn>
                <a:cxn ang="0">
                  <a:pos x="159" y="311"/>
                </a:cxn>
                <a:cxn ang="0">
                  <a:pos x="156" y="276"/>
                </a:cxn>
                <a:cxn ang="0">
                  <a:pos x="149" y="240"/>
                </a:cxn>
                <a:cxn ang="0">
                  <a:pos x="138" y="207"/>
                </a:cxn>
                <a:cxn ang="0">
                  <a:pos x="123" y="175"/>
                </a:cxn>
                <a:cxn ang="0">
                  <a:pos x="104" y="145"/>
                </a:cxn>
                <a:cxn ang="0">
                  <a:pos x="83" y="116"/>
                </a:cxn>
                <a:cxn ang="0">
                  <a:pos x="61" y="87"/>
                </a:cxn>
                <a:cxn ang="0">
                  <a:pos x="39" y="59"/>
                </a:cxn>
                <a:cxn ang="0">
                  <a:pos x="20" y="3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9" h="515">
                  <a:moveTo>
                    <a:pt x="0" y="1"/>
                  </a:moveTo>
                  <a:lnTo>
                    <a:pt x="13" y="26"/>
                  </a:lnTo>
                  <a:lnTo>
                    <a:pt x="27" y="51"/>
                  </a:lnTo>
                  <a:lnTo>
                    <a:pt x="40" y="74"/>
                  </a:lnTo>
                  <a:lnTo>
                    <a:pt x="56" y="98"/>
                  </a:lnTo>
                  <a:lnTo>
                    <a:pt x="69" y="121"/>
                  </a:lnTo>
                  <a:lnTo>
                    <a:pt x="83" y="145"/>
                  </a:lnTo>
                  <a:lnTo>
                    <a:pt x="97" y="169"/>
                  </a:lnTo>
                  <a:lnTo>
                    <a:pt x="109" y="194"/>
                  </a:lnTo>
                  <a:lnTo>
                    <a:pt x="124" y="234"/>
                  </a:lnTo>
                  <a:lnTo>
                    <a:pt x="134" y="273"/>
                  </a:lnTo>
                  <a:lnTo>
                    <a:pt x="137" y="313"/>
                  </a:lnTo>
                  <a:lnTo>
                    <a:pt x="137" y="351"/>
                  </a:lnTo>
                  <a:lnTo>
                    <a:pt x="131" y="390"/>
                  </a:lnTo>
                  <a:lnTo>
                    <a:pt x="123" y="429"/>
                  </a:lnTo>
                  <a:lnTo>
                    <a:pt x="111" y="468"/>
                  </a:lnTo>
                  <a:lnTo>
                    <a:pt x="95" y="507"/>
                  </a:lnTo>
                  <a:lnTo>
                    <a:pt x="94" y="513"/>
                  </a:lnTo>
                  <a:lnTo>
                    <a:pt x="97" y="515"/>
                  </a:lnTo>
                  <a:lnTo>
                    <a:pt x="100" y="515"/>
                  </a:lnTo>
                  <a:lnTo>
                    <a:pt x="104" y="511"/>
                  </a:lnTo>
                  <a:lnTo>
                    <a:pt x="122" y="478"/>
                  </a:lnTo>
                  <a:lnTo>
                    <a:pt x="135" y="445"/>
                  </a:lnTo>
                  <a:lnTo>
                    <a:pt x="146" y="412"/>
                  </a:lnTo>
                  <a:lnTo>
                    <a:pt x="153" y="379"/>
                  </a:lnTo>
                  <a:lnTo>
                    <a:pt x="158" y="346"/>
                  </a:lnTo>
                  <a:lnTo>
                    <a:pt x="159" y="311"/>
                  </a:lnTo>
                  <a:lnTo>
                    <a:pt x="156" y="276"/>
                  </a:lnTo>
                  <a:lnTo>
                    <a:pt x="149" y="240"/>
                  </a:lnTo>
                  <a:lnTo>
                    <a:pt x="138" y="207"/>
                  </a:lnTo>
                  <a:lnTo>
                    <a:pt x="123" y="175"/>
                  </a:lnTo>
                  <a:lnTo>
                    <a:pt x="104" y="145"/>
                  </a:lnTo>
                  <a:lnTo>
                    <a:pt x="83" y="116"/>
                  </a:lnTo>
                  <a:lnTo>
                    <a:pt x="61" y="87"/>
                  </a:lnTo>
                  <a:lnTo>
                    <a:pt x="39" y="59"/>
                  </a:lnTo>
                  <a:lnTo>
                    <a:pt x="20" y="3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5" name="Freeform 263"/>
            <p:cNvSpPr>
              <a:spLocks/>
            </p:cNvSpPr>
            <p:nvPr/>
          </p:nvSpPr>
          <p:spPr bwMode="gray">
            <a:xfrm>
              <a:off x="3921" y="2346"/>
              <a:ext cx="299" cy="283"/>
            </a:xfrm>
            <a:custGeom>
              <a:avLst/>
              <a:gdLst/>
              <a:ahLst/>
              <a:cxnLst>
                <a:cxn ang="0">
                  <a:pos x="17" y="16"/>
                </a:cxn>
                <a:cxn ang="0">
                  <a:pos x="51" y="42"/>
                </a:cxn>
                <a:cxn ang="0">
                  <a:pos x="91" y="62"/>
                </a:cxn>
                <a:cxn ang="0">
                  <a:pos x="131" y="78"/>
                </a:cxn>
                <a:cxn ang="0">
                  <a:pos x="180" y="100"/>
                </a:cxn>
                <a:cxn ang="0">
                  <a:pos x="232" y="125"/>
                </a:cxn>
                <a:cxn ang="0">
                  <a:pos x="282" y="151"/>
                </a:cxn>
                <a:cxn ang="0">
                  <a:pos x="330" y="184"/>
                </a:cxn>
                <a:cxn ang="0">
                  <a:pos x="373" y="223"/>
                </a:cxn>
                <a:cxn ang="0">
                  <a:pos x="407" y="265"/>
                </a:cxn>
                <a:cxn ang="0">
                  <a:pos x="437" y="311"/>
                </a:cxn>
                <a:cxn ang="0">
                  <a:pos x="465" y="358"/>
                </a:cxn>
                <a:cxn ang="0">
                  <a:pos x="491" y="406"/>
                </a:cxn>
                <a:cxn ang="0">
                  <a:pos x="517" y="453"/>
                </a:cxn>
                <a:cxn ang="0">
                  <a:pos x="545" y="500"/>
                </a:cxn>
                <a:cxn ang="0">
                  <a:pos x="577" y="545"/>
                </a:cxn>
                <a:cxn ang="0">
                  <a:pos x="594" y="566"/>
                </a:cxn>
                <a:cxn ang="0">
                  <a:pos x="597" y="562"/>
                </a:cxn>
                <a:cxn ang="0">
                  <a:pos x="582" y="537"/>
                </a:cxn>
                <a:cxn ang="0">
                  <a:pos x="555" y="489"/>
                </a:cxn>
                <a:cxn ang="0">
                  <a:pos x="528" y="440"/>
                </a:cxn>
                <a:cxn ang="0">
                  <a:pos x="504" y="391"/>
                </a:cxn>
                <a:cxn ang="0">
                  <a:pos x="477" y="341"/>
                </a:cxn>
                <a:cxn ang="0">
                  <a:pos x="451" y="293"/>
                </a:cxn>
                <a:cxn ang="0">
                  <a:pos x="421" y="246"/>
                </a:cxn>
                <a:cxn ang="0">
                  <a:pos x="388" y="201"/>
                </a:cxn>
                <a:cxn ang="0">
                  <a:pos x="350" y="162"/>
                </a:cxn>
                <a:cxn ang="0">
                  <a:pos x="313" y="133"/>
                </a:cxn>
                <a:cxn ang="0">
                  <a:pos x="273" y="111"/>
                </a:cxn>
                <a:cxn ang="0">
                  <a:pos x="231" y="92"/>
                </a:cxn>
                <a:cxn ang="0">
                  <a:pos x="181" y="73"/>
                </a:cxn>
                <a:cxn ang="0">
                  <a:pos x="127" y="57"/>
                </a:cxn>
                <a:cxn ang="0">
                  <a:pos x="73" y="41"/>
                </a:cxn>
                <a:cxn ang="0">
                  <a:pos x="24" y="17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97" h="566">
                  <a:moveTo>
                    <a:pt x="0" y="0"/>
                  </a:moveTo>
                  <a:lnTo>
                    <a:pt x="17" y="16"/>
                  </a:lnTo>
                  <a:lnTo>
                    <a:pt x="33" y="30"/>
                  </a:lnTo>
                  <a:lnTo>
                    <a:pt x="51" y="42"/>
                  </a:lnTo>
                  <a:lnTo>
                    <a:pt x="71" y="52"/>
                  </a:lnTo>
                  <a:lnTo>
                    <a:pt x="91" y="62"/>
                  </a:lnTo>
                  <a:lnTo>
                    <a:pt x="111" y="70"/>
                  </a:lnTo>
                  <a:lnTo>
                    <a:pt x="131" y="78"/>
                  </a:lnTo>
                  <a:lnTo>
                    <a:pt x="152" y="88"/>
                  </a:lnTo>
                  <a:lnTo>
                    <a:pt x="180" y="100"/>
                  </a:lnTo>
                  <a:lnTo>
                    <a:pt x="206" y="113"/>
                  </a:lnTo>
                  <a:lnTo>
                    <a:pt x="232" y="125"/>
                  </a:lnTo>
                  <a:lnTo>
                    <a:pt x="257" y="137"/>
                  </a:lnTo>
                  <a:lnTo>
                    <a:pt x="282" y="151"/>
                  </a:lnTo>
                  <a:lnTo>
                    <a:pt x="306" y="166"/>
                  </a:lnTo>
                  <a:lnTo>
                    <a:pt x="330" y="184"/>
                  </a:lnTo>
                  <a:lnTo>
                    <a:pt x="353" y="203"/>
                  </a:lnTo>
                  <a:lnTo>
                    <a:pt x="373" y="223"/>
                  </a:lnTo>
                  <a:lnTo>
                    <a:pt x="390" y="245"/>
                  </a:lnTo>
                  <a:lnTo>
                    <a:pt x="407" y="265"/>
                  </a:lnTo>
                  <a:lnTo>
                    <a:pt x="424" y="288"/>
                  </a:lnTo>
                  <a:lnTo>
                    <a:pt x="437" y="311"/>
                  </a:lnTo>
                  <a:lnTo>
                    <a:pt x="452" y="334"/>
                  </a:lnTo>
                  <a:lnTo>
                    <a:pt x="465" y="358"/>
                  </a:lnTo>
                  <a:lnTo>
                    <a:pt x="479" y="381"/>
                  </a:lnTo>
                  <a:lnTo>
                    <a:pt x="491" y="406"/>
                  </a:lnTo>
                  <a:lnTo>
                    <a:pt x="504" y="429"/>
                  </a:lnTo>
                  <a:lnTo>
                    <a:pt x="517" y="453"/>
                  </a:lnTo>
                  <a:lnTo>
                    <a:pt x="531" y="476"/>
                  </a:lnTo>
                  <a:lnTo>
                    <a:pt x="545" y="500"/>
                  </a:lnTo>
                  <a:lnTo>
                    <a:pt x="560" y="523"/>
                  </a:lnTo>
                  <a:lnTo>
                    <a:pt x="577" y="545"/>
                  </a:lnTo>
                  <a:lnTo>
                    <a:pt x="593" y="566"/>
                  </a:lnTo>
                  <a:lnTo>
                    <a:pt x="594" y="566"/>
                  </a:lnTo>
                  <a:lnTo>
                    <a:pt x="596" y="564"/>
                  </a:lnTo>
                  <a:lnTo>
                    <a:pt x="597" y="562"/>
                  </a:lnTo>
                  <a:lnTo>
                    <a:pt x="597" y="560"/>
                  </a:lnTo>
                  <a:lnTo>
                    <a:pt x="582" y="537"/>
                  </a:lnTo>
                  <a:lnTo>
                    <a:pt x="567" y="513"/>
                  </a:lnTo>
                  <a:lnTo>
                    <a:pt x="555" y="489"/>
                  </a:lnTo>
                  <a:lnTo>
                    <a:pt x="541" y="465"/>
                  </a:lnTo>
                  <a:lnTo>
                    <a:pt x="528" y="440"/>
                  </a:lnTo>
                  <a:lnTo>
                    <a:pt x="516" y="416"/>
                  </a:lnTo>
                  <a:lnTo>
                    <a:pt x="504" y="391"/>
                  </a:lnTo>
                  <a:lnTo>
                    <a:pt x="491" y="366"/>
                  </a:lnTo>
                  <a:lnTo>
                    <a:pt x="477" y="341"/>
                  </a:lnTo>
                  <a:lnTo>
                    <a:pt x="465" y="316"/>
                  </a:lnTo>
                  <a:lnTo>
                    <a:pt x="451" y="293"/>
                  </a:lnTo>
                  <a:lnTo>
                    <a:pt x="436" y="270"/>
                  </a:lnTo>
                  <a:lnTo>
                    <a:pt x="421" y="246"/>
                  </a:lnTo>
                  <a:lnTo>
                    <a:pt x="404" y="223"/>
                  </a:lnTo>
                  <a:lnTo>
                    <a:pt x="388" y="201"/>
                  </a:lnTo>
                  <a:lnTo>
                    <a:pt x="368" y="180"/>
                  </a:lnTo>
                  <a:lnTo>
                    <a:pt x="350" y="162"/>
                  </a:lnTo>
                  <a:lnTo>
                    <a:pt x="333" y="147"/>
                  </a:lnTo>
                  <a:lnTo>
                    <a:pt x="313" y="133"/>
                  </a:lnTo>
                  <a:lnTo>
                    <a:pt x="294" y="121"/>
                  </a:lnTo>
                  <a:lnTo>
                    <a:pt x="273" y="111"/>
                  </a:lnTo>
                  <a:lnTo>
                    <a:pt x="253" y="100"/>
                  </a:lnTo>
                  <a:lnTo>
                    <a:pt x="231" y="92"/>
                  </a:lnTo>
                  <a:lnTo>
                    <a:pt x="207" y="82"/>
                  </a:lnTo>
                  <a:lnTo>
                    <a:pt x="181" y="73"/>
                  </a:lnTo>
                  <a:lnTo>
                    <a:pt x="153" y="66"/>
                  </a:lnTo>
                  <a:lnTo>
                    <a:pt x="127" y="57"/>
                  </a:lnTo>
                  <a:lnTo>
                    <a:pt x="100" y="51"/>
                  </a:lnTo>
                  <a:lnTo>
                    <a:pt x="73" y="41"/>
                  </a:lnTo>
                  <a:lnTo>
                    <a:pt x="49" y="31"/>
                  </a:lnTo>
                  <a:lnTo>
                    <a:pt x="24" y="17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6" name="Freeform 264"/>
            <p:cNvSpPr>
              <a:spLocks/>
            </p:cNvSpPr>
            <p:nvPr/>
          </p:nvSpPr>
          <p:spPr bwMode="gray">
            <a:xfrm>
              <a:off x="4098" y="2880"/>
              <a:ext cx="176" cy="1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5" y="21"/>
                </a:cxn>
                <a:cxn ang="0">
                  <a:pos x="31" y="42"/>
                </a:cxn>
                <a:cxn ang="0">
                  <a:pos x="49" y="61"/>
                </a:cxn>
                <a:cxn ang="0">
                  <a:pos x="67" y="82"/>
                </a:cxn>
                <a:cxn ang="0">
                  <a:pos x="86" y="101"/>
                </a:cxn>
                <a:cxn ang="0">
                  <a:pos x="106" y="120"/>
                </a:cxn>
                <a:cxn ang="0">
                  <a:pos x="126" y="140"/>
                </a:cxn>
                <a:cxn ang="0">
                  <a:pos x="149" y="156"/>
                </a:cxn>
                <a:cxn ang="0">
                  <a:pos x="169" y="173"/>
                </a:cxn>
                <a:cxn ang="0">
                  <a:pos x="193" y="188"/>
                </a:cxn>
                <a:cxn ang="0">
                  <a:pos x="216" y="202"/>
                </a:cxn>
                <a:cxn ang="0">
                  <a:pos x="239" y="214"/>
                </a:cxn>
                <a:cxn ang="0">
                  <a:pos x="264" y="224"/>
                </a:cxn>
                <a:cxn ang="0">
                  <a:pos x="289" y="230"/>
                </a:cxn>
                <a:cxn ang="0">
                  <a:pos x="315" y="235"/>
                </a:cxn>
                <a:cxn ang="0">
                  <a:pos x="342" y="237"/>
                </a:cxn>
                <a:cxn ang="0">
                  <a:pos x="346" y="236"/>
                </a:cxn>
                <a:cxn ang="0">
                  <a:pos x="350" y="232"/>
                </a:cxn>
                <a:cxn ang="0">
                  <a:pos x="351" y="228"/>
                </a:cxn>
                <a:cxn ang="0">
                  <a:pos x="348" y="224"/>
                </a:cxn>
                <a:cxn ang="0">
                  <a:pos x="324" y="214"/>
                </a:cxn>
                <a:cxn ang="0">
                  <a:pos x="299" y="206"/>
                </a:cxn>
                <a:cxn ang="0">
                  <a:pos x="274" y="195"/>
                </a:cxn>
                <a:cxn ang="0">
                  <a:pos x="251" y="184"/>
                </a:cxn>
                <a:cxn ang="0">
                  <a:pos x="227" y="173"/>
                </a:cxn>
                <a:cxn ang="0">
                  <a:pos x="204" y="162"/>
                </a:cxn>
                <a:cxn ang="0">
                  <a:pos x="182" y="149"/>
                </a:cxn>
                <a:cxn ang="0">
                  <a:pos x="160" y="135"/>
                </a:cxn>
                <a:cxn ang="0">
                  <a:pos x="137" y="122"/>
                </a:cxn>
                <a:cxn ang="0">
                  <a:pos x="117" y="106"/>
                </a:cxn>
                <a:cxn ang="0">
                  <a:pos x="96" y="91"/>
                </a:cxn>
                <a:cxn ang="0">
                  <a:pos x="75" y="75"/>
                </a:cxn>
                <a:cxn ang="0">
                  <a:pos x="56" y="57"/>
                </a:cxn>
                <a:cxn ang="0">
                  <a:pos x="37" y="39"/>
                </a:cxn>
                <a:cxn ang="0">
                  <a:pos x="18" y="2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51" h="237">
                  <a:moveTo>
                    <a:pt x="0" y="2"/>
                  </a:moveTo>
                  <a:lnTo>
                    <a:pt x="15" y="21"/>
                  </a:lnTo>
                  <a:lnTo>
                    <a:pt x="31" y="42"/>
                  </a:lnTo>
                  <a:lnTo>
                    <a:pt x="49" y="61"/>
                  </a:lnTo>
                  <a:lnTo>
                    <a:pt x="67" y="82"/>
                  </a:lnTo>
                  <a:lnTo>
                    <a:pt x="86" y="101"/>
                  </a:lnTo>
                  <a:lnTo>
                    <a:pt x="106" y="120"/>
                  </a:lnTo>
                  <a:lnTo>
                    <a:pt x="126" y="140"/>
                  </a:lnTo>
                  <a:lnTo>
                    <a:pt x="149" y="156"/>
                  </a:lnTo>
                  <a:lnTo>
                    <a:pt x="169" y="173"/>
                  </a:lnTo>
                  <a:lnTo>
                    <a:pt x="193" y="188"/>
                  </a:lnTo>
                  <a:lnTo>
                    <a:pt x="216" y="202"/>
                  </a:lnTo>
                  <a:lnTo>
                    <a:pt x="239" y="214"/>
                  </a:lnTo>
                  <a:lnTo>
                    <a:pt x="264" y="224"/>
                  </a:lnTo>
                  <a:lnTo>
                    <a:pt x="289" y="230"/>
                  </a:lnTo>
                  <a:lnTo>
                    <a:pt x="315" y="235"/>
                  </a:lnTo>
                  <a:lnTo>
                    <a:pt x="342" y="237"/>
                  </a:lnTo>
                  <a:lnTo>
                    <a:pt x="346" y="236"/>
                  </a:lnTo>
                  <a:lnTo>
                    <a:pt x="350" y="232"/>
                  </a:lnTo>
                  <a:lnTo>
                    <a:pt x="351" y="228"/>
                  </a:lnTo>
                  <a:lnTo>
                    <a:pt x="348" y="224"/>
                  </a:lnTo>
                  <a:lnTo>
                    <a:pt x="324" y="214"/>
                  </a:lnTo>
                  <a:lnTo>
                    <a:pt x="299" y="206"/>
                  </a:lnTo>
                  <a:lnTo>
                    <a:pt x="274" y="195"/>
                  </a:lnTo>
                  <a:lnTo>
                    <a:pt x="251" y="184"/>
                  </a:lnTo>
                  <a:lnTo>
                    <a:pt x="227" y="173"/>
                  </a:lnTo>
                  <a:lnTo>
                    <a:pt x="204" y="162"/>
                  </a:lnTo>
                  <a:lnTo>
                    <a:pt x="182" y="149"/>
                  </a:lnTo>
                  <a:lnTo>
                    <a:pt x="160" y="135"/>
                  </a:lnTo>
                  <a:lnTo>
                    <a:pt x="137" y="122"/>
                  </a:lnTo>
                  <a:lnTo>
                    <a:pt x="117" y="106"/>
                  </a:lnTo>
                  <a:lnTo>
                    <a:pt x="96" y="91"/>
                  </a:lnTo>
                  <a:lnTo>
                    <a:pt x="75" y="75"/>
                  </a:lnTo>
                  <a:lnTo>
                    <a:pt x="56" y="57"/>
                  </a:lnTo>
                  <a:lnTo>
                    <a:pt x="37" y="39"/>
                  </a:lnTo>
                  <a:lnTo>
                    <a:pt x="18" y="2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7" name="Freeform 265"/>
            <p:cNvSpPr>
              <a:spLocks/>
            </p:cNvSpPr>
            <p:nvPr/>
          </p:nvSpPr>
          <p:spPr bwMode="gray">
            <a:xfrm>
              <a:off x="4257" y="2756"/>
              <a:ext cx="159" cy="256"/>
            </a:xfrm>
            <a:custGeom>
              <a:avLst/>
              <a:gdLst/>
              <a:ahLst/>
              <a:cxnLst>
                <a:cxn ang="0">
                  <a:pos x="318" y="0"/>
                </a:cxn>
                <a:cxn ang="0">
                  <a:pos x="307" y="41"/>
                </a:cxn>
                <a:cxn ang="0">
                  <a:pos x="295" y="81"/>
                </a:cxn>
                <a:cxn ang="0">
                  <a:pos x="281" y="120"/>
                </a:cxn>
                <a:cxn ang="0">
                  <a:pos x="264" y="158"/>
                </a:cxn>
                <a:cxn ang="0">
                  <a:pos x="248" y="197"/>
                </a:cxn>
                <a:cxn ang="0">
                  <a:pos x="229" y="233"/>
                </a:cxn>
                <a:cxn ang="0">
                  <a:pos x="208" y="270"/>
                </a:cxn>
                <a:cxn ang="0">
                  <a:pos x="186" y="306"/>
                </a:cxn>
                <a:cxn ang="0">
                  <a:pos x="167" y="333"/>
                </a:cxn>
                <a:cxn ang="0">
                  <a:pos x="144" y="358"/>
                </a:cxn>
                <a:cxn ang="0">
                  <a:pos x="121" y="382"/>
                </a:cxn>
                <a:cxn ang="0">
                  <a:pos x="96" y="404"/>
                </a:cxn>
                <a:cxn ang="0">
                  <a:pos x="71" y="427"/>
                </a:cxn>
                <a:cxn ang="0">
                  <a:pos x="48" y="449"/>
                </a:cxn>
                <a:cxn ang="0">
                  <a:pos x="25" y="473"/>
                </a:cxn>
                <a:cxn ang="0">
                  <a:pos x="4" y="499"/>
                </a:cxn>
                <a:cxn ang="0">
                  <a:pos x="1" y="504"/>
                </a:cxn>
                <a:cxn ang="0">
                  <a:pos x="0" y="510"/>
                </a:cxn>
                <a:cxn ang="0">
                  <a:pos x="2" y="514"/>
                </a:cxn>
                <a:cxn ang="0">
                  <a:pos x="8" y="514"/>
                </a:cxn>
                <a:cxn ang="0">
                  <a:pos x="42" y="497"/>
                </a:cxn>
                <a:cxn ang="0">
                  <a:pos x="74" y="477"/>
                </a:cxn>
                <a:cxn ang="0">
                  <a:pos x="104" y="452"/>
                </a:cxn>
                <a:cxn ang="0">
                  <a:pos x="131" y="426"/>
                </a:cxn>
                <a:cxn ang="0">
                  <a:pos x="157" y="397"/>
                </a:cxn>
                <a:cxn ang="0">
                  <a:pos x="179" y="365"/>
                </a:cxn>
                <a:cxn ang="0">
                  <a:pos x="201" y="331"/>
                </a:cxn>
                <a:cxn ang="0">
                  <a:pos x="220" y="296"/>
                </a:cxn>
                <a:cxn ang="0">
                  <a:pos x="237" y="260"/>
                </a:cxn>
                <a:cxn ang="0">
                  <a:pos x="253" y="223"/>
                </a:cxn>
                <a:cxn ang="0">
                  <a:pos x="267" y="185"/>
                </a:cxn>
                <a:cxn ang="0">
                  <a:pos x="280" y="147"/>
                </a:cxn>
                <a:cxn ang="0">
                  <a:pos x="292" y="109"/>
                </a:cxn>
                <a:cxn ang="0">
                  <a:pos x="302" y="72"/>
                </a:cxn>
                <a:cxn ang="0">
                  <a:pos x="310" y="36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8" y="0"/>
                </a:cxn>
                <a:cxn ang="0">
                  <a:pos x="318" y="0"/>
                </a:cxn>
              </a:cxnLst>
              <a:rect l="0" t="0" r="r" b="b"/>
              <a:pathLst>
                <a:path w="318" h="514">
                  <a:moveTo>
                    <a:pt x="318" y="0"/>
                  </a:moveTo>
                  <a:lnTo>
                    <a:pt x="307" y="41"/>
                  </a:lnTo>
                  <a:lnTo>
                    <a:pt x="295" y="81"/>
                  </a:lnTo>
                  <a:lnTo>
                    <a:pt x="281" y="120"/>
                  </a:lnTo>
                  <a:lnTo>
                    <a:pt x="264" y="158"/>
                  </a:lnTo>
                  <a:lnTo>
                    <a:pt x="248" y="197"/>
                  </a:lnTo>
                  <a:lnTo>
                    <a:pt x="229" y="233"/>
                  </a:lnTo>
                  <a:lnTo>
                    <a:pt x="208" y="270"/>
                  </a:lnTo>
                  <a:lnTo>
                    <a:pt x="186" y="306"/>
                  </a:lnTo>
                  <a:lnTo>
                    <a:pt x="167" y="333"/>
                  </a:lnTo>
                  <a:lnTo>
                    <a:pt x="144" y="358"/>
                  </a:lnTo>
                  <a:lnTo>
                    <a:pt x="121" y="382"/>
                  </a:lnTo>
                  <a:lnTo>
                    <a:pt x="96" y="404"/>
                  </a:lnTo>
                  <a:lnTo>
                    <a:pt x="71" y="427"/>
                  </a:lnTo>
                  <a:lnTo>
                    <a:pt x="48" y="449"/>
                  </a:lnTo>
                  <a:lnTo>
                    <a:pt x="25" y="473"/>
                  </a:lnTo>
                  <a:lnTo>
                    <a:pt x="4" y="499"/>
                  </a:lnTo>
                  <a:lnTo>
                    <a:pt x="1" y="504"/>
                  </a:lnTo>
                  <a:lnTo>
                    <a:pt x="0" y="510"/>
                  </a:lnTo>
                  <a:lnTo>
                    <a:pt x="2" y="514"/>
                  </a:lnTo>
                  <a:lnTo>
                    <a:pt x="8" y="514"/>
                  </a:lnTo>
                  <a:lnTo>
                    <a:pt x="42" y="497"/>
                  </a:lnTo>
                  <a:lnTo>
                    <a:pt x="74" y="477"/>
                  </a:lnTo>
                  <a:lnTo>
                    <a:pt x="104" y="452"/>
                  </a:lnTo>
                  <a:lnTo>
                    <a:pt x="131" y="426"/>
                  </a:lnTo>
                  <a:lnTo>
                    <a:pt x="157" y="397"/>
                  </a:lnTo>
                  <a:lnTo>
                    <a:pt x="179" y="365"/>
                  </a:lnTo>
                  <a:lnTo>
                    <a:pt x="201" y="331"/>
                  </a:lnTo>
                  <a:lnTo>
                    <a:pt x="220" y="296"/>
                  </a:lnTo>
                  <a:lnTo>
                    <a:pt x="237" y="260"/>
                  </a:lnTo>
                  <a:lnTo>
                    <a:pt x="253" y="223"/>
                  </a:lnTo>
                  <a:lnTo>
                    <a:pt x="267" y="185"/>
                  </a:lnTo>
                  <a:lnTo>
                    <a:pt x="280" y="147"/>
                  </a:lnTo>
                  <a:lnTo>
                    <a:pt x="292" y="109"/>
                  </a:lnTo>
                  <a:lnTo>
                    <a:pt x="302" y="72"/>
                  </a:lnTo>
                  <a:lnTo>
                    <a:pt x="310" y="36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8" name="Freeform 266"/>
            <p:cNvSpPr>
              <a:spLocks/>
            </p:cNvSpPr>
            <p:nvPr/>
          </p:nvSpPr>
          <p:spPr bwMode="gray">
            <a:xfrm>
              <a:off x="4180" y="2846"/>
              <a:ext cx="38" cy="109"/>
            </a:xfrm>
            <a:custGeom>
              <a:avLst/>
              <a:gdLst/>
              <a:ahLst/>
              <a:cxnLst>
                <a:cxn ang="0">
                  <a:pos x="75" y="219"/>
                </a:cxn>
                <a:cxn ang="0">
                  <a:pos x="56" y="198"/>
                </a:cxn>
                <a:cxn ang="0">
                  <a:pos x="41" y="173"/>
                </a:cxn>
                <a:cxn ang="0">
                  <a:pos x="27" y="147"/>
                </a:cxn>
                <a:cxn ang="0">
                  <a:pos x="18" y="118"/>
                </a:cxn>
                <a:cxn ang="0">
                  <a:pos x="12" y="89"/>
                </a:cxn>
                <a:cxn ang="0">
                  <a:pos x="11" y="60"/>
                </a:cxn>
                <a:cxn ang="0">
                  <a:pos x="15" y="31"/>
                </a:cxn>
                <a:cxn ang="0">
                  <a:pos x="24" y="5"/>
                </a:cxn>
                <a:cxn ang="0">
                  <a:pos x="24" y="1"/>
                </a:cxn>
                <a:cxn ang="0">
                  <a:pos x="23" y="0"/>
                </a:cxn>
                <a:cxn ang="0">
                  <a:pos x="20" y="0"/>
                </a:cxn>
                <a:cxn ang="0">
                  <a:pos x="18" y="2"/>
                </a:cxn>
                <a:cxn ang="0">
                  <a:pos x="4" y="27"/>
                </a:cxn>
                <a:cxn ang="0">
                  <a:pos x="0" y="56"/>
                </a:cxn>
                <a:cxn ang="0">
                  <a:pos x="1" y="86"/>
                </a:cxn>
                <a:cxn ang="0">
                  <a:pos x="9" y="118"/>
                </a:cxn>
                <a:cxn ang="0">
                  <a:pos x="23" y="148"/>
                </a:cxn>
                <a:cxn ang="0">
                  <a:pos x="38" y="176"/>
                </a:cxn>
                <a:cxn ang="0">
                  <a:pos x="56" y="199"/>
                </a:cxn>
                <a:cxn ang="0">
                  <a:pos x="75" y="219"/>
                </a:cxn>
                <a:cxn ang="0">
                  <a:pos x="75" y="219"/>
                </a:cxn>
                <a:cxn ang="0">
                  <a:pos x="75" y="219"/>
                </a:cxn>
                <a:cxn ang="0">
                  <a:pos x="75" y="219"/>
                </a:cxn>
                <a:cxn ang="0">
                  <a:pos x="75" y="219"/>
                </a:cxn>
                <a:cxn ang="0">
                  <a:pos x="75" y="219"/>
                </a:cxn>
              </a:cxnLst>
              <a:rect l="0" t="0" r="r" b="b"/>
              <a:pathLst>
                <a:path w="75" h="219">
                  <a:moveTo>
                    <a:pt x="75" y="219"/>
                  </a:moveTo>
                  <a:lnTo>
                    <a:pt x="56" y="198"/>
                  </a:lnTo>
                  <a:lnTo>
                    <a:pt x="41" y="173"/>
                  </a:lnTo>
                  <a:lnTo>
                    <a:pt x="27" y="147"/>
                  </a:lnTo>
                  <a:lnTo>
                    <a:pt x="18" y="118"/>
                  </a:lnTo>
                  <a:lnTo>
                    <a:pt x="12" y="89"/>
                  </a:lnTo>
                  <a:lnTo>
                    <a:pt x="11" y="60"/>
                  </a:lnTo>
                  <a:lnTo>
                    <a:pt x="15" y="31"/>
                  </a:lnTo>
                  <a:lnTo>
                    <a:pt x="24" y="5"/>
                  </a:lnTo>
                  <a:lnTo>
                    <a:pt x="24" y="1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8" y="2"/>
                  </a:lnTo>
                  <a:lnTo>
                    <a:pt x="4" y="27"/>
                  </a:lnTo>
                  <a:lnTo>
                    <a:pt x="0" y="56"/>
                  </a:lnTo>
                  <a:lnTo>
                    <a:pt x="1" y="86"/>
                  </a:lnTo>
                  <a:lnTo>
                    <a:pt x="9" y="118"/>
                  </a:lnTo>
                  <a:lnTo>
                    <a:pt x="23" y="148"/>
                  </a:lnTo>
                  <a:lnTo>
                    <a:pt x="38" y="176"/>
                  </a:lnTo>
                  <a:lnTo>
                    <a:pt x="56" y="199"/>
                  </a:lnTo>
                  <a:lnTo>
                    <a:pt x="75" y="219"/>
                  </a:lnTo>
                  <a:lnTo>
                    <a:pt x="75" y="219"/>
                  </a:lnTo>
                  <a:lnTo>
                    <a:pt x="75" y="219"/>
                  </a:lnTo>
                  <a:lnTo>
                    <a:pt x="75" y="219"/>
                  </a:lnTo>
                  <a:lnTo>
                    <a:pt x="75" y="219"/>
                  </a:lnTo>
                  <a:lnTo>
                    <a:pt x="75" y="2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59" name="Freeform 267"/>
            <p:cNvSpPr>
              <a:spLocks/>
            </p:cNvSpPr>
            <p:nvPr/>
          </p:nvSpPr>
          <p:spPr bwMode="gray">
            <a:xfrm>
              <a:off x="4309" y="2785"/>
              <a:ext cx="100" cy="39"/>
            </a:xfrm>
            <a:custGeom>
              <a:avLst/>
              <a:gdLst/>
              <a:ahLst/>
              <a:cxnLst>
                <a:cxn ang="0">
                  <a:pos x="200" y="0"/>
                </a:cxn>
                <a:cxn ang="0">
                  <a:pos x="190" y="14"/>
                </a:cxn>
                <a:cxn ang="0">
                  <a:pos x="179" y="26"/>
                </a:cxn>
                <a:cxn ang="0">
                  <a:pos x="167" y="37"/>
                </a:cxn>
                <a:cxn ang="0">
                  <a:pos x="153" y="47"/>
                </a:cxn>
                <a:cxn ang="0">
                  <a:pos x="139" y="54"/>
                </a:cxn>
                <a:cxn ang="0">
                  <a:pos x="124" y="59"/>
                </a:cxn>
                <a:cxn ang="0">
                  <a:pos x="108" y="64"/>
                </a:cxn>
                <a:cxn ang="0">
                  <a:pos x="91" y="64"/>
                </a:cxn>
                <a:cxn ang="0">
                  <a:pos x="79" y="62"/>
                </a:cxn>
                <a:cxn ang="0">
                  <a:pos x="68" y="59"/>
                </a:cxn>
                <a:cxn ang="0">
                  <a:pos x="57" y="54"/>
                </a:cxn>
                <a:cxn ang="0">
                  <a:pos x="47" y="48"/>
                </a:cxn>
                <a:cxn ang="0">
                  <a:pos x="37" y="42"/>
                </a:cxn>
                <a:cxn ang="0">
                  <a:pos x="28" y="35"/>
                </a:cxn>
                <a:cxn ang="0">
                  <a:pos x="18" y="28"/>
                </a:cxn>
                <a:cxn ang="0">
                  <a:pos x="8" y="20"/>
                </a:cxn>
                <a:cxn ang="0">
                  <a:pos x="6" y="20"/>
                </a:cxn>
                <a:cxn ang="0">
                  <a:pos x="1" y="22"/>
                </a:cxn>
                <a:cxn ang="0">
                  <a:pos x="0" y="26"/>
                </a:cxn>
                <a:cxn ang="0">
                  <a:pos x="0" y="31"/>
                </a:cxn>
                <a:cxn ang="0">
                  <a:pos x="22" y="58"/>
                </a:cxn>
                <a:cxn ang="0">
                  <a:pos x="48" y="73"/>
                </a:cxn>
                <a:cxn ang="0">
                  <a:pos x="76" y="79"/>
                </a:cxn>
                <a:cxn ang="0">
                  <a:pos x="105" y="76"/>
                </a:cxn>
                <a:cxn ang="0">
                  <a:pos x="132" y="66"/>
                </a:cxn>
                <a:cxn ang="0">
                  <a:pos x="157" y="50"/>
                </a:cxn>
                <a:cxn ang="0">
                  <a:pos x="181" y="28"/>
                </a:cxn>
                <a:cxn ang="0">
                  <a:pos x="200" y="2"/>
                </a:cxn>
                <a:cxn ang="0">
                  <a:pos x="200" y="0"/>
                </a:cxn>
                <a:cxn ang="0">
                  <a:pos x="200" y="0"/>
                </a:cxn>
                <a:cxn ang="0">
                  <a:pos x="200" y="0"/>
                </a:cxn>
                <a:cxn ang="0">
                  <a:pos x="200" y="0"/>
                </a:cxn>
                <a:cxn ang="0">
                  <a:pos x="200" y="0"/>
                </a:cxn>
              </a:cxnLst>
              <a:rect l="0" t="0" r="r" b="b"/>
              <a:pathLst>
                <a:path w="200" h="79">
                  <a:moveTo>
                    <a:pt x="200" y="0"/>
                  </a:moveTo>
                  <a:lnTo>
                    <a:pt x="190" y="14"/>
                  </a:lnTo>
                  <a:lnTo>
                    <a:pt x="179" y="26"/>
                  </a:lnTo>
                  <a:lnTo>
                    <a:pt x="167" y="37"/>
                  </a:lnTo>
                  <a:lnTo>
                    <a:pt x="153" y="47"/>
                  </a:lnTo>
                  <a:lnTo>
                    <a:pt x="139" y="54"/>
                  </a:lnTo>
                  <a:lnTo>
                    <a:pt x="124" y="59"/>
                  </a:lnTo>
                  <a:lnTo>
                    <a:pt x="108" y="64"/>
                  </a:lnTo>
                  <a:lnTo>
                    <a:pt x="91" y="64"/>
                  </a:lnTo>
                  <a:lnTo>
                    <a:pt x="79" y="62"/>
                  </a:lnTo>
                  <a:lnTo>
                    <a:pt x="68" y="59"/>
                  </a:lnTo>
                  <a:lnTo>
                    <a:pt x="57" y="54"/>
                  </a:lnTo>
                  <a:lnTo>
                    <a:pt x="47" y="48"/>
                  </a:lnTo>
                  <a:lnTo>
                    <a:pt x="37" y="42"/>
                  </a:lnTo>
                  <a:lnTo>
                    <a:pt x="28" y="35"/>
                  </a:lnTo>
                  <a:lnTo>
                    <a:pt x="18" y="28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1" y="22"/>
                  </a:lnTo>
                  <a:lnTo>
                    <a:pt x="0" y="26"/>
                  </a:lnTo>
                  <a:lnTo>
                    <a:pt x="0" y="31"/>
                  </a:lnTo>
                  <a:lnTo>
                    <a:pt x="22" y="58"/>
                  </a:lnTo>
                  <a:lnTo>
                    <a:pt x="48" y="73"/>
                  </a:lnTo>
                  <a:lnTo>
                    <a:pt x="76" y="79"/>
                  </a:lnTo>
                  <a:lnTo>
                    <a:pt x="105" y="76"/>
                  </a:lnTo>
                  <a:lnTo>
                    <a:pt x="132" y="66"/>
                  </a:lnTo>
                  <a:lnTo>
                    <a:pt x="157" y="50"/>
                  </a:lnTo>
                  <a:lnTo>
                    <a:pt x="181" y="28"/>
                  </a:lnTo>
                  <a:lnTo>
                    <a:pt x="200" y="2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0" name="Freeform 268"/>
            <p:cNvSpPr>
              <a:spLocks/>
            </p:cNvSpPr>
            <p:nvPr/>
          </p:nvSpPr>
          <p:spPr bwMode="gray">
            <a:xfrm>
              <a:off x="4270" y="2822"/>
              <a:ext cx="121" cy="44"/>
            </a:xfrm>
            <a:custGeom>
              <a:avLst/>
              <a:gdLst/>
              <a:ahLst/>
              <a:cxnLst>
                <a:cxn ang="0">
                  <a:pos x="241" y="47"/>
                </a:cxn>
                <a:cxn ang="0">
                  <a:pos x="226" y="57"/>
                </a:cxn>
                <a:cxn ang="0">
                  <a:pos x="211" y="64"/>
                </a:cxn>
                <a:cxn ang="0">
                  <a:pos x="194" y="71"/>
                </a:cxn>
                <a:cxn ang="0">
                  <a:pos x="178" y="75"/>
                </a:cxn>
                <a:cxn ang="0">
                  <a:pos x="160" y="77"/>
                </a:cxn>
                <a:cxn ang="0">
                  <a:pos x="143" y="80"/>
                </a:cxn>
                <a:cxn ang="0">
                  <a:pos x="127" y="79"/>
                </a:cxn>
                <a:cxn ang="0">
                  <a:pos x="110" y="77"/>
                </a:cxn>
                <a:cxn ang="0">
                  <a:pos x="94" y="73"/>
                </a:cxn>
                <a:cxn ang="0">
                  <a:pos x="78" y="69"/>
                </a:cxn>
                <a:cxn ang="0">
                  <a:pos x="63" y="62"/>
                </a:cxn>
                <a:cxn ang="0">
                  <a:pos x="50" y="53"/>
                </a:cxn>
                <a:cxn ang="0">
                  <a:pos x="36" y="43"/>
                </a:cxn>
                <a:cxn ang="0">
                  <a:pos x="25" y="31"/>
                </a:cxn>
                <a:cxn ang="0">
                  <a:pos x="14" y="17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8" y="24"/>
                </a:cxn>
                <a:cxn ang="0">
                  <a:pos x="18" y="39"/>
                </a:cxn>
                <a:cxn ang="0">
                  <a:pos x="29" y="53"/>
                </a:cxn>
                <a:cxn ang="0">
                  <a:pos x="41" y="64"/>
                </a:cxn>
                <a:cxn ang="0">
                  <a:pos x="56" y="73"/>
                </a:cxn>
                <a:cxn ang="0">
                  <a:pos x="72" y="80"/>
                </a:cxn>
                <a:cxn ang="0">
                  <a:pos x="88" y="86"/>
                </a:cxn>
                <a:cxn ang="0">
                  <a:pos x="105" y="88"/>
                </a:cxn>
                <a:cxn ang="0">
                  <a:pos x="123" y="88"/>
                </a:cxn>
                <a:cxn ang="0">
                  <a:pos x="141" y="88"/>
                </a:cxn>
                <a:cxn ang="0">
                  <a:pos x="158" y="86"/>
                </a:cxn>
                <a:cxn ang="0">
                  <a:pos x="176" y="82"/>
                </a:cxn>
                <a:cxn ang="0">
                  <a:pos x="193" y="75"/>
                </a:cxn>
                <a:cxn ang="0">
                  <a:pos x="209" y="68"/>
                </a:cxn>
                <a:cxn ang="0">
                  <a:pos x="226" y="58"/>
                </a:cxn>
                <a:cxn ang="0">
                  <a:pos x="241" y="49"/>
                </a:cxn>
                <a:cxn ang="0">
                  <a:pos x="243" y="49"/>
                </a:cxn>
                <a:cxn ang="0">
                  <a:pos x="243" y="47"/>
                </a:cxn>
                <a:cxn ang="0">
                  <a:pos x="243" y="47"/>
                </a:cxn>
                <a:cxn ang="0">
                  <a:pos x="241" y="47"/>
                </a:cxn>
                <a:cxn ang="0">
                  <a:pos x="241" y="47"/>
                </a:cxn>
              </a:cxnLst>
              <a:rect l="0" t="0" r="r" b="b"/>
              <a:pathLst>
                <a:path w="243" h="88">
                  <a:moveTo>
                    <a:pt x="241" y="47"/>
                  </a:moveTo>
                  <a:lnTo>
                    <a:pt x="226" y="57"/>
                  </a:lnTo>
                  <a:lnTo>
                    <a:pt x="211" y="64"/>
                  </a:lnTo>
                  <a:lnTo>
                    <a:pt x="194" y="71"/>
                  </a:lnTo>
                  <a:lnTo>
                    <a:pt x="178" y="75"/>
                  </a:lnTo>
                  <a:lnTo>
                    <a:pt x="160" y="77"/>
                  </a:lnTo>
                  <a:lnTo>
                    <a:pt x="143" y="80"/>
                  </a:lnTo>
                  <a:lnTo>
                    <a:pt x="127" y="79"/>
                  </a:lnTo>
                  <a:lnTo>
                    <a:pt x="110" y="77"/>
                  </a:lnTo>
                  <a:lnTo>
                    <a:pt x="94" y="73"/>
                  </a:lnTo>
                  <a:lnTo>
                    <a:pt x="78" y="69"/>
                  </a:lnTo>
                  <a:lnTo>
                    <a:pt x="63" y="62"/>
                  </a:lnTo>
                  <a:lnTo>
                    <a:pt x="50" y="53"/>
                  </a:lnTo>
                  <a:lnTo>
                    <a:pt x="36" y="43"/>
                  </a:lnTo>
                  <a:lnTo>
                    <a:pt x="25" y="31"/>
                  </a:lnTo>
                  <a:lnTo>
                    <a:pt x="14" y="17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8" y="24"/>
                  </a:lnTo>
                  <a:lnTo>
                    <a:pt x="18" y="39"/>
                  </a:lnTo>
                  <a:lnTo>
                    <a:pt x="29" y="53"/>
                  </a:lnTo>
                  <a:lnTo>
                    <a:pt x="41" y="64"/>
                  </a:lnTo>
                  <a:lnTo>
                    <a:pt x="56" y="73"/>
                  </a:lnTo>
                  <a:lnTo>
                    <a:pt x="72" y="80"/>
                  </a:lnTo>
                  <a:lnTo>
                    <a:pt x="88" y="86"/>
                  </a:lnTo>
                  <a:lnTo>
                    <a:pt x="105" y="88"/>
                  </a:lnTo>
                  <a:lnTo>
                    <a:pt x="123" y="88"/>
                  </a:lnTo>
                  <a:lnTo>
                    <a:pt x="141" y="88"/>
                  </a:lnTo>
                  <a:lnTo>
                    <a:pt x="158" y="86"/>
                  </a:lnTo>
                  <a:lnTo>
                    <a:pt x="176" y="82"/>
                  </a:lnTo>
                  <a:lnTo>
                    <a:pt x="193" y="75"/>
                  </a:lnTo>
                  <a:lnTo>
                    <a:pt x="209" y="68"/>
                  </a:lnTo>
                  <a:lnTo>
                    <a:pt x="226" y="58"/>
                  </a:lnTo>
                  <a:lnTo>
                    <a:pt x="241" y="49"/>
                  </a:lnTo>
                  <a:lnTo>
                    <a:pt x="243" y="49"/>
                  </a:lnTo>
                  <a:lnTo>
                    <a:pt x="243" y="47"/>
                  </a:lnTo>
                  <a:lnTo>
                    <a:pt x="243" y="47"/>
                  </a:lnTo>
                  <a:lnTo>
                    <a:pt x="241" y="47"/>
                  </a:lnTo>
                  <a:lnTo>
                    <a:pt x="241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1" name="Freeform 269"/>
            <p:cNvSpPr>
              <a:spLocks/>
            </p:cNvSpPr>
            <p:nvPr/>
          </p:nvSpPr>
          <p:spPr bwMode="gray">
            <a:xfrm>
              <a:off x="4242" y="2836"/>
              <a:ext cx="134" cy="58"/>
            </a:xfrm>
            <a:custGeom>
              <a:avLst/>
              <a:gdLst/>
              <a:ahLst/>
              <a:cxnLst>
                <a:cxn ang="0">
                  <a:pos x="269" y="94"/>
                </a:cxn>
                <a:cxn ang="0">
                  <a:pos x="250" y="101"/>
                </a:cxn>
                <a:cxn ang="0">
                  <a:pos x="231" y="105"/>
                </a:cxn>
                <a:cxn ang="0">
                  <a:pos x="213" y="108"/>
                </a:cxn>
                <a:cxn ang="0">
                  <a:pos x="193" y="108"/>
                </a:cxn>
                <a:cxn ang="0">
                  <a:pos x="174" y="108"/>
                </a:cxn>
                <a:cxn ang="0">
                  <a:pos x="156" y="105"/>
                </a:cxn>
                <a:cxn ang="0">
                  <a:pos x="138" y="101"/>
                </a:cxn>
                <a:cxn ang="0">
                  <a:pos x="120" y="95"/>
                </a:cxn>
                <a:cxn ang="0">
                  <a:pos x="104" y="88"/>
                </a:cxn>
                <a:cxn ang="0">
                  <a:pos x="87" y="80"/>
                </a:cxn>
                <a:cxn ang="0">
                  <a:pos x="72" y="70"/>
                </a:cxn>
                <a:cxn ang="0">
                  <a:pos x="57" y="58"/>
                </a:cxn>
                <a:cxn ang="0">
                  <a:pos x="43" y="46"/>
                </a:cxn>
                <a:cxn ang="0">
                  <a:pos x="29" y="32"/>
                </a:cxn>
                <a:cxn ang="0">
                  <a:pos x="18" y="18"/>
                </a:cxn>
                <a:cxn ang="0">
                  <a:pos x="7" y="2"/>
                </a:cxn>
                <a:cxn ang="0">
                  <a:pos x="6" y="0"/>
                </a:cxn>
                <a:cxn ang="0">
                  <a:pos x="3" y="2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9" y="25"/>
                </a:cxn>
                <a:cxn ang="0">
                  <a:pos x="18" y="42"/>
                </a:cxn>
                <a:cxn ang="0">
                  <a:pos x="31" y="58"/>
                </a:cxn>
                <a:cxn ang="0">
                  <a:pos x="43" y="70"/>
                </a:cxn>
                <a:cxn ang="0">
                  <a:pos x="57" y="83"/>
                </a:cxn>
                <a:cxn ang="0">
                  <a:pos x="72" y="93"/>
                </a:cxn>
                <a:cxn ang="0">
                  <a:pos x="90" y="101"/>
                </a:cxn>
                <a:cxn ang="0">
                  <a:pos x="111" y="108"/>
                </a:cxn>
                <a:cxn ang="0">
                  <a:pos x="130" y="112"/>
                </a:cxn>
                <a:cxn ang="0">
                  <a:pos x="151" y="115"/>
                </a:cxn>
                <a:cxn ang="0">
                  <a:pos x="170" y="116"/>
                </a:cxn>
                <a:cxn ang="0">
                  <a:pos x="191" y="115"/>
                </a:cxn>
                <a:cxn ang="0">
                  <a:pos x="211" y="112"/>
                </a:cxn>
                <a:cxn ang="0">
                  <a:pos x="231" y="108"/>
                </a:cxn>
                <a:cxn ang="0">
                  <a:pos x="251" y="102"/>
                </a:cxn>
                <a:cxn ang="0">
                  <a:pos x="269" y="94"/>
                </a:cxn>
                <a:cxn ang="0">
                  <a:pos x="269" y="94"/>
                </a:cxn>
                <a:cxn ang="0">
                  <a:pos x="269" y="94"/>
                </a:cxn>
                <a:cxn ang="0">
                  <a:pos x="269" y="94"/>
                </a:cxn>
                <a:cxn ang="0">
                  <a:pos x="269" y="94"/>
                </a:cxn>
                <a:cxn ang="0">
                  <a:pos x="269" y="94"/>
                </a:cxn>
              </a:cxnLst>
              <a:rect l="0" t="0" r="r" b="b"/>
              <a:pathLst>
                <a:path w="269" h="116">
                  <a:moveTo>
                    <a:pt x="269" y="94"/>
                  </a:moveTo>
                  <a:lnTo>
                    <a:pt x="250" y="101"/>
                  </a:lnTo>
                  <a:lnTo>
                    <a:pt x="231" y="105"/>
                  </a:lnTo>
                  <a:lnTo>
                    <a:pt x="213" y="108"/>
                  </a:lnTo>
                  <a:lnTo>
                    <a:pt x="193" y="108"/>
                  </a:lnTo>
                  <a:lnTo>
                    <a:pt x="174" y="108"/>
                  </a:lnTo>
                  <a:lnTo>
                    <a:pt x="156" y="105"/>
                  </a:lnTo>
                  <a:lnTo>
                    <a:pt x="138" y="101"/>
                  </a:lnTo>
                  <a:lnTo>
                    <a:pt x="120" y="95"/>
                  </a:lnTo>
                  <a:lnTo>
                    <a:pt x="104" y="88"/>
                  </a:lnTo>
                  <a:lnTo>
                    <a:pt x="87" y="80"/>
                  </a:lnTo>
                  <a:lnTo>
                    <a:pt x="72" y="70"/>
                  </a:lnTo>
                  <a:lnTo>
                    <a:pt x="57" y="58"/>
                  </a:lnTo>
                  <a:lnTo>
                    <a:pt x="43" y="46"/>
                  </a:lnTo>
                  <a:lnTo>
                    <a:pt x="29" y="32"/>
                  </a:lnTo>
                  <a:lnTo>
                    <a:pt x="18" y="18"/>
                  </a:lnTo>
                  <a:lnTo>
                    <a:pt x="7" y="2"/>
                  </a:lnTo>
                  <a:lnTo>
                    <a:pt x="6" y="0"/>
                  </a:lnTo>
                  <a:lnTo>
                    <a:pt x="3" y="2"/>
                  </a:lnTo>
                  <a:lnTo>
                    <a:pt x="0" y="3"/>
                  </a:lnTo>
                  <a:lnTo>
                    <a:pt x="0" y="6"/>
                  </a:lnTo>
                  <a:lnTo>
                    <a:pt x="9" y="25"/>
                  </a:lnTo>
                  <a:lnTo>
                    <a:pt x="18" y="42"/>
                  </a:lnTo>
                  <a:lnTo>
                    <a:pt x="31" y="58"/>
                  </a:lnTo>
                  <a:lnTo>
                    <a:pt x="43" y="70"/>
                  </a:lnTo>
                  <a:lnTo>
                    <a:pt x="57" y="83"/>
                  </a:lnTo>
                  <a:lnTo>
                    <a:pt x="72" y="93"/>
                  </a:lnTo>
                  <a:lnTo>
                    <a:pt x="90" y="101"/>
                  </a:lnTo>
                  <a:lnTo>
                    <a:pt x="111" y="108"/>
                  </a:lnTo>
                  <a:lnTo>
                    <a:pt x="130" y="112"/>
                  </a:lnTo>
                  <a:lnTo>
                    <a:pt x="151" y="115"/>
                  </a:lnTo>
                  <a:lnTo>
                    <a:pt x="170" y="116"/>
                  </a:lnTo>
                  <a:lnTo>
                    <a:pt x="191" y="115"/>
                  </a:lnTo>
                  <a:lnTo>
                    <a:pt x="211" y="112"/>
                  </a:lnTo>
                  <a:lnTo>
                    <a:pt x="231" y="108"/>
                  </a:lnTo>
                  <a:lnTo>
                    <a:pt x="251" y="102"/>
                  </a:lnTo>
                  <a:lnTo>
                    <a:pt x="269" y="94"/>
                  </a:lnTo>
                  <a:lnTo>
                    <a:pt x="269" y="94"/>
                  </a:lnTo>
                  <a:lnTo>
                    <a:pt x="269" y="94"/>
                  </a:lnTo>
                  <a:lnTo>
                    <a:pt x="269" y="94"/>
                  </a:lnTo>
                  <a:lnTo>
                    <a:pt x="269" y="94"/>
                  </a:lnTo>
                  <a:lnTo>
                    <a:pt x="269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2" name="Freeform 270"/>
            <p:cNvSpPr>
              <a:spLocks/>
            </p:cNvSpPr>
            <p:nvPr/>
          </p:nvSpPr>
          <p:spPr bwMode="gray">
            <a:xfrm>
              <a:off x="4180" y="2844"/>
              <a:ext cx="164" cy="98"/>
            </a:xfrm>
            <a:custGeom>
              <a:avLst/>
              <a:gdLst/>
              <a:ahLst/>
              <a:cxnLst>
                <a:cxn ang="0">
                  <a:pos x="328" y="184"/>
                </a:cxn>
                <a:cxn ang="0">
                  <a:pos x="302" y="189"/>
                </a:cxn>
                <a:cxn ang="0">
                  <a:pos x="276" y="192"/>
                </a:cxn>
                <a:cxn ang="0">
                  <a:pos x="250" y="192"/>
                </a:cxn>
                <a:cxn ang="0">
                  <a:pos x="224" y="191"/>
                </a:cxn>
                <a:cxn ang="0">
                  <a:pos x="199" y="186"/>
                </a:cxn>
                <a:cxn ang="0">
                  <a:pos x="174" y="179"/>
                </a:cxn>
                <a:cxn ang="0">
                  <a:pos x="149" y="171"/>
                </a:cxn>
                <a:cxn ang="0">
                  <a:pos x="127" y="160"/>
                </a:cxn>
                <a:cxn ang="0">
                  <a:pos x="105" y="148"/>
                </a:cxn>
                <a:cxn ang="0">
                  <a:pos x="86" y="133"/>
                </a:cxn>
                <a:cxn ang="0">
                  <a:pos x="66" y="116"/>
                </a:cxn>
                <a:cxn ang="0">
                  <a:pos x="50" y="97"/>
                </a:cxn>
                <a:cxn ang="0">
                  <a:pos x="35" y="76"/>
                </a:cxn>
                <a:cxn ang="0">
                  <a:pos x="24" y="53"/>
                </a:cxn>
                <a:cxn ang="0">
                  <a:pos x="13" y="28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35"/>
                </a:cxn>
                <a:cxn ang="0">
                  <a:pos x="14" y="61"/>
                </a:cxn>
                <a:cxn ang="0">
                  <a:pos x="25" y="86"/>
                </a:cxn>
                <a:cxn ang="0">
                  <a:pos x="39" y="108"/>
                </a:cxn>
                <a:cxn ang="0">
                  <a:pos x="55" y="127"/>
                </a:cxn>
                <a:cxn ang="0">
                  <a:pos x="75" y="145"/>
                </a:cxn>
                <a:cxn ang="0">
                  <a:pos x="95" y="160"/>
                </a:cxn>
                <a:cxn ang="0">
                  <a:pos x="117" y="173"/>
                </a:cxn>
                <a:cxn ang="0">
                  <a:pos x="142" y="182"/>
                </a:cxn>
                <a:cxn ang="0">
                  <a:pos x="167" y="191"/>
                </a:cxn>
                <a:cxn ang="0">
                  <a:pos x="193" y="195"/>
                </a:cxn>
                <a:cxn ang="0">
                  <a:pos x="219" y="197"/>
                </a:cxn>
                <a:cxn ang="0">
                  <a:pos x="247" y="197"/>
                </a:cxn>
                <a:cxn ang="0">
                  <a:pos x="273" y="196"/>
                </a:cxn>
                <a:cxn ang="0">
                  <a:pos x="301" y="191"/>
                </a:cxn>
                <a:cxn ang="0">
                  <a:pos x="328" y="184"/>
                </a:cxn>
                <a:cxn ang="0">
                  <a:pos x="328" y="184"/>
                </a:cxn>
                <a:cxn ang="0">
                  <a:pos x="328" y="184"/>
                </a:cxn>
                <a:cxn ang="0">
                  <a:pos x="328" y="184"/>
                </a:cxn>
                <a:cxn ang="0">
                  <a:pos x="328" y="184"/>
                </a:cxn>
                <a:cxn ang="0">
                  <a:pos x="328" y="184"/>
                </a:cxn>
              </a:cxnLst>
              <a:rect l="0" t="0" r="r" b="b"/>
              <a:pathLst>
                <a:path w="328" h="197">
                  <a:moveTo>
                    <a:pt x="328" y="184"/>
                  </a:moveTo>
                  <a:lnTo>
                    <a:pt x="302" y="189"/>
                  </a:lnTo>
                  <a:lnTo>
                    <a:pt x="276" y="192"/>
                  </a:lnTo>
                  <a:lnTo>
                    <a:pt x="250" y="192"/>
                  </a:lnTo>
                  <a:lnTo>
                    <a:pt x="224" y="191"/>
                  </a:lnTo>
                  <a:lnTo>
                    <a:pt x="199" y="186"/>
                  </a:lnTo>
                  <a:lnTo>
                    <a:pt x="174" y="179"/>
                  </a:lnTo>
                  <a:lnTo>
                    <a:pt x="149" y="171"/>
                  </a:lnTo>
                  <a:lnTo>
                    <a:pt x="127" y="160"/>
                  </a:lnTo>
                  <a:lnTo>
                    <a:pt x="105" y="148"/>
                  </a:lnTo>
                  <a:lnTo>
                    <a:pt x="86" y="133"/>
                  </a:lnTo>
                  <a:lnTo>
                    <a:pt x="66" y="116"/>
                  </a:lnTo>
                  <a:lnTo>
                    <a:pt x="50" y="97"/>
                  </a:lnTo>
                  <a:lnTo>
                    <a:pt x="35" y="76"/>
                  </a:lnTo>
                  <a:lnTo>
                    <a:pt x="24" y="53"/>
                  </a:lnTo>
                  <a:lnTo>
                    <a:pt x="13" y="28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35"/>
                  </a:lnTo>
                  <a:lnTo>
                    <a:pt x="14" y="61"/>
                  </a:lnTo>
                  <a:lnTo>
                    <a:pt x="25" y="86"/>
                  </a:lnTo>
                  <a:lnTo>
                    <a:pt x="39" y="108"/>
                  </a:lnTo>
                  <a:lnTo>
                    <a:pt x="55" y="127"/>
                  </a:lnTo>
                  <a:lnTo>
                    <a:pt x="75" y="145"/>
                  </a:lnTo>
                  <a:lnTo>
                    <a:pt x="95" y="160"/>
                  </a:lnTo>
                  <a:lnTo>
                    <a:pt x="117" y="173"/>
                  </a:lnTo>
                  <a:lnTo>
                    <a:pt x="142" y="182"/>
                  </a:lnTo>
                  <a:lnTo>
                    <a:pt x="167" y="191"/>
                  </a:lnTo>
                  <a:lnTo>
                    <a:pt x="193" y="195"/>
                  </a:lnTo>
                  <a:lnTo>
                    <a:pt x="219" y="197"/>
                  </a:lnTo>
                  <a:lnTo>
                    <a:pt x="247" y="197"/>
                  </a:lnTo>
                  <a:lnTo>
                    <a:pt x="273" y="196"/>
                  </a:lnTo>
                  <a:lnTo>
                    <a:pt x="301" y="191"/>
                  </a:lnTo>
                  <a:lnTo>
                    <a:pt x="328" y="184"/>
                  </a:lnTo>
                  <a:lnTo>
                    <a:pt x="328" y="184"/>
                  </a:lnTo>
                  <a:lnTo>
                    <a:pt x="328" y="184"/>
                  </a:lnTo>
                  <a:lnTo>
                    <a:pt x="328" y="184"/>
                  </a:lnTo>
                  <a:lnTo>
                    <a:pt x="328" y="184"/>
                  </a:lnTo>
                  <a:lnTo>
                    <a:pt x="328" y="1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3" name="Freeform 271"/>
            <p:cNvSpPr>
              <a:spLocks/>
            </p:cNvSpPr>
            <p:nvPr/>
          </p:nvSpPr>
          <p:spPr bwMode="gray">
            <a:xfrm>
              <a:off x="4286" y="2731"/>
              <a:ext cx="69" cy="76"/>
            </a:xfrm>
            <a:custGeom>
              <a:avLst/>
              <a:gdLst/>
              <a:ahLst/>
              <a:cxnLst>
                <a:cxn ang="0">
                  <a:pos x="137" y="18"/>
                </a:cxn>
                <a:cxn ang="0">
                  <a:pos x="131" y="7"/>
                </a:cxn>
                <a:cxn ang="0">
                  <a:pos x="122" y="2"/>
                </a:cxn>
                <a:cxn ang="0">
                  <a:pos x="114" y="0"/>
                </a:cxn>
                <a:cxn ang="0">
                  <a:pos x="104" y="3"/>
                </a:cxn>
                <a:cxn ang="0">
                  <a:pos x="93" y="7"/>
                </a:cxn>
                <a:cxn ang="0">
                  <a:pos x="84" y="14"/>
                </a:cxn>
                <a:cxn ang="0">
                  <a:pos x="75" y="21"/>
                </a:cxn>
                <a:cxn ang="0">
                  <a:pos x="67" y="28"/>
                </a:cxn>
                <a:cxn ang="0">
                  <a:pos x="56" y="40"/>
                </a:cxn>
                <a:cxn ang="0">
                  <a:pos x="44" y="54"/>
                </a:cxn>
                <a:cxn ang="0">
                  <a:pos x="33" y="68"/>
                </a:cxn>
                <a:cxn ang="0">
                  <a:pos x="22" y="84"/>
                </a:cxn>
                <a:cxn ang="0">
                  <a:pos x="13" y="101"/>
                </a:cxn>
                <a:cxn ang="0">
                  <a:pos x="6" y="118"/>
                </a:cxn>
                <a:cxn ang="0">
                  <a:pos x="1" y="134"/>
                </a:cxn>
                <a:cxn ang="0">
                  <a:pos x="0" y="151"/>
                </a:cxn>
                <a:cxn ang="0">
                  <a:pos x="1" y="153"/>
                </a:cxn>
                <a:cxn ang="0">
                  <a:pos x="5" y="153"/>
                </a:cxn>
                <a:cxn ang="0">
                  <a:pos x="9" y="151"/>
                </a:cxn>
                <a:cxn ang="0">
                  <a:pos x="12" y="148"/>
                </a:cxn>
                <a:cxn ang="0">
                  <a:pos x="19" y="131"/>
                </a:cxn>
                <a:cxn ang="0">
                  <a:pos x="31" y="106"/>
                </a:cxn>
                <a:cxn ang="0">
                  <a:pos x="46" y="78"/>
                </a:cxn>
                <a:cxn ang="0">
                  <a:pos x="64" y="49"/>
                </a:cxn>
                <a:cxn ang="0">
                  <a:pos x="84" y="24"/>
                </a:cxn>
                <a:cxn ang="0">
                  <a:pos x="103" y="7"/>
                </a:cxn>
                <a:cxn ang="0">
                  <a:pos x="121" y="5"/>
                </a:cxn>
                <a:cxn ang="0">
                  <a:pos x="137" y="18"/>
                </a:cxn>
                <a:cxn ang="0">
                  <a:pos x="137" y="18"/>
                </a:cxn>
                <a:cxn ang="0">
                  <a:pos x="137" y="18"/>
                </a:cxn>
                <a:cxn ang="0">
                  <a:pos x="137" y="18"/>
                </a:cxn>
                <a:cxn ang="0">
                  <a:pos x="137" y="18"/>
                </a:cxn>
                <a:cxn ang="0">
                  <a:pos x="137" y="18"/>
                </a:cxn>
              </a:cxnLst>
              <a:rect l="0" t="0" r="r" b="b"/>
              <a:pathLst>
                <a:path w="137" h="153">
                  <a:moveTo>
                    <a:pt x="137" y="18"/>
                  </a:moveTo>
                  <a:lnTo>
                    <a:pt x="131" y="7"/>
                  </a:lnTo>
                  <a:lnTo>
                    <a:pt x="122" y="2"/>
                  </a:lnTo>
                  <a:lnTo>
                    <a:pt x="114" y="0"/>
                  </a:lnTo>
                  <a:lnTo>
                    <a:pt x="104" y="3"/>
                  </a:lnTo>
                  <a:lnTo>
                    <a:pt x="93" y="7"/>
                  </a:lnTo>
                  <a:lnTo>
                    <a:pt x="84" y="14"/>
                  </a:lnTo>
                  <a:lnTo>
                    <a:pt x="75" y="21"/>
                  </a:lnTo>
                  <a:lnTo>
                    <a:pt x="67" y="28"/>
                  </a:lnTo>
                  <a:lnTo>
                    <a:pt x="56" y="40"/>
                  </a:lnTo>
                  <a:lnTo>
                    <a:pt x="44" y="54"/>
                  </a:lnTo>
                  <a:lnTo>
                    <a:pt x="33" y="68"/>
                  </a:lnTo>
                  <a:lnTo>
                    <a:pt x="22" y="84"/>
                  </a:lnTo>
                  <a:lnTo>
                    <a:pt x="13" y="101"/>
                  </a:lnTo>
                  <a:lnTo>
                    <a:pt x="6" y="118"/>
                  </a:lnTo>
                  <a:lnTo>
                    <a:pt x="1" y="134"/>
                  </a:lnTo>
                  <a:lnTo>
                    <a:pt x="0" y="151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9" y="151"/>
                  </a:lnTo>
                  <a:lnTo>
                    <a:pt x="12" y="148"/>
                  </a:lnTo>
                  <a:lnTo>
                    <a:pt x="19" y="131"/>
                  </a:lnTo>
                  <a:lnTo>
                    <a:pt x="31" y="106"/>
                  </a:lnTo>
                  <a:lnTo>
                    <a:pt x="46" y="78"/>
                  </a:lnTo>
                  <a:lnTo>
                    <a:pt x="64" y="49"/>
                  </a:lnTo>
                  <a:lnTo>
                    <a:pt x="84" y="24"/>
                  </a:lnTo>
                  <a:lnTo>
                    <a:pt x="103" y="7"/>
                  </a:lnTo>
                  <a:lnTo>
                    <a:pt x="121" y="5"/>
                  </a:lnTo>
                  <a:lnTo>
                    <a:pt x="137" y="18"/>
                  </a:lnTo>
                  <a:lnTo>
                    <a:pt x="137" y="18"/>
                  </a:lnTo>
                  <a:lnTo>
                    <a:pt x="137" y="18"/>
                  </a:lnTo>
                  <a:lnTo>
                    <a:pt x="137" y="18"/>
                  </a:lnTo>
                  <a:lnTo>
                    <a:pt x="137" y="18"/>
                  </a:lnTo>
                  <a:lnTo>
                    <a:pt x="137" y="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4" name="Freeform 272"/>
            <p:cNvSpPr>
              <a:spLocks/>
            </p:cNvSpPr>
            <p:nvPr/>
          </p:nvSpPr>
          <p:spPr bwMode="gray">
            <a:xfrm>
              <a:off x="4279" y="2740"/>
              <a:ext cx="76" cy="92"/>
            </a:xfrm>
            <a:custGeom>
              <a:avLst/>
              <a:gdLst/>
              <a:ahLst/>
              <a:cxnLst>
                <a:cxn ang="0">
                  <a:pos x="151" y="0"/>
                </a:cxn>
                <a:cxn ang="0">
                  <a:pos x="142" y="7"/>
                </a:cxn>
                <a:cxn ang="0">
                  <a:pos x="134" y="15"/>
                </a:cxn>
                <a:cxn ang="0">
                  <a:pos x="127" y="25"/>
                </a:cxn>
                <a:cxn ang="0">
                  <a:pos x="121" y="35"/>
                </a:cxn>
                <a:cxn ang="0">
                  <a:pos x="116" y="46"/>
                </a:cxn>
                <a:cxn ang="0">
                  <a:pos x="111" y="58"/>
                </a:cxn>
                <a:cxn ang="0">
                  <a:pos x="109" y="69"/>
                </a:cxn>
                <a:cxn ang="0">
                  <a:pos x="106" y="80"/>
                </a:cxn>
                <a:cxn ang="0">
                  <a:pos x="100" y="102"/>
                </a:cxn>
                <a:cxn ang="0">
                  <a:pos x="94" y="128"/>
                </a:cxn>
                <a:cxn ang="0">
                  <a:pos x="83" y="153"/>
                </a:cxn>
                <a:cxn ang="0">
                  <a:pos x="67" y="168"/>
                </a:cxn>
                <a:cxn ang="0">
                  <a:pos x="59" y="171"/>
                </a:cxn>
                <a:cxn ang="0">
                  <a:pos x="49" y="171"/>
                </a:cxn>
                <a:cxn ang="0">
                  <a:pos x="41" y="168"/>
                </a:cxn>
                <a:cxn ang="0">
                  <a:pos x="32" y="166"/>
                </a:cxn>
                <a:cxn ang="0">
                  <a:pos x="23" y="160"/>
                </a:cxn>
                <a:cxn ang="0">
                  <a:pos x="15" y="155"/>
                </a:cxn>
                <a:cxn ang="0">
                  <a:pos x="8" y="149"/>
                </a:cxn>
                <a:cxn ang="0">
                  <a:pos x="3" y="142"/>
                </a:cxn>
                <a:cxn ang="0">
                  <a:pos x="1" y="142"/>
                </a:cxn>
                <a:cxn ang="0">
                  <a:pos x="0" y="144"/>
                </a:cxn>
                <a:cxn ang="0">
                  <a:pos x="0" y="146"/>
                </a:cxn>
                <a:cxn ang="0">
                  <a:pos x="0" y="148"/>
                </a:cxn>
                <a:cxn ang="0">
                  <a:pos x="7" y="156"/>
                </a:cxn>
                <a:cxn ang="0">
                  <a:pos x="15" y="166"/>
                </a:cxn>
                <a:cxn ang="0">
                  <a:pos x="26" y="174"/>
                </a:cxn>
                <a:cxn ang="0">
                  <a:pos x="37" y="179"/>
                </a:cxn>
                <a:cxn ang="0">
                  <a:pos x="49" y="184"/>
                </a:cxn>
                <a:cxn ang="0">
                  <a:pos x="62" y="185"/>
                </a:cxn>
                <a:cxn ang="0">
                  <a:pos x="73" y="182"/>
                </a:cxn>
                <a:cxn ang="0">
                  <a:pos x="83" y="174"/>
                </a:cxn>
                <a:cxn ang="0">
                  <a:pos x="95" y="155"/>
                </a:cxn>
                <a:cxn ang="0">
                  <a:pos x="103" y="133"/>
                </a:cxn>
                <a:cxn ang="0">
                  <a:pos x="110" y="109"/>
                </a:cxn>
                <a:cxn ang="0">
                  <a:pos x="114" y="84"/>
                </a:cxn>
                <a:cxn ang="0">
                  <a:pos x="118" y="61"/>
                </a:cxn>
                <a:cxn ang="0">
                  <a:pos x="125" y="39"/>
                </a:cxn>
                <a:cxn ang="0">
                  <a:pos x="136" y="18"/>
                </a:cxn>
                <a:cxn ang="0">
                  <a:pos x="151" y="0"/>
                </a:cxn>
                <a:cxn ang="0">
                  <a:pos x="151" y="0"/>
                </a:cxn>
                <a:cxn ang="0">
                  <a:pos x="151" y="0"/>
                </a:cxn>
                <a:cxn ang="0">
                  <a:pos x="151" y="0"/>
                </a:cxn>
                <a:cxn ang="0">
                  <a:pos x="151" y="0"/>
                </a:cxn>
                <a:cxn ang="0">
                  <a:pos x="151" y="0"/>
                </a:cxn>
              </a:cxnLst>
              <a:rect l="0" t="0" r="r" b="b"/>
              <a:pathLst>
                <a:path w="151" h="185">
                  <a:moveTo>
                    <a:pt x="151" y="0"/>
                  </a:moveTo>
                  <a:lnTo>
                    <a:pt x="142" y="7"/>
                  </a:lnTo>
                  <a:lnTo>
                    <a:pt x="134" y="15"/>
                  </a:lnTo>
                  <a:lnTo>
                    <a:pt x="127" y="25"/>
                  </a:lnTo>
                  <a:lnTo>
                    <a:pt x="121" y="35"/>
                  </a:lnTo>
                  <a:lnTo>
                    <a:pt x="116" y="46"/>
                  </a:lnTo>
                  <a:lnTo>
                    <a:pt x="111" y="58"/>
                  </a:lnTo>
                  <a:lnTo>
                    <a:pt x="109" y="69"/>
                  </a:lnTo>
                  <a:lnTo>
                    <a:pt x="106" y="80"/>
                  </a:lnTo>
                  <a:lnTo>
                    <a:pt x="100" y="102"/>
                  </a:lnTo>
                  <a:lnTo>
                    <a:pt x="94" y="128"/>
                  </a:lnTo>
                  <a:lnTo>
                    <a:pt x="83" y="153"/>
                  </a:lnTo>
                  <a:lnTo>
                    <a:pt x="67" y="168"/>
                  </a:lnTo>
                  <a:lnTo>
                    <a:pt x="59" y="171"/>
                  </a:lnTo>
                  <a:lnTo>
                    <a:pt x="49" y="171"/>
                  </a:lnTo>
                  <a:lnTo>
                    <a:pt x="41" y="168"/>
                  </a:lnTo>
                  <a:lnTo>
                    <a:pt x="32" y="166"/>
                  </a:lnTo>
                  <a:lnTo>
                    <a:pt x="23" y="160"/>
                  </a:lnTo>
                  <a:lnTo>
                    <a:pt x="15" y="155"/>
                  </a:lnTo>
                  <a:lnTo>
                    <a:pt x="8" y="149"/>
                  </a:lnTo>
                  <a:lnTo>
                    <a:pt x="3" y="142"/>
                  </a:lnTo>
                  <a:lnTo>
                    <a:pt x="1" y="142"/>
                  </a:lnTo>
                  <a:lnTo>
                    <a:pt x="0" y="144"/>
                  </a:lnTo>
                  <a:lnTo>
                    <a:pt x="0" y="146"/>
                  </a:lnTo>
                  <a:lnTo>
                    <a:pt x="0" y="148"/>
                  </a:lnTo>
                  <a:lnTo>
                    <a:pt x="7" y="156"/>
                  </a:lnTo>
                  <a:lnTo>
                    <a:pt x="15" y="166"/>
                  </a:lnTo>
                  <a:lnTo>
                    <a:pt x="26" y="174"/>
                  </a:lnTo>
                  <a:lnTo>
                    <a:pt x="37" y="179"/>
                  </a:lnTo>
                  <a:lnTo>
                    <a:pt x="49" y="184"/>
                  </a:lnTo>
                  <a:lnTo>
                    <a:pt x="62" y="185"/>
                  </a:lnTo>
                  <a:lnTo>
                    <a:pt x="73" y="182"/>
                  </a:lnTo>
                  <a:lnTo>
                    <a:pt x="83" y="174"/>
                  </a:lnTo>
                  <a:lnTo>
                    <a:pt x="95" y="155"/>
                  </a:lnTo>
                  <a:lnTo>
                    <a:pt x="103" y="133"/>
                  </a:lnTo>
                  <a:lnTo>
                    <a:pt x="110" y="109"/>
                  </a:lnTo>
                  <a:lnTo>
                    <a:pt x="114" y="84"/>
                  </a:lnTo>
                  <a:lnTo>
                    <a:pt x="118" y="61"/>
                  </a:lnTo>
                  <a:lnTo>
                    <a:pt x="125" y="39"/>
                  </a:lnTo>
                  <a:lnTo>
                    <a:pt x="136" y="18"/>
                  </a:lnTo>
                  <a:lnTo>
                    <a:pt x="151" y="0"/>
                  </a:lnTo>
                  <a:lnTo>
                    <a:pt x="151" y="0"/>
                  </a:lnTo>
                  <a:lnTo>
                    <a:pt x="151" y="0"/>
                  </a:lnTo>
                  <a:lnTo>
                    <a:pt x="151" y="0"/>
                  </a:lnTo>
                  <a:lnTo>
                    <a:pt x="151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5" name="Freeform 273"/>
            <p:cNvSpPr>
              <a:spLocks/>
            </p:cNvSpPr>
            <p:nvPr/>
          </p:nvSpPr>
          <p:spPr bwMode="gray">
            <a:xfrm>
              <a:off x="4331" y="2694"/>
              <a:ext cx="59" cy="115"/>
            </a:xfrm>
            <a:custGeom>
              <a:avLst/>
              <a:gdLst/>
              <a:ahLst/>
              <a:cxnLst>
                <a:cxn ang="0">
                  <a:pos x="119" y="2"/>
                </a:cxn>
                <a:cxn ang="0">
                  <a:pos x="108" y="27"/>
                </a:cxn>
                <a:cxn ang="0">
                  <a:pos x="98" y="54"/>
                </a:cxn>
                <a:cxn ang="0">
                  <a:pos x="88" y="80"/>
                </a:cxn>
                <a:cxn ang="0">
                  <a:pos x="82" y="108"/>
                </a:cxn>
                <a:cxn ang="0">
                  <a:pos x="79" y="122"/>
                </a:cxn>
                <a:cxn ang="0">
                  <a:pos x="77" y="135"/>
                </a:cxn>
                <a:cxn ang="0">
                  <a:pos x="77" y="149"/>
                </a:cxn>
                <a:cxn ang="0">
                  <a:pos x="77" y="163"/>
                </a:cxn>
                <a:cxn ang="0">
                  <a:pos x="76" y="178"/>
                </a:cxn>
                <a:cxn ang="0">
                  <a:pos x="71" y="191"/>
                </a:cxn>
                <a:cxn ang="0">
                  <a:pos x="64" y="202"/>
                </a:cxn>
                <a:cxn ang="0">
                  <a:pos x="55" y="208"/>
                </a:cxn>
                <a:cxn ang="0">
                  <a:pos x="44" y="214"/>
                </a:cxn>
                <a:cxn ang="0">
                  <a:pos x="32" y="217"/>
                </a:cxn>
                <a:cxn ang="0">
                  <a:pos x="18" y="218"/>
                </a:cxn>
                <a:cxn ang="0">
                  <a:pos x="4" y="218"/>
                </a:cxn>
                <a:cxn ang="0">
                  <a:pos x="3" y="219"/>
                </a:cxn>
                <a:cxn ang="0">
                  <a:pos x="2" y="221"/>
                </a:cxn>
                <a:cxn ang="0">
                  <a:pos x="0" y="224"/>
                </a:cxn>
                <a:cxn ang="0">
                  <a:pos x="2" y="225"/>
                </a:cxn>
                <a:cxn ang="0">
                  <a:pos x="13" y="228"/>
                </a:cxn>
                <a:cxn ang="0">
                  <a:pos x="25" y="229"/>
                </a:cxn>
                <a:cxn ang="0">
                  <a:pos x="37" y="228"/>
                </a:cxn>
                <a:cxn ang="0">
                  <a:pos x="50" y="226"/>
                </a:cxn>
                <a:cxn ang="0">
                  <a:pos x="61" y="222"/>
                </a:cxn>
                <a:cxn ang="0">
                  <a:pos x="71" y="215"/>
                </a:cxn>
                <a:cxn ang="0">
                  <a:pos x="79" y="206"/>
                </a:cxn>
                <a:cxn ang="0">
                  <a:pos x="84" y="195"/>
                </a:cxn>
                <a:cxn ang="0">
                  <a:pos x="88" y="175"/>
                </a:cxn>
                <a:cxn ang="0">
                  <a:pos x="90" y="157"/>
                </a:cxn>
                <a:cxn ang="0">
                  <a:pos x="90" y="138"/>
                </a:cxn>
                <a:cxn ang="0">
                  <a:pos x="90" y="120"/>
                </a:cxn>
                <a:cxn ang="0">
                  <a:pos x="93" y="90"/>
                </a:cxn>
                <a:cxn ang="0">
                  <a:pos x="101" y="60"/>
                </a:cxn>
                <a:cxn ang="0">
                  <a:pos x="109" y="29"/>
                </a:cxn>
                <a:cxn ang="0">
                  <a:pos x="119" y="2"/>
                </a:cxn>
                <a:cxn ang="0">
                  <a:pos x="119" y="0"/>
                </a:cxn>
                <a:cxn ang="0">
                  <a:pos x="119" y="0"/>
                </a:cxn>
                <a:cxn ang="0">
                  <a:pos x="119" y="0"/>
                </a:cxn>
                <a:cxn ang="0">
                  <a:pos x="119" y="2"/>
                </a:cxn>
                <a:cxn ang="0">
                  <a:pos x="119" y="2"/>
                </a:cxn>
              </a:cxnLst>
              <a:rect l="0" t="0" r="r" b="b"/>
              <a:pathLst>
                <a:path w="119" h="229">
                  <a:moveTo>
                    <a:pt x="119" y="2"/>
                  </a:moveTo>
                  <a:lnTo>
                    <a:pt x="108" y="27"/>
                  </a:lnTo>
                  <a:lnTo>
                    <a:pt x="98" y="54"/>
                  </a:lnTo>
                  <a:lnTo>
                    <a:pt x="88" y="80"/>
                  </a:lnTo>
                  <a:lnTo>
                    <a:pt x="82" y="108"/>
                  </a:lnTo>
                  <a:lnTo>
                    <a:pt x="79" y="122"/>
                  </a:lnTo>
                  <a:lnTo>
                    <a:pt x="77" y="135"/>
                  </a:lnTo>
                  <a:lnTo>
                    <a:pt x="77" y="149"/>
                  </a:lnTo>
                  <a:lnTo>
                    <a:pt x="77" y="163"/>
                  </a:lnTo>
                  <a:lnTo>
                    <a:pt x="76" y="178"/>
                  </a:lnTo>
                  <a:lnTo>
                    <a:pt x="71" y="191"/>
                  </a:lnTo>
                  <a:lnTo>
                    <a:pt x="64" y="202"/>
                  </a:lnTo>
                  <a:lnTo>
                    <a:pt x="55" y="208"/>
                  </a:lnTo>
                  <a:lnTo>
                    <a:pt x="44" y="214"/>
                  </a:lnTo>
                  <a:lnTo>
                    <a:pt x="32" y="217"/>
                  </a:lnTo>
                  <a:lnTo>
                    <a:pt x="18" y="218"/>
                  </a:lnTo>
                  <a:lnTo>
                    <a:pt x="4" y="218"/>
                  </a:lnTo>
                  <a:lnTo>
                    <a:pt x="3" y="219"/>
                  </a:lnTo>
                  <a:lnTo>
                    <a:pt x="2" y="221"/>
                  </a:lnTo>
                  <a:lnTo>
                    <a:pt x="0" y="224"/>
                  </a:lnTo>
                  <a:lnTo>
                    <a:pt x="2" y="225"/>
                  </a:lnTo>
                  <a:lnTo>
                    <a:pt x="13" y="228"/>
                  </a:lnTo>
                  <a:lnTo>
                    <a:pt x="25" y="229"/>
                  </a:lnTo>
                  <a:lnTo>
                    <a:pt x="37" y="228"/>
                  </a:lnTo>
                  <a:lnTo>
                    <a:pt x="50" y="226"/>
                  </a:lnTo>
                  <a:lnTo>
                    <a:pt x="61" y="222"/>
                  </a:lnTo>
                  <a:lnTo>
                    <a:pt x="71" y="215"/>
                  </a:lnTo>
                  <a:lnTo>
                    <a:pt x="79" y="206"/>
                  </a:lnTo>
                  <a:lnTo>
                    <a:pt x="84" y="195"/>
                  </a:lnTo>
                  <a:lnTo>
                    <a:pt x="88" y="175"/>
                  </a:lnTo>
                  <a:lnTo>
                    <a:pt x="90" y="157"/>
                  </a:lnTo>
                  <a:lnTo>
                    <a:pt x="90" y="138"/>
                  </a:lnTo>
                  <a:lnTo>
                    <a:pt x="90" y="120"/>
                  </a:lnTo>
                  <a:lnTo>
                    <a:pt x="93" y="90"/>
                  </a:lnTo>
                  <a:lnTo>
                    <a:pt x="101" y="60"/>
                  </a:lnTo>
                  <a:lnTo>
                    <a:pt x="109" y="29"/>
                  </a:lnTo>
                  <a:lnTo>
                    <a:pt x="119" y="2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19" y="2"/>
                  </a:lnTo>
                  <a:lnTo>
                    <a:pt x="119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6" name="Freeform 274"/>
            <p:cNvSpPr>
              <a:spLocks/>
            </p:cNvSpPr>
            <p:nvPr/>
          </p:nvSpPr>
          <p:spPr bwMode="gray">
            <a:xfrm>
              <a:off x="4364" y="2687"/>
              <a:ext cx="47" cy="106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84" y="23"/>
                </a:cxn>
                <a:cxn ang="0">
                  <a:pos x="80" y="48"/>
                </a:cxn>
                <a:cxn ang="0">
                  <a:pos x="78" y="73"/>
                </a:cxn>
                <a:cxn ang="0">
                  <a:pos x="78" y="97"/>
                </a:cxn>
                <a:cxn ang="0">
                  <a:pos x="78" y="111"/>
                </a:cxn>
                <a:cxn ang="0">
                  <a:pos x="78" y="124"/>
                </a:cxn>
                <a:cxn ang="0">
                  <a:pos x="77" y="136"/>
                </a:cxn>
                <a:cxn ang="0">
                  <a:pos x="77" y="148"/>
                </a:cxn>
                <a:cxn ang="0">
                  <a:pos x="74" y="162"/>
                </a:cxn>
                <a:cxn ang="0">
                  <a:pos x="70" y="173"/>
                </a:cxn>
                <a:cxn ang="0">
                  <a:pos x="62" y="181"/>
                </a:cxn>
                <a:cxn ang="0">
                  <a:pos x="54" y="187"/>
                </a:cxn>
                <a:cxn ang="0">
                  <a:pos x="43" y="191"/>
                </a:cxn>
                <a:cxn ang="0">
                  <a:pos x="31" y="194"/>
                </a:cxn>
                <a:cxn ang="0">
                  <a:pos x="19" y="197"/>
                </a:cxn>
                <a:cxn ang="0">
                  <a:pos x="8" y="198"/>
                </a:cxn>
                <a:cxn ang="0">
                  <a:pos x="4" y="201"/>
                </a:cxn>
                <a:cxn ang="0">
                  <a:pos x="1" y="204"/>
                </a:cxn>
                <a:cxn ang="0">
                  <a:pos x="0" y="208"/>
                </a:cxn>
                <a:cxn ang="0">
                  <a:pos x="3" y="210"/>
                </a:cxn>
                <a:cxn ang="0">
                  <a:pos x="45" y="209"/>
                </a:cxn>
                <a:cxn ang="0">
                  <a:pos x="73" y="194"/>
                </a:cxn>
                <a:cxn ang="0">
                  <a:pos x="87" y="170"/>
                </a:cxn>
                <a:cxn ang="0">
                  <a:pos x="92" y="139"/>
                </a:cxn>
                <a:cxn ang="0">
                  <a:pos x="91" y="104"/>
                </a:cxn>
                <a:cxn ang="0">
                  <a:pos x="88" y="67"/>
                </a:cxn>
                <a:cxn ang="0">
                  <a:pos x="87" y="31"/>
                </a:cxn>
                <a:cxn ang="0">
                  <a:pos x="91" y="0"/>
                </a:cxn>
                <a:cxn ang="0">
                  <a:pos x="91" y="0"/>
                </a:cxn>
                <a:cxn ang="0">
                  <a:pos x="91" y="0"/>
                </a:cxn>
                <a:cxn ang="0">
                  <a:pos x="91" y="0"/>
                </a:cxn>
                <a:cxn ang="0">
                  <a:pos x="91" y="0"/>
                </a:cxn>
                <a:cxn ang="0">
                  <a:pos x="91" y="0"/>
                </a:cxn>
              </a:cxnLst>
              <a:rect l="0" t="0" r="r" b="b"/>
              <a:pathLst>
                <a:path w="92" h="210">
                  <a:moveTo>
                    <a:pt x="91" y="0"/>
                  </a:moveTo>
                  <a:lnTo>
                    <a:pt x="84" y="23"/>
                  </a:lnTo>
                  <a:lnTo>
                    <a:pt x="80" y="48"/>
                  </a:lnTo>
                  <a:lnTo>
                    <a:pt x="78" y="73"/>
                  </a:lnTo>
                  <a:lnTo>
                    <a:pt x="78" y="97"/>
                  </a:lnTo>
                  <a:lnTo>
                    <a:pt x="78" y="111"/>
                  </a:lnTo>
                  <a:lnTo>
                    <a:pt x="78" y="124"/>
                  </a:lnTo>
                  <a:lnTo>
                    <a:pt x="77" y="136"/>
                  </a:lnTo>
                  <a:lnTo>
                    <a:pt x="77" y="148"/>
                  </a:lnTo>
                  <a:lnTo>
                    <a:pt x="74" y="162"/>
                  </a:lnTo>
                  <a:lnTo>
                    <a:pt x="70" y="173"/>
                  </a:lnTo>
                  <a:lnTo>
                    <a:pt x="62" y="181"/>
                  </a:lnTo>
                  <a:lnTo>
                    <a:pt x="54" y="187"/>
                  </a:lnTo>
                  <a:lnTo>
                    <a:pt x="43" y="191"/>
                  </a:lnTo>
                  <a:lnTo>
                    <a:pt x="31" y="194"/>
                  </a:lnTo>
                  <a:lnTo>
                    <a:pt x="19" y="197"/>
                  </a:lnTo>
                  <a:lnTo>
                    <a:pt x="8" y="198"/>
                  </a:lnTo>
                  <a:lnTo>
                    <a:pt x="4" y="201"/>
                  </a:lnTo>
                  <a:lnTo>
                    <a:pt x="1" y="204"/>
                  </a:lnTo>
                  <a:lnTo>
                    <a:pt x="0" y="208"/>
                  </a:lnTo>
                  <a:lnTo>
                    <a:pt x="3" y="210"/>
                  </a:lnTo>
                  <a:lnTo>
                    <a:pt x="45" y="209"/>
                  </a:lnTo>
                  <a:lnTo>
                    <a:pt x="73" y="194"/>
                  </a:lnTo>
                  <a:lnTo>
                    <a:pt x="87" y="170"/>
                  </a:lnTo>
                  <a:lnTo>
                    <a:pt x="92" y="139"/>
                  </a:lnTo>
                  <a:lnTo>
                    <a:pt x="91" y="104"/>
                  </a:lnTo>
                  <a:lnTo>
                    <a:pt x="88" y="67"/>
                  </a:lnTo>
                  <a:lnTo>
                    <a:pt x="87" y="31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7" name="Freeform 275"/>
            <p:cNvSpPr>
              <a:spLocks/>
            </p:cNvSpPr>
            <p:nvPr/>
          </p:nvSpPr>
          <p:spPr bwMode="gray">
            <a:xfrm>
              <a:off x="4400" y="2685"/>
              <a:ext cx="32" cy="104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47" y="22"/>
                </a:cxn>
                <a:cxn ang="0">
                  <a:pos x="47" y="44"/>
                </a:cxn>
                <a:cxn ang="0">
                  <a:pos x="47" y="66"/>
                </a:cxn>
                <a:cxn ang="0">
                  <a:pos x="49" y="88"/>
                </a:cxn>
                <a:cxn ang="0">
                  <a:pos x="49" y="105"/>
                </a:cxn>
                <a:cxn ang="0">
                  <a:pos x="50" y="121"/>
                </a:cxn>
                <a:cxn ang="0">
                  <a:pos x="49" y="138"/>
                </a:cxn>
                <a:cxn ang="0">
                  <a:pos x="46" y="153"/>
                </a:cxn>
                <a:cxn ang="0">
                  <a:pos x="42" y="168"/>
                </a:cxn>
                <a:cxn ang="0">
                  <a:pos x="34" y="181"/>
                </a:cxn>
                <a:cxn ang="0">
                  <a:pos x="21" y="193"/>
                </a:cxn>
                <a:cxn ang="0">
                  <a:pos x="5" y="203"/>
                </a:cxn>
                <a:cxn ang="0">
                  <a:pos x="3" y="204"/>
                </a:cxn>
                <a:cxn ang="0">
                  <a:pos x="2" y="205"/>
                </a:cxn>
                <a:cxn ang="0">
                  <a:pos x="0" y="208"/>
                </a:cxn>
                <a:cxn ang="0">
                  <a:pos x="3" y="210"/>
                </a:cxn>
                <a:cxn ang="0">
                  <a:pos x="32" y="197"/>
                </a:cxn>
                <a:cxn ang="0">
                  <a:pos x="51" y="176"/>
                </a:cxn>
                <a:cxn ang="0">
                  <a:pos x="61" y="152"/>
                </a:cxn>
                <a:cxn ang="0">
                  <a:pos x="64" y="121"/>
                </a:cxn>
                <a:cxn ang="0">
                  <a:pos x="62" y="91"/>
                </a:cxn>
                <a:cxn ang="0">
                  <a:pos x="58" y="58"/>
                </a:cxn>
                <a:cxn ang="0">
                  <a:pos x="54" y="28"/>
                </a:cxn>
                <a:cxn ang="0">
                  <a:pos x="50" y="0"/>
                </a:cxn>
                <a:cxn ang="0">
                  <a:pos x="50" y="0"/>
                </a:cxn>
                <a:cxn ang="0">
                  <a:pos x="50" y="0"/>
                </a:cxn>
                <a:cxn ang="0">
                  <a:pos x="49" y="0"/>
                </a:cxn>
                <a:cxn ang="0">
                  <a:pos x="49" y="0"/>
                </a:cxn>
                <a:cxn ang="0">
                  <a:pos x="49" y="0"/>
                </a:cxn>
              </a:cxnLst>
              <a:rect l="0" t="0" r="r" b="b"/>
              <a:pathLst>
                <a:path w="64" h="210">
                  <a:moveTo>
                    <a:pt x="49" y="0"/>
                  </a:moveTo>
                  <a:lnTo>
                    <a:pt x="47" y="22"/>
                  </a:lnTo>
                  <a:lnTo>
                    <a:pt x="47" y="44"/>
                  </a:lnTo>
                  <a:lnTo>
                    <a:pt x="47" y="66"/>
                  </a:lnTo>
                  <a:lnTo>
                    <a:pt x="49" y="88"/>
                  </a:lnTo>
                  <a:lnTo>
                    <a:pt x="49" y="105"/>
                  </a:lnTo>
                  <a:lnTo>
                    <a:pt x="50" y="121"/>
                  </a:lnTo>
                  <a:lnTo>
                    <a:pt x="49" y="138"/>
                  </a:lnTo>
                  <a:lnTo>
                    <a:pt x="46" y="153"/>
                  </a:lnTo>
                  <a:lnTo>
                    <a:pt x="42" y="168"/>
                  </a:lnTo>
                  <a:lnTo>
                    <a:pt x="34" y="181"/>
                  </a:lnTo>
                  <a:lnTo>
                    <a:pt x="21" y="193"/>
                  </a:lnTo>
                  <a:lnTo>
                    <a:pt x="5" y="203"/>
                  </a:lnTo>
                  <a:lnTo>
                    <a:pt x="3" y="204"/>
                  </a:lnTo>
                  <a:lnTo>
                    <a:pt x="2" y="205"/>
                  </a:lnTo>
                  <a:lnTo>
                    <a:pt x="0" y="208"/>
                  </a:lnTo>
                  <a:lnTo>
                    <a:pt x="3" y="210"/>
                  </a:lnTo>
                  <a:lnTo>
                    <a:pt x="32" y="197"/>
                  </a:lnTo>
                  <a:lnTo>
                    <a:pt x="51" y="176"/>
                  </a:lnTo>
                  <a:lnTo>
                    <a:pt x="61" y="152"/>
                  </a:lnTo>
                  <a:lnTo>
                    <a:pt x="64" y="121"/>
                  </a:lnTo>
                  <a:lnTo>
                    <a:pt x="62" y="91"/>
                  </a:lnTo>
                  <a:lnTo>
                    <a:pt x="58" y="58"/>
                  </a:lnTo>
                  <a:lnTo>
                    <a:pt x="54" y="28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8" name="Freeform 276"/>
            <p:cNvSpPr>
              <a:spLocks/>
            </p:cNvSpPr>
            <p:nvPr/>
          </p:nvSpPr>
          <p:spPr bwMode="gray">
            <a:xfrm>
              <a:off x="4350" y="2696"/>
              <a:ext cx="43" cy="36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7" y="64"/>
                </a:cxn>
                <a:cxn ang="0">
                  <a:pos x="14" y="54"/>
                </a:cxn>
                <a:cxn ang="0">
                  <a:pos x="22" y="44"/>
                </a:cxn>
                <a:cxn ang="0">
                  <a:pos x="32" y="36"/>
                </a:cxn>
                <a:cxn ang="0">
                  <a:pos x="37" y="33"/>
                </a:cxn>
                <a:cxn ang="0">
                  <a:pos x="43" y="29"/>
                </a:cxn>
                <a:cxn ang="0">
                  <a:pos x="48" y="26"/>
                </a:cxn>
                <a:cxn ang="0">
                  <a:pos x="55" y="24"/>
                </a:cxn>
                <a:cxn ang="0">
                  <a:pos x="60" y="22"/>
                </a:cxn>
                <a:cxn ang="0">
                  <a:pos x="67" y="19"/>
                </a:cxn>
                <a:cxn ang="0">
                  <a:pos x="73" y="17"/>
                </a:cxn>
                <a:cxn ang="0">
                  <a:pos x="78" y="14"/>
                </a:cxn>
                <a:cxn ang="0">
                  <a:pos x="81" y="11"/>
                </a:cxn>
                <a:cxn ang="0">
                  <a:pos x="84" y="7"/>
                </a:cxn>
                <a:cxn ang="0">
                  <a:pos x="85" y="2"/>
                </a:cxn>
                <a:cxn ang="0">
                  <a:pos x="81" y="0"/>
                </a:cxn>
                <a:cxn ang="0">
                  <a:pos x="74" y="0"/>
                </a:cxn>
                <a:cxn ang="0">
                  <a:pos x="67" y="2"/>
                </a:cxn>
                <a:cxn ang="0">
                  <a:pos x="60" y="4"/>
                </a:cxn>
                <a:cxn ang="0">
                  <a:pos x="54" y="7"/>
                </a:cxn>
                <a:cxn ang="0">
                  <a:pos x="47" y="13"/>
                </a:cxn>
                <a:cxn ang="0">
                  <a:pos x="41" y="17"/>
                </a:cxn>
                <a:cxn ang="0">
                  <a:pos x="36" y="22"/>
                </a:cxn>
                <a:cxn ang="0">
                  <a:pos x="30" y="28"/>
                </a:cxn>
                <a:cxn ang="0">
                  <a:pos x="26" y="32"/>
                </a:cxn>
                <a:cxn ang="0">
                  <a:pos x="22" y="36"/>
                </a:cxn>
                <a:cxn ang="0">
                  <a:pos x="19" y="40"/>
                </a:cxn>
                <a:cxn ang="0">
                  <a:pos x="16" y="46"/>
                </a:cxn>
                <a:cxn ang="0">
                  <a:pos x="12" y="52"/>
                </a:cxn>
                <a:cxn ang="0">
                  <a:pos x="8" y="59"/>
                </a:cxn>
                <a:cxn ang="0">
                  <a:pos x="4" y="6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3"/>
                </a:cxn>
              </a:cxnLst>
              <a:rect l="0" t="0" r="r" b="b"/>
              <a:pathLst>
                <a:path w="85" h="73">
                  <a:moveTo>
                    <a:pt x="0" y="73"/>
                  </a:moveTo>
                  <a:lnTo>
                    <a:pt x="7" y="64"/>
                  </a:lnTo>
                  <a:lnTo>
                    <a:pt x="14" y="54"/>
                  </a:lnTo>
                  <a:lnTo>
                    <a:pt x="22" y="44"/>
                  </a:lnTo>
                  <a:lnTo>
                    <a:pt x="32" y="36"/>
                  </a:lnTo>
                  <a:lnTo>
                    <a:pt x="37" y="33"/>
                  </a:lnTo>
                  <a:lnTo>
                    <a:pt x="43" y="29"/>
                  </a:lnTo>
                  <a:lnTo>
                    <a:pt x="48" y="26"/>
                  </a:lnTo>
                  <a:lnTo>
                    <a:pt x="55" y="24"/>
                  </a:lnTo>
                  <a:lnTo>
                    <a:pt x="60" y="22"/>
                  </a:lnTo>
                  <a:lnTo>
                    <a:pt x="67" y="19"/>
                  </a:lnTo>
                  <a:lnTo>
                    <a:pt x="73" y="17"/>
                  </a:lnTo>
                  <a:lnTo>
                    <a:pt x="78" y="14"/>
                  </a:lnTo>
                  <a:lnTo>
                    <a:pt x="81" y="11"/>
                  </a:lnTo>
                  <a:lnTo>
                    <a:pt x="84" y="7"/>
                  </a:lnTo>
                  <a:lnTo>
                    <a:pt x="85" y="2"/>
                  </a:lnTo>
                  <a:lnTo>
                    <a:pt x="81" y="0"/>
                  </a:lnTo>
                  <a:lnTo>
                    <a:pt x="74" y="0"/>
                  </a:lnTo>
                  <a:lnTo>
                    <a:pt x="67" y="2"/>
                  </a:lnTo>
                  <a:lnTo>
                    <a:pt x="60" y="4"/>
                  </a:lnTo>
                  <a:lnTo>
                    <a:pt x="54" y="7"/>
                  </a:lnTo>
                  <a:lnTo>
                    <a:pt x="47" y="13"/>
                  </a:lnTo>
                  <a:lnTo>
                    <a:pt x="41" y="17"/>
                  </a:lnTo>
                  <a:lnTo>
                    <a:pt x="36" y="22"/>
                  </a:lnTo>
                  <a:lnTo>
                    <a:pt x="30" y="28"/>
                  </a:lnTo>
                  <a:lnTo>
                    <a:pt x="26" y="32"/>
                  </a:lnTo>
                  <a:lnTo>
                    <a:pt x="22" y="36"/>
                  </a:lnTo>
                  <a:lnTo>
                    <a:pt x="19" y="40"/>
                  </a:lnTo>
                  <a:lnTo>
                    <a:pt x="16" y="46"/>
                  </a:lnTo>
                  <a:lnTo>
                    <a:pt x="12" y="52"/>
                  </a:lnTo>
                  <a:lnTo>
                    <a:pt x="8" y="59"/>
                  </a:lnTo>
                  <a:lnTo>
                    <a:pt x="4" y="6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69" name="Freeform 277"/>
            <p:cNvSpPr>
              <a:spLocks/>
            </p:cNvSpPr>
            <p:nvPr/>
          </p:nvSpPr>
          <p:spPr bwMode="gray">
            <a:xfrm>
              <a:off x="4380" y="2684"/>
              <a:ext cx="27" cy="28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6" y="49"/>
                </a:cxn>
                <a:cxn ang="0">
                  <a:pos x="10" y="42"/>
                </a:cxn>
                <a:cxn ang="0">
                  <a:pos x="14" y="34"/>
                </a:cxn>
                <a:cxn ang="0">
                  <a:pos x="18" y="27"/>
                </a:cxn>
                <a:cxn ang="0">
                  <a:pos x="21" y="22"/>
                </a:cxn>
                <a:cxn ang="0">
                  <a:pos x="24" y="18"/>
                </a:cxn>
                <a:cxn ang="0">
                  <a:pos x="28" y="15"/>
                </a:cxn>
                <a:cxn ang="0">
                  <a:pos x="33" y="12"/>
                </a:cxn>
                <a:cxn ang="0">
                  <a:pos x="37" y="11"/>
                </a:cxn>
                <a:cxn ang="0">
                  <a:pos x="41" y="11"/>
                </a:cxn>
                <a:cxn ang="0">
                  <a:pos x="46" y="11"/>
                </a:cxn>
                <a:cxn ang="0">
                  <a:pos x="50" y="11"/>
                </a:cxn>
                <a:cxn ang="0">
                  <a:pos x="52" y="9"/>
                </a:cxn>
                <a:cxn ang="0">
                  <a:pos x="54" y="8"/>
                </a:cxn>
                <a:cxn ang="0">
                  <a:pos x="55" y="5"/>
                </a:cxn>
                <a:cxn ang="0">
                  <a:pos x="55" y="4"/>
                </a:cxn>
                <a:cxn ang="0">
                  <a:pos x="48" y="0"/>
                </a:cxn>
                <a:cxn ang="0">
                  <a:pos x="39" y="2"/>
                </a:cxn>
                <a:cxn ang="0">
                  <a:pos x="29" y="9"/>
                </a:cxn>
                <a:cxn ang="0">
                  <a:pos x="24" y="15"/>
                </a:cxn>
                <a:cxn ang="0">
                  <a:pos x="17" y="25"/>
                </a:cxn>
                <a:cxn ang="0">
                  <a:pos x="13" y="36"/>
                </a:cxn>
                <a:cxn ang="0">
                  <a:pos x="7" y="47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0" y="56"/>
                </a:cxn>
              </a:cxnLst>
              <a:rect l="0" t="0" r="r" b="b"/>
              <a:pathLst>
                <a:path w="55" h="56">
                  <a:moveTo>
                    <a:pt x="0" y="56"/>
                  </a:moveTo>
                  <a:lnTo>
                    <a:pt x="6" y="49"/>
                  </a:lnTo>
                  <a:lnTo>
                    <a:pt x="10" y="42"/>
                  </a:lnTo>
                  <a:lnTo>
                    <a:pt x="14" y="34"/>
                  </a:lnTo>
                  <a:lnTo>
                    <a:pt x="18" y="27"/>
                  </a:lnTo>
                  <a:lnTo>
                    <a:pt x="21" y="22"/>
                  </a:lnTo>
                  <a:lnTo>
                    <a:pt x="24" y="18"/>
                  </a:lnTo>
                  <a:lnTo>
                    <a:pt x="28" y="15"/>
                  </a:lnTo>
                  <a:lnTo>
                    <a:pt x="33" y="12"/>
                  </a:lnTo>
                  <a:lnTo>
                    <a:pt x="37" y="11"/>
                  </a:lnTo>
                  <a:lnTo>
                    <a:pt x="41" y="11"/>
                  </a:lnTo>
                  <a:lnTo>
                    <a:pt x="46" y="11"/>
                  </a:lnTo>
                  <a:lnTo>
                    <a:pt x="50" y="11"/>
                  </a:lnTo>
                  <a:lnTo>
                    <a:pt x="52" y="9"/>
                  </a:lnTo>
                  <a:lnTo>
                    <a:pt x="54" y="8"/>
                  </a:lnTo>
                  <a:lnTo>
                    <a:pt x="55" y="5"/>
                  </a:lnTo>
                  <a:lnTo>
                    <a:pt x="55" y="4"/>
                  </a:lnTo>
                  <a:lnTo>
                    <a:pt x="48" y="0"/>
                  </a:lnTo>
                  <a:lnTo>
                    <a:pt x="39" y="2"/>
                  </a:lnTo>
                  <a:lnTo>
                    <a:pt x="29" y="9"/>
                  </a:lnTo>
                  <a:lnTo>
                    <a:pt x="24" y="15"/>
                  </a:lnTo>
                  <a:lnTo>
                    <a:pt x="17" y="25"/>
                  </a:lnTo>
                  <a:lnTo>
                    <a:pt x="13" y="36"/>
                  </a:lnTo>
                  <a:lnTo>
                    <a:pt x="7" y="47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0" name="Freeform 278"/>
            <p:cNvSpPr>
              <a:spLocks/>
            </p:cNvSpPr>
            <p:nvPr/>
          </p:nvSpPr>
          <p:spPr bwMode="gray">
            <a:xfrm>
              <a:off x="4404" y="2684"/>
              <a:ext cx="26" cy="21"/>
            </a:xfrm>
            <a:custGeom>
              <a:avLst/>
              <a:gdLst/>
              <a:ahLst/>
              <a:cxnLst>
                <a:cxn ang="0">
                  <a:pos x="1" y="41"/>
                </a:cxn>
                <a:cxn ang="0">
                  <a:pos x="4" y="36"/>
                </a:cxn>
                <a:cxn ang="0">
                  <a:pos x="8" y="31"/>
                </a:cxn>
                <a:cxn ang="0">
                  <a:pos x="11" y="27"/>
                </a:cxn>
                <a:cxn ang="0">
                  <a:pos x="15" y="23"/>
                </a:cxn>
                <a:cxn ang="0">
                  <a:pos x="18" y="20"/>
                </a:cxn>
                <a:cxn ang="0">
                  <a:pos x="22" y="18"/>
                </a:cxn>
                <a:cxn ang="0">
                  <a:pos x="25" y="16"/>
                </a:cxn>
                <a:cxn ang="0">
                  <a:pos x="29" y="13"/>
                </a:cxn>
                <a:cxn ang="0">
                  <a:pos x="31" y="13"/>
                </a:cxn>
                <a:cxn ang="0">
                  <a:pos x="36" y="13"/>
                </a:cxn>
                <a:cxn ang="0">
                  <a:pos x="40" y="15"/>
                </a:cxn>
                <a:cxn ang="0">
                  <a:pos x="42" y="16"/>
                </a:cxn>
                <a:cxn ang="0">
                  <a:pos x="45" y="16"/>
                </a:cxn>
                <a:cxn ang="0">
                  <a:pos x="48" y="13"/>
                </a:cxn>
                <a:cxn ang="0">
                  <a:pos x="49" y="11"/>
                </a:cxn>
                <a:cxn ang="0">
                  <a:pos x="51" y="8"/>
                </a:cxn>
                <a:cxn ang="0">
                  <a:pos x="45" y="0"/>
                </a:cxn>
                <a:cxn ang="0">
                  <a:pos x="34" y="1"/>
                </a:cxn>
                <a:cxn ang="0">
                  <a:pos x="25" y="7"/>
                </a:cxn>
                <a:cxn ang="0">
                  <a:pos x="16" y="13"/>
                </a:cxn>
                <a:cxn ang="0">
                  <a:pos x="11" y="20"/>
                </a:cxn>
                <a:cxn ang="0">
                  <a:pos x="7" y="27"/>
                </a:cxn>
                <a:cxn ang="0">
                  <a:pos x="2" y="34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1" y="41"/>
                </a:cxn>
                <a:cxn ang="0">
                  <a:pos x="1" y="41"/>
                </a:cxn>
                <a:cxn ang="0">
                  <a:pos x="1" y="41"/>
                </a:cxn>
                <a:cxn ang="0">
                  <a:pos x="1" y="41"/>
                </a:cxn>
              </a:cxnLst>
              <a:rect l="0" t="0" r="r" b="b"/>
              <a:pathLst>
                <a:path w="51" h="41">
                  <a:moveTo>
                    <a:pt x="1" y="41"/>
                  </a:moveTo>
                  <a:lnTo>
                    <a:pt x="4" y="36"/>
                  </a:lnTo>
                  <a:lnTo>
                    <a:pt x="8" y="31"/>
                  </a:lnTo>
                  <a:lnTo>
                    <a:pt x="11" y="27"/>
                  </a:lnTo>
                  <a:lnTo>
                    <a:pt x="15" y="23"/>
                  </a:lnTo>
                  <a:lnTo>
                    <a:pt x="18" y="20"/>
                  </a:lnTo>
                  <a:lnTo>
                    <a:pt x="22" y="18"/>
                  </a:lnTo>
                  <a:lnTo>
                    <a:pt x="25" y="16"/>
                  </a:lnTo>
                  <a:lnTo>
                    <a:pt x="29" y="13"/>
                  </a:lnTo>
                  <a:lnTo>
                    <a:pt x="31" y="13"/>
                  </a:lnTo>
                  <a:lnTo>
                    <a:pt x="36" y="13"/>
                  </a:lnTo>
                  <a:lnTo>
                    <a:pt x="40" y="15"/>
                  </a:lnTo>
                  <a:lnTo>
                    <a:pt x="42" y="16"/>
                  </a:lnTo>
                  <a:lnTo>
                    <a:pt x="45" y="16"/>
                  </a:lnTo>
                  <a:lnTo>
                    <a:pt x="48" y="13"/>
                  </a:lnTo>
                  <a:lnTo>
                    <a:pt x="49" y="11"/>
                  </a:lnTo>
                  <a:lnTo>
                    <a:pt x="51" y="8"/>
                  </a:lnTo>
                  <a:lnTo>
                    <a:pt x="45" y="0"/>
                  </a:lnTo>
                  <a:lnTo>
                    <a:pt x="34" y="1"/>
                  </a:lnTo>
                  <a:lnTo>
                    <a:pt x="25" y="7"/>
                  </a:lnTo>
                  <a:lnTo>
                    <a:pt x="16" y="13"/>
                  </a:lnTo>
                  <a:lnTo>
                    <a:pt x="11" y="20"/>
                  </a:lnTo>
                  <a:lnTo>
                    <a:pt x="7" y="27"/>
                  </a:lnTo>
                  <a:lnTo>
                    <a:pt x="2" y="34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1"/>
                  </a:lnTo>
                  <a:lnTo>
                    <a:pt x="1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1" name="Freeform 279"/>
            <p:cNvSpPr>
              <a:spLocks/>
            </p:cNvSpPr>
            <p:nvPr/>
          </p:nvSpPr>
          <p:spPr bwMode="gray">
            <a:xfrm>
              <a:off x="4541" y="2585"/>
              <a:ext cx="27" cy="70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2" y="21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79"/>
                </a:cxn>
                <a:cxn ang="0">
                  <a:pos x="9" y="97"/>
                </a:cxn>
                <a:cxn ang="0">
                  <a:pos x="19" y="113"/>
                </a:cxn>
                <a:cxn ang="0">
                  <a:pos x="31" y="128"/>
                </a:cxn>
                <a:cxn ang="0">
                  <a:pos x="48" y="141"/>
                </a:cxn>
                <a:cxn ang="0">
                  <a:pos x="51" y="141"/>
                </a:cxn>
                <a:cxn ang="0">
                  <a:pos x="52" y="138"/>
                </a:cxn>
                <a:cxn ang="0">
                  <a:pos x="53" y="135"/>
                </a:cxn>
                <a:cxn ang="0">
                  <a:pos x="52" y="133"/>
                </a:cxn>
                <a:cxn ang="0">
                  <a:pos x="40" y="117"/>
                </a:cxn>
                <a:cxn ang="0">
                  <a:pos x="29" y="102"/>
                </a:cxn>
                <a:cxn ang="0">
                  <a:pos x="19" y="88"/>
                </a:cxn>
                <a:cxn ang="0">
                  <a:pos x="11" y="73"/>
                </a:cxn>
                <a:cxn ang="0">
                  <a:pos x="5" y="57"/>
                </a:cxn>
                <a:cxn ang="0">
                  <a:pos x="2" y="40"/>
                </a:cxn>
                <a:cxn ang="0">
                  <a:pos x="4" y="22"/>
                </a:cxn>
                <a:cxn ang="0">
                  <a:pos x="8" y="2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53" h="141">
                  <a:moveTo>
                    <a:pt x="8" y="2"/>
                  </a:moveTo>
                  <a:lnTo>
                    <a:pt x="2" y="21"/>
                  </a:lnTo>
                  <a:lnTo>
                    <a:pt x="0" y="40"/>
                  </a:lnTo>
                  <a:lnTo>
                    <a:pt x="0" y="60"/>
                  </a:lnTo>
                  <a:lnTo>
                    <a:pt x="4" y="79"/>
                  </a:lnTo>
                  <a:lnTo>
                    <a:pt x="9" y="97"/>
                  </a:lnTo>
                  <a:lnTo>
                    <a:pt x="19" y="113"/>
                  </a:lnTo>
                  <a:lnTo>
                    <a:pt x="31" y="128"/>
                  </a:lnTo>
                  <a:lnTo>
                    <a:pt x="48" y="141"/>
                  </a:lnTo>
                  <a:lnTo>
                    <a:pt x="51" y="141"/>
                  </a:lnTo>
                  <a:lnTo>
                    <a:pt x="52" y="138"/>
                  </a:lnTo>
                  <a:lnTo>
                    <a:pt x="53" y="135"/>
                  </a:lnTo>
                  <a:lnTo>
                    <a:pt x="52" y="133"/>
                  </a:lnTo>
                  <a:lnTo>
                    <a:pt x="40" y="117"/>
                  </a:lnTo>
                  <a:lnTo>
                    <a:pt x="29" y="102"/>
                  </a:lnTo>
                  <a:lnTo>
                    <a:pt x="19" y="88"/>
                  </a:lnTo>
                  <a:lnTo>
                    <a:pt x="11" y="73"/>
                  </a:lnTo>
                  <a:lnTo>
                    <a:pt x="5" y="57"/>
                  </a:lnTo>
                  <a:lnTo>
                    <a:pt x="2" y="40"/>
                  </a:lnTo>
                  <a:lnTo>
                    <a:pt x="4" y="22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2" name="Freeform 280"/>
            <p:cNvSpPr>
              <a:spLocks/>
            </p:cNvSpPr>
            <p:nvPr/>
          </p:nvSpPr>
          <p:spPr bwMode="gray">
            <a:xfrm>
              <a:off x="4554" y="2585"/>
              <a:ext cx="28" cy="5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4"/>
                </a:cxn>
                <a:cxn ang="0">
                  <a:pos x="1" y="52"/>
                </a:cxn>
                <a:cxn ang="0">
                  <a:pos x="10" y="78"/>
                </a:cxn>
                <a:cxn ang="0">
                  <a:pos x="26" y="96"/>
                </a:cxn>
                <a:cxn ang="0">
                  <a:pos x="34" y="99"/>
                </a:cxn>
                <a:cxn ang="0">
                  <a:pos x="44" y="97"/>
                </a:cxn>
                <a:cxn ang="0">
                  <a:pos x="52" y="93"/>
                </a:cxn>
                <a:cxn ang="0">
                  <a:pos x="56" y="84"/>
                </a:cxn>
                <a:cxn ang="0">
                  <a:pos x="55" y="77"/>
                </a:cxn>
                <a:cxn ang="0">
                  <a:pos x="52" y="70"/>
                </a:cxn>
                <a:cxn ang="0">
                  <a:pos x="50" y="63"/>
                </a:cxn>
                <a:cxn ang="0">
                  <a:pos x="45" y="56"/>
                </a:cxn>
                <a:cxn ang="0">
                  <a:pos x="40" y="47"/>
                </a:cxn>
                <a:cxn ang="0">
                  <a:pos x="36" y="37"/>
                </a:cxn>
                <a:cxn ang="0">
                  <a:pos x="30" y="27"/>
                </a:cxn>
                <a:cxn ang="0">
                  <a:pos x="26" y="18"/>
                </a:cxn>
                <a:cxn ang="0">
                  <a:pos x="25" y="16"/>
                </a:cxn>
                <a:cxn ang="0">
                  <a:pos x="23" y="16"/>
                </a:cxn>
                <a:cxn ang="0">
                  <a:pos x="22" y="19"/>
                </a:cxn>
                <a:cxn ang="0">
                  <a:pos x="22" y="20"/>
                </a:cxn>
                <a:cxn ang="0">
                  <a:pos x="25" y="31"/>
                </a:cxn>
                <a:cxn ang="0">
                  <a:pos x="27" y="41"/>
                </a:cxn>
                <a:cxn ang="0">
                  <a:pos x="32" y="52"/>
                </a:cxn>
                <a:cxn ang="0">
                  <a:pos x="34" y="63"/>
                </a:cxn>
                <a:cxn ang="0">
                  <a:pos x="36" y="66"/>
                </a:cxn>
                <a:cxn ang="0">
                  <a:pos x="37" y="69"/>
                </a:cxn>
                <a:cxn ang="0">
                  <a:pos x="37" y="73"/>
                </a:cxn>
                <a:cxn ang="0">
                  <a:pos x="39" y="75"/>
                </a:cxn>
                <a:cxn ang="0">
                  <a:pos x="30" y="80"/>
                </a:cxn>
                <a:cxn ang="0">
                  <a:pos x="19" y="58"/>
                </a:cxn>
                <a:cxn ang="0">
                  <a:pos x="8" y="26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6" h="99">
                  <a:moveTo>
                    <a:pt x="4" y="0"/>
                  </a:moveTo>
                  <a:lnTo>
                    <a:pt x="0" y="24"/>
                  </a:lnTo>
                  <a:lnTo>
                    <a:pt x="1" y="52"/>
                  </a:lnTo>
                  <a:lnTo>
                    <a:pt x="10" y="78"/>
                  </a:lnTo>
                  <a:lnTo>
                    <a:pt x="26" y="96"/>
                  </a:lnTo>
                  <a:lnTo>
                    <a:pt x="34" y="99"/>
                  </a:lnTo>
                  <a:lnTo>
                    <a:pt x="44" y="97"/>
                  </a:lnTo>
                  <a:lnTo>
                    <a:pt x="52" y="93"/>
                  </a:lnTo>
                  <a:lnTo>
                    <a:pt x="56" y="84"/>
                  </a:lnTo>
                  <a:lnTo>
                    <a:pt x="55" y="77"/>
                  </a:lnTo>
                  <a:lnTo>
                    <a:pt x="52" y="70"/>
                  </a:lnTo>
                  <a:lnTo>
                    <a:pt x="50" y="63"/>
                  </a:lnTo>
                  <a:lnTo>
                    <a:pt x="45" y="56"/>
                  </a:lnTo>
                  <a:lnTo>
                    <a:pt x="40" y="47"/>
                  </a:lnTo>
                  <a:lnTo>
                    <a:pt x="36" y="37"/>
                  </a:lnTo>
                  <a:lnTo>
                    <a:pt x="30" y="27"/>
                  </a:lnTo>
                  <a:lnTo>
                    <a:pt x="26" y="18"/>
                  </a:lnTo>
                  <a:lnTo>
                    <a:pt x="25" y="16"/>
                  </a:lnTo>
                  <a:lnTo>
                    <a:pt x="23" y="16"/>
                  </a:lnTo>
                  <a:lnTo>
                    <a:pt x="22" y="19"/>
                  </a:lnTo>
                  <a:lnTo>
                    <a:pt x="22" y="20"/>
                  </a:lnTo>
                  <a:lnTo>
                    <a:pt x="25" y="31"/>
                  </a:lnTo>
                  <a:lnTo>
                    <a:pt x="27" y="41"/>
                  </a:lnTo>
                  <a:lnTo>
                    <a:pt x="32" y="52"/>
                  </a:lnTo>
                  <a:lnTo>
                    <a:pt x="34" y="63"/>
                  </a:lnTo>
                  <a:lnTo>
                    <a:pt x="36" y="66"/>
                  </a:lnTo>
                  <a:lnTo>
                    <a:pt x="37" y="69"/>
                  </a:lnTo>
                  <a:lnTo>
                    <a:pt x="37" y="73"/>
                  </a:lnTo>
                  <a:lnTo>
                    <a:pt x="39" y="75"/>
                  </a:lnTo>
                  <a:lnTo>
                    <a:pt x="30" y="80"/>
                  </a:lnTo>
                  <a:lnTo>
                    <a:pt x="19" y="58"/>
                  </a:lnTo>
                  <a:lnTo>
                    <a:pt x="8" y="26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3" name="Freeform 281"/>
            <p:cNvSpPr>
              <a:spLocks/>
            </p:cNvSpPr>
            <p:nvPr/>
          </p:nvSpPr>
          <p:spPr bwMode="gray">
            <a:xfrm>
              <a:off x="4569" y="2585"/>
              <a:ext cx="21" cy="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13"/>
                </a:cxn>
                <a:cxn ang="0">
                  <a:pos x="17" y="31"/>
                </a:cxn>
                <a:cxn ang="0">
                  <a:pos x="24" y="49"/>
                </a:cxn>
                <a:cxn ang="0">
                  <a:pos x="29" y="69"/>
                </a:cxn>
                <a:cxn ang="0">
                  <a:pos x="31" y="86"/>
                </a:cxn>
                <a:cxn ang="0">
                  <a:pos x="28" y="104"/>
                </a:cxn>
                <a:cxn ang="0">
                  <a:pos x="20" y="118"/>
                </a:cxn>
                <a:cxn ang="0">
                  <a:pos x="6" y="131"/>
                </a:cxn>
                <a:cxn ang="0">
                  <a:pos x="3" y="133"/>
                </a:cxn>
                <a:cxn ang="0">
                  <a:pos x="2" y="136"/>
                </a:cxn>
                <a:cxn ang="0">
                  <a:pos x="2" y="139"/>
                </a:cxn>
                <a:cxn ang="0">
                  <a:pos x="4" y="140"/>
                </a:cxn>
                <a:cxn ang="0">
                  <a:pos x="22" y="136"/>
                </a:cxn>
                <a:cxn ang="0">
                  <a:pos x="33" y="126"/>
                </a:cxn>
                <a:cxn ang="0">
                  <a:pos x="40" y="113"/>
                </a:cxn>
                <a:cxn ang="0">
                  <a:pos x="43" y="95"/>
                </a:cxn>
                <a:cxn ang="0">
                  <a:pos x="43" y="81"/>
                </a:cxn>
                <a:cxn ang="0">
                  <a:pos x="40" y="69"/>
                </a:cxn>
                <a:cxn ang="0">
                  <a:pos x="36" y="56"/>
                </a:cxn>
                <a:cxn ang="0">
                  <a:pos x="31" y="44"/>
                </a:cxn>
                <a:cxn ang="0">
                  <a:pos x="24" y="31"/>
                </a:cxn>
                <a:cxn ang="0">
                  <a:pos x="17" y="20"/>
                </a:cxn>
                <a:cxn ang="0">
                  <a:pos x="9" y="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3" h="140">
                  <a:moveTo>
                    <a:pt x="0" y="0"/>
                  </a:moveTo>
                  <a:lnTo>
                    <a:pt x="9" y="13"/>
                  </a:lnTo>
                  <a:lnTo>
                    <a:pt x="17" y="31"/>
                  </a:lnTo>
                  <a:lnTo>
                    <a:pt x="24" y="49"/>
                  </a:lnTo>
                  <a:lnTo>
                    <a:pt x="29" y="69"/>
                  </a:lnTo>
                  <a:lnTo>
                    <a:pt x="31" y="86"/>
                  </a:lnTo>
                  <a:lnTo>
                    <a:pt x="28" y="104"/>
                  </a:lnTo>
                  <a:lnTo>
                    <a:pt x="20" y="118"/>
                  </a:lnTo>
                  <a:lnTo>
                    <a:pt x="6" y="131"/>
                  </a:lnTo>
                  <a:lnTo>
                    <a:pt x="3" y="133"/>
                  </a:lnTo>
                  <a:lnTo>
                    <a:pt x="2" y="136"/>
                  </a:lnTo>
                  <a:lnTo>
                    <a:pt x="2" y="139"/>
                  </a:lnTo>
                  <a:lnTo>
                    <a:pt x="4" y="140"/>
                  </a:lnTo>
                  <a:lnTo>
                    <a:pt x="22" y="136"/>
                  </a:lnTo>
                  <a:lnTo>
                    <a:pt x="33" y="126"/>
                  </a:lnTo>
                  <a:lnTo>
                    <a:pt x="40" y="113"/>
                  </a:lnTo>
                  <a:lnTo>
                    <a:pt x="43" y="95"/>
                  </a:lnTo>
                  <a:lnTo>
                    <a:pt x="43" y="81"/>
                  </a:lnTo>
                  <a:lnTo>
                    <a:pt x="40" y="69"/>
                  </a:lnTo>
                  <a:lnTo>
                    <a:pt x="36" y="56"/>
                  </a:lnTo>
                  <a:lnTo>
                    <a:pt x="31" y="44"/>
                  </a:lnTo>
                  <a:lnTo>
                    <a:pt x="24" y="31"/>
                  </a:lnTo>
                  <a:lnTo>
                    <a:pt x="17" y="20"/>
                  </a:lnTo>
                  <a:lnTo>
                    <a:pt x="9" y="9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4" name="Freeform 282"/>
            <p:cNvSpPr>
              <a:spLocks/>
            </p:cNvSpPr>
            <p:nvPr/>
          </p:nvSpPr>
          <p:spPr bwMode="gray">
            <a:xfrm>
              <a:off x="4158" y="2712"/>
              <a:ext cx="39" cy="24"/>
            </a:xfrm>
            <a:custGeom>
              <a:avLst/>
              <a:gdLst/>
              <a:ahLst/>
              <a:cxnLst>
                <a:cxn ang="0">
                  <a:pos x="1" y="47"/>
                </a:cxn>
                <a:cxn ang="0">
                  <a:pos x="9" y="43"/>
                </a:cxn>
                <a:cxn ang="0">
                  <a:pos x="17" y="39"/>
                </a:cxn>
                <a:cxn ang="0">
                  <a:pos x="26" y="35"/>
                </a:cxn>
                <a:cxn ang="0">
                  <a:pos x="34" y="31"/>
                </a:cxn>
                <a:cxn ang="0">
                  <a:pos x="44" y="26"/>
                </a:cxn>
                <a:cxn ang="0">
                  <a:pos x="53" y="22"/>
                </a:cxn>
                <a:cxn ang="0">
                  <a:pos x="63" y="18"/>
                </a:cxn>
                <a:cxn ang="0">
                  <a:pos x="73" y="13"/>
                </a:cxn>
                <a:cxn ang="0">
                  <a:pos x="75" y="10"/>
                </a:cxn>
                <a:cxn ang="0">
                  <a:pos x="77" y="6"/>
                </a:cxn>
                <a:cxn ang="0">
                  <a:pos x="77" y="2"/>
                </a:cxn>
                <a:cxn ang="0">
                  <a:pos x="73" y="0"/>
                </a:cxn>
                <a:cxn ang="0">
                  <a:pos x="64" y="2"/>
                </a:cxn>
                <a:cxn ang="0">
                  <a:pos x="56" y="4"/>
                </a:cxn>
                <a:cxn ang="0">
                  <a:pos x="48" y="8"/>
                </a:cxn>
                <a:cxn ang="0">
                  <a:pos x="41" y="14"/>
                </a:cxn>
                <a:cxn ang="0">
                  <a:pos x="31" y="22"/>
                </a:cxn>
                <a:cxn ang="0">
                  <a:pos x="22" y="31"/>
                </a:cxn>
                <a:cxn ang="0">
                  <a:pos x="11" y="39"/>
                </a:cxn>
                <a:cxn ang="0">
                  <a:pos x="1" y="47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1" y="47"/>
                </a:cxn>
                <a:cxn ang="0">
                  <a:pos x="1" y="47"/>
                </a:cxn>
              </a:cxnLst>
              <a:rect l="0" t="0" r="r" b="b"/>
              <a:pathLst>
                <a:path w="77" h="47">
                  <a:moveTo>
                    <a:pt x="1" y="47"/>
                  </a:moveTo>
                  <a:lnTo>
                    <a:pt x="9" y="43"/>
                  </a:lnTo>
                  <a:lnTo>
                    <a:pt x="17" y="39"/>
                  </a:lnTo>
                  <a:lnTo>
                    <a:pt x="26" y="35"/>
                  </a:lnTo>
                  <a:lnTo>
                    <a:pt x="34" y="31"/>
                  </a:lnTo>
                  <a:lnTo>
                    <a:pt x="44" y="26"/>
                  </a:lnTo>
                  <a:lnTo>
                    <a:pt x="53" y="22"/>
                  </a:lnTo>
                  <a:lnTo>
                    <a:pt x="63" y="18"/>
                  </a:lnTo>
                  <a:lnTo>
                    <a:pt x="73" y="13"/>
                  </a:lnTo>
                  <a:lnTo>
                    <a:pt x="75" y="10"/>
                  </a:lnTo>
                  <a:lnTo>
                    <a:pt x="77" y="6"/>
                  </a:lnTo>
                  <a:lnTo>
                    <a:pt x="77" y="2"/>
                  </a:lnTo>
                  <a:lnTo>
                    <a:pt x="73" y="0"/>
                  </a:lnTo>
                  <a:lnTo>
                    <a:pt x="64" y="2"/>
                  </a:lnTo>
                  <a:lnTo>
                    <a:pt x="56" y="4"/>
                  </a:lnTo>
                  <a:lnTo>
                    <a:pt x="48" y="8"/>
                  </a:lnTo>
                  <a:lnTo>
                    <a:pt x="41" y="14"/>
                  </a:lnTo>
                  <a:lnTo>
                    <a:pt x="31" y="22"/>
                  </a:lnTo>
                  <a:lnTo>
                    <a:pt x="22" y="31"/>
                  </a:lnTo>
                  <a:lnTo>
                    <a:pt x="11" y="39"/>
                  </a:lnTo>
                  <a:lnTo>
                    <a:pt x="1" y="47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5" name="Freeform 283"/>
            <p:cNvSpPr>
              <a:spLocks/>
            </p:cNvSpPr>
            <p:nvPr/>
          </p:nvSpPr>
          <p:spPr bwMode="gray">
            <a:xfrm>
              <a:off x="4540" y="2575"/>
              <a:ext cx="25" cy="39"/>
            </a:xfrm>
            <a:custGeom>
              <a:avLst/>
              <a:gdLst/>
              <a:ahLst/>
              <a:cxnLst>
                <a:cxn ang="0">
                  <a:pos x="3" y="79"/>
                </a:cxn>
                <a:cxn ang="0">
                  <a:pos x="3" y="69"/>
                </a:cxn>
                <a:cxn ang="0">
                  <a:pos x="3" y="58"/>
                </a:cxn>
                <a:cxn ang="0">
                  <a:pos x="3" y="48"/>
                </a:cxn>
                <a:cxn ang="0">
                  <a:pos x="4" y="39"/>
                </a:cxn>
                <a:cxn ang="0">
                  <a:pos x="6" y="32"/>
                </a:cxn>
                <a:cxn ang="0">
                  <a:pos x="10" y="25"/>
                </a:cxn>
                <a:cxn ang="0">
                  <a:pos x="14" y="19"/>
                </a:cxn>
                <a:cxn ang="0">
                  <a:pos x="21" y="17"/>
                </a:cxn>
                <a:cxn ang="0">
                  <a:pos x="25" y="17"/>
                </a:cxn>
                <a:cxn ang="0">
                  <a:pos x="32" y="18"/>
                </a:cxn>
                <a:cxn ang="0">
                  <a:pos x="38" y="19"/>
                </a:cxn>
                <a:cxn ang="0">
                  <a:pos x="42" y="22"/>
                </a:cxn>
                <a:cxn ang="0">
                  <a:pos x="44" y="22"/>
                </a:cxn>
                <a:cxn ang="0">
                  <a:pos x="49" y="21"/>
                </a:cxn>
                <a:cxn ang="0">
                  <a:pos x="50" y="17"/>
                </a:cxn>
                <a:cxn ang="0">
                  <a:pos x="50" y="14"/>
                </a:cxn>
                <a:cxn ang="0">
                  <a:pos x="47" y="7"/>
                </a:cxn>
                <a:cxn ang="0">
                  <a:pos x="42" y="3"/>
                </a:cxn>
                <a:cxn ang="0">
                  <a:pos x="36" y="1"/>
                </a:cxn>
                <a:cxn ang="0">
                  <a:pos x="31" y="0"/>
                </a:cxn>
                <a:cxn ang="0">
                  <a:pos x="24" y="1"/>
                </a:cxn>
                <a:cxn ang="0">
                  <a:pos x="18" y="4"/>
                </a:cxn>
                <a:cxn ang="0">
                  <a:pos x="13" y="7"/>
                </a:cxn>
                <a:cxn ang="0">
                  <a:pos x="9" y="12"/>
                </a:cxn>
                <a:cxn ang="0">
                  <a:pos x="2" y="28"/>
                </a:cxn>
                <a:cxn ang="0">
                  <a:pos x="0" y="44"/>
                </a:cxn>
                <a:cxn ang="0">
                  <a:pos x="2" y="62"/>
                </a:cxn>
                <a:cxn ang="0">
                  <a:pos x="3" y="79"/>
                </a:cxn>
                <a:cxn ang="0">
                  <a:pos x="3" y="79"/>
                </a:cxn>
                <a:cxn ang="0">
                  <a:pos x="3" y="79"/>
                </a:cxn>
                <a:cxn ang="0">
                  <a:pos x="3" y="79"/>
                </a:cxn>
                <a:cxn ang="0">
                  <a:pos x="3" y="79"/>
                </a:cxn>
                <a:cxn ang="0">
                  <a:pos x="3" y="79"/>
                </a:cxn>
              </a:cxnLst>
              <a:rect l="0" t="0" r="r" b="b"/>
              <a:pathLst>
                <a:path w="50" h="79">
                  <a:moveTo>
                    <a:pt x="3" y="79"/>
                  </a:moveTo>
                  <a:lnTo>
                    <a:pt x="3" y="69"/>
                  </a:lnTo>
                  <a:lnTo>
                    <a:pt x="3" y="58"/>
                  </a:lnTo>
                  <a:lnTo>
                    <a:pt x="3" y="48"/>
                  </a:lnTo>
                  <a:lnTo>
                    <a:pt x="4" y="39"/>
                  </a:lnTo>
                  <a:lnTo>
                    <a:pt x="6" y="32"/>
                  </a:lnTo>
                  <a:lnTo>
                    <a:pt x="10" y="25"/>
                  </a:lnTo>
                  <a:lnTo>
                    <a:pt x="14" y="19"/>
                  </a:lnTo>
                  <a:lnTo>
                    <a:pt x="21" y="17"/>
                  </a:lnTo>
                  <a:lnTo>
                    <a:pt x="25" y="17"/>
                  </a:lnTo>
                  <a:lnTo>
                    <a:pt x="32" y="18"/>
                  </a:lnTo>
                  <a:lnTo>
                    <a:pt x="38" y="19"/>
                  </a:lnTo>
                  <a:lnTo>
                    <a:pt x="42" y="22"/>
                  </a:lnTo>
                  <a:lnTo>
                    <a:pt x="44" y="22"/>
                  </a:lnTo>
                  <a:lnTo>
                    <a:pt x="49" y="21"/>
                  </a:lnTo>
                  <a:lnTo>
                    <a:pt x="50" y="17"/>
                  </a:lnTo>
                  <a:lnTo>
                    <a:pt x="50" y="14"/>
                  </a:lnTo>
                  <a:lnTo>
                    <a:pt x="47" y="7"/>
                  </a:lnTo>
                  <a:lnTo>
                    <a:pt x="42" y="3"/>
                  </a:lnTo>
                  <a:lnTo>
                    <a:pt x="36" y="1"/>
                  </a:lnTo>
                  <a:lnTo>
                    <a:pt x="31" y="0"/>
                  </a:lnTo>
                  <a:lnTo>
                    <a:pt x="24" y="1"/>
                  </a:lnTo>
                  <a:lnTo>
                    <a:pt x="18" y="4"/>
                  </a:lnTo>
                  <a:lnTo>
                    <a:pt x="13" y="7"/>
                  </a:lnTo>
                  <a:lnTo>
                    <a:pt x="9" y="12"/>
                  </a:lnTo>
                  <a:lnTo>
                    <a:pt x="2" y="28"/>
                  </a:lnTo>
                  <a:lnTo>
                    <a:pt x="0" y="44"/>
                  </a:lnTo>
                  <a:lnTo>
                    <a:pt x="2" y="62"/>
                  </a:lnTo>
                  <a:lnTo>
                    <a:pt x="3" y="79"/>
                  </a:lnTo>
                  <a:lnTo>
                    <a:pt x="3" y="79"/>
                  </a:lnTo>
                  <a:lnTo>
                    <a:pt x="3" y="79"/>
                  </a:lnTo>
                  <a:lnTo>
                    <a:pt x="3" y="79"/>
                  </a:lnTo>
                  <a:lnTo>
                    <a:pt x="3" y="79"/>
                  </a:lnTo>
                  <a:lnTo>
                    <a:pt x="3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6" name="Freeform 284"/>
            <p:cNvSpPr>
              <a:spLocks/>
            </p:cNvSpPr>
            <p:nvPr/>
          </p:nvSpPr>
          <p:spPr bwMode="gray">
            <a:xfrm>
              <a:off x="4028" y="2552"/>
              <a:ext cx="249" cy="296"/>
            </a:xfrm>
            <a:custGeom>
              <a:avLst/>
              <a:gdLst/>
              <a:ahLst/>
              <a:cxnLst>
                <a:cxn ang="0">
                  <a:pos x="3" y="416"/>
                </a:cxn>
                <a:cxn ang="0">
                  <a:pos x="0" y="444"/>
                </a:cxn>
                <a:cxn ang="0">
                  <a:pos x="17" y="493"/>
                </a:cxn>
                <a:cxn ang="0">
                  <a:pos x="77" y="557"/>
                </a:cxn>
                <a:cxn ang="0">
                  <a:pos x="135" y="590"/>
                </a:cxn>
                <a:cxn ang="0">
                  <a:pos x="156" y="571"/>
                </a:cxn>
                <a:cxn ang="0">
                  <a:pos x="181" y="531"/>
                </a:cxn>
                <a:cxn ang="0">
                  <a:pos x="199" y="464"/>
                </a:cxn>
                <a:cxn ang="0">
                  <a:pos x="203" y="423"/>
                </a:cxn>
                <a:cxn ang="0">
                  <a:pos x="230" y="426"/>
                </a:cxn>
                <a:cxn ang="0">
                  <a:pos x="273" y="414"/>
                </a:cxn>
                <a:cxn ang="0">
                  <a:pos x="316" y="365"/>
                </a:cxn>
                <a:cxn ang="0">
                  <a:pos x="338" y="317"/>
                </a:cxn>
                <a:cxn ang="0">
                  <a:pos x="363" y="288"/>
                </a:cxn>
                <a:cxn ang="0">
                  <a:pos x="400" y="248"/>
                </a:cxn>
                <a:cxn ang="0">
                  <a:pos x="434" y="212"/>
                </a:cxn>
                <a:cxn ang="0">
                  <a:pos x="460" y="192"/>
                </a:cxn>
                <a:cxn ang="0">
                  <a:pos x="484" y="161"/>
                </a:cxn>
                <a:cxn ang="0">
                  <a:pos x="498" y="123"/>
                </a:cxn>
                <a:cxn ang="0">
                  <a:pos x="485" y="86"/>
                </a:cxn>
                <a:cxn ang="0">
                  <a:pos x="441" y="54"/>
                </a:cxn>
                <a:cxn ang="0">
                  <a:pos x="401" y="24"/>
                </a:cxn>
                <a:cxn ang="0">
                  <a:pos x="364" y="4"/>
                </a:cxn>
                <a:cxn ang="0">
                  <a:pos x="321" y="4"/>
                </a:cxn>
                <a:cxn ang="0">
                  <a:pos x="292" y="17"/>
                </a:cxn>
                <a:cxn ang="0">
                  <a:pos x="269" y="14"/>
                </a:cxn>
                <a:cxn ang="0">
                  <a:pos x="237" y="18"/>
                </a:cxn>
                <a:cxn ang="0">
                  <a:pos x="207" y="36"/>
                </a:cxn>
                <a:cxn ang="0">
                  <a:pos x="196" y="55"/>
                </a:cxn>
                <a:cxn ang="0">
                  <a:pos x="190" y="61"/>
                </a:cxn>
                <a:cxn ang="0">
                  <a:pos x="178" y="66"/>
                </a:cxn>
                <a:cxn ang="0">
                  <a:pos x="161" y="69"/>
                </a:cxn>
                <a:cxn ang="0">
                  <a:pos x="139" y="68"/>
                </a:cxn>
                <a:cxn ang="0">
                  <a:pos x="120" y="80"/>
                </a:cxn>
                <a:cxn ang="0">
                  <a:pos x="105" y="103"/>
                </a:cxn>
                <a:cxn ang="0">
                  <a:pos x="99" y="131"/>
                </a:cxn>
                <a:cxn ang="0">
                  <a:pos x="108" y="182"/>
                </a:cxn>
                <a:cxn ang="0">
                  <a:pos x="109" y="298"/>
                </a:cxn>
                <a:cxn ang="0">
                  <a:pos x="85" y="363"/>
                </a:cxn>
                <a:cxn ang="0">
                  <a:pos x="69" y="371"/>
                </a:cxn>
                <a:cxn ang="0">
                  <a:pos x="48" y="375"/>
                </a:cxn>
                <a:cxn ang="0">
                  <a:pos x="22" y="393"/>
                </a:cxn>
              </a:cxnLst>
              <a:rect l="0" t="0" r="r" b="b"/>
              <a:pathLst>
                <a:path w="498" h="593">
                  <a:moveTo>
                    <a:pt x="4" y="412"/>
                  </a:moveTo>
                  <a:lnTo>
                    <a:pt x="3" y="416"/>
                  </a:lnTo>
                  <a:lnTo>
                    <a:pt x="0" y="427"/>
                  </a:lnTo>
                  <a:lnTo>
                    <a:pt x="0" y="444"/>
                  </a:lnTo>
                  <a:lnTo>
                    <a:pt x="4" y="466"/>
                  </a:lnTo>
                  <a:lnTo>
                    <a:pt x="17" y="493"/>
                  </a:lnTo>
                  <a:lnTo>
                    <a:pt x="40" y="524"/>
                  </a:lnTo>
                  <a:lnTo>
                    <a:pt x="77" y="557"/>
                  </a:lnTo>
                  <a:lnTo>
                    <a:pt x="132" y="593"/>
                  </a:lnTo>
                  <a:lnTo>
                    <a:pt x="135" y="590"/>
                  </a:lnTo>
                  <a:lnTo>
                    <a:pt x="143" y="583"/>
                  </a:lnTo>
                  <a:lnTo>
                    <a:pt x="156" y="571"/>
                  </a:lnTo>
                  <a:lnTo>
                    <a:pt x="168" y="554"/>
                  </a:lnTo>
                  <a:lnTo>
                    <a:pt x="181" y="531"/>
                  </a:lnTo>
                  <a:lnTo>
                    <a:pt x="192" y="500"/>
                  </a:lnTo>
                  <a:lnTo>
                    <a:pt x="199" y="464"/>
                  </a:lnTo>
                  <a:lnTo>
                    <a:pt x="199" y="422"/>
                  </a:lnTo>
                  <a:lnTo>
                    <a:pt x="203" y="423"/>
                  </a:lnTo>
                  <a:lnTo>
                    <a:pt x="214" y="426"/>
                  </a:lnTo>
                  <a:lnTo>
                    <a:pt x="230" y="426"/>
                  </a:lnTo>
                  <a:lnTo>
                    <a:pt x="251" y="423"/>
                  </a:lnTo>
                  <a:lnTo>
                    <a:pt x="273" y="414"/>
                  </a:lnTo>
                  <a:lnTo>
                    <a:pt x="295" y="394"/>
                  </a:lnTo>
                  <a:lnTo>
                    <a:pt x="316" y="365"/>
                  </a:lnTo>
                  <a:lnTo>
                    <a:pt x="334" y="321"/>
                  </a:lnTo>
                  <a:lnTo>
                    <a:pt x="338" y="317"/>
                  </a:lnTo>
                  <a:lnTo>
                    <a:pt x="347" y="305"/>
                  </a:lnTo>
                  <a:lnTo>
                    <a:pt x="363" y="288"/>
                  </a:lnTo>
                  <a:lnTo>
                    <a:pt x="380" y="269"/>
                  </a:lnTo>
                  <a:lnTo>
                    <a:pt x="400" y="248"/>
                  </a:lnTo>
                  <a:lnTo>
                    <a:pt x="418" y="228"/>
                  </a:lnTo>
                  <a:lnTo>
                    <a:pt x="434" y="212"/>
                  </a:lnTo>
                  <a:lnTo>
                    <a:pt x="448" y="201"/>
                  </a:lnTo>
                  <a:lnTo>
                    <a:pt x="460" y="192"/>
                  </a:lnTo>
                  <a:lnTo>
                    <a:pt x="473" y="178"/>
                  </a:lnTo>
                  <a:lnTo>
                    <a:pt x="484" y="161"/>
                  </a:lnTo>
                  <a:lnTo>
                    <a:pt x="494" y="143"/>
                  </a:lnTo>
                  <a:lnTo>
                    <a:pt x="498" y="123"/>
                  </a:lnTo>
                  <a:lnTo>
                    <a:pt x="495" y="103"/>
                  </a:lnTo>
                  <a:lnTo>
                    <a:pt x="485" y="86"/>
                  </a:lnTo>
                  <a:lnTo>
                    <a:pt x="465" y="69"/>
                  </a:lnTo>
                  <a:lnTo>
                    <a:pt x="441" y="54"/>
                  </a:lnTo>
                  <a:lnTo>
                    <a:pt x="419" y="39"/>
                  </a:lnTo>
                  <a:lnTo>
                    <a:pt x="401" y="24"/>
                  </a:lnTo>
                  <a:lnTo>
                    <a:pt x="382" y="11"/>
                  </a:lnTo>
                  <a:lnTo>
                    <a:pt x="364" y="4"/>
                  </a:lnTo>
                  <a:lnTo>
                    <a:pt x="343" y="0"/>
                  </a:lnTo>
                  <a:lnTo>
                    <a:pt x="321" y="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83" y="15"/>
                  </a:lnTo>
                  <a:lnTo>
                    <a:pt x="269" y="14"/>
                  </a:lnTo>
                  <a:lnTo>
                    <a:pt x="254" y="14"/>
                  </a:lnTo>
                  <a:lnTo>
                    <a:pt x="237" y="18"/>
                  </a:lnTo>
                  <a:lnTo>
                    <a:pt x="221" y="25"/>
                  </a:lnTo>
                  <a:lnTo>
                    <a:pt x="207" y="36"/>
                  </a:lnTo>
                  <a:lnTo>
                    <a:pt x="197" y="54"/>
                  </a:lnTo>
                  <a:lnTo>
                    <a:pt x="196" y="55"/>
                  </a:lnTo>
                  <a:lnTo>
                    <a:pt x="194" y="57"/>
                  </a:lnTo>
                  <a:lnTo>
                    <a:pt x="190" y="61"/>
                  </a:lnTo>
                  <a:lnTo>
                    <a:pt x="185" y="64"/>
                  </a:lnTo>
                  <a:lnTo>
                    <a:pt x="178" y="66"/>
                  </a:lnTo>
                  <a:lnTo>
                    <a:pt x="171" y="69"/>
                  </a:lnTo>
                  <a:lnTo>
                    <a:pt x="161" y="69"/>
                  </a:lnTo>
                  <a:lnTo>
                    <a:pt x="150" y="68"/>
                  </a:lnTo>
                  <a:lnTo>
                    <a:pt x="139" y="68"/>
                  </a:lnTo>
                  <a:lnTo>
                    <a:pt x="130" y="72"/>
                  </a:lnTo>
                  <a:lnTo>
                    <a:pt x="120" y="80"/>
                  </a:lnTo>
                  <a:lnTo>
                    <a:pt x="112" y="91"/>
                  </a:lnTo>
                  <a:lnTo>
                    <a:pt x="105" y="103"/>
                  </a:lnTo>
                  <a:lnTo>
                    <a:pt x="101" y="117"/>
                  </a:lnTo>
                  <a:lnTo>
                    <a:pt x="99" y="131"/>
                  </a:lnTo>
                  <a:lnTo>
                    <a:pt x="101" y="145"/>
                  </a:lnTo>
                  <a:lnTo>
                    <a:pt x="108" y="182"/>
                  </a:lnTo>
                  <a:lnTo>
                    <a:pt x="113" y="237"/>
                  </a:lnTo>
                  <a:lnTo>
                    <a:pt x="109" y="298"/>
                  </a:lnTo>
                  <a:lnTo>
                    <a:pt x="92" y="352"/>
                  </a:lnTo>
                  <a:lnTo>
                    <a:pt x="85" y="363"/>
                  </a:lnTo>
                  <a:lnTo>
                    <a:pt x="77" y="368"/>
                  </a:lnTo>
                  <a:lnTo>
                    <a:pt x="69" y="371"/>
                  </a:lnTo>
                  <a:lnTo>
                    <a:pt x="59" y="372"/>
                  </a:lnTo>
                  <a:lnTo>
                    <a:pt x="48" y="375"/>
                  </a:lnTo>
                  <a:lnTo>
                    <a:pt x="36" y="382"/>
                  </a:lnTo>
                  <a:lnTo>
                    <a:pt x="22" y="393"/>
                  </a:lnTo>
                  <a:lnTo>
                    <a:pt x="4" y="412"/>
                  </a:lnTo>
                  <a:close/>
                </a:path>
              </a:pathLst>
            </a:custGeom>
            <a:solidFill>
              <a:srgbClr val="49494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7" name="Freeform 285"/>
            <p:cNvSpPr>
              <a:spLocks/>
            </p:cNvSpPr>
            <p:nvPr/>
          </p:nvSpPr>
          <p:spPr bwMode="gray">
            <a:xfrm>
              <a:off x="4218" y="2822"/>
              <a:ext cx="123" cy="21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0" y="20"/>
                </a:cxn>
                <a:cxn ang="0">
                  <a:pos x="1" y="53"/>
                </a:cxn>
                <a:cxn ang="0">
                  <a:pos x="4" y="104"/>
                </a:cxn>
                <a:cxn ang="0">
                  <a:pos x="11" y="164"/>
                </a:cxn>
                <a:cxn ang="0">
                  <a:pos x="22" y="233"/>
                </a:cxn>
                <a:cxn ang="0">
                  <a:pos x="40" y="303"/>
                </a:cxn>
                <a:cxn ang="0">
                  <a:pos x="65" y="370"/>
                </a:cxn>
                <a:cxn ang="0">
                  <a:pos x="99" y="429"/>
                </a:cxn>
                <a:cxn ang="0">
                  <a:pos x="101" y="429"/>
                </a:cxn>
                <a:cxn ang="0">
                  <a:pos x="105" y="430"/>
                </a:cxn>
                <a:cxn ang="0">
                  <a:pos x="112" y="433"/>
                </a:cxn>
                <a:cxn ang="0">
                  <a:pos x="121" y="433"/>
                </a:cxn>
                <a:cxn ang="0">
                  <a:pos x="132" y="434"/>
                </a:cxn>
                <a:cxn ang="0">
                  <a:pos x="146" y="433"/>
                </a:cxn>
                <a:cxn ang="0">
                  <a:pos x="163" y="429"/>
                </a:cxn>
                <a:cxn ang="0">
                  <a:pos x="181" y="422"/>
                </a:cxn>
                <a:cxn ang="0">
                  <a:pos x="199" y="414"/>
                </a:cxn>
                <a:cxn ang="0">
                  <a:pos x="215" y="403"/>
                </a:cxn>
                <a:cxn ang="0">
                  <a:pos x="229" y="392"/>
                </a:cxn>
                <a:cxn ang="0">
                  <a:pos x="239" y="381"/>
                </a:cxn>
                <a:cxn ang="0">
                  <a:pos x="246" y="368"/>
                </a:cxn>
                <a:cxn ang="0">
                  <a:pos x="247" y="359"/>
                </a:cxn>
                <a:cxn ang="0">
                  <a:pos x="244" y="349"/>
                </a:cxn>
                <a:cxn ang="0">
                  <a:pos x="234" y="341"/>
                </a:cxn>
                <a:cxn ang="0">
                  <a:pos x="222" y="335"/>
                </a:cxn>
                <a:cxn ang="0">
                  <a:pos x="212" y="328"/>
                </a:cxn>
                <a:cxn ang="0">
                  <a:pos x="203" y="323"/>
                </a:cxn>
                <a:cxn ang="0">
                  <a:pos x="196" y="314"/>
                </a:cxn>
                <a:cxn ang="0">
                  <a:pos x="189" y="303"/>
                </a:cxn>
                <a:cxn ang="0">
                  <a:pos x="185" y="288"/>
                </a:cxn>
                <a:cxn ang="0">
                  <a:pos x="181" y="269"/>
                </a:cxn>
                <a:cxn ang="0">
                  <a:pos x="179" y="243"/>
                </a:cxn>
                <a:cxn ang="0">
                  <a:pos x="177" y="241"/>
                </a:cxn>
                <a:cxn ang="0">
                  <a:pos x="170" y="237"/>
                </a:cxn>
                <a:cxn ang="0">
                  <a:pos x="161" y="229"/>
                </a:cxn>
                <a:cxn ang="0">
                  <a:pos x="152" y="219"/>
                </a:cxn>
                <a:cxn ang="0">
                  <a:pos x="143" y="207"/>
                </a:cxn>
                <a:cxn ang="0">
                  <a:pos x="137" y="192"/>
                </a:cxn>
                <a:cxn ang="0">
                  <a:pos x="134" y="174"/>
                </a:cxn>
                <a:cxn ang="0">
                  <a:pos x="137" y="155"/>
                </a:cxn>
                <a:cxn ang="0">
                  <a:pos x="132" y="146"/>
                </a:cxn>
                <a:cxn ang="0">
                  <a:pos x="126" y="124"/>
                </a:cxn>
                <a:cxn ang="0">
                  <a:pos x="120" y="93"/>
                </a:cxn>
                <a:cxn ang="0">
                  <a:pos x="123" y="54"/>
                </a:cxn>
                <a:cxn ang="0">
                  <a:pos x="121" y="51"/>
                </a:cxn>
                <a:cxn ang="0">
                  <a:pos x="117" y="42"/>
                </a:cxn>
                <a:cxn ang="0">
                  <a:pos x="112" y="28"/>
                </a:cxn>
                <a:cxn ang="0">
                  <a:pos x="106" y="13"/>
                </a:cxn>
                <a:cxn ang="0">
                  <a:pos x="99" y="6"/>
                </a:cxn>
                <a:cxn ang="0">
                  <a:pos x="87" y="2"/>
                </a:cxn>
                <a:cxn ang="0">
                  <a:pos x="69" y="0"/>
                </a:cxn>
                <a:cxn ang="0">
                  <a:pos x="51" y="2"/>
                </a:cxn>
                <a:cxn ang="0">
                  <a:pos x="32" y="3"/>
                </a:cxn>
                <a:cxn ang="0">
                  <a:pos x="15" y="4"/>
                </a:cxn>
                <a:cxn ang="0">
                  <a:pos x="4" y="6"/>
                </a:cxn>
                <a:cxn ang="0">
                  <a:pos x="0" y="7"/>
                </a:cxn>
              </a:cxnLst>
              <a:rect l="0" t="0" r="r" b="b"/>
              <a:pathLst>
                <a:path w="247" h="434">
                  <a:moveTo>
                    <a:pt x="0" y="7"/>
                  </a:moveTo>
                  <a:lnTo>
                    <a:pt x="0" y="20"/>
                  </a:lnTo>
                  <a:lnTo>
                    <a:pt x="1" y="53"/>
                  </a:lnTo>
                  <a:lnTo>
                    <a:pt x="4" y="104"/>
                  </a:lnTo>
                  <a:lnTo>
                    <a:pt x="11" y="164"/>
                  </a:lnTo>
                  <a:lnTo>
                    <a:pt x="22" y="233"/>
                  </a:lnTo>
                  <a:lnTo>
                    <a:pt x="40" y="303"/>
                  </a:lnTo>
                  <a:lnTo>
                    <a:pt x="65" y="370"/>
                  </a:lnTo>
                  <a:lnTo>
                    <a:pt x="99" y="429"/>
                  </a:lnTo>
                  <a:lnTo>
                    <a:pt x="101" y="429"/>
                  </a:lnTo>
                  <a:lnTo>
                    <a:pt x="105" y="430"/>
                  </a:lnTo>
                  <a:lnTo>
                    <a:pt x="112" y="433"/>
                  </a:lnTo>
                  <a:lnTo>
                    <a:pt x="121" y="433"/>
                  </a:lnTo>
                  <a:lnTo>
                    <a:pt x="132" y="434"/>
                  </a:lnTo>
                  <a:lnTo>
                    <a:pt x="146" y="433"/>
                  </a:lnTo>
                  <a:lnTo>
                    <a:pt x="163" y="429"/>
                  </a:lnTo>
                  <a:lnTo>
                    <a:pt x="181" y="422"/>
                  </a:lnTo>
                  <a:lnTo>
                    <a:pt x="199" y="414"/>
                  </a:lnTo>
                  <a:lnTo>
                    <a:pt x="215" y="403"/>
                  </a:lnTo>
                  <a:lnTo>
                    <a:pt x="229" y="392"/>
                  </a:lnTo>
                  <a:lnTo>
                    <a:pt x="239" y="381"/>
                  </a:lnTo>
                  <a:lnTo>
                    <a:pt x="246" y="368"/>
                  </a:lnTo>
                  <a:lnTo>
                    <a:pt x="247" y="359"/>
                  </a:lnTo>
                  <a:lnTo>
                    <a:pt x="244" y="349"/>
                  </a:lnTo>
                  <a:lnTo>
                    <a:pt x="234" y="341"/>
                  </a:lnTo>
                  <a:lnTo>
                    <a:pt x="222" y="335"/>
                  </a:lnTo>
                  <a:lnTo>
                    <a:pt x="212" y="328"/>
                  </a:lnTo>
                  <a:lnTo>
                    <a:pt x="203" y="323"/>
                  </a:lnTo>
                  <a:lnTo>
                    <a:pt x="196" y="314"/>
                  </a:lnTo>
                  <a:lnTo>
                    <a:pt x="189" y="303"/>
                  </a:lnTo>
                  <a:lnTo>
                    <a:pt x="185" y="288"/>
                  </a:lnTo>
                  <a:lnTo>
                    <a:pt x="181" y="269"/>
                  </a:lnTo>
                  <a:lnTo>
                    <a:pt x="179" y="243"/>
                  </a:lnTo>
                  <a:lnTo>
                    <a:pt x="177" y="241"/>
                  </a:lnTo>
                  <a:lnTo>
                    <a:pt x="170" y="237"/>
                  </a:lnTo>
                  <a:lnTo>
                    <a:pt x="161" y="229"/>
                  </a:lnTo>
                  <a:lnTo>
                    <a:pt x="152" y="219"/>
                  </a:lnTo>
                  <a:lnTo>
                    <a:pt x="143" y="207"/>
                  </a:lnTo>
                  <a:lnTo>
                    <a:pt x="137" y="192"/>
                  </a:lnTo>
                  <a:lnTo>
                    <a:pt x="134" y="174"/>
                  </a:lnTo>
                  <a:lnTo>
                    <a:pt x="137" y="155"/>
                  </a:lnTo>
                  <a:lnTo>
                    <a:pt x="132" y="146"/>
                  </a:lnTo>
                  <a:lnTo>
                    <a:pt x="126" y="124"/>
                  </a:lnTo>
                  <a:lnTo>
                    <a:pt x="120" y="93"/>
                  </a:lnTo>
                  <a:lnTo>
                    <a:pt x="123" y="54"/>
                  </a:lnTo>
                  <a:lnTo>
                    <a:pt x="121" y="51"/>
                  </a:lnTo>
                  <a:lnTo>
                    <a:pt x="117" y="42"/>
                  </a:lnTo>
                  <a:lnTo>
                    <a:pt x="112" y="28"/>
                  </a:lnTo>
                  <a:lnTo>
                    <a:pt x="106" y="13"/>
                  </a:lnTo>
                  <a:lnTo>
                    <a:pt x="99" y="6"/>
                  </a:lnTo>
                  <a:lnTo>
                    <a:pt x="87" y="2"/>
                  </a:lnTo>
                  <a:lnTo>
                    <a:pt x="69" y="0"/>
                  </a:lnTo>
                  <a:lnTo>
                    <a:pt x="51" y="2"/>
                  </a:lnTo>
                  <a:lnTo>
                    <a:pt x="32" y="3"/>
                  </a:lnTo>
                  <a:lnTo>
                    <a:pt x="15" y="4"/>
                  </a:lnTo>
                  <a:lnTo>
                    <a:pt x="4" y="6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6B8E8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8" name="Freeform 286"/>
            <p:cNvSpPr>
              <a:spLocks/>
            </p:cNvSpPr>
            <p:nvPr/>
          </p:nvSpPr>
          <p:spPr bwMode="gray">
            <a:xfrm>
              <a:off x="4070" y="2541"/>
              <a:ext cx="128" cy="193"/>
            </a:xfrm>
            <a:custGeom>
              <a:avLst/>
              <a:gdLst/>
              <a:ahLst/>
              <a:cxnLst>
                <a:cxn ang="0">
                  <a:pos x="17" y="357"/>
                </a:cxn>
                <a:cxn ang="0">
                  <a:pos x="36" y="299"/>
                </a:cxn>
                <a:cxn ang="0">
                  <a:pos x="39" y="244"/>
                </a:cxn>
                <a:cxn ang="0">
                  <a:pos x="28" y="191"/>
                </a:cxn>
                <a:cxn ang="0">
                  <a:pos x="25" y="141"/>
                </a:cxn>
                <a:cxn ang="0">
                  <a:pos x="50" y="107"/>
                </a:cxn>
                <a:cxn ang="0">
                  <a:pos x="88" y="98"/>
                </a:cxn>
                <a:cxn ang="0">
                  <a:pos x="106" y="83"/>
                </a:cxn>
                <a:cxn ang="0">
                  <a:pos x="120" y="64"/>
                </a:cxn>
                <a:cxn ang="0">
                  <a:pos x="134" y="50"/>
                </a:cxn>
                <a:cxn ang="0">
                  <a:pos x="150" y="46"/>
                </a:cxn>
                <a:cxn ang="0">
                  <a:pos x="171" y="45"/>
                </a:cxn>
                <a:cxn ang="0">
                  <a:pos x="193" y="42"/>
                </a:cxn>
                <a:cxn ang="0">
                  <a:pos x="211" y="35"/>
                </a:cxn>
                <a:cxn ang="0">
                  <a:pos x="228" y="24"/>
                </a:cxn>
                <a:cxn ang="0">
                  <a:pos x="244" y="13"/>
                </a:cxn>
                <a:cxn ang="0">
                  <a:pos x="255" y="6"/>
                </a:cxn>
                <a:cxn ang="0">
                  <a:pos x="255" y="0"/>
                </a:cxn>
                <a:cxn ang="0">
                  <a:pos x="244" y="3"/>
                </a:cxn>
                <a:cxn ang="0">
                  <a:pos x="223" y="10"/>
                </a:cxn>
                <a:cxn ang="0">
                  <a:pos x="203" y="17"/>
                </a:cxn>
                <a:cxn ang="0">
                  <a:pos x="182" y="21"/>
                </a:cxn>
                <a:cxn ang="0">
                  <a:pos x="167" y="21"/>
                </a:cxn>
                <a:cxn ang="0">
                  <a:pos x="156" y="21"/>
                </a:cxn>
                <a:cxn ang="0">
                  <a:pos x="145" y="23"/>
                </a:cxn>
                <a:cxn ang="0">
                  <a:pos x="134" y="25"/>
                </a:cxn>
                <a:cxn ang="0">
                  <a:pos x="121" y="36"/>
                </a:cxn>
                <a:cxn ang="0">
                  <a:pos x="110" y="49"/>
                </a:cxn>
                <a:cxn ang="0">
                  <a:pos x="97" y="72"/>
                </a:cxn>
                <a:cxn ang="0">
                  <a:pos x="80" y="82"/>
                </a:cxn>
                <a:cxn ang="0">
                  <a:pos x="65" y="79"/>
                </a:cxn>
                <a:cxn ang="0">
                  <a:pos x="47" y="78"/>
                </a:cxn>
                <a:cxn ang="0">
                  <a:pos x="26" y="89"/>
                </a:cxn>
                <a:cxn ang="0">
                  <a:pos x="10" y="109"/>
                </a:cxn>
                <a:cxn ang="0">
                  <a:pos x="6" y="158"/>
                </a:cxn>
                <a:cxn ang="0">
                  <a:pos x="15" y="222"/>
                </a:cxn>
                <a:cxn ang="0">
                  <a:pos x="25" y="286"/>
                </a:cxn>
                <a:cxn ang="0">
                  <a:pos x="17" y="350"/>
                </a:cxn>
                <a:cxn ang="0">
                  <a:pos x="0" y="386"/>
                </a:cxn>
                <a:cxn ang="0">
                  <a:pos x="0" y="386"/>
                </a:cxn>
                <a:cxn ang="0">
                  <a:pos x="0" y="385"/>
                </a:cxn>
              </a:cxnLst>
              <a:rect l="0" t="0" r="r" b="b"/>
              <a:pathLst>
                <a:path w="257" h="386">
                  <a:moveTo>
                    <a:pt x="0" y="385"/>
                  </a:moveTo>
                  <a:lnTo>
                    <a:pt x="17" y="357"/>
                  </a:lnTo>
                  <a:lnTo>
                    <a:pt x="29" y="330"/>
                  </a:lnTo>
                  <a:lnTo>
                    <a:pt x="36" y="299"/>
                  </a:lnTo>
                  <a:lnTo>
                    <a:pt x="40" y="268"/>
                  </a:lnTo>
                  <a:lnTo>
                    <a:pt x="39" y="244"/>
                  </a:lnTo>
                  <a:lnTo>
                    <a:pt x="35" y="218"/>
                  </a:lnTo>
                  <a:lnTo>
                    <a:pt x="28" y="191"/>
                  </a:lnTo>
                  <a:lnTo>
                    <a:pt x="25" y="164"/>
                  </a:lnTo>
                  <a:lnTo>
                    <a:pt x="25" y="141"/>
                  </a:lnTo>
                  <a:lnTo>
                    <a:pt x="32" y="120"/>
                  </a:lnTo>
                  <a:lnTo>
                    <a:pt x="50" y="107"/>
                  </a:lnTo>
                  <a:lnTo>
                    <a:pt x="79" y="101"/>
                  </a:lnTo>
                  <a:lnTo>
                    <a:pt x="88" y="98"/>
                  </a:lnTo>
                  <a:lnTo>
                    <a:pt x="98" y="91"/>
                  </a:lnTo>
                  <a:lnTo>
                    <a:pt x="106" y="83"/>
                  </a:lnTo>
                  <a:lnTo>
                    <a:pt x="113" y="75"/>
                  </a:lnTo>
                  <a:lnTo>
                    <a:pt x="120" y="64"/>
                  </a:lnTo>
                  <a:lnTo>
                    <a:pt x="127" y="56"/>
                  </a:lnTo>
                  <a:lnTo>
                    <a:pt x="134" y="50"/>
                  </a:lnTo>
                  <a:lnTo>
                    <a:pt x="142" y="47"/>
                  </a:lnTo>
                  <a:lnTo>
                    <a:pt x="150" y="46"/>
                  </a:lnTo>
                  <a:lnTo>
                    <a:pt x="160" y="45"/>
                  </a:lnTo>
                  <a:lnTo>
                    <a:pt x="171" y="45"/>
                  </a:lnTo>
                  <a:lnTo>
                    <a:pt x="183" y="43"/>
                  </a:lnTo>
                  <a:lnTo>
                    <a:pt x="193" y="42"/>
                  </a:lnTo>
                  <a:lnTo>
                    <a:pt x="203" y="39"/>
                  </a:lnTo>
                  <a:lnTo>
                    <a:pt x="211" y="35"/>
                  </a:lnTo>
                  <a:lnTo>
                    <a:pt x="219" y="29"/>
                  </a:lnTo>
                  <a:lnTo>
                    <a:pt x="228" y="24"/>
                  </a:lnTo>
                  <a:lnTo>
                    <a:pt x="236" y="18"/>
                  </a:lnTo>
                  <a:lnTo>
                    <a:pt x="244" y="13"/>
                  </a:lnTo>
                  <a:lnTo>
                    <a:pt x="254" y="7"/>
                  </a:lnTo>
                  <a:lnTo>
                    <a:pt x="255" y="6"/>
                  </a:lnTo>
                  <a:lnTo>
                    <a:pt x="257" y="3"/>
                  </a:lnTo>
                  <a:lnTo>
                    <a:pt x="255" y="0"/>
                  </a:lnTo>
                  <a:lnTo>
                    <a:pt x="254" y="0"/>
                  </a:lnTo>
                  <a:lnTo>
                    <a:pt x="244" y="3"/>
                  </a:lnTo>
                  <a:lnTo>
                    <a:pt x="233" y="6"/>
                  </a:lnTo>
                  <a:lnTo>
                    <a:pt x="223" y="10"/>
                  </a:lnTo>
                  <a:lnTo>
                    <a:pt x="212" y="14"/>
                  </a:lnTo>
                  <a:lnTo>
                    <a:pt x="203" y="17"/>
                  </a:lnTo>
                  <a:lnTo>
                    <a:pt x="192" y="20"/>
                  </a:lnTo>
                  <a:lnTo>
                    <a:pt x="182" y="21"/>
                  </a:lnTo>
                  <a:lnTo>
                    <a:pt x="171" y="21"/>
                  </a:lnTo>
                  <a:lnTo>
                    <a:pt x="167" y="21"/>
                  </a:lnTo>
                  <a:lnTo>
                    <a:pt x="163" y="21"/>
                  </a:lnTo>
                  <a:lnTo>
                    <a:pt x="156" y="21"/>
                  </a:lnTo>
                  <a:lnTo>
                    <a:pt x="150" y="21"/>
                  </a:lnTo>
                  <a:lnTo>
                    <a:pt x="145" y="23"/>
                  </a:lnTo>
                  <a:lnTo>
                    <a:pt x="138" y="24"/>
                  </a:lnTo>
                  <a:lnTo>
                    <a:pt x="134" y="25"/>
                  </a:lnTo>
                  <a:lnTo>
                    <a:pt x="130" y="28"/>
                  </a:lnTo>
                  <a:lnTo>
                    <a:pt x="121" y="36"/>
                  </a:lnTo>
                  <a:lnTo>
                    <a:pt x="116" y="42"/>
                  </a:lnTo>
                  <a:lnTo>
                    <a:pt x="110" y="49"/>
                  </a:lnTo>
                  <a:lnTo>
                    <a:pt x="105" y="60"/>
                  </a:lnTo>
                  <a:lnTo>
                    <a:pt x="97" y="72"/>
                  </a:lnTo>
                  <a:lnTo>
                    <a:pt x="88" y="79"/>
                  </a:lnTo>
                  <a:lnTo>
                    <a:pt x="80" y="82"/>
                  </a:lnTo>
                  <a:lnTo>
                    <a:pt x="73" y="80"/>
                  </a:lnTo>
                  <a:lnTo>
                    <a:pt x="65" y="79"/>
                  </a:lnTo>
                  <a:lnTo>
                    <a:pt x="55" y="78"/>
                  </a:lnTo>
                  <a:lnTo>
                    <a:pt x="47" y="78"/>
                  </a:lnTo>
                  <a:lnTo>
                    <a:pt x="37" y="80"/>
                  </a:lnTo>
                  <a:lnTo>
                    <a:pt x="26" y="89"/>
                  </a:lnTo>
                  <a:lnTo>
                    <a:pt x="17" y="97"/>
                  </a:lnTo>
                  <a:lnTo>
                    <a:pt x="10" y="109"/>
                  </a:lnTo>
                  <a:lnTo>
                    <a:pt x="6" y="123"/>
                  </a:lnTo>
                  <a:lnTo>
                    <a:pt x="6" y="158"/>
                  </a:lnTo>
                  <a:lnTo>
                    <a:pt x="10" y="189"/>
                  </a:lnTo>
                  <a:lnTo>
                    <a:pt x="15" y="222"/>
                  </a:lnTo>
                  <a:lnTo>
                    <a:pt x="21" y="254"/>
                  </a:lnTo>
                  <a:lnTo>
                    <a:pt x="25" y="286"/>
                  </a:lnTo>
                  <a:lnTo>
                    <a:pt x="24" y="317"/>
                  </a:lnTo>
                  <a:lnTo>
                    <a:pt x="17" y="350"/>
                  </a:lnTo>
                  <a:lnTo>
                    <a:pt x="0" y="385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0" y="386"/>
                  </a:lnTo>
                  <a:lnTo>
                    <a:pt x="0" y="385"/>
                  </a:lnTo>
                  <a:lnTo>
                    <a:pt x="0" y="3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79" name="Freeform 287"/>
            <p:cNvSpPr>
              <a:spLocks/>
            </p:cNvSpPr>
            <p:nvPr/>
          </p:nvSpPr>
          <p:spPr bwMode="gray">
            <a:xfrm>
              <a:off x="4127" y="2585"/>
              <a:ext cx="77" cy="63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2" y="6"/>
                </a:cxn>
                <a:cxn ang="0">
                  <a:pos x="24" y="10"/>
                </a:cxn>
                <a:cxn ang="0">
                  <a:pos x="37" y="15"/>
                </a:cxn>
                <a:cxn ang="0">
                  <a:pos x="49" y="21"/>
                </a:cxn>
                <a:cxn ang="0">
                  <a:pos x="62" y="28"/>
                </a:cxn>
                <a:cxn ang="0">
                  <a:pos x="74" y="33"/>
                </a:cxn>
                <a:cxn ang="0">
                  <a:pos x="85" y="40"/>
                </a:cxn>
                <a:cxn ang="0">
                  <a:pos x="97" y="47"/>
                </a:cxn>
                <a:cxn ang="0">
                  <a:pos x="106" y="53"/>
                </a:cxn>
                <a:cxn ang="0">
                  <a:pos x="117" y="60"/>
                </a:cxn>
                <a:cxn ang="0">
                  <a:pos x="128" y="69"/>
                </a:cxn>
                <a:cxn ang="0">
                  <a:pos x="139" y="80"/>
                </a:cxn>
                <a:cxn ang="0">
                  <a:pos x="147" y="91"/>
                </a:cxn>
                <a:cxn ang="0">
                  <a:pos x="150" y="102"/>
                </a:cxn>
                <a:cxn ang="0">
                  <a:pos x="146" y="113"/>
                </a:cxn>
                <a:cxn ang="0">
                  <a:pos x="135" y="124"/>
                </a:cxn>
                <a:cxn ang="0">
                  <a:pos x="133" y="124"/>
                </a:cxn>
                <a:cxn ang="0">
                  <a:pos x="133" y="126"/>
                </a:cxn>
                <a:cxn ang="0">
                  <a:pos x="133" y="127"/>
                </a:cxn>
                <a:cxn ang="0">
                  <a:pos x="133" y="127"/>
                </a:cxn>
                <a:cxn ang="0">
                  <a:pos x="148" y="116"/>
                </a:cxn>
                <a:cxn ang="0">
                  <a:pos x="154" y="102"/>
                </a:cxn>
                <a:cxn ang="0">
                  <a:pos x="154" y="87"/>
                </a:cxn>
                <a:cxn ang="0">
                  <a:pos x="146" y="71"/>
                </a:cxn>
                <a:cxn ang="0">
                  <a:pos x="140" y="65"/>
                </a:cxn>
                <a:cxn ang="0">
                  <a:pos x="135" y="60"/>
                </a:cxn>
                <a:cxn ang="0">
                  <a:pos x="128" y="55"/>
                </a:cxn>
                <a:cxn ang="0">
                  <a:pos x="121" y="51"/>
                </a:cxn>
                <a:cxn ang="0">
                  <a:pos x="114" y="47"/>
                </a:cxn>
                <a:cxn ang="0">
                  <a:pos x="106" y="43"/>
                </a:cxn>
                <a:cxn ang="0">
                  <a:pos x="99" y="40"/>
                </a:cxn>
                <a:cxn ang="0">
                  <a:pos x="92" y="36"/>
                </a:cxn>
                <a:cxn ang="0">
                  <a:pos x="81" y="31"/>
                </a:cxn>
                <a:cxn ang="0">
                  <a:pos x="70" y="26"/>
                </a:cxn>
                <a:cxn ang="0">
                  <a:pos x="59" y="22"/>
                </a:cxn>
                <a:cxn ang="0">
                  <a:pos x="46" y="18"/>
                </a:cxn>
                <a:cxn ang="0">
                  <a:pos x="35" y="14"/>
                </a:cxn>
                <a:cxn ang="0">
                  <a:pos x="24" y="9"/>
                </a:cxn>
                <a:cxn ang="0">
                  <a:pos x="12" y="4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4" h="127">
                  <a:moveTo>
                    <a:pt x="0" y="2"/>
                  </a:moveTo>
                  <a:lnTo>
                    <a:pt x="12" y="6"/>
                  </a:lnTo>
                  <a:lnTo>
                    <a:pt x="24" y="10"/>
                  </a:lnTo>
                  <a:lnTo>
                    <a:pt x="37" y="15"/>
                  </a:lnTo>
                  <a:lnTo>
                    <a:pt x="49" y="21"/>
                  </a:lnTo>
                  <a:lnTo>
                    <a:pt x="62" y="28"/>
                  </a:lnTo>
                  <a:lnTo>
                    <a:pt x="74" y="33"/>
                  </a:lnTo>
                  <a:lnTo>
                    <a:pt x="85" y="40"/>
                  </a:lnTo>
                  <a:lnTo>
                    <a:pt x="97" y="47"/>
                  </a:lnTo>
                  <a:lnTo>
                    <a:pt x="106" y="53"/>
                  </a:lnTo>
                  <a:lnTo>
                    <a:pt x="117" y="60"/>
                  </a:lnTo>
                  <a:lnTo>
                    <a:pt x="128" y="69"/>
                  </a:lnTo>
                  <a:lnTo>
                    <a:pt x="139" y="80"/>
                  </a:lnTo>
                  <a:lnTo>
                    <a:pt x="147" y="91"/>
                  </a:lnTo>
                  <a:lnTo>
                    <a:pt x="150" y="102"/>
                  </a:lnTo>
                  <a:lnTo>
                    <a:pt x="146" y="113"/>
                  </a:lnTo>
                  <a:lnTo>
                    <a:pt x="135" y="124"/>
                  </a:lnTo>
                  <a:lnTo>
                    <a:pt x="133" y="124"/>
                  </a:lnTo>
                  <a:lnTo>
                    <a:pt x="133" y="126"/>
                  </a:lnTo>
                  <a:lnTo>
                    <a:pt x="133" y="127"/>
                  </a:lnTo>
                  <a:lnTo>
                    <a:pt x="133" y="127"/>
                  </a:lnTo>
                  <a:lnTo>
                    <a:pt x="148" y="116"/>
                  </a:lnTo>
                  <a:lnTo>
                    <a:pt x="154" y="102"/>
                  </a:lnTo>
                  <a:lnTo>
                    <a:pt x="154" y="87"/>
                  </a:lnTo>
                  <a:lnTo>
                    <a:pt x="146" y="71"/>
                  </a:lnTo>
                  <a:lnTo>
                    <a:pt x="140" y="65"/>
                  </a:lnTo>
                  <a:lnTo>
                    <a:pt x="135" y="60"/>
                  </a:lnTo>
                  <a:lnTo>
                    <a:pt x="128" y="55"/>
                  </a:lnTo>
                  <a:lnTo>
                    <a:pt x="121" y="51"/>
                  </a:lnTo>
                  <a:lnTo>
                    <a:pt x="114" y="47"/>
                  </a:lnTo>
                  <a:lnTo>
                    <a:pt x="106" y="43"/>
                  </a:lnTo>
                  <a:lnTo>
                    <a:pt x="99" y="40"/>
                  </a:lnTo>
                  <a:lnTo>
                    <a:pt x="92" y="36"/>
                  </a:lnTo>
                  <a:lnTo>
                    <a:pt x="81" y="31"/>
                  </a:lnTo>
                  <a:lnTo>
                    <a:pt x="70" y="26"/>
                  </a:lnTo>
                  <a:lnTo>
                    <a:pt x="59" y="22"/>
                  </a:lnTo>
                  <a:lnTo>
                    <a:pt x="46" y="18"/>
                  </a:lnTo>
                  <a:lnTo>
                    <a:pt x="35" y="14"/>
                  </a:lnTo>
                  <a:lnTo>
                    <a:pt x="24" y="9"/>
                  </a:lnTo>
                  <a:lnTo>
                    <a:pt x="12" y="4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0" name="Freeform 288"/>
            <p:cNvSpPr>
              <a:spLocks/>
            </p:cNvSpPr>
            <p:nvPr/>
          </p:nvSpPr>
          <p:spPr bwMode="gray">
            <a:xfrm>
              <a:off x="4100" y="2628"/>
              <a:ext cx="58" cy="2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7" y="7"/>
                </a:cxn>
                <a:cxn ang="0">
                  <a:pos x="12" y="12"/>
                </a:cxn>
                <a:cxn ang="0">
                  <a:pos x="19" y="19"/>
                </a:cxn>
                <a:cxn ang="0">
                  <a:pos x="25" y="25"/>
                </a:cxn>
                <a:cxn ang="0">
                  <a:pos x="33" y="30"/>
                </a:cxn>
                <a:cxn ang="0">
                  <a:pos x="42" y="35"/>
                </a:cxn>
                <a:cxn ang="0">
                  <a:pos x="52" y="39"/>
                </a:cxn>
                <a:cxn ang="0">
                  <a:pos x="62" y="43"/>
                </a:cxn>
                <a:cxn ang="0">
                  <a:pos x="69" y="46"/>
                </a:cxn>
                <a:cxn ang="0">
                  <a:pos x="76" y="48"/>
                </a:cxn>
                <a:cxn ang="0">
                  <a:pos x="82" y="51"/>
                </a:cxn>
                <a:cxn ang="0">
                  <a:pos x="89" y="51"/>
                </a:cxn>
                <a:cxn ang="0">
                  <a:pos x="95" y="51"/>
                </a:cxn>
                <a:cxn ang="0">
                  <a:pos x="102" y="50"/>
                </a:cxn>
                <a:cxn ang="0">
                  <a:pos x="107" y="46"/>
                </a:cxn>
                <a:cxn ang="0">
                  <a:pos x="113" y="40"/>
                </a:cxn>
                <a:cxn ang="0">
                  <a:pos x="114" y="37"/>
                </a:cxn>
                <a:cxn ang="0">
                  <a:pos x="113" y="35"/>
                </a:cxn>
                <a:cxn ang="0">
                  <a:pos x="110" y="33"/>
                </a:cxn>
                <a:cxn ang="0">
                  <a:pos x="107" y="33"/>
                </a:cxn>
                <a:cxn ang="0">
                  <a:pos x="102" y="35"/>
                </a:cxn>
                <a:cxn ang="0">
                  <a:pos x="96" y="35"/>
                </a:cxn>
                <a:cxn ang="0">
                  <a:pos x="91" y="33"/>
                </a:cxn>
                <a:cxn ang="0">
                  <a:pos x="85" y="32"/>
                </a:cxn>
                <a:cxn ang="0">
                  <a:pos x="78" y="30"/>
                </a:cxn>
                <a:cxn ang="0">
                  <a:pos x="73" y="29"/>
                </a:cxn>
                <a:cxn ang="0">
                  <a:pos x="67" y="28"/>
                </a:cxn>
                <a:cxn ang="0">
                  <a:pos x="62" y="26"/>
                </a:cxn>
                <a:cxn ang="0">
                  <a:pos x="54" y="25"/>
                </a:cxn>
                <a:cxn ang="0">
                  <a:pos x="45" y="24"/>
                </a:cxn>
                <a:cxn ang="0">
                  <a:pos x="37" y="21"/>
                </a:cxn>
                <a:cxn ang="0">
                  <a:pos x="30" y="18"/>
                </a:cxn>
                <a:cxn ang="0">
                  <a:pos x="22" y="14"/>
                </a:cxn>
                <a:cxn ang="0">
                  <a:pos x="15" y="10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4" h="51">
                  <a:moveTo>
                    <a:pt x="0" y="1"/>
                  </a:moveTo>
                  <a:lnTo>
                    <a:pt x="7" y="7"/>
                  </a:lnTo>
                  <a:lnTo>
                    <a:pt x="12" y="12"/>
                  </a:lnTo>
                  <a:lnTo>
                    <a:pt x="19" y="19"/>
                  </a:lnTo>
                  <a:lnTo>
                    <a:pt x="25" y="25"/>
                  </a:lnTo>
                  <a:lnTo>
                    <a:pt x="33" y="30"/>
                  </a:lnTo>
                  <a:lnTo>
                    <a:pt x="42" y="35"/>
                  </a:lnTo>
                  <a:lnTo>
                    <a:pt x="52" y="39"/>
                  </a:lnTo>
                  <a:lnTo>
                    <a:pt x="62" y="43"/>
                  </a:lnTo>
                  <a:lnTo>
                    <a:pt x="69" y="46"/>
                  </a:lnTo>
                  <a:lnTo>
                    <a:pt x="76" y="48"/>
                  </a:lnTo>
                  <a:lnTo>
                    <a:pt x="82" y="51"/>
                  </a:lnTo>
                  <a:lnTo>
                    <a:pt x="89" y="51"/>
                  </a:lnTo>
                  <a:lnTo>
                    <a:pt x="95" y="51"/>
                  </a:lnTo>
                  <a:lnTo>
                    <a:pt x="102" y="50"/>
                  </a:lnTo>
                  <a:lnTo>
                    <a:pt x="107" y="46"/>
                  </a:lnTo>
                  <a:lnTo>
                    <a:pt x="113" y="40"/>
                  </a:lnTo>
                  <a:lnTo>
                    <a:pt x="114" y="37"/>
                  </a:lnTo>
                  <a:lnTo>
                    <a:pt x="113" y="35"/>
                  </a:lnTo>
                  <a:lnTo>
                    <a:pt x="110" y="33"/>
                  </a:lnTo>
                  <a:lnTo>
                    <a:pt x="107" y="33"/>
                  </a:lnTo>
                  <a:lnTo>
                    <a:pt x="102" y="35"/>
                  </a:lnTo>
                  <a:lnTo>
                    <a:pt x="96" y="35"/>
                  </a:lnTo>
                  <a:lnTo>
                    <a:pt x="91" y="33"/>
                  </a:lnTo>
                  <a:lnTo>
                    <a:pt x="85" y="32"/>
                  </a:lnTo>
                  <a:lnTo>
                    <a:pt x="78" y="30"/>
                  </a:lnTo>
                  <a:lnTo>
                    <a:pt x="73" y="29"/>
                  </a:lnTo>
                  <a:lnTo>
                    <a:pt x="67" y="28"/>
                  </a:lnTo>
                  <a:lnTo>
                    <a:pt x="62" y="26"/>
                  </a:lnTo>
                  <a:lnTo>
                    <a:pt x="54" y="25"/>
                  </a:lnTo>
                  <a:lnTo>
                    <a:pt x="45" y="24"/>
                  </a:lnTo>
                  <a:lnTo>
                    <a:pt x="37" y="21"/>
                  </a:lnTo>
                  <a:lnTo>
                    <a:pt x="30" y="18"/>
                  </a:lnTo>
                  <a:lnTo>
                    <a:pt x="22" y="14"/>
                  </a:lnTo>
                  <a:lnTo>
                    <a:pt x="15" y="10"/>
                  </a:lnTo>
                  <a:lnTo>
                    <a:pt x="8" y="6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1" name="Freeform 289"/>
            <p:cNvSpPr>
              <a:spLocks/>
            </p:cNvSpPr>
            <p:nvPr/>
          </p:nvSpPr>
          <p:spPr bwMode="gray">
            <a:xfrm>
              <a:off x="4118" y="2632"/>
              <a:ext cx="89" cy="156"/>
            </a:xfrm>
            <a:custGeom>
              <a:avLst/>
              <a:gdLst/>
              <a:ahLst/>
              <a:cxnLst>
                <a:cxn ang="0">
                  <a:pos x="178" y="298"/>
                </a:cxn>
                <a:cxn ang="0">
                  <a:pos x="163" y="284"/>
                </a:cxn>
                <a:cxn ang="0">
                  <a:pos x="149" y="270"/>
                </a:cxn>
                <a:cxn ang="0">
                  <a:pos x="137" y="255"/>
                </a:cxn>
                <a:cxn ang="0">
                  <a:pos x="124" y="239"/>
                </a:cxn>
                <a:cxn ang="0">
                  <a:pos x="112" y="224"/>
                </a:cxn>
                <a:cxn ang="0">
                  <a:pos x="99" y="207"/>
                </a:cxn>
                <a:cxn ang="0">
                  <a:pos x="88" y="191"/>
                </a:cxn>
                <a:cxn ang="0">
                  <a:pos x="77" y="173"/>
                </a:cxn>
                <a:cxn ang="0">
                  <a:pos x="68" y="156"/>
                </a:cxn>
                <a:cxn ang="0">
                  <a:pos x="55" y="138"/>
                </a:cxn>
                <a:cxn ang="0">
                  <a:pos x="46" y="119"/>
                </a:cxn>
                <a:cxn ang="0">
                  <a:pos x="36" y="97"/>
                </a:cxn>
                <a:cxn ang="0">
                  <a:pos x="29" y="76"/>
                </a:cxn>
                <a:cxn ang="0">
                  <a:pos x="28" y="55"/>
                </a:cxn>
                <a:cxn ang="0">
                  <a:pos x="32" y="35"/>
                </a:cxn>
                <a:cxn ang="0">
                  <a:pos x="43" y="17"/>
                </a:cxn>
                <a:cxn ang="0">
                  <a:pos x="47" y="9"/>
                </a:cxn>
                <a:cxn ang="0">
                  <a:pos x="44" y="2"/>
                </a:cxn>
                <a:cxn ang="0">
                  <a:pos x="37" y="0"/>
                </a:cxn>
                <a:cxn ang="0">
                  <a:pos x="29" y="4"/>
                </a:cxn>
                <a:cxn ang="0">
                  <a:pos x="13" y="21"/>
                </a:cxn>
                <a:cxn ang="0">
                  <a:pos x="3" y="43"/>
                </a:cxn>
                <a:cxn ang="0">
                  <a:pos x="0" y="68"/>
                </a:cxn>
                <a:cxn ang="0">
                  <a:pos x="4" y="94"/>
                </a:cxn>
                <a:cxn ang="0">
                  <a:pos x="13" y="123"/>
                </a:cxn>
                <a:cxn ang="0">
                  <a:pos x="26" y="153"/>
                </a:cxn>
                <a:cxn ang="0">
                  <a:pos x="42" y="182"/>
                </a:cxn>
                <a:cxn ang="0">
                  <a:pos x="61" y="210"/>
                </a:cxn>
                <a:cxn ang="0">
                  <a:pos x="80" y="237"/>
                </a:cxn>
                <a:cxn ang="0">
                  <a:pos x="101" y="261"/>
                </a:cxn>
                <a:cxn ang="0">
                  <a:pos x="120" y="281"/>
                </a:cxn>
                <a:cxn ang="0">
                  <a:pos x="138" y="297"/>
                </a:cxn>
                <a:cxn ang="0">
                  <a:pos x="153" y="308"/>
                </a:cxn>
                <a:cxn ang="0">
                  <a:pos x="166" y="312"/>
                </a:cxn>
                <a:cxn ang="0">
                  <a:pos x="174" y="309"/>
                </a:cxn>
                <a:cxn ang="0">
                  <a:pos x="177" y="299"/>
                </a:cxn>
                <a:cxn ang="0">
                  <a:pos x="177" y="299"/>
                </a:cxn>
                <a:cxn ang="0">
                  <a:pos x="178" y="299"/>
                </a:cxn>
                <a:cxn ang="0">
                  <a:pos x="178" y="299"/>
                </a:cxn>
                <a:cxn ang="0">
                  <a:pos x="178" y="298"/>
                </a:cxn>
                <a:cxn ang="0">
                  <a:pos x="178" y="298"/>
                </a:cxn>
              </a:cxnLst>
              <a:rect l="0" t="0" r="r" b="b"/>
              <a:pathLst>
                <a:path w="178" h="312">
                  <a:moveTo>
                    <a:pt x="178" y="298"/>
                  </a:moveTo>
                  <a:lnTo>
                    <a:pt x="163" y="284"/>
                  </a:lnTo>
                  <a:lnTo>
                    <a:pt x="149" y="270"/>
                  </a:lnTo>
                  <a:lnTo>
                    <a:pt x="137" y="255"/>
                  </a:lnTo>
                  <a:lnTo>
                    <a:pt x="124" y="239"/>
                  </a:lnTo>
                  <a:lnTo>
                    <a:pt x="112" y="224"/>
                  </a:lnTo>
                  <a:lnTo>
                    <a:pt x="99" y="207"/>
                  </a:lnTo>
                  <a:lnTo>
                    <a:pt x="88" y="191"/>
                  </a:lnTo>
                  <a:lnTo>
                    <a:pt x="77" y="173"/>
                  </a:lnTo>
                  <a:lnTo>
                    <a:pt x="68" y="156"/>
                  </a:lnTo>
                  <a:lnTo>
                    <a:pt x="55" y="138"/>
                  </a:lnTo>
                  <a:lnTo>
                    <a:pt x="46" y="119"/>
                  </a:lnTo>
                  <a:lnTo>
                    <a:pt x="36" y="97"/>
                  </a:lnTo>
                  <a:lnTo>
                    <a:pt x="29" y="76"/>
                  </a:lnTo>
                  <a:lnTo>
                    <a:pt x="28" y="55"/>
                  </a:lnTo>
                  <a:lnTo>
                    <a:pt x="32" y="35"/>
                  </a:lnTo>
                  <a:lnTo>
                    <a:pt x="43" y="17"/>
                  </a:lnTo>
                  <a:lnTo>
                    <a:pt x="47" y="9"/>
                  </a:lnTo>
                  <a:lnTo>
                    <a:pt x="44" y="2"/>
                  </a:lnTo>
                  <a:lnTo>
                    <a:pt x="37" y="0"/>
                  </a:lnTo>
                  <a:lnTo>
                    <a:pt x="29" y="4"/>
                  </a:lnTo>
                  <a:lnTo>
                    <a:pt x="13" y="21"/>
                  </a:lnTo>
                  <a:lnTo>
                    <a:pt x="3" y="43"/>
                  </a:lnTo>
                  <a:lnTo>
                    <a:pt x="0" y="68"/>
                  </a:lnTo>
                  <a:lnTo>
                    <a:pt x="4" y="94"/>
                  </a:lnTo>
                  <a:lnTo>
                    <a:pt x="13" y="123"/>
                  </a:lnTo>
                  <a:lnTo>
                    <a:pt x="26" y="153"/>
                  </a:lnTo>
                  <a:lnTo>
                    <a:pt x="42" y="182"/>
                  </a:lnTo>
                  <a:lnTo>
                    <a:pt x="61" y="210"/>
                  </a:lnTo>
                  <a:lnTo>
                    <a:pt x="80" y="237"/>
                  </a:lnTo>
                  <a:lnTo>
                    <a:pt x="101" y="261"/>
                  </a:lnTo>
                  <a:lnTo>
                    <a:pt x="120" y="281"/>
                  </a:lnTo>
                  <a:lnTo>
                    <a:pt x="138" y="297"/>
                  </a:lnTo>
                  <a:lnTo>
                    <a:pt x="153" y="308"/>
                  </a:lnTo>
                  <a:lnTo>
                    <a:pt x="166" y="312"/>
                  </a:lnTo>
                  <a:lnTo>
                    <a:pt x="174" y="309"/>
                  </a:lnTo>
                  <a:lnTo>
                    <a:pt x="177" y="299"/>
                  </a:lnTo>
                  <a:lnTo>
                    <a:pt x="177" y="299"/>
                  </a:lnTo>
                  <a:lnTo>
                    <a:pt x="178" y="299"/>
                  </a:lnTo>
                  <a:lnTo>
                    <a:pt x="178" y="299"/>
                  </a:lnTo>
                  <a:lnTo>
                    <a:pt x="178" y="298"/>
                  </a:lnTo>
                  <a:lnTo>
                    <a:pt x="178" y="29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2" name="Freeform 290"/>
            <p:cNvSpPr>
              <a:spLocks/>
            </p:cNvSpPr>
            <p:nvPr/>
          </p:nvSpPr>
          <p:spPr bwMode="gray">
            <a:xfrm>
              <a:off x="4156" y="2638"/>
              <a:ext cx="46" cy="78"/>
            </a:xfrm>
            <a:custGeom>
              <a:avLst/>
              <a:gdLst/>
              <a:ahLst/>
              <a:cxnLst>
                <a:cxn ang="0">
                  <a:pos x="92" y="0"/>
                </a:cxn>
                <a:cxn ang="0">
                  <a:pos x="84" y="7"/>
                </a:cxn>
                <a:cxn ang="0">
                  <a:pos x="76" y="16"/>
                </a:cxn>
                <a:cxn ang="0">
                  <a:pos x="69" y="22"/>
                </a:cxn>
                <a:cxn ang="0">
                  <a:pos x="61" y="31"/>
                </a:cxn>
                <a:cxn ang="0">
                  <a:pos x="54" y="39"/>
                </a:cxn>
                <a:cxn ang="0">
                  <a:pos x="47" y="47"/>
                </a:cxn>
                <a:cxn ang="0">
                  <a:pos x="40" y="56"/>
                </a:cxn>
                <a:cxn ang="0">
                  <a:pos x="33" y="64"/>
                </a:cxn>
                <a:cxn ang="0">
                  <a:pos x="21" y="83"/>
                </a:cxn>
                <a:cxn ang="0">
                  <a:pos x="10" y="105"/>
                </a:cxn>
                <a:cxn ang="0">
                  <a:pos x="1" y="129"/>
                </a:cxn>
                <a:cxn ang="0">
                  <a:pos x="0" y="152"/>
                </a:cxn>
                <a:cxn ang="0">
                  <a:pos x="1" y="156"/>
                </a:cxn>
                <a:cxn ang="0">
                  <a:pos x="7" y="157"/>
                </a:cxn>
                <a:cxn ang="0">
                  <a:pos x="11" y="155"/>
                </a:cxn>
                <a:cxn ang="0">
                  <a:pos x="15" y="152"/>
                </a:cxn>
                <a:cxn ang="0">
                  <a:pos x="25" y="137"/>
                </a:cxn>
                <a:cxn ang="0">
                  <a:pos x="32" y="120"/>
                </a:cxn>
                <a:cxn ang="0">
                  <a:pos x="36" y="104"/>
                </a:cxn>
                <a:cxn ang="0">
                  <a:pos x="41" y="86"/>
                </a:cxn>
                <a:cxn ang="0">
                  <a:pos x="47" y="75"/>
                </a:cxn>
                <a:cxn ang="0">
                  <a:pos x="51" y="62"/>
                </a:cxn>
                <a:cxn ang="0">
                  <a:pos x="57" y="53"/>
                </a:cxn>
                <a:cxn ang="0">
                  <a:pos x="63" y="42"/>
                </a:cxn>
                <a:cxn ang="0">
                  <a:pos x="70" y="32"/>
                </a:cxn>
                <a:cxn ang="0">
                  <a:pos x="77" y="21"/>
                </a:cxn>
                <a:cxn ang="0">
                  <a:pos x="84" y="11"/>
                </a:cxn>
                <a:cxn ang="0">
                  <a:pos x="92" y="2"/>
                </a:cxn>
                <a:cxn ang="0">
                  <a:pos x="92" y="0"/>
                </a:cxn>
                <a:cxn ang="0">
                  <a:pos x="92" y="0"/>
                </a:cxn>
                <a:cxn ang="0">
                  <a:pos x="92" y="0"/>
                </a:cxn>
                <a:cxn ang="0">
                  <a:pos x="92" y="0"/>
                </a:cxn>
                <a:cxn ang="0">
                  <a:pos x="92" y="0"/>
                </a:cxn>
              </a:cxnLst>
              <a:rect l="0" t="0" r="r" b="b"/>
              <a:pathLst>
                <a:path w="92" h="157">
                  <a:moveTo>
                    <a:pt x="92" y="0"/>
                  </a:moveTo>
                  <a:lnTo>
                    <a:pt x="84" y="7"/>
                  </a:lnTo>
                  <a:lnTo>
                    <a:pt x="76" y="16"/>
                  </a:lnTo>
                  <a:lnTo>
                    <a:pt x="69" y="22"/>
                  </a:lnTo>
                  <a:lnTo>
                    <a:pt x="61" y="31"/>
                  </a:lnTo>
                  <a:lnTo>
                    <a:pt x="54" y="39"/>
                  </a:lnTo>
                  <a:lnTo>
                    <a:pt x="47" y="47"/>
                  </a:lnTo>
                  <a:lnTo>
                    <a:pt x="40" y="56"/>
                  </a:lnTo>
                  <a:lnTo>
                    <a:pt x="33" y="64"/>
                  </a:lnTo>
                  <a:lnTo>
                    <a:pt x="21" y="83"/>
                  </a:lnTo>
                  <a:lnTo>
                    <a:pt x="10" y="105"/>
                  </a:lnTo>
                  <a:lnTo>
                    <a:pt x="1" y="129"/>
                  </a:lnTo>
                  <a:lnTo>
                    <a:pt x="0" y="152"/>
                  </a:lnTo>
                  <a:lnTo>
                    <a:pt x="1" y="156"/>
                  </a:lnTo>
                  <a:lnTo>
                    <a:pt x="7" y="157"/>
                  </a:lnTo>
                  <a:lnTo>
                    <a:pt x="11" y="155"/>
                  </a:lnTo>
                  <a:lnTo>
                    <a:pt x="15" y="152"/>
                  </a:lnTo>
                  <a:lnTo>
                    <a:pt x="25" y="137"/>
                  </a:lnTo>
                  <a:lnTo>
                    <a:pt x="32" y="120"/>
                  </a:lnTo>
                  <a:lnTo>
                    <a:pt x="36" y="104"/>
                  </a:lnTo>
                  <a:lnTo>
                    <a:pt x="41" y="86"/>
                  </a:lnTo>
                  <a:lnTo>
                    <a:pt x="47" y="75"/>
                  </a:lnTo>
                  <a:lnTo>
                    <a:pt x="51" y="62"/>
                  </a:lnTo>
                  <a:lnTo>
                    <a:pt x="57" y="53"/>
                  </a:lnTo>
                  <a:lnTo>
                    <a:pt x="63" y="42"/>
                  </a:lnTo>
                  <a:lnTo>
                    <a:pt x="70" y="32"/>
                  </a:lnTo>
                  <a:lnTo>
                    <a:pt x="77" y="21"/>
                  </a:lnTo>
                  <a:lnTo>
                    <a:pt x="84" y="11"/>
                  </a:lnTo>
                  <a:lnTo>
                    <a:pt x="92" y="2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3" name="Freeform 291"/>
            <p:cNvSpPr>
              <a:spLocks/>
            </p:cNvSpPr>
            <p:nvPr/>
          </p:nvSpPr>
          <p:spPr bwMode="gray">
            <a:xfrm>
              <a:off x="4087" y="2692"/>
              <a:ext cx="61" cy="69"/>
            </a:xfrm>
            <a:custGeom>
              <a:avLst/>
              <a:gdLst/>
              <a:ahLst/>
              <a:cxnLst>
                <a:cxn ang="0">
                  <a:pos x="0" y="117"/>
                </a:cxn>
                <a:cxn ang="0">
                  <a:pos x="7" y="123"/>
                </a:cxn>
                <a:cxn ang="0">
                  <a:pos x="14" y="127"/>
                </a:cxn>
                <a:cxn ang="0">
                  <a:pos x="21" y="131"/>
                </a:cxn>
                <a:cxn ang="0">
                  <a:pos x="28" y="134"/>
                </a:cxn>
                <a:cxn ang="0">
                  <a:pos x="35" y="137"/>
                </a:cxn>
                <a:cxn ang="0">
                  <a:pos x="43" y="138"/>
                </a:cxn>
                <a:cxn ang="0">
                  <a:pos x="51" y="138"/>
                </a:cxn>
                <a:cxn ang="0">
                  <a:pos x="59" y="138"/>
                </a:cxn>
                <a:cxn ang="0">
                  <a:pos x="66" y="137"/>
                </a:cxn>
                <a:cxn ang="0">
                  <a:pos x="73" y="135"/>
                </a:cxn>
                <a:cxn ang="0">
                  <a:pos x="79" y="133"/>
                </a:cxn>
                <a:cxn ang="0">
                  <a:pos x="86" y="128"/>
                </a:cxn>
                <a:cxn ang="0">
                  <a:pos x="91" y="126"/>
                </a:cxn>
                <a:cxn ang="0">
                  <a:pos x="97" y="121"/>
                </a:cxn>
                <a:cxn ang="0">
                  <a:pos x="102" y="117"/>
                </a:cxn>
                <a:cxn ang="0">
                  <a:pos x="106" y="112"/>
                </a:cxn>
                <a:cxn ang="0">
                  <a:pos x="119" y="86"/>
                </a:cxn>
                <a:cxn ang="0">
                  <a:pos x="123" y="58"/>
                </a:cxn>
                <a:cxn ang="0">
                  <a:pos x="119" y="29"/>
                </a:cxn>
                <a:cxn ang="0">
                  <a:pos x="110" y="2"/>
                </a:cxn>
                <a:cxn ang="0">
                  <a:pos x="108" y="0"/>
                </a:cxn>
                <a:cxn ang="0">
                  <a:pos x="105" y="2"/>
                </a:cxn>
                <a:cxn ang="0">
                  <a:pos x="101" y="6"/>
                </a:cxn>
                <a:cxn ang="0">
                  <a:pos x="99" y="10"/>
                </a:cxn>
                <a:cxn ang="0">
                  <a:pos x="102" y="29"/>
                </a:cxn>
                <a:cxn ang="0">
                  <a:pos x="104" y="50"/>
                </a:cxn>
                <a:cxn ang="0">
                  <a:pos x="104" y="69"/>
                </a:cxn>
                <a:cxn ang="0">
                  <a:pos x="101" y="88"/>
                </a:cxn>
                <a:cxn ang="0">
                  <a:pos x="95" y="102"/>
                </a:cxn>
                <a:cxn ang="0">
                  <a:pos x="86" y="115"/>
                </a:cxn>
                <a:cxn ang="0">
                  <a:pos x="73" y="123"/>
                </a:cxn>
                <a:cxn ang="0">
                  <a:pos x="59" y="127"/>
                </a:cxn>
                <a:cxn ang="0">
                  <a:pos x="44" y="130"/>
                </a:cxn>
                <a:cxn ang="0">
                  <a:pos x="29" y="128"/>
                </a:cxn>
                <a:cxn ang="0">
                  <a:pos x="14" y="124"/>
                </a:cxn>
                <a:cxn ang="0">
                  <a:pos x="2" y="116"/>
                </a:cxn>
                <a:cxn ang="0">
                  <a:pos x="0" y="116"/>
                </a:cxn>
                <a:cxn ang="0">
                  <a:pos x="0" y="116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0" y="117"/>
                </a:cxn>
              </a:cxnLst>
              <a:rect l="0" t="0" r="r" b="b"/>
              <a:pathLst>
                <a:path w="123" h="138">
                  <a:moveTo>
                    <a:pt x="0" y="117"/>
                  </a:moveTo>
                  <a:lnTo>
                    <a:pt x="7" y="123"/>
                  </a:lnTo>
                  <a:lnTo>
                    <a:pt x="14" y="127"/>
                  </a:lnTo>
                  <a:lnTo>
                    <a:pt x="21" y="131"/>
                  </a:lnTo>
                  <a:lnTo>
                    <a:pt x="28" y="134"/>
                  </a:lnTo>
                  <a:lnTo>
                    <a:pt x="35" y="137"/>
                  </a:lnTo>
                  <a:lnTo>
                    <a:pt x="43" y="138"/>
                  </a:lnTo>
                  <a:lnTo>
                    <a:pt x="51" y="138"/>
                  </a:lnTo>
                  <a:lnTo>
                    <a:pt x="59" y="138"/>
                  </a:lnTo>
                  <a:lnTo>
                    <a:pt x="66" y="137"/>
                  </a:lnTo>
                  <a:lnTo>
                    <a:pt x="73" y="135"/>
                  </a:lnTo>
                  <a:lnTo>
                    <a:pt x="79" y="133"/>
                  </a:lnTo>
                  <a:lnTo>
                    <a:pt x="86" y="128"/>
                  </a:lnTo>
                  <a:lnTo>
                    <a:pt x="91" y="126"/>
                  </a:lnTo>
                  <a:lnTo>
                    <a:pt x="97" y="121"/>
                  </a:lnTo>
                  <a:lnTo>
                    <a:pt x="102" y="117"/>
                  </a:lnTo>
                  <a:lnTo>
                    <a:pt x="106" y="112"/>
                  </a:lnTo>
                  <a:lnTo>
                    <a:pt x="119" y="86"/>
                  </a:lnTo>
                  <a:lnTo>
                    <a:pt x="123" y="58"/>
                  </a:lnTo>
                  <a:lnTo>
                    <a:pt x="119" y="29"/>
                  </a:lnTo>
                  <a:lnTo>
                    <a:pt x="110" y="2"/>
                  </a:lnTo>
                  <a:lnTo>
                    <a:pt x="108" y="0"/>
                  </a:lnTo>
                  <a:lnTo>
                    <a:pt x="105" y="2"/>
                  </a:lnTo>
                  <a:lnTo>
                    <a:pt x="101" y="6"/>
                  </a:lnTo>
                  <a:lnTo>
                    <a:pt x="99" y="10"/>
                  </a:lnTo>
                  <a:lnTo>
                    <a:pt x="102" y="29"/>
                  </a:lnTo>
                  <a:lnTo>
                    <a:pt x="104" y="50"/>
                  </a:lnTo>
                  <a:lnTo>
                    <a:pt x="104" y="69"/>
                  </a:lnTo>
                  <a:lnTo>
                    <a:pt x="101" y="88"/>
                  </a:lnTo>
                  <a:lnTo>
                    <a:pt x="95" y="102"/>
                  </a:lnTo>
                  <a:lnTo>
                    <a:pt x="86" y="115"/>
                  </a:lnTo>
                  <a:lnTo>
                    <a:pt x="73" y="123"/>
                  </a:lnTo>
                  <a:lnTo>
                    <a:pt x="59" y="127"/>
                  </a:lnTo>
                  <a:lnTo>
                    <a:pt x="44" y="130"/>
                  </a:lnTo>
                  <a:lnTo>
                    <a:pt x="29" y="128"/>
                  </a:lnTo>
                  <a:lnTo>
                    <a:pt x="14" y="124"/>
                  </a:lnTo>
                  <a:lnTo>
                    <a:pt x="2" y="116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4" name="Freeform 292"/>
            <p:cNvSpPr>
              <a:spLocks/>
            </p:cNvSpPr>
            <p:nvPr/>
          </p:nvSpPr>
          <p:spPr bwMode="gray">
            <a:xfrm>
              <a:off x="4213" y="2640"/>
              <a:ext cx="47" cy="5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9" y="15"/>
                </a:cxn>
                <a:cxn ang="0">
                  <a:pos x="18" y="28"/>
                </a:cxn>
                <a:cxn ang="0">
                  <a:pos x="26" y="42"/>
                </a:cxn>
                <a:cxn ang="0">
                  <a:pos x="32" y="57"/>
                </a:cxn>
                <a:cxn ang="0">
                  <a:pos x="34" y="66"/>
                </a:cxn>
                <a:cxn ang="0">
                  <a:pos x="37" y="74"/>
                </a:cxn>
                <a:cxn ang="0">
                  <a:pos x="41" y="82"/>
                </a:cxn>
                <a:cxn ang="0">
                  <a:pos x="44" y="90"/>
                </a:cxn>
                <a:cxn ang="0">
                  <a:pos x="49" y="99"/>
                </a:cxn>
                <a:cxn ang="0">
                  <a:pos x="55" y="104"/>
                </a:cxn>
                <a:cxn ang="0">
                  <a:pos x="63" y="107"/>
                </a:cxn>
                <a:cxn ang="0">
                  <a:pos x="73" y="107"/>
                </a:cxn>
                <a:cxn ang="0">
                  <a:pos x="80" y="104"/>
                </a:cxn>
                <a:cxn ang="0">
                  <a:pos x="87" y="97"/>
                </a:cxn>
                <a:cxn ang="0">
                  <a:pos x="91" y="90"/>
                </a:cxn>
                <a:cxn ang="0">
                  <a:pos x="92" y="84"/>
                </a:cxn>
                <a:cxn ang="0">
                  <a:pos x="94" y="66"/>
                </a:cxn>
                <a:cxn ang="0">
                  <a:pos x="88" y="51"/>
                </a:cxn>
                <a:cxn ang="0">
                  <a:pos x="78" y="38"/>
                </a:cxn>
                <a:cxn ang="0">
                  <a:pos x="65" y="27"/>
                </a:cxn>
                <a:cxn ang="0">
                  <a:pos x="48" y="17"/>
                </a:cxn>
                <a:cxn ang="0">
                  <a:pos x="32" y="11"/>
                </a:cxn>
                <a:cxn ang="0">
                  <a:pos x="15" y="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4" h="107">
                  <a:moveTo>
                    <a:pt x="0" y="1"/>
                  </a:moveTo>
                  <a:lnTo>
                    <a:pt x="9" y="15"/>
                  </a:lnTo>
                  <a:lnTo>
                    <a:pt x="18" y="28"/>
                  </a:lnTo>
                  <a:lnTo>
                    <a:pt x="26" y="42"/>
                  </a:lnTo>
                  <a:lnTo>
                    <a:pt x="32" y="57"/>
                  </a:lnTo>
                  <a:lnTo>
                    <a:pt x="34" y="66"/>
                  </a:lnTo>
                  <a:lnTo>
                    <a:pt x="37" y="74"/>
                  </a:lnTo>
                  <a:lnTo>
                    <a:pt x="41" y="82"/>
                  </a:lnTo>
                  <a:lnTo>
                    <a:pt x="44" y="90"/>
                  </a:lnTo>
                  <a:lnTo>
                    <a:pt x="49" y="99"/>
                  </a:lnTo>
                  <a:lnTo>
                    <a:pt x="55" y="104"/>
                  </a:lnTo>
                  <a:lnTo>
                    <a:pt x="63" y="107"/>
                  </a:lnTo>
                  <a:lnTo>
                    <a:pt x="73" y="107"/>
                  </a:lnTo>
                  <a:lnTo>
                    <a:pt x="80" y="104"/>
                  </a:lnTo>
                  <a:lnTo>
                    <a:pt x="87" y="97"/>
                  </a:lnTo>
                  <a:lnTo>
                    <a:pt x="91" y="90"/>
                  </a:lnTo>
                  <a:lnTo>
                    <a:pt x="92" y="84"/>
                  </a:lnTo>
                  <a:lnTo>
                    <a:pt x="94" y="66"/>
                  </a:lnTo>
                  <a:lnTo>
                    <a:pt x="88" y="51"/>
                  </a:lnTo>
                  <a:lnTo>
                    <a:pt x="78" y="38"/>
                  </a:lnTo>
                  <a:lnTo>
                    <a:pt x="65" y="27"/>
                  </a:lnTo>
                  <a:lnTo>
                    <a:pt x="48" y="17"/>
                  </a:lnTo>
                  <a:lnTo>
                    <a:pt x="32" y="11"/>
                  </a:lnTo>
                  <a:lnTo>
                    <a:pt x="15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5" name="Freeform 293"/>
            <p:cNvSpPr>
              <a:spLocks/>
            </p:cNvSpPr>
            <p:nvPr/>
          </p:nvSpPr>
          <p:spPr bwMode="gray">
            <a:xfrm>
              <a:off x="4163" y="2564"/>
              <a:ext cx="75" cy="15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7" y="10"/>
                </a:cxn>
                <a:cxn ang="0">
                  <a:pos x="32" y="19"/>
                </a:cxn>
                <a:cxn ang="0">
                  <a:pos x="48" y="29"/>
                </a:cxn>
                <a:cxn ang="0">
                  <a:pos x="64" y="40"/>
                </a:cxn>
                <a:cxn ang="0">
                  <a:pos x="79" y="51"/>
                </a:cxn>
                <a:cxn ang="0">
                  <a:pos x="94" y="62"/>
                </a:cxn>
                <a:cxn ang="0">
                  <a:pos x="109" y="73"/>
                </a:cxn>
                <a:cxn ang="0">
                  <a:pos x="123" y="84"/>
                </a:cxn>
                <a:cxn ang="0">
                  <a:pos x="134" y="103"/>
                </a:cxn>
                <a:cxn ang="0">
                  <a:pos x="133" y="129"/>
                </a:cxn>
                <a:cxn ang="0">
                  <a:pos x="120" y="160"/>
                </a:cxn>
                <a:cxn ang="0">
                  <a:pos x="101" y="191"/>
                </a:cxn>
                <a:cxn ang="0">
                  <a:pos x="77" y="225"/>
                </a:cxn>
                <a:cxn ang="0">
                  <a:pos x="54" y="253"/>
                </a:cxn>
                <a:cxn ang="0">
                  <a:pos x="33" y="278"/>
                </a:cxn>
                <a:cxn ang="0">
                  <a:pos x="20" y="295"/>
                </a:cxn>
                <a:cxn ang="0">
                  <a:pos x="18" y="299"/>
                </a:cxn>
                <a:cxn ang="0">
                  <a:pos x="21" y="302"/>
                </a:cxn>
                <a:cxn ang="0">
                  <a:pos x="24" y="302"/>
                </a:cxn>
                <a:cxn ang="0">
                  <a:pos x="28" y="299"/>
                </a:cxn>
                <a:cxn ang="0">
                  <a:pos x="44" y="281"/>
                </a:cxn>
                <a:cxn ang="0">
                  <a:pos x="62" y="260"/>
                </a:cxn>
                <a:cxn ang="0">
                  <a:pos x="83" y="238"/>
                </a:cxn>
                <a:cxn ang="0">
                  <a:pos x="102" y="216"/>
                </a:cxn>
                <a:cxn ang="0">
                  <a:pos x="120" y="191"/>
                </a:cxn>
                <a:cxn ang="0">
                  <a:pos x="134" y="168"/>
                </a:cxn>
                <a:cxn ang="0">
                  <a:pos x="145" y="142"/>
                </a:cxn>
                <a:cxn ang="0">
                  <a:pos x="149" y="117"/>
                </a:cxn>
                <a:cxn ang="0">
                  <a:pos x="148" y="99"/>
                </a:cxn>
                <a:cxn ang="0">
                  <a:pos x="142" y="87"/>
                </a:cxn>
                <a:cxn ang="0">
                  <a:pos x="131" y="76"/>
                </a:cxn>
                <a:cxn ang="0">
                  <a:pos x="115" y="66"/>
                </a:cxn>
                <a:cxn ang="0">
                  <a:pos x="101" y="58"/>
                </a:cxn>
                <a:cxn ang="0">
                  <a:pos x="86" y="50"/>
                </a:cxn>
                <a:cxn ang="0">
                  <a:pos x="72" y="40"/>
                </a:cxn>
                <a:cxn ang="0">
                  <a:pos x="58" y="32"/>
                </a:cxn>
                <a:cxn ang="0">
                  <a:pos x="44" y="23"/>
                </a:cxn>
                <a:cxn ang="0">
                  <a:pos x="31" y="15"/>
                </a:cxn>
                <a:cxn ang="0">
                  <a:pos x="15" y="7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49" h="302">
                  <a:moveTo>
                    <a:pt x="0" y="1"/>
                  </a:moveTo>
                  <a:lnTo>
                    <a:pt x="17" y="10"/>
                  </a:lnTo>
                  <a:lnTo>
                    <a:pt x="32" y="19"/>
                  </a:lnTo>
                  <a:lnTo>
                    <a:pt x="48" y="29"/>
                  </a:lnTo>
                  <a:lnTo>
                    <a:pt x="64" y="40"/>
                  </a:lnTo>
                  <a:lnTo>
                    <a:pt x="79" y="51"/>
                  </a:lnTo>
                  <a:lnTo>
                    <a:pt x="94" y="62"/>
                  </a:lnTo>
                  <a:lnTo>
                    <a:pt x="109" y="73"/>
                  </a:lnTo>
                  <a:lnTo>
                    <a:pt x="123" y="84"/>
                  </a:lnTo>
                  <a:lnTo>
                    <a:pt x="134" y="103"/>
                  </a:lnTo>
                  <a:lnTo>
                    <a:pt x="133" y="129"/>
                  </a:lnTo>
                  <a:lnTo>
                    <a:pt x="120" y="160"/>
                  </a:lnTo>
                  <a:lnTo>
                    <a:pt x="101" y="191"/>
                  </a:lnTo>
                  <a:lnTo>
                    <a:pt x="77" y="225"/>
                  </a:lnTo>
                  <a:lnTo>
                    <a:pt x="54" y="253"/>
                  </a:lnTo>
                  <a:lnTo>
                    <a:pt x="33" y="278"/>
                  </a:lnTo>
                  <a:lnTo>
                    <a:pt x="20" y="295"/>
                  </a:lnTo>
                  <a:lnTo>
                    <a:pt x="18" y="299"/>
                  </a:lnTo>
                  <a:lnTo>
                    <a:pt x="21" y="302"/>
                  </a:lnTo>
                  <a:lnTo>
                    <a:pt x="24" y="302"/>
                  </a:lnTo>
                  <a:lnTo>
                    <a:pt x="28" y="299"/>
                  </a:lnTo>
                  <a:lnTo>
                    <a:pt x="44" y="281"/>
                  </a:lnTo>
                  <a:lnTo>
                    <a:pt x="62" y="260"/>
                  </a:lnTo>
                  <a:lnTo>
                    <a:pt x="83" y="238"/>
                  </a:lnTo>
                  <a:lnTo>
                    <a:pt x="102" y="216"/>
                  </a:lnTo>
                  <a:lnTo>
                    <a:pt x="120" y="191"/>
                  </a:lnTo>
                  <a:lnTo>
                    <a:pt x="134" y="168"/>
                  </a:lnTo>
                  <a:lnTo>
                    <a:pt x="145" y="142"/>
                  </a:lnTo>
                  <a:lnTo>
                    <a:pt x="149" y="117"/>
                  </a:lnTo>
                  <a:lnTo>
                    <a:pt x="148" y="99"/>
                  </a:lnTo>
                  <a:lnTo>
                    <a:pt x="142" y="87"/>
                  </a:lnTo>
                  <a:lnTo>
                    <a:pt x="131" y="76"/>
                  </a:lnTo>
                  <a:lnTo>
                    <a:pt x="115" y="66"/>
                  </a:lnTo>
                  <a:lnTo>
                    <a:pt x="101" y="58"/>
                  </a:lnTo>
                  <a:lnTo>
                    <a:pt x="86" y="50"/>
                  </a:lnTo>
                  <a:lnTo>
                    <a:pt x="72" y="40"/>
                  </a:lnTo>
                  <a:lnTo>
                    <a:pt x="58" y="32"/>
                  </a:lnTo>
                  <a:lnTo>
                    <a:pt x="44" y="23"/>
                  </a:lnTo>
                  <a:lnTo>
                    <a:pt x="31" y="15"/>
                  </a:lnTo>
                  <a:lnTo>
                    <a:pt x="15" y="7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6" name="Freeform 294"/>
            <p:cNvSpPr>
              <a:spLocks/>
            </p:cNvSpPr>
            <p:nvPr/>
          </p:nvSpPr>
          <p:spPr bwMode="gray">
            <a:xfrm>
              <a:off x="4187" y="2683"/>
              <a:ext cx="92" cy="145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40" y="17"/>
                </a:cxn>
                <a:cxn ang="0">
                  <a:pos x="21" y="33"/>
                </a:cxn>
                <a:cxn ang="0">
                  <a:pos x="9" y="51"/>
                </a:cxn>
                <a:cxn ang="0">
                  <a:pos x="3" y="72"/>
                </a:cxn>
                <a:cxn ang="0">
                  <a:pos x="0" y="93"/>
                </a:cxn>
                <a:cxn ang="0">
                  <a:pos x="0" y="116"/>
                </a:cxn>
                <a:cxn ang="0">
                  <a:pos x="5" y="139"/>
                </a:cxn>
                <a:cxn ang="0">
                  <a:pos x="9" y="166"/>
                </a:cxn>
                <a:cxn ang="0">
                  <a:pos x="16" y="192"/>
                </a:cxn>
                <a:cxn ang="0">
                  <a:pos x="28" y="215"/>
                </a:cxn>
                <a:cxn ang="0">
                  <a:pos x="45" y="237"/>
                </a:cxn>
                <a:cxn ang="0">
                  <a:pos x="65" y="255"/>
                </a:cxn>
                <a:cxn ang="0">
                  <a:pos x="89" y="270"/>
                </a:cxn>
                <a:cxn ang="0">
                  <a:pos x="115" y="281"/>
                </a:cxn>
                <a:cxn ang="0">
                  <a:pos x="141" y="288"/>
                </a:cxn>
                <a:cxn ang="0">
                  <a:pos x="167" y="290"/>
                </a:cxn>
                <a:cxn ang="0">
                  <a:pos x="174" y="286"/>
                </a:cxn>
                <a:cxn ang="0">
                  <a:pos x="181" y="279"/>
                </a:cxn>
                <a:cxn ang="0">
                  <a:pos x="184" y="272"/>
                </a:cxn>
                <a:cxn ang="0">
                  <a:pos x="178" y="268"/>
                </a:cxn>
                <a:cxn ang="0">
                  <a:pos x="136" y="257"/>
                </a:cxn>
                <a:cxn ang="0">
                  <a:pos x="97" y="233"/>
                </a:cxn>
                <a:cxn ang="0">
                  <a:pos x="64" y="203"/>
                </a:cxn>
                <a:cxn ang="0">
                  <a:pos x="40" y="164"/>
                </a:cxn>
                <a:cxn ang="0">
                  <a:pos x="28" y="123"/>
                </a:cxn>
                <a:cxn ang="0">
                  <a:pos x="27" y="80"/>
                </a:cxn>
                <a:cxn ang="0">
                  <a:pos x="39" y="39"/>
                </a:cxn>
                <a:cxn ang="0">
                  <a:pos x="68" y="2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67" y="0"/>
                </a:cxn>
                <a:cxn ang="0">
                  <a:pos x="67" y="0"/>
                </a:cxn>
              </a:cxnLst>
              <a:rect l="0" t="0" r="r" b="b"/>
              <a:pathLst>
                <a:path w="184" h="290">
                  <a:moveTo>
                    <a:pt x="67" y="0"/>
                  </a:moveTo>
                  <a:lnTo>
                    <a:pt x="40" y="17"/>
                  </a:lnTo>
                  <a:lnTo>
                    <a:pt x="21" y="33"/>
                  </a:lnTo>
                  <a:lnTo>
                    <a:pt x="9" y="51"/>
                  </a:lnTo>
                  <a:lnTo>
                    <a:pt x="3" y="72"/>
                  </a:lnTo>
                  <a:lnTo>
                    <a:pt x="0" y="93"/>
                  </a:lnTo>
                  <a:lnTo>
                    <a:pt x="0" y="116"/>
                  </a:lnTo>
                  <a:lnTo>
                    <a:pt x="5" y="139"/>
                  </a:lnTo>
                  <a:lnTo>
                    <a:pt x="9" y="166"/>
                  </a:lnTo>
                  <a:lnTo>
                    <a:pt x="16" y="192"/>
                  </a:lnTo>
                  <a:lnTo>
                    <a:pt x="28" y="215"/>
                  </a:lnTo>
                  <a:lnTo>
                    <a:pt x="45" y="237"/>
                  </a:lnTo>
                  <a:lnTo>
                    <a:pt x="65" y="255"/>
                  </a:lnTo>
                  <a:lnTo>
                    <a:pt x="89" y="270"/>
                  </a:lnTo>
                  <a:lnTo>
                    <a:pt x="115" y="281"/>
                  </a:lnTo>
                  <a:lnTo>
                    <a:pt x="141" y="288"/>
                  </a:lnTo>
                  <a:lnTo>
                    <a:pt x="167" y="290"/>
                  </a:lnTo>
                  <a:lnTo>
                    <a:pt x="174" y="286"/>
                  </a:lnTo>
                  <a:lnTo>
                    <a:pt x="181" y="279"/>
                  </a:lnTo>
                  <a:lnTo>
                    <a:pt x="184" y="272"/>
                  </a:lnTo>
                  <a:lnTo>
                    <a:pt x="178" y="268"/>
                  </a:lnTo>
                  <a:lnTo>
                    <a:pt x="136" y="257"/>
                  </a:lnTo>
                  <a:lnTo>
                    <a:pt x="97" y="233"/>
                  </a:lnTo>
                  <a:lnTo>
                    <a:pt x="64" y="203"/>
                  </a:lnTo>
                  <a:lnTo>
                    <a:pt x="40" y="164"/>
                  </a:lnTo>
                  <a:lnTo>
                    <a:pt x="28" y="123"/>
                  </a:lnTo>
                  <a:lnTo>
                    <a:pt x="27" y="80"/>
                  </a:lnTo>
                  <a:lnTo>
                    <a:pt x="39" y="39"/>
                  </a:lnTo>
                  <a:lnTo>
                    <a:pt x="68" y="2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67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7" name="Freeform 295"/>
            <p:cNvSpPr>
              <a:spLocks/>
            </p:cNvSpPr>
            <p:nvPr/>
          </p:nvSpPr>
          <p:spPr bwMode="gray">
            <a:xfrm>
              <a:off x="4171" y="2705"/>
              <a:ext cx="107" cy="128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22" y="23"/>
                </a:cxn>
                <a:cxn ang="0">
                  <a:pos x="13" y="48"/>
                </a:cxn>
                <a:cxn ang="0">
                  <a:pos x="5" y="74"/>
                </a:cxn>
                <a:cxn ang="0">
                  <a:pos x="2" y="101"/>
                </a:cxn>
                <a:cxn ang="0">
                  <a:pos x="0" y="125"/>
                </a:cxn>
                <a:cxn ang="0">
                  <a:pos x="6" y="152"/>
                </a:cxn>
                <a:cxn ang="0">
                  <a:pos x="16" y="175"/>
                </a:cxn>
                <a:cxn ang="0">
                  <a:pos x="31" y="198"/>
                </a:cxn>
                <a:cxn ang="0">
                  <a:pos x="47" y="215"/>
                </a:cxn>
                <a:cxn ang="0">
                  <a:pos x="68" y="230"/>
                </a:cxn>
                <a:cxn ang="0">
                  <a:pos x="91" y="243"/>
                </a:cxn>
                <a:cxn ang="0">
                  <a:pos x="116" y="251"/>
                </a:cxn>
                <a:cxn ang="0">
                  <a:pos x="142" y="256"/>
                </a:cxn>
                <a:cxn ang="0">
                  <a:pos x="167" y="256"/>
                </a:cxn>
                <a:cxn ang="0">
                  <a:pos x="192" y="251"/>
                </a:cxn>
                <a:cxn ang="0">
                  <a:pos x="213" y="238"/>
                </a:cxn>
                <a:cxn ang="0">
                  <a:pos x="214" y="236"/>
                </a:cxn>
                <a:cxn ang="0">
                  <a:pos x="215" y="233"/>
                </a:cxn>
                <a:cxn ang="0">
                  <a:pos x="215" y="230"/>
                </a:cxn>
                <a:cxn ang="0">
                  <a:pos x="213" y="229"/>
                </a:cxn>
                <a:cxn ang="0">
                  <a:pos x="192" y="233"/>
                </a:cxn>
                <a:cxn ang="0">
                  <a:pos x="171" y="234"/>
                </a:cxn>
                <a:cxn ang="0">
                  <a:pos x="151" y="233"/>
                </a:cxn>
                <a:cxn ang="0">
                  <a:pos x="129" y="230"/>
                </a:cxn>
                <a:cxn ang="0">
                  <a:pos x="108" y="225"/>
                </a:cxn>
                <a:cxn ang="0">
                  <a:pos x="87" y="216"/>
                </a:cxn>
                <a:cxn ang="0">
                  <a:pos x="69" y="207"/>
                </a:cxn>
                <a:cxn ang="0">
                  <a:pos x="53" y="194"/>
                </a:cxn>
                <a:cxn ang="0">
                  <a:pos x="33" y="174"/>
                </a:cxn>
                <a:cxn ang="0">
                  <a:pos x="21" y="152"/>
                </a:cxn>
                <a:cxn ang="0">
                  <a:pos x="13" y="127"/>
                </a:cxn>
                <a:cxn ang="0">
                  <a:pos x="10" y="102"/>
                </a:cxn>
                <a:cxn ang="0">
                  <a:pos x="10" y="76"/>
                </a:cxn>
                <a:cxn ang="0">
                  <a:pos x="16" y="50"/>
                </a:cxn>
                <a:cxn ang="0">
                  <a:pos x="22" y="25"/>
                </a:cxn>
                <a:cxn ang="0">
                  <a:pos x="33" y="1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3" y="0"/>
                </a:cxn>
              </a:cxnLst>
              <a:rect l="0" t="0" r="r" b="b"/>
              <a:pathLst>
                <a:path w="215" h="256">
                  <a:moveTo>
                    <a:pt x="33" y="0"/>
                  </a:moveTo>
                  <a:lnTo>
                    <a:pt x="22" y="23"/>
                  </a:lnTo>
                  <a:lnTo>
                    <a:pt x="13" y="48"/>
                  </a:lnTo>
                  <a:lnTo>
                    <a:pt x="5" y="74"/>
                  </a:lnTo>
                  <a:lnTo>
                    <a:pt x="2" y="101"/>
                  </a:lnTo>
                  <a:lnTo>
                    <a:pt x="0" y="125"/>
                  </a:lnTo>
                  <a:lnTo>
                    <a:pt x="6" y="152"/>
                  </a:lnTo>
                  <a:lnTo>
                    <a:pt x="16" y="175"/>
                  </a:lnTo>
                  <a:lnTo>
                    <a:pt x="31" y="198"/>
                  </a:lnTo>
                  <a:lnTo>
                    <a:pt x="47" y="215"/>
                  </a:lnTo>
                  <a:lnTo>
                    <a:pt x="68" y="230"/>
                  </a:lnTo>
                  <a:lnTo>
                    <a:pt x="91" y="243"/>
                  </a:lnTo>
                  <a:lnTo>
                    <a:pt x="116" y="251"/>
                  </a:lnTo>
                  <a:lnTo>
                    <a:pt x="142" y="256"/>
                  </a:lnTo>
                  <a:lnTo>
                    <a:pt x="167" y="256"/>
                  </a:lnTo>
                  <a:lnTo>
                    <a:pt x="192" y="251"/>
                  </a:lnTo>
                  <a:lnTo>
                    <a:pt x="213" y="238"/>
                  </a:lnTo>
                  <a:lnTo>
                    <a:pt x="214" y="236"/>
                  </a:lnTo>
                  <a:lnTo>
                    <a:pt x="215" y="233"/>
                  </a:lnTo>
                  <a:lnTo>
                    <a:pt x="215" y="230"/>
                  </a:lnTo>
                  <a:lnTo>
                    <a:pt x="213" y="229"/>
                  </a:lnTo>
                  <a:lnTo>
                    <a:pt x="192" y="233"/>
                  </a:lnTo>
                  <a:lnTo>
                    <a:pt x="171" y="234"/>
                  </a:lnTo>
                  <a:lnTo>
                    <a:pt x="151" y="233"/>
                  </a:lnTo>
                  <a:lnTo>
                    <a:pt x="129" y="230"/>
                  </a:lnTo>
                  <a:lnTo>
                    <a:pt x="108" y="225"/>
                  </a:lnTo>
                  <a:lnTo>
                    <a:pt x="87" y="216"/>
                  </a:lnTo>
                  <a:lnTo>
                    <a:pt x="69" y="207"/>
                  </a:lnTo>
                  <a:lnTo>
                    <a:pt x="53" y="194"/>
                  </a:lnTo>
                  <a:lnTo>
                    <a:pt x="33" y="174"/>
                  </a:lnTo>
                  <a:lnTo>
                    <a:pt x="21" y="152"/>
                  </a:lnTo>
                  <a:lnTo>
                    <a:pt x="13" y="127"/>
                  </a:lnTo>
                  <a:lnTo>
                    <a:pt x="10" y="102"/>
                  </a:lnTo>
                  <a:lnTo>
                    <a:pt x="10" y="76"/>
                  </a:lnTo>
                  <a:lnTo>
                    <a:pt x="16" y="50"/>
                  </a:lnTo>
                  <a:lnTo>
                    <a:pt x="22" y="25"/>
                  </a:lnTo>
                  <a:lnTo>
                    <a:pt x="33" y="1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8" name="Freeform 296"/>
            <p:cNvSpPr>
              <a:spLocks/>
            </p:cNvSpPr>
            <p:nvPr/>
          </p:nvSpPr>
          <p:spPr bwMode="gray">
            <a:xfrm>
              <a:off x="4199" y="2557"/>
              <a:ext cx="65" cy="138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19" y="19"/>
                </a:cxn>
                <a:cxn ang="0">
                  <a:pos x="33" y="32"/>
                </a:cxn>
                <a:cxn ang="0">
                  <a:pos x="45" y="43"/>
                </a:cxn>
                <a:cxn ang="0">
                  <a:pos x="66" y="58"/>
                </a:cxn>
                <a:cxn ang="0">
                  <a:pos x="96" y="77"/>
                </a:cxn>
                <a:cxn ang="0">
                  <a:pos x="116" y="101"/>
                </a:cxn>
                <a:cxn ang="0">
                  <a:pos x="112" y="137"/>
                </a:cxn>
                <a:cxn ang="0">
                  <a:pos x="85" y="175"/>
                </a:cxn>
                <a:cxn ang="0">
                  <a:pos x="65" y="201"/>
                </a:cxn>
                <a:cxn ang="0">
                  <a:pos x="44" y="229"/>
                </a:cxn>
                <a:cxn ang="0">
                  <a:pos x="25" y="256"/>
                </a:cxn>
                <a:cxn ang="0">
                  <a:pos x="16" y="274"/>
                </a:cxn>
                <a:cxn ang="0">
                  <a:pos x="19" y="276"/>
                </a:cxn>
                <a:cxn ang="0">
                  <a:pos x="32" y="262"/>
                </a:cxn>
                <a:cxn ang="0">
                  <a:pos x="50" y="239"/>
                </a:cxn>
                <a:cxn ang="0">
                  <a:pos x="66" y="214"/>
                </a:cxn>
                <a:cxn ang="0">
                  <a:pos x="84" y="190"/>
                </a:cxn>
                <a:cxn ang="0">
                  <a:pos x="103" y="167"/>
                </a:cxn>
                <a:cxn ang="0">
                  <a:pos x="124" y="139"/>
                </a:cxn>
                <a:cxn ang="0">
                  <a:pos x="131" y="109"/>
                </a:cxn>
                <a:cxn ang="0">
                  <a:pos x="123" y="87"/>
                </a:cxn>
                <a:cxn ang="0">
                  <a:pos x="107" y="70"/>
                </a:cxn>
                <a:cxn ang="0">
                  <a:pos x="94" y="62"/>
                </a:cxn>
                <a:cxn ang="0">
                  <a:pos x="78" y="54"/>
                </a:cxn>
                <a:cxn ang="0">
                  <a:pos x="63" y="47"/>
                </a:cxn>
                <a:cxn ang="0">
                  <a:pos x="48" y="39"/>
                </a:cxn>
                <a:cxn ang="0">
                  <a:pos x="34" y="29"/>
                </a:cxn>
                <a:cxn ang="0">
                  <a:pos x="21" y="18"/>
                </a:cxn>
                <a:cxn ang="0">
                  <a:pos x="8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</a:cxnLst>
              <a:rect l="0" t="0" r="r" b="b"/>
              <a:pathLst>
                <a:path w="131" h="276">
                  <a:moveTo>
                    <a:pt x="0" y="2"/>
                  </a:moveTo>
                  <a:lnTo>
                    <a:pt x="7" y="7"/>
                  </a:lnTo>
                  <a:lnTo>
                    <a:pt x="14" y="14"/>
                  </a:lnTo>
                  <a:lnTo>
                    <a:pt x="19" y="19"/>
                  </a:lnTo>
                  <a:lnTo>
                    <a:pt x="26" y="25"/>
                  </a:lnTo>
                  <a:lnTo>
                    <a:pt x="33" y="32"/>
                  </a:lnTo>
                  <a:lnTo>
                    <a:pt x="38" y="37"/>
                  </a:lnTo>
                  <a:lnTo>
                    <a:pt x="45" y="43"/>
                  </a:lnTo>
                  <a:lnTo>
                    <a:pt x="52" y="48"/>
                  </a:lnTo>
                  <a:lnTo>
                    <a:pt x="66" y="58"/>
                  </a:lnTo>
                  <a:lnTo>
                    <a:pt x="81" y="68"/>
                  </a:lnTo>
                  <a:lnTo>
                    <a:pt x="96" y="77"/>
                  </a:lnTo>
                  <a:lnTo>
                    <a:pt x="107" y="88"/>
                  </a:lnTo>
                  <a:lnTo>
                    <a:pt x="116" y="101"/>
                  </a:lnTo>
                  <a:lnTo>
                    <a:pt x="117" y="117"/>
                  </a:lnTo>
                  <a:lnTo>
                    <a:pt x="112" y="137"/>
                  </a:lnTo>
                  <a:lnTo>
                    <a:pt x="96" y="161"/>
                  </a:lnTo>
                  <a:lnTo>
                    <a:pt x="85" y="175"/>
                  </a:lnTo>
                  <a:lnTo>
                    <a:pt x="76" y="188"/>
                  </a:lnTo>
                  <a:lnTo>
                    <a:pt x="65" y="201"/>
                  </a:lnTo>
                  <a:lnTo>
                    <a:pt x="55" y="215"/>
                  </a:lnTo>
                  <a:lnTo>
                    <a:pt x="44" y="229"/>
                  </a:lnTo>
                  <a:lnTo>
                    <a:pt x="34" y="243"/>
                  </a:lnTo>
                  <a:lnTo>
                    <a:pt x="25" y="256"/>
                  </a:lnTo>
                  <a:lnTo>
                    <a:pt x="16" y="272"/>
                  </a:lnTo>
                  <a:lnTo>
                    <a:pt x="16" y="274"/>
                  </a:lnTo>
                  <a:lnTo>
                    <a:pt x="18" y="276"/>
                  </a:lnTo>
                  <a:lnTo>
                    <a:pt x="19" y="276"/>
                  </a:lnTo>
                  <a:lnTo>
                    <a:pt x="22" y="273"/>
                  </a:lnTo>
                  <a:lnTo>
                    <a:pt x="32" y="262"/>
                  </a:lnTo>
                  <a:lnTo>
                    <a:pt x="40" y="250"/>
                  </a:lnTo>
                  <a:lnTo>
                    <a:pt x="50" y="239"/>
                  </a:lnTo>
                  <a:lnTo>
                    <a:pt x="58" y="226"/>
                  </a:lnTo>
                  <a:lnTo>
                    <a:pt x="66" y="214"/>
                  </a:lnTo>
                  <a:lnTo>
                    <a:pt x="76" y="201"/>
                  </a:lnTo>
                  <a:lnTo>
                    <a:pt x="84" y="190"/>
                  </a:lnTo>
                  <a:lnTo>
                    <a:pt x="94" y="178"/>
                  </a:lnTo>
                  <a:lnTo>
                    <a:pt x="103" y="167"/>
                  </a:lnTo>
                  <a:lnTo>
                    <a:pt x="114" y="153"/>
                  </a:lnTo>
                  <a:lnTo>
                    <a:pt x="124" y="139"/>
                  </a:lnTo>
                  <a:lnTo>
                    <a:pt x="129" y="124"/>
                  </a:lnTo>
                  <a:lnTo>
                    <a:pt x="131" y="109"/>
                  </a:lnTo>
                  <a:lnTo>
                    <a:pt x="128" y="98"/>
                  </a:lnTo>
                  <a:lnTo>
                    <a:pt x="123" y="87"/>
                  </a:lnTo>
                  <a:lnTo>
                    <a:pt x="113" y="76"/>
                  </a:lnTo>
                  <a:lnTo>
                    <a:pt x="107" y="70"/>
                  </a:lnTo>
                  <a:lnTo>
                    <a:pt x="101" y="66"/>
                  </a:lnTo>
                  <a:lnTo>
                    <a:pt x="94" y="62"/>
                  </a:lnTo>
                  <a:lnTo>
                    <a:pt x="85" y="58"/>
                  </a:lnTo>
                  <a:lnTo>
                    <a:pt x="78" y="54"/>
                  </a:lnTo>
                  <a:lnTo>
                    <a:pt x="70" y="51"/>
                  </a:lnTo>
                  <a:lnTo>
                    <a:pt x="63" y="47"/>
                  </a:lnTo>
                  <a:lnTo>
                    <a:pt x="56" y="43"/>
                  </a:lnTo>
                  <a:lnTo>
                    <a:pt x="48" y="39"/>
                  </a:lnTo>
                  <a:lnTo>
                    <a:pt x="41" y="33"/>
                  </a:lnTo>
                  <a:lnTo>
                    <a:pt x="34" y="29"/>
                  </a:lnTo>
                  <a:lnTo>
                    <a:pt x="27" y="24"/>
                  </a:lnTo>
                  <a:lnTo>
                    <a:pt x="21" y="18"/>
                  </a:lnTo>
                  <a:lnTo>
                    <a:pt x="14" y="13"/>
                  </a:lnTo>
                  <a:lnTo>
                    <a:pt x="8" y="6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89" name="Freeform 297"/>
            <p:cNvSpPr>
              <a:spLocks/>
            </p:cNvSpPr>
            <p:nvPr/>
          </p:nvSpPr>
          <p:spPr bwMode="gray">
            <a:xfrm>
              <a:off x="4196" y="2547"/>
              <a:ext cx="88" cy="13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8" y="8"/>
                </a:cxn>
                <a:cxn ang="0">
                  <a:pos x="35" y="18"/>
                </a:cxn>
                <a:cxn ang="0">
                  <a:pos x="50" y="27"/>
                </a:cxn>
                <a:cxn ang="0">
                  <a:pos x="67" y="37"/>
                </a:cxn>
                <a:cxn ang="0">
                  <a:pos x="82" y="48"/>
                </a:cxn>
                <a:cxn ang="0">
                  <a:pos x="97" y="58"/>
                </a:cxn>
                <a:cxn ang="0">
                  <a:pos x="112" y="67"/>
                </a:cxn>
                <a:cxn ang="0">
                  <a:pos x="129" y="77"/>
                </a:cxn>
                <a:cxn ang="0">
                  <a:pos x="149" y="96"/>
                </a:cxn>
                <a:cxn ang="0">
                  <a:pos x="155" y="118"/>
                </a:cxn>
                <a:cxn ang="0">
                  <a:pos x="148" y="145"/>
                </a:cxn>
                <a:cxn ang="0">
                  <a:pos x="133" y="172"/>
                </a:cxn>
                <a:cxn ang="0">
                  <a:pos x="112" y="198"/>
                </a:cxn>
                <a:cxn ang="0">
                  <a:pos x="89" y="224"/>
                </a:cxn>
                <a:cxn ang="0">
                  <a:pos x="68" y="248"/>
                </a:cxn>
                <a:cxn ang="0">
                  <a:pos x="53" y="267"/>
                </a:cxn>
                <a:cxn ang="0">
                  <a:pos x="51" y="269"/>
                </a:cxn>
                <a:cxn ang="0">
                  <a:pos x="53" y="269"/>
                </a:cxn>
                <a:cxn ang="0">
                  <a:pos x="56" y="269"/>
                </a:cxn>
                <a:cxn ang="0">
                  <a:pos x="57" y="267"/>
                </a:cxn>
                <a:cxn ang="0">
                  <a:pos x="73" y="248"/>
                </a:cxn>
                <a:cxn ang="0">
                  <a:pos x="94" y="229"/>
                </a:cxn>
                <a:cxn ang="0">
                  <a:pos x="115" y="208"/>
                </a:cxn>
                <a:cxn ang="0">
                  <a:pos x="135" y="187"/>
                </a:cxn>
                <a:cxn ang="0">
                  <a:pos x="153" y="165"/>
                </a:cxn>
                <a:cxn ang="0">
                  <a:pos x="167" y="140"/>
                </a:cxn>
                <a:cxn ang="0">
                  <a:pos x="175" y="116"/>
                </a:cxn>
                <a:cxn ang="0">
                  <a:pos x="174" y="89"/>
                </a:cxn>
                <a:cxn ang="0">
                  <a:pos x="166" y="72"/>
                </a:cxn>
                <a:cxn ang="0">
                  <a:pos x="148" y="55"/>
                </a:cxn>
                <a:cxn ang="0">
                  <a:pos x="126" y="41"/>
                </a:cxn>
                <a:cxn ang="0">
                  <a:pos x="100" y="30"/>
                </a:cxn>
                <a:cxn ang="0">
                  <a:pos x="72" y="21"/>
                </a:cxn>
                <a:cxn ang="0">
                  <a:pos x="44" y="12"/>
                </a:cxn>
                <a:cxn ang="0">
                  <a:pos x="21" y="5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75" h="269">
                  <a:moveTo>
                    <a:pt x="0" y="1"/>
                  </a:moveTo>
                  <a:lnTo>
                    <a:pt x="18" y="8"/>
                  </a:lnTo>
                  <a:lnTo>
                    <a:pt x="35" y="18"/>
                  </a:lnTo>
                  <a:lnTo>
                    <a:pt x="50" y="27"/>
                  </a:lnTo>
                  <a:lnTo>
                    <a:pt x="67" y="37"/>
                  </a:lnTo>
                  <a:lnTo>
                    <a:pt x="82" y="48"/>
                  </a:lnTo>
                  <a:lnTo>
                    <a:pt x="97" y="58"/>
                  </a:lnTo>
                  <a:lnTo>
                    <a:pt x="112" y="67"/>
                  </a:lnTo>
                  <a:lnTo>
                    <a:pt x="129" y="77"/>
                  </a:lnTo>
                  <a:lnTo>
                    <a:pt x="149" y="96"/>
                  </a:lnTo>
                  <a:lnTo>
                    <a:pt x="155" y="118"/>
                  </a:lnTo>
                  <a:lnTo>
                    <a:pt x="148" y="145"/>
                  </a:lnTo>
                  <a:lnTo>
                    <a:pt x="133" y="172"/>
                  </a:lnTo>
                  <a:lnTo>
                    <a:pt x="112" y="198"/>
                  </a:lnTo>
                  <a:lnTo>
                    <a:pt x="89" y="224"/>
                  </a:lnTo>
                  <a:lnTo>
                    <a:pt x="68" y="248"/>
                  </a:lnTo>
                  <a:lnTo>
                    <a:pt x="53" y="267"/>
                  </a:lnTo>
                  <a:lnTo>
                    <a:pt x="51" y="269"/>
                  </a:lnTo>
                  <a:lnTo>
                    <a:pt x="53" y="269"/>
                  </a:lnTo>
                  <a:lnTo>
                    <a:pt x="56" y="269"/>
                  </a:lnTo>
                  <a:lnTo>
                    <a:pt x="57" y="267"/>
                  </a:lnTo>
                  <a:lnTo>
                    <a:pt x="73" y="248"/>
                  </a:lnTo>
                  <a:lnTo>
                    <a:pt x="94" y="229"/>
                  </a:lnTo>
                  <a:lnTo>
                    <a:pt x="115" y="208"/>
                  </a:lnTo>
                  <a:lnTo>
                    <a:pt x="135" y="187"/>
                  </a:lnTo>
                  <a:lnTo>
                    <a:pt x="153" y="165"/>
                  </a:lnTo>
                  <a:lnTo>
                    <a:pt x="167" y="140"/>
                  </a:lnTo>
                  <a:lnTo>
                    <a:pt x="175" y="116"/>
                  </a:lnTo>
                  <a:lnTo>
                    <a:pt x="174" y="89"/>
                  </a:lnTo>
                  <a:lnTo>
                    <a:pt x="166" y="72"/>
                  </a:lnTo>
                  <a:lnTo>
                    <a:pt x="148" y="55"/>
                  </a:lnTo>
                  <a:lnTo>
                    <a:pt x="126" y="41"/>
                  </a:lnTo>
                  <a:lnTo>
                    <a:pt x="100" y="30"/>
                  </a:lnTo>
                  <a:lnTo>
                    <a:pt x="72" y="21"/>
                  </a:lnTo>
                  <a:lnTo>
                    <a:pt x="44" y="12"/>
                  </a:lnTo>
                  <a:lnTo>
                    <a:pt x="21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0" name="Freeform 298"/>
            <p:cNvSpPr>
              <a:spLocks/>
            </p:cNvSpPr>
            <p:nvPr/>
          </p:nvSpPr>
          <p:spPr bwMode="gray">
            <a:xfrm>
              <a:off x="4217" y="2824"/>
              <a:ext cx="58" cy="223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0" y="57"/>
                </a:cxn>
                <a:cxn ang="0">
                  <a:pos x="1" y="115"/>
                </a:cxn>
                <a:cxn ang="0">
                  <a:pos x="4" y="174"/>
                </a:cxn>
                <a:cxn ang="0">
                  <a:pos x="11" y="233"/>
                </a:cxn>
                <a:cxn ang="0">
                  <a:pos x="23" y="291"/>
                </a:cxn>
                <a:cxn ang="0">
                  <a:pos x="40" y="346"/>
                </a:cxn>
                <a:cxn ang="0">
                  <a:pos x="63" y="399"/>
                </a:cxn>
                <a:cxn ang="0">
                  <a:pos x="93" y="444"/>
                </a:cxn>
                <a:cxn ang="0">
                  <a:pos x="100" y="447"/>
                </a:cxn>
                <a:cxn ang="0">
                  <a:pos x="107" y="441"/>
                </a:cxn>
                <a:cxn ang="0">
                  <a:pos x="114" y="433"/>
                </a:cxn>
                <a:cxn ang="0">
                  <a:pos x="116" y="425"/>
                </a:cxn>
                <a:cxn ang="0">
                  <a:pos x="111" y="404"/>
                </a:cxn>
                <a:cxn ang="0">
                  <a:pos x="105" y="383"/>
                </a:cxn>
                <a:cxn ang="0">
                  <a:pos x="96" y="364"/>
                </a:cxn>
                <a:cxn ang="0">
                  <a:pos x="88" y="343"/>
                </a:cxn>
                <a:cxn ang="0">
                  <a:pos x="80" y="324"/>
                </a:cxn>
                <a:cxn ang="0">
                  <a:pos x="70" y="304"/>
                </a:cxn>
                <a:cxn ang="0">
                  <a:pos x="62" y="284"/>
                </a:cxn>
                <a:cxn ang="0">
                  <a:pos x="55" y="264"/>
                </a:cxn>
                <a:cxn ang="0">
                  <a:pos x="45" y="232"/>
                </a:cxn>
                <a:cxn ang="0">
                  <a:pos x="37" y="200"/>
                </a:cxn>
                <a:cxn ang="0">
                  <a:pos x="29" y="167"/>
                </a:cxn>
                <a:cxn ang="0">
                  <a:pos x="22" y="134"/>
                </a:cxn>
                <a:cxn ang="0">
                  <a:pos x="16" y="101"/>
                </a:cxn>
                <a:cxn ang="0">
                  <a:pos x="12" y="68"/>
                </a:cxn>
                <a:cxn ang="0">
                  <a:pos x="7" y="35"/>
                </a:cxn>
                <a:cxn ang="0">
                  <a:pos x="4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116" h="447">
                  <a:moveTo>
                    <a:pt x="1" y="3"/>
                  </a:moveTo>
                  <a:lnTo>
                    <a:pt x="0" y="57"/>
                  </a:lnTo>
                  <a:lnTo>
                    <a:pt x="1" y="115"/>
                  </a:lnTo>
                  <a:lnTo>
                    <a:pt x="4" y="174"/>
                  </a:lnTo>
                  <a:lnTo>
                    <a:pt x="11" y="233"/>
                  </a:lnTo>
                  <a:lnTo>
                    <a:pt x="23" y="291"/>
                  </a:lnTo>
                  <a:lnTo>
                    <a:pt x="40" y="346"/>
                  </a:lnTo>
                  <a:lnTo>
                    <a:pt x="63" y="399"/>
                  </a:lnTo>
                  <a:lnTo>
                    <a:pt x="93" y="444"/>
                  </a:lnTo>
                  <a:lnTo>
                    <a:pt x="100" y="447"/>
                  </a:lnTo>
                  <a:lnTo>
                    <a:pt x="107" y="441"/>
                  </a:lnTo>
                  <a:lnTo>
                    <a:pt x="114" y="433"/>
                  </a:lnTo>
                  <a:lnTo>
                    <a:pt x="116" y="425"/>
                  </a:lnTo>
                  <a:lnTo>
                    <a:pt x="111" y="404"/>
                  </a:lnTo>
                  <a:lnTo>
                    <a:pt x="105" y="383"/>
                  </a:lnTo>
                  <a:lnTo>
                    <a:pt x="96" y="364"/>
                  </a:lnTo>
                  <a:lnTo>
                    <a:pt x="88" y="343"/>
                  </a:lnTo>
                  <a:lnTo>
                    <a:pt x="80" y="324"/>
                  </a:lnTo>
                  <a:lnTo>
                    <a:pt x="70" y="304"/>
                  </a:lnTo>
                  <a:lnTo>
                    <a:pt x="62" y="284"/>
                  </a:lnTo>
                  <a:lnTo>
                    <a:pt x="55" y="264"/>
                  </a:lnTo>
                  <a:lnTo>
                    <a:pt x="45" y="232"/>
                  </a:lnTo>
                  <a:lnTo>
                    <a:pt x="37" y="200"/>
                  </a:lnTo>
                  <a:lnTo>
                    <a:pt x="29" y="167"/>
                  </a:lnTo>
                  <a:lnTo>
                    <a:pt x="22" y="134"/>
                  </a:lnTo>
                  <a:lnTo>
                    <a:pt x="16" y="101"/>
                  </a:lnTo>
                  <a:lnTo>
                    <a:pt x="12" y="68"/>
                  </a:lnTo>
                  <a:lnTo>
                    <a:pt x="7" y="3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1" name="Freeform 299"/>
            <p:cNvSpPr>
              <a:spLocks/>
            </p:cNvSpPr>
            <p:nvPr/>
          </p:nvSpPr>
          <p:spPr bwMode="gray">
            <a:xfrm>
              <a:off x="4266" y="2829"/>
              <a:ext cx="25" cy="7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4"/>
                </a:cxn>
                <a:cxn ang="0">
                  <a:pos x="12" y="6"/>
                </a:cxn>
                <a:cxn ang="0">
                  <a:pos x="18" y="8"/>
                </a:cxn>
                <a:cxn ang="0">
                  <a:pos x="23" y="10"/>
                </a:cxn>
                <a:cxn ang="0">
                  <a:pos x="30" y="18"/>
                </a:cxn>
                <a:cxn ang="0">
                  <a:pos x="30" y="30"/>
                </a:cxn>
                <a:cxn ang="0">
                  <a:pos x="27" y="43"/>
                </a:cxn>
                <a:cxn ang="0">
                  <a:pos x="23" y="52"/>
                </a:cxn>
                <a:cxn ang="0">
                  <a:pos x="20" y="61"/>
                </a:cxn>
                <a:cxn ang="0">
                  <a:pos x="19" y="69"/>
                </a:cxn>
                <a:cxn ang="0">
                  <a:pos x="18" y="77"/>
                </a:cxn>
                <a:cxn ang="0">
                  <a:pos x="16" y="85"/>
                </a:cxn>
                <a:cxn ang="0">
                  <a:pos x="16" y="101"/>
                </a:cxn>
                <a:cxn ang="0">
                  <a:pos x="20" y="117"/>
                </a:cxn>
                <a:cxn ang="0">
                  <a:pos x="29" y="130"/>
                </a:cxn>
                <a:cxn ang="0">
                  <a:pos x="40" y="141"/>
                </a:cxn>
                <a:cxn ang="0">
                  <a:pos x="44" y="141"/>
                </a:cxn>
                <a:cxn ang="0">
                  <a:pos x="46" y="138"/>
                </a:cxn>
                <a:cxn ang="0">
                  <a:pos x="49" y="134"/>
                </a:cxn>
                <a:cxn ang="0">
                  <a:pos x="48" y="130"/>
                </a:cxn>
                <a:cxn ang="0">
                  <a:pos x="31" y="109"/>
                </a:cxn>
                <a:cxn ang="0">
                  <a:pos x="24" y="87"/>
                </a:cxn>
                <a:cxn ang="0">
                  <a:pos x="26" y="63"/>
                </a:cxn>
                <a:cxn ang="0">
                  <a:pos x="33" y="39"/>
                </a:cxn>
                <a:cxn ang="0">
                  <a:pos x="35" y="30"/>
                </a:cxn>
                <a:cxn ang="0">
                  <a:pos x="34" y="22"/>
                </a:cxn>
                <a:cxn ang="0">
                  <a:pos x="31" y="17"/>
                </a:cxn>
                <a:cxn ang="0">
                  <a:pos x="27" y="12"/>
                </a:cxn>
                <a:cxn ang="0">
                  <a:pos x="22" y="8"/>
                </a:cxn>
                <a:cxn ang="0">
                  <a:pos x="15" y="6"/>
                </a:cxn>
                <a:cxn ang="0">
                  <a:pos x="8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9" h="141">
                  <a:moveTo>
                    <a:pt x="0" y="3"/>
                  </a:moveTo>
                  <a:lnTo>
                    <a:pt x="5" y="4"/>
                  </a:lnTo>
                  <a:lnTo>
                    <a:pt x="12" y="6"/>
                  </a:lnTo>
                  <a:lnTo>
                    <a:pt x="18" y="8"/>
                  </a:lnTo>
                  <a:lnTo>
                    <a:pt x="23" y="10"/>
                  </a:lnTo>
                  <a:lnTo>
                    <a:pt x="30" y="18"/>
                  </a:lnTo>
                  <a:lnTo>
                    <a:pt x="30" y="30"/>
                  </a:lnTo>
                  <a:lnTo>
                    <a:pt x="27" y="43"/>
                  </a:lnTo>
                  <a:lnTo>
                    <a:pt x="23" y="52"/>
                  </a:lnTo>
                  <a:lnTo>
                    <a:pt x="20" y="61"/>
                  </a:lnTo>
                  <a:lnTo>
                    <a:pt x="19" y="69"/>
                  </a:lnTo>
                  <a:lnTo>
                    <a:pt x="18" y="77"/>
                  </a:lnTo>
                  <a:lnTo>
                    <a:pt x="16" y="85"/>
                  </a:lnTo>
                  <a:lnTo>
                    <a:pt x="16" y="101"/>
                  </a:lnTo>
                  <a:lnTo>
                    <a:pt x="20" y="117"/>
                  </a:lnTo>
                  <a:lnTo>
                    <a:pt x="29" y="130"/>
                  </a:lnTo>
                  <a:lnTo>
                    <a:pt x="40" y="141"/>
                  </a:lnTo>
                  <a:lnTo>
                    <a:pt x="44" y="141"/>
                  </a:lnTo>
                  <a:lnTo>
                    <a:pt x="46" y="138"/>
                  </a:lnTo>
                  <a:lnTo>
                    <a:pt x="49" y="134"/>
                  </a:lnTo>
                  <a:lnTo>
                    <a:pt x="48" y="130"/>
                  </a:lnTo>
                  <a:lnTo>
                    <a:pt x="31" y="109"/>
                  </a:lnTo>
                  <a:lnTo>
                    <a:pt x="24" y="87"/>
                  </a:lnTo>
                  <a:lnTo>
                    <a:pt x="26" y="63"/>
                  </a:lnTo>
                  <a:lnTo>
                    <a:pt x="33" y="39"/>
                  </a:lnTo>
                  <a:lnTo>
                    <a:pt x="35" y="30"/>
                  </a:lnTo>
                  <a:lnTo>
                    <a:pt x="34" y="22"/>
                  </a:lnTo>
                  <a:lnTo>
                    <a:pt x="31" y="17"/>
                  </a:lnTo>
                  <a:lnTo>
                    <a:pt x="27" y="12"/>
                  </a:lnTo>
                  <a:lnTo>
                    <a:pt x="22" y="8"/>
                  </a:lnTo>
                  <a:lnTo>
                    <a:pt x="15" y="6"/>
                  </a:lnTo>
                  <a:lnTo>
                    <a:pt x="8" y="3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2" name="Freeform 300"/>
            <p:cNvSpPr>
              <a:spLocks/>
            </p:cNvSpPr>
            <p:nvPr/>
          </p:nvSpPr>
          <p:spPr bwMode="gray">
            <a:xfrm>
              <a:off x="4278" y="2888"/>
              <a:ext cx="31" cy="59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3" y="16"/>
                </a:cxn>
                <a:cxn ang="0">
                  <a:pos x="5" y="33"/>
                </a:cxn>
                <a:cxn ang="0">
                  <a:pos x="0" y="51"/>
                </a:cxn>
                <a:cxn ang="0">
                  <a:pos x="0" y="70"/>
                </a:cxn>
                <a:cxn ang="0">
                  <a:pos x="2" y="78"/>
                </a:cxn>
                <a:cxn ang="0">
                  <a:pos x="6" y="88"/>
                </a:cxn>
                <a:cxn ang="0">
                  <a:pos x="10" y="96"/>
                </a:cxn>
                <a:cxn ang="0">
                  <a:pos x="17" y="103"/>
                </a:cxn>
                <a:cxn ang="0">
                  <a:pos x="24" y="110"/>
                </a:cxn>
                <a:cxn ang="0">
                  <a:pos x="32" y="114"/>
                </a:cxn>
                <a:cxn ang="0">
                  <a:pos x="42" y="117"/>
                </a:cxn>
                <a:cxn ang="0">
                  <a:pos x="50" y="117"/>
                </a:cxn>
                <a:cxn ang="0">
                  <a:pos x="56" y="114"/>
                </a:cxn>
                <a:cxn ang="0">
                  <a:pos x="60" y="109"/>
                </a:cxn>
                <a:cxn ang="0">
                  <a:pos x="62" y="103"/>
                </a:cxn>
                <a:cxn ang="0">
                  <a:pos x="61" y="98"/>
                </a:cxn>
                <a:cxn ang="0">
                  <a:pos x="53" y="88"/>
                </a:cxn>
                <a:cxn ang="0">
                  <a:pos x="46" y="78"/>
                </a:cxn>
                <a:cxn ang="0">
                  <a:pos x="40" y="67"/>
                </a:cxn>
                <a:cxn ang="0">
                  <a:pos x="34" y="56"/>
                </a:cxn>
                <a:cxn ang="0">
                  <a:pos x="28" y="44"/>
                </a:cxn>
                <a:cxn ang="0">
                  <a:pos x="24" y="29"/>
                </a:cxn>
                <a:cxn ang="0">
                  <a:pos x="22" y="15"/>
                </a:cxn>
                <a:cxn ang="0">
                  <a:pos x="25" y="1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62" h="117">
                  <a:moveTo>
                    <a:pt x="24" y="0"/>
                  </a:moveTo>
                  <a:lnTo>
                    <a:pt x="13" y="16"/>
                  </a:lnTo>
                  <a:lnTo>
                    <a:pt x="5" y="33"/>
                  </a:lnTo>
                  <a:lnTo>
                    <a:pt x="0" y="51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6" y="88"/>
                  </a:lnTo>
                  <a:lnTo>
                    <a:pt x="10" y="96"/>
                  </a:lnTo>
                  <a:lnTo>
                    <a:pt x="17" y="103"/>
                  </a:lnTo>
                  <a:lnTo>
                    <a:pt x="24" y="110"/>
                  </a:lnTo>
                  <a:lnTo>
                    <a:pt x="32" y="114"/>
                  </a:lnTo>
                  <a:lnTo>
                    <a:pt x="42" y="117"/>
                  </a:lnTo>
                  <a:lnTo>
                    <a:pt x="50" y="117"/>
                  </a:lnTo>
                  <a:lnTo>
                    <a:pt x="56" y="114"/>
                  </a:lnTo>
                  <a:lnTo>
                    <a:pt x="60" y="109"/>
                  </a:lnTo>
                  <a:lnTo>
                    <a:pt x="62" y="103"/>
                  </a:lnTo>
                  <a:lnTo>
                    <a:pt x="61" y="98"/>
                  </a:lnTo>
                  <a:lnTo>
                    <a:pt x="53" y="88"/>
                  </a:lnTo>
                  <a:lnTo>
                    <a:pt x="46" y="78"/>
                  </a:lnTo>
                  <a:lnTo>
                    <a:pt x="40" y="67"/>
                  </a:lnTo>
                  <a:lnTo>
                    <a:pt x="34" y="56"/>
                  </a:lnTo>
                  <a:lnTo>
                    <a:pt x="28" y="44"/>
                  </a:lnTo>
                  <a:lnTo>
                    <a:pt x="24" y="29"/>
                  </a:lnTo>
                  <a:lnTo>
                    <a:pt x="22" y="15"/>
                  </a:lnTo>
                  <a:lnTo>
                    <a:pt x="25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3" name="Freeform 301"/>
            <p:cNvSpPr>
              <a:spLocks/>
            </p:cNvSpPr>
            <p:nvPr/>
          </p:nvSpPr>
          <p:spPr bwMode="gray">
            <a:xfrm>
              <a:off x="4304" y="2935"/>
              <a:ext cx="24" cy="54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" y="18"/>
                </a:cxn>
                <a:cxn ang="0">
                  <a:pos x="0" y="36"/>
                </a:cxn>
                <a:cxn ang="0">
                  <a:pos x="0" y="53"/>
                </a:cxn>
                <a:cxn ang="0">
                  <a:pos x="4" y="71"/>
                </a:cxn>
                <a:cxn ang="0">
                  <a:pos x="7" y="76"/>
                </a:cxn>
                <a:cxn ang="0">
                  <a:pos x="9" y="83"/>
                </a:cxn>
                <a:cxn ang="0">
                  <a:pos x="14" y="88"/>
                </a:cxn>
                <a:cxn ang="0">
                  <a:pos x="18" y="95"/>
                </a:cxn>
                <a:cxn ang="0">
                  <a:pos x="22" y="99"/>
                </a:cxn>
                <a:cxn ang="0">
                  <a:pos x="29" y="102"/>
                </a:cxn>
                <a:cxn ang="0">
                  <a:pos x="34" y="105"/>
                </a:cxn>
                <a:cxn ang="0">
                  <a:pos x="40" y="109"/>
                </a:cxn>
                <a:cxn ang="0">
                  <a:pos x="41" y="109"/>
                </a:cxn>
                <a:cxn ang="0">
                  <a:pos x="44" y="108"/>
                </a:cxn>
                <a:cxn ang="0">
                  <a:pos x="47" y="105"/>
                </a:cxn>
                <a:cxn ang="0">
                  <a:pos x="47" y="102"/>
                </a:cxn>
                <a:cxn ang="0">
                  <a:pos x="45" y="99"/>
                </a:cxn>
                <a:cxn ang="0">
                  <a:pos x="45" y="98"/>
                </a:cxn>
                <a:cxn ang="0">
                  <a:pos x="44" y="97"/>
                </a:cxn>
                <a:cxn ang="0">
                  <a:pos x="41" y="95"/>
                </a:cxn>
                <a:cxn ang="0">
                  <a:pos x="36" y="91"/>
                </a:cxn>
                <a:cxn ang="0">
                  <a:pos x="32" y="87"/>
                </a:cxn>
                <a:cxn ang="0">
                  <a:pos x="27" y="82"/>
                </a:cxn>
                <a:cxn ang="0">
                  <a:pos x="23" y="76"/>
                </a:cxn>
                <a:cxn ang="0">
                  <a:pos x="12" y="58"/>
                </a:cxn>
                <a:cxn ang="0">
                  <a:pos x="5" y="40"/>
                </a:cxn>
                <a:cxn ang="0">
                  <a:pos x="4" y="21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7" h="109">
                  <a:moveTo>
                    <a:pt x="4" y="0"/>
                  </a:moveTo>
                  <a:lnTo>
                    <a:pt x="1" y="18"/>
                  </a:lnTo>
                  <a:lnTo>
                    <a:pt x="0" y="36"/>
                  </a:lnTo>
                  <a:lnTo>
                    <a:pt x="0" y="53"/>
                  </a:lnTo>
                  <a:lnTo>
                    <a:pt x="4" y="71"/>
                  </a:lnTo>
                  <a:lnTo>
                    <a:pt x="7" y="76"/>
                  </a:lnTo>
                  <a:lnTo>
                    <a:pt x="9" y="83"/>
                  </a:lnTo>
                  <a:lnTo>
                    <a:pt x="14" y="88"/>
                  </a:lnTo>
                  <a:lnTo>
                    <a:pt x="18" y="95"/>
                  </a:lnTo>
                  <a:lnTo>
                    <a:pt x="22" y="99"/>
                  </a:lnTo>
                  <a:lnTo>
                    <a:pt x="29" y="102"/>
                  </a:lnTo>
                  <a:lnTo>
                    <a:pt x="34" y="105"/>
                  </a:lnTo>
                  <a:lnTo>
                    <a:pt x="40" y="109"/>
                  </a:lnTo>
                  <a:lnTo>
                    <a:pt x="41" y="109"/>
                  </a:lnTo>
                  <a:lnTo>
                    <a:pt x="44" y="108"/>
                  </a:lnTo>
                  <a:lnTo>
                    <a:pt x="47" y="105"/>
                  </a:lnTo>
                  <a:lnTo>
                    <a:pt x="47" y="102"/>
                  </a:lnTo>
                  <a:lnTo>
                    <a:pt x="45" y="99"/>
                  </a:lnTo>
                  <a:lnTo>
                    <a:pt x="45" y="98"/>
                  </a:lnTo>
                  <a:lnTo>
                    <a:pt x="44" y="97"/>
                  </a:lnTo>
                  <a:lnTo>
                    <a:pt x="41" y="95"/>
                  </a:lnTo>
                  <a:lnTo>
                    <a:pt x="36" y="91"/>
                  </a:lnTo>
                  <a:lnTo>
                    <a:pt x="32" y="87"/>
                  </a:lnTo>
                  <a:lnTo>
                    <a:pt x="27" y="82"/>
                  </a:lnTo>
                  <a:lnTo>
                    <a:pt x="23" y="76"/>
                  </a:lnTo>
                  <a:lnTo>
                    <a:pt x="12" y="58"/>
                  </a:lnTo>
                  <a:lnTo>
                    <a:pt x="5" y="40"/>
                  </a:lnTo>
                  <a:lnTo>
                    <a:pt x="4" y="21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4" name="Freeform 302"/>
            <p:cNvSpPr>
              <a:spLocks/>
            </p:cNvSpPr>
            <p:nvPr/>
          </p:nvSpPr>
          <p:spPr bwMode="gray">
            <a:xfrm>
              <a:off x="4261" y="2992"/>
              <a:ext cx="87" cy="51"/>
            </a:xfrm>
            <a:custGeom>
              <a:avLst/>
              <a:gdLst/>
              <a:ahLst/>
              <a:cxnLst>
                <a:cxn ang="0">
                  <a:pos x="17" y="100"/>
                </a:cxn>
                <a:cxn ang="0">
                  <a:pos x="44" y="103"/>
                </a:cxn>
                <a:cxn ang="0">
                  <a:pos x="70" y="99"/>
                </a:cxn>
                <a:cxn ang="0">
                  <a:pos x="96" y="88"/>
                </a:cxn>
                <a:cxn ang="0">
                  <a:pos x="116" y="74"/>
                </a:cxn>
                <a:cxn ang="0">
                  <a:pos x="127" y="66"/>
                </a:cxn>
                <a:cxn ang="0">
                  <a:pos x="139" y="56"/>
                </a:cxn>
                <a:cxn ang="0">
                  <a:pos x="150" y="46"/>
                </a:cxn>
                <a:cxn ang="0">
                  <a:pos x="163" y="37"/>
                </a:cxn>
                <a:cxn ang="0">
                  <a:pos x="172" y="23"/>
                </a:cxn>
                <a:cxn ang="0">
                  <a:pos x="172" y="6"/>
                </a:cxn>
                <a:cxn ang="0">
                  <a:pos x="159" y="0"/>
                </a:cxn>
                <a:cxn ang="0">
                  <a:pos x="139" y="1"/>
                </a:cxn>
                <a:cxn ang="0">
                  <a:pos x="120" y="5"/>
                </a:cxn>
                <a:cxn ang="0">
                  <a:pos x="101" y="12"/>
                </a:cxn>
                <a:cxn ang="0">
                  <a:pos x="72" y="27"/>
                </a:cxn>
                <a:cxn ang="0">
                  <a:pos x="44" y="46"/>
                </a:cxn>
                <a:cxn ang="0">
                  <a:pos x="18" y="66"/>
                </a:cxn>
                <a:cxn ang="0">
                  <a:pos x="5" y="77"/>
                </a:cxn>
                <a:cxn ang="0">
                  <a:pos x="5" y="77"/>
                </a:cxn>
                <a:cxn ang="0">
                  <a:pos x="21" y="64"/>
                </a:cxn>
                <a:cxn ang="0">
                  <a:pos x="52" y="41"/>
                </a:cxn>
                <a:cxn ang="0">
                  <a:pos x="87" y="22"/>
                </a:cxn>
                <a:cxn ang="0">
                  <a:pos x="124" y="11"/>
                </a:cxn>
                <a:cxn ang="0">
                  <a:pos x="149" y="18"/>
                </a:cxn>
                <a:cxn ang="0">
                  <a:pos x="147" y="29"/>
                </a:cxn>
                <a:cxn ang="0">
                  <a:pos x="136" y="33"/>
                </a:cxn>
                <a:cxn ang="0">
                  <a:pos x="132" y="35"/>
                </a:cxn>
                <a:cxn ang="0">
                  <a:pos x="123" y="41"/>
                </a:cxn>
                <a:cxn ang="0">
                  <a:pos x="109" y="53"/>
                </a:cxn>
                <a:cxn ang="0">
                  <a:pos x="92" y="67"/>
                </a:cxn>
                <a:cxn ang="0">
                  <a:pos x="68" y="82"/>
                </a:cxn>
                <a:cxn ang="0">
                  <a:pos x="43" y="91"/>
                </a:cxn>
                <a:cxn ang="0">
                  <a:pos x="15" y="95"/>
                </a:cxn>
                <a:cxn ang="0">
                  <a:pos x="1" y="95"/>
                </a:cxn>
                <a:cxn ang="0">
                  <a:pos x="0" y="96"/>
                </a:cxn>
                <a:cxn ang="0">
                  <a:pos x="0" y="96"/>
                </a:cxn>
              </a:cxnLst>
              <a:rect l="0" t="0" r="r" b="b"/>
              <a:pathLst>
                <a:path w="174" h="103">
                  <a:moveTo>
                    <a:pt x="0" y="96"/>
                  </a:moveTo>
                  <a:lnTo>
                    <a:pt x="17" y="100"/>
                  </a:lnTo>
                  <a:lnTo>
                    <a:pt x="30" y="102"/>
                  </a:lnTo>
                  <a:lnTo>
                    <a:pt x="44" y="103"/>
                  </a:lnTo>
                  <a:lnTo>
                    <a:pt x="58" y="102"/>
                  </a:lnTo>
                  <a:lnTo>
                    <a:pt x="70" y="99"/>
                  </a:lnTo>
                  <a:lnTo>
                    <a:pt x="83" y="95"/>
                  </a:lnTo>
                  <a:lnTo>
                    <a:pt x="96" y="88"/>
                  </a:lnTo>
                  <a:lnTo>
                    <a:pt x="110" y="78"/>
                  </a:lnTo>
                  <a:lnTo>
                    <a:pt x="116" y="74"/>
                  </a:lnTo>
                  <a:lnTo>
                    <a:pt x="121" y="70"/>
                  </a:lnTo>
                  <a:lnTo>
                    <a:pt x="127" y="66"/>
                  </a:lnTo>
                  <a:lnTo>
                    <a:pt x="134" y="60"/>
                  </a:lnTo>
                  <a:lnTo>
                    <a:pt x="139" y="56"/>
                  </a:lnTo>
                  <a:lnTo>
                    <a:pt x="145" y="52"/>
                  </a:lnTo>
                  <a:lnTo>
                    <a:pt x="150" y="46"/>
                  </a:lnTo>
                  <a:lnTo>
                    <a:pt x="156" y="42"/>
                  </a:lnTo>
                  <a:lnTo>
                    <a:pt x="163" y="37"/>
                  </a:lnTo>
                  <a:lnTo>
                    <a:pt x="168" y="30"/>
                  </a:lnTo>
                  <a:lnTo>
                    <a:pt x="172" y="23"/>
                  </a:lnTo>
                  <a:lnTo>
                    <a:pt x="174" y="15"/>
                  </a:lnTo>
                  <a:lnTo>
                    <a:pt x="172" y="6"/>
                  </a:lnTo>
                  <a:lnTo>
                    <a:pt x="167" y="2"/>
                  </a:lnTo>
                  <a:lnTo>
                    <a:pt x="159" y="0"/>
                  </a:lnTo>
                  <a:lnTo>
                    <a:pt x="149" y="0"/>
                  </a:lnTo>
                  <a:lnTo>
                    <a:pt x="139" y="1"/>
                  </a:lnTo>
                  <a:lnTo>
                    <a:pt x="130" y="2"/>
                  </a:lnTo>
                  <a:lnTo>
                    <a:pt x="120" y="5"/>
                  </a:lnTo>
                  <a:lnTo>
                    <a:pt x="114" y="6"/>
                  </a:lnTo>
                  <a:lnTo>
                    <a:pt x="101" y="12"/>
                  </a:lnTo>
                  <a:lnTo>
                    <a:pt x="85" y="19"/>
                  </a:lnTo>
                  <a:lnTo>
                    <a:pt x="72" y="27"/>
                  </a:lnTo>
                  <a:lnTo>
                    <a:pt x="58" y="37"/>
                  </a:lnTo>
                  <a:lnTo>
                    <a:pt x="44" y="46"/>
                  </a:lnTo>
                  <a:lnTo>
                    <a:pt x="30" y="56"/>
                  </a:lnTo>
                  <a:lnTo>
                    <a:pt x="18" y="66"/>
                  </a:lnTo>
                  <a:lnTo>
                    <a:pt x="5" y="75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21" y="64"/>
                  </a:lnTo>
                  <a:lnTo>
                    <a:pt x="36" y="53"/>
                  </a:lnTo>
                  <a:lnTo>
                    <a:pt x="52" y="41"/>
                  </a:lnTo>
                  <a:lnTo>
                    <a:pt x="69" y="31"/>
                  </a:lnTo>
                  <a:lnTo>
                    <a:pt x="87" y="22"/>
                  </a:lnTo>
                  <a:lnTo>
                    <a:pt x="105" y="15"/>
                  </a:lnTo>
                  <a:lnTo>
                    <a:pt x="124" y="11"/>
                  </a:lnTo>
                  <a:lnTo>
                    <a:pt x="143" y="9"/>
                  </a:lnTo>
                  <a:lnTo>
                    <a:pt x="149" y="18"/>
                  </a:lnTo>
                  <a:lnTo>
                    <a:pt x="150" y="23"/>
                  </a:lnTo>
                  <a:lnTo>
                    <a:pt x="147" y="29"/>
                  </a:lnTo>
                  <a:lnTo>
                    <a:pt x="139" y="31"/>
                  </a:lnTo>
                  <a:lnTo>
                    <a:pt x="136" y="33"/>
                  </a:lnTo>
                  <a:lnTo>
                    <a:pt x="135" y="34"/>
                  </a:lnTo>
                  <a:lnTo>
                    <a:pt x="132" y="35"/>
                  </a:lnTo>
                  <a:lnTo>
                    <a:pt x="130" y="37"/>
                  </a:lnTo>
                  <a:lnTo>
                    <a:pt x="123" y="41"/>
                  </a:lnTo>
                  <a:lnTo>
                    <a:pt x="116" y="48"/>
                  </a:lnTo>
                  <a:lnTo>
                    <a:pt x="109" y="53"/>
                  </a:lnTo>
                  <a:lnTo>
                    <a:pt x="103" y="59"/>
                  </a:lnTo>
                  <a:lnTo>
                    <a:pt x="92" y="67"/>
                  </a:lnTo>
                  <a:lnTo>
                    <a:pt x="80" y="75"/>
                  </a:lnTo>
                  <a:lnTo>
                    <a:pt x="68" y="82"/>
                  </a:lnTo>
                  <a:lnTo>
                    <a:pt x="55" y="86"/>
                  </a:lnTo>
                  <a:lnTo>
                    <a:pt x="43" y="91"/>
                  </a:lnTo>
                  <a:lnTo>
                    <a:pt x="29" y="93"/>
                  </a:lnTo>
                  <a:lnTo>
                    <a:pt x="15" y="95"/>
                  </a:lnTo>
                  <a:lnTo>
                    <a:pt x="1" y="95"/>
                  </a:lnTo>
                  <a:lnTo>
                    <a:pt x="1" y="95"/>
                  </a:lnTo>
                  <a:lnTo>
                    <a:pt x="1" y="95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5" name="Freeform 303"/>
            <p:cNvSpPr>
              <a:spLocks/>
            </p:cNvSpPr>
            <p:nvPr/>
          </p:nvSpPr>
          <p:spPr bwMode="gray">
            <a:xfrm>
              <a:off x="4248" y="2886"/>
              <a:ext cx="38" cy="51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66" y="4"/>
                </a:cxn>
                <a:cxn ang="0">
                  <a:pos x="58" y="7"/>
                </a:cxn>
                <a:cxn ang="0">
                  <a:pos x="51" y="11"/>
                </a:cxn>
                <a:cxn ang="0">
                  <a:pos x="44" y="15"/>
                </a:cxn>
                <a:cxn ang="0">
                  <a:pos x="37" y="19"/>
                </a:cxn>
                <a:cxn ang="0">
                  <a:pos x="30" y="25"/>
                </a:cxn>
                <a:cxn ang="0">
                  <a:pos x="23" y="30"/>
                </a:cxn>
                <a:cxn ang="0">
                  <a:pos x="18" y="38"/>
                </a:cxn>
                <a:cxn ang="0">
                  <a:pos x="9" y="54"/>
                </a:cxn>
                <a:cxn ang="0">
                  <a:pos x="1" y="71"/>
                </a:cxn>
                <a:cxn ang="0">
                  <a:pos x="0" y="89"/>
                </a:cxn>
                <a:cxn ang="0">
                  <a:pos x="11" y="102"/>
                </a:cxn>
                <a:cxn ang="0">
                  <a:pos x="15" y="102"/>
                </a:cxn>
                <a:cxn ang="0">
                  <a:pos x="20" y="99"/>
                </a:cxn>
                <a:cxn ang="0">
                  <a:pos x="25" y="96"/>
                </a:cxn>
                <a:cxn ang="0">
                  <a:pos x="25" y="92"/>
                </a:cxn>
                <a:cxn ang="0">
                  <a:pos x="20" y="81"/>
                </a:cxn>
                <a:cxn ang="0">
                  <a:pos x="20" y="67"/>
                </a:cxn>
                <a:cxn ang="0">
                  <a:pos x="25" y="55"/>
                </a:cxn>
                <a:cxn ang="0">
                  <a:pos x="29" y="44"/>
                </a:cxn>
                <a:cxn ang="0">
                  <a:pos x="33" y="36"/>
                </a:cxn>
                <a:cxn ang="0">
                  <a:pos x="37" y="29"/>
                </a:cxn>
                <a:cxn ang="0">
                  <a:pos x="43" y="23"/>
                </a:cxn>
                <a:cxn ang="0">
                  <a:pos x="48" y="18"/>
                </a:cxn>
                <a:cxn ang="0">
                  <a:pos x="54" y="12"/>
                </a:cxn>
                <a:cxn ang="0">
                  <a:pos x="59" y="8"/>
                </a:cxn>
                <a:cxn ang="0">
                  <a:pos x="66" y="4"/>
                </a:cxn>
                <a:cxn ang="0">
                  <a:pos x="74" y="1"/>
                </a:cxn>
                <a:cxn ang="0">
                  <a:pos x="76" y="1"/>
                </a:cxn>
                <a:cxn ang="0">
                  <a:pos x="76" y="0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4" y="0"/>
                </a:cxn>
              </a:cxnLst>
              <a:rect l="0" t="0" r="r" b="b"/>
              <a:pathLst>
                <a:path w="76" h="102">
                  <a:moveTo>
                    <a:pt x="74" y="0"/>
                  </a:moveTo>
                  <a:lnTo>
                    <a:pt x="66" y="4"/>
                  </a:lnTo>
                  <a:lnTo>
                    <a:pt x="58" y="7"/>
                  </a:lnTo>
                  <a:lnTo>
                    <a:pt x="51" y="11"/>
                  </a:lnTo>
                  <a:lnTo>
                    <a:pt x="44" y="15"/>
                  </a:lnTo>
                  <a:lnTo>
                    <a:pt x="37" y="19"/>
                  </a:lnTo>
                  <a:lnTo>
                    <a:pt x="30" y="25"/>
                  </a:lnTo>
                  <a:lnTo>
                    <a:pt x="23" y="30"/>
                  </a:lnTo>
                  <a:lnTo>
                    <a:pt x="18" y="38"/>
                  </a:lnTo>
                  <a:lnTo>
                    <a:pt x="9" y="54"/>
                  </a:lnTo>
                  <a:lnTo>
                    <a:pt x="1" y="71"/>
                  </a:lnTo>
                  <a:lnTo>
                    <a:pt x="0" y="89"/>
                  </a:lnTo>
                  <a:lnTo>
                    <a:pt x="11" y="102"/>
                  </a:lnTo>
                  <a:lnTo>
                    <a:pt x="15" y="102"/>
                  </a:lnTo>
                  <a:lnTo>
                    <a:pt x="20" y="99"/>
                  </a:lnTo>
                  <a:lnTo>
                    <a:pt x="25" y="96"/>
                  </a:lnTo>
                  <a:lnTo>
                    <a:pt x="25" y="92"/>
                  </a:lnTo>
                  <a:lnTo>
                    <a:pt x="20" y="81"/>
                  </a:lnTo>
                  <a:lnTo>
                    <a:pt x="20" y="67"/>
                  </a:lnTo>
                  <a:lnTo>
                    <a:pt x="25" y="55"/>
                  </a:lnTo>
                  <a:lnTo>
                    <a:pt x="29" y="44"/>
                  </a:lnTo>
                  <a:lnTo>
                    <a:pt x="33" y="36"/>
                  </a:lnTo>
                  <a:lnTo>
                    <a:pt x="37" y="29"/>
                  </a:lnTo>
                  <a:lnTo>
                    <a:pt x="43" y="23"/>
                  </a:lnTo>
                  <a:lnTo>
                    <a:pt x="48" y="18"/>
                  </a:lnTo>
                  <a:lnTo>
                    <a:pt x="54" y="12"/>
                  </a:lnTo>
                  <a:lnTo>
                    <a:pt x="59" y="8"/>
                  </a:lnTo>
                  <a:lnTo>
                    <a:pt x="66" y="4"/>
                  </a:lnTo>
                  <a:lnTo>
                    <a:pt x="74" y="1"/>
                  </a:lnTo>
                  <a:lnTo>
                    <a:pt x="76" y="1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6" name="Freeform 304"/>
            <p:cNvSpPr>
              <a:spLocks/>
            </p:cNvSpPr>
            <p:nvPr/>
          </p:nvSpPr>
          <p:spPr bwMode="gray">
            <a:xfrm>
              <a:off x="4273" y="2930"/>
              <a:ext cx="39" cy="60"/>
            </a:xfrm>
            <a:custGeom>
              <a:avLst/>
              <a:gdLst/>
              <a:ahLst/>
              <a:cxnLst>
                <a:cxn ang="0">
                  <a:pos x="11" y="118"/>
                </a:cxn>
                <a:cxn ang="0">
                  <a:pos x="7" y="103"/>
                </a:cxn>
                <a:cxn ang="0">
                  <a:pos x="9" y="86"/>
                </a:cxn>
                <a:cxn ang="0">
                  <a:pos x="13" y="70"/>
                </a:cxn>
                <a:cxn ang="0">
                  <a:pos x="22" y="56"/>
                </a:cxn>
                <a:cxn ang="0">
                  <a:pos x="28" y="52"/>
                </a:cxn>
                <a:cxn ang="0">
                  <a:pos x="33" y="48"/>
                </a:cxn>
                <a:cxn ang="0">
                  <a:pos x="39" y="44"/>
                </a:cxn>
                <a:cxn ang="0">
                  <a:pos x="45" y="40"/>
                </a:cxn>
                <a:cxn ang="0">
                  <a:pos x="51" y="35"/>
                </a:cxn>
                <a:cxn ang="0">
                  <a:pos x="57" y="33"/>
                </a:cxn>
                <a:cxn ang="0">
                  <a:pos x="64" y="29"/>
                </a:cxn>
                <a:cxn ang="0">
                  <a:pos x="69" y="26"/>
                </a:cxn>
                <a:cxn ang="0">
                  <a:pos x="73" y="20"/>
                </a:cxn>
                <a:cxn ang="0">
                  <a:pos x="78" y="13"/>
                </a:cxn>
                <a:cxn ang="0">
                  <a:pos x="79" y="5"/>
                </a:cxn>
                <a:cxn ang="0">
                  <a:pos x="73" y="1"/>
                </a:cxn>
                <a:cxn ang="0">
                  <a:pos x="62" y="0"/>
                </a:cxn>
                <a:cxn ang="0">
                  <a:pos x="53" y="0"/>
                </a:cxn>
                <a:cxn ang="0">
                  <a:pos x="43" y="4"/>
                </a:cxn>
                <a:cxn ang="0">
                  <a:pos x="33" y="9"/>
                </a:cxn>
                <a:cxn ang="0">
                  <a:pos x="25" y="16"/>
                </a:cxn>
                <a:cxn ang="0">
                  <a:pos x="18" y="23"/>
                </a:cxn>
                <a:cxn ang="0">
                  <a:pos x="11" y="33"/>
                </a:cxn>
                <a:cxn ang="0">
                  <a:pos x="6" y="42"/>
                </a:cxn>
                <a:cxn ang="0">
                  <a:pos x="0" y="63"/>
                </a:cxn>
                <a:cxn ang="0">
                  <a:pos x="0" y="81"/>
                </a:cxn>
                <a:cxn ang="0">
                  <a:pos x="3" y="100"/>
                </a:cxn>
                <a:cxn ang="0">
                  <a:pos x="10" y="119"/>
                </a:cxn>
                <a:cxn ang="0">
                  <a:pos x="11" y="119"/>
                </a:cxn>
                <a:cxn ang="0">
                  <a:pos x="11" y="119"/>
                </a:cxn>
                <a:cxn ang="0">
                  <a:pos x="11" y="119"/>
                </a:cxn>
                <a:cxn ang="0">
                  <a:pos x="11" y="118"/>
                </a:cxn>
                <a:cxn ang="0">
                  <a:pos x="11" y="118"/>
                </a:cxn>
              </a:cxnLst>
              <a:rect l="0" t="0" r="r" b="b"/>
              <a:pathLst>
                <a:path w="79" h="119">
                  <a:moveTo>
                    <a:pt x="11" y="118"/>
                  </a:moveTo>
                  <a:lnTo>
                    <a:pt x="7" y="103"/>
                  </a:lnTo>
                  <a:lnTo>
                    <a:pt x="9" y="86"/>
                  </a:lnTo>
                  <a:lnTo>
                    <a:pt x="13" y="70"/>
                  </a:lnTo>
                  <a:lnTo>
                    <a:pt x="22" y="56"/>
                  </a:lnTo>
                  <a:lnTo>
                    <a:pt x="28" y="52"/>
                  </a:lnTo>
                  <a:lnTo>
                    <a:pt x="33" y="48"/>
                  </a:lnTo>
                  <a:lnTo>
                    <a:pt x="39" y="44"/>
                  </a:lnTo>
                  <a:lnTo>
                    <a:pt x="45" y="40"/>
                  </a:lnTo>
                  <a:lnTo>
                    <a:pt x="51" y="35"/>
                  </a:lnTo>
                  <a:lnTo>
                    <a:pt x="57" y="33"/>
                  </a:lnTo>
                  <a:lnTo>
                    <a:pt x="64" y="29"/>
                  </a:lnTo>
                  <a:lnTo>
                    <a:pt x="69" y="26"/>
                  </a:lnTo>
                  <a:lnTo>
                    <a:pt x="73" y="20"/>
                  </a:lnTo>
                  <a:lnTo>
                    <a:pt x="78" y="13"/>
                  </a:lnTo>
                  <a:lnTo>
                    <a:pt x="79" y="5"/>
                  </a:lnTo>
                  <a:lnTo>
                    <a:pt x="73" y="1"/>
                  </a:lnTo>
                  <a:lnTo>
                    <a:pt x="62" y="0"/>
                  </a:lnTo>
                  <a:lnTo>
                    <a:pt x="53" y="0"/>
                  </a:lnTo>
                  <a:lnTo>
                    <a:pt x="43" y="4"/>
                  </a:lnTo>
                  <a:lnTo>
                    <a:pt x="33" y="9"/>
                  </a:lnTo>
                  <a:lnTo>
                    <a:pt x="25" y="16"/>
                  </a:lnTo>
                  <a:lnTo>
                    <a:pt x="18" y="23"/>
                  </a:lnTo>
                  <a:lnTo>
                    <a:pt x="11" y="33"/>
                  </a:lnTo>
                  <a:lnTo>
                    <a:pt x="6" y="42"/>
                  </a:lnTo>
                  <a:lnTo>
                    <a:pt x="0" y="63"/>
                  </a:lnTo>
                  <a:lnTo>
                    <a:pt x="0" y="81"/>
                  </a:lnTo>
                  <a:lnTo>
                    <a:pt x="3" y="100"/>
                  </a:lnTo>
                  <a:lnTo>
                    <a:pt x="10" y="119"/>
                  </a:lnTo>
                  <a:lnTo>
                    <a:pt x="11" y="119"/>
                  </a:lnTo>
                  <a:lnTo>
                    <a:pt x="11" y="119"/>
                  </a:lnTo>
                  <a:lnTo>
                    <a:pt x="11" y="119"/>
                  </a:lnTo>
                  <a:lnTo>
                    <a:pt x="11" y="118"/>
                  </a:lnTo>
                  <a:lnTo>
                    <a:pt x="11" y="1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7" name="Freeform 305"/>
            <p:cNvSpPr>
              <a:spLocks/>
            </p:cNvSpPr>
            <p:nvPr/>
          </p:nvSpPr>
          <p:spPr bwMode="gray">
            <a:xfrm>
              <a:off x="4247" y="2842"/>
              <a:ext cx="35" cy="42"/>
            </a:xfrm>
            <a:custGeom>
              <a:avLst/>
              <a:gdLst/>
              <a:ahLst/>
              <a:cxnLst>
                <a:cxn ang="0">
                  <a:pos x="1" y="86"/>
                </a:cxn>
                <a:cxn ang="0">
                  <a:pos x="4" y="75"/>
                </a:cxn>
                <a:cxn ang="0">
                  <a:pos x="8" y="65"/>
                </a:cxn>
                <a:cxn ang="0">
                  <a:pos x="14" y="58"/>
                </a:cxn>
                <a:cxn ang="0">
                  <a:pos x="23" y="54"/>
                </a:cxn>
                <a:cxn ang="0">
                  <a:pos x="34" y="50"/>
                </a:cxn>
                <a:cxn ang="0">
                  <a:pos x="46" y="43"/>
                </a:cxn>
                <a:cxn ang="0">
                  <a:pos x="55" y="35"/>
                </a:cxn>
                <a:cxn ang="0">
                  <a:pos x="63" y="26"/>
                </a:cxn>
                <a:cxn ang="0">
                  <a:pos x="66" y="21"/>
                </a:cxn>
                <a:cxn ang="0">
                  <a:pos x="69" y="14"/>
                </a:cxn>
                <a:cxn ang="0">
                  <a:pos x="70" y="7"/>
                </a:cxn>
                <a:cxn ang="0">
                  <a:pos x="66" y="3"/>
                </a:cxn>
                <a:cxn ang="0">
                  <a:pos x="58" y="0"/>
                </a:cxn>
                <a:cxn ang="0">
                  <a:pos x="48" y="0"/>
                </a:cxn>
                <a:cxn ang="0">
                  <a:pos x="40" y="2"/>
                </a:cxn>
                <a:cxn ang="0">
                  <a:pos x="33" y="6"/>
                </a:cxn>
                <a:cxn ang="0">
                  <a:pos x="25" y="13"/>
                </a:cxn>
                <a:cxn ang="0">
                  <a:pos x="19" y="18"/>
                </a:cxn>
                <a:cxn ang="0">
                  <a:pos x="12" y="26"/>
                </a:cxn>
                <a:cxn ang="0">
                  <a:pos x="8" y="33"/>
                </a:cxn>
                <a:cxn ang="0">
                  <a:pos x="4" y="47"/>
                </a:cxn>
                <a:cxn ang="0">
                  <a:pos x="1" y="59"/>
                </a:cxn>
                <a:cxn ang="0">
                  <a:pos x="1" y="72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" y="86"/>
                </a:cxn>
                <a:cxn ang="0">
                  <a:pos x="1" y="86"/>
                </a:cxn>
                <a:cxn ang="0">
                  <a:pos x="1" y="86"/>
                </a:cxn>
                <a:cxn ang="0">
                  <a:pos x="1" y="86"/>
                </a:cxn>
              </a:cxnLst>
              <a:rect l="0" t="0" r="r" b="b"/>
              <a:pathLst>
                <a:path w="70" h="86">
                  <a:moveTo>
                    <a:pt x="1" y="86"/>
                  </a:moveTo>
                  <a:lnTo>
                    <a:pt x="4" y="75"/>
                  </a:lnTo>
                  <a:lnTo>
                    <a:pt x="8" y="65"/>
                  </a:lnTo>
                  <a:lnTo>
                    <a:pt x="14" y="58"/>
                  </a:lnTo>
                  <a:lnTo>
                    <a:pt x="23" y="54"/>
                  </a:lnTo>
                  <a:lnTo>
                    <a:pt x="34" y="50"/>
                  </a:lnTo>
                  <a:lnTo>
                    <a:pt x="46" y="43"/>
                  </a:lnTo>
                  <a:lnTo>
                    <a:pt x="55" y="35"/>
                  </a:lnTo>
                  <a:lnTo>
                    <a:pt x="63" y="26"/>
                  </a:lnTo>
                  <a:lnTo>
                    <a:pt x="66" y="21"/>
                  </a:lnTo>
                  <a:lnTo>
                    <a:pt x="69" y="14"/>
                  </a:lnTo>
                  <a:lnTo>
                    <a:pt x="70" y="7"/>
                  </a:lnTo>
                  <a:lnTo>
                    <a:pt x="66" y="3"/>
                  </a:lnTo>
                  <a:lnTo>
                    <a:pt x="58" y="0"/>
                  </a:lnTo>
                  <a:lnTo>
                    <a:pt x="48" y="0"/>
                  </a:lnTo>
                  <a:lnTo>
                    <a:pt x="40" y="2"/>
                  </a:lnTo>
                  <a:lnTo>
                    <a:pt x="33" y="6"/>
                  </a:lnTo>
                  <a:lnTo>
                    <a:pt x="25" y="13"/>
                  </a:lnTo>
                  <a:lnTo>
                    <a:pt x="19" y="18"/>
                  </a:lnTo>
                  <a:lnTo>
                    <a:pt x="12" y="26"/>
                  </a:lnTo>
                  <a:lnTo>
                    <a:pt x="8" y="33"/>
                  </a:lnTo>
                  <a:lnTo>
                    <a:pt x="4" y="47"/>
                  </a:lnTo>
                  <a:lnTo>
                    <a:pt x="1" y="59"/>
                  </a:lnTo>
                  <a:lnTo>
                    <a:pt x="1" y="72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86"/>
                  </a:lnTo>
                  <a:lnTo>
                    <a:pt x="1" y="86"/>
                  </a:lnTo>
                  <a:lnTo>
                    <a:pt x="1" y="86"/>
                  </a:lnTo>
                  <a:lnTo>
                    <a:pt x="1" y="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8" name="Freeform 306"/>
            <p:cNvSpPr>
              <a:spLocks/>
            </p:cNvSpPr>
            <p:nvPr/>
          </p:nvSpPr>
          <p:spPr bwMode="gray">
            <a:xfrm>
              <a:off x="4030" y="2728"/>
              <a:ext cx="47" cy="30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8" y="52"/>
                </a:cxn>
                <a:cxn ang="0">
                  <a:pos x="18" y="47"/>
                </a:cxn>
                <a:cxn ang="0">
                  <a:pos x="29" y="43"/>
                </a:cxn>
                <a:cxn ang="0">
                  <a:pos x="40" y="43"/>
                </a:cxn>
                <a:cxn ang="0">
                  <a:pos x="44" y="43"/>
                </a:cxn>
                <a:cxn ang="0">
                  <a:pos x="48" y="44"/>
                </a:cxn>
                <a:cxn ang="0">
                  <a:pos x="53" y="45"/>
                </a:cxn>
                <a:cxn ang="0">
                  <a:pos x="57" y="45"/>
                </a:cxn>
                <a:cxn ang="0">
                  <a:pos x="62" y="44"/>
                </a:cxn>
                <a:cxn ang="0">
                  <a:pos x="68" y="44"/>
                </a:cxn>
                <a:cxn ang="0">
                  <a:pos x="73" y="43"/>
                </a:cxn>
                <a:cxn ang="0">
                  <a:pos x="79" y="40"/>
                </a:cxn>
                <a:cxn ang="0">
                  <a:pos x="86" y="36"/>
                </a:cxn>
                <a:cxn ang="0">
                  <a:pos x="91" y="29"/>
                </a:cxn>
                <a:cxn ang="0">
                  <a:pos x="94" y="22"/>
                </a:cxn>
                <a:cxn ang="0">
                  <a:pos x="92" y="14"/>
                </a:cxn>
                <a:cxn ang="0">
                  <a:pos x="83" y="3"/>
                </a:cxn>
                <a:cxn ang="0">
                  <a:pos x="70" y="0"/>
                </a:cxn>
                <a:cxn ang="0">
                  <a:pos x="57" y="4"/>
                </a:cxn>
                <a:cxn ang="0">
                  <a:pos x="43" y="14"/>
                </a:cxn>
                <a:cxn ang="0">
                  <a:pos x="29" y="25"/>
                </a:cxn>
                <a:cxn ang="0">
                  <a:pos x="17" y="37"/>
                </a:cxn>
                <a:cxn ang="0">
                  <a:pos x="7" y="4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59"/>
                </a:cxn>
              </a:cxnLst>
              <a:rect l="0" t="0" r="r" b="b"/>
              <a:pathLst>
                <a:path w="94" h="59">
                  <a:moveTo>
                    <a:pt x="0" y="59"/>
                  </a:moveTo>
                  <a:lnTo>
                    <a:pt x="8" y="52"/>
                  </a:lnTo>
                  <a:lnTo>
                    <a:pt x="18" y="47"/>
                  </a:lnTo>
                  <a:lnTo>
                    <a:pt x="29" y="43"/>
                  </a:lnTo>
                  <a:lnTo>
                    <a:pt x="40" y="43"/>
                  </a:lnTo>
                  <a:lnTo>
                    <a:pt x="44" y="43"/>
                  </a:lnTo>
                  <a:lnTo>
                    <a:pt x="48" y="44"/>
                  </a:lnTo>
                  <a:lnTo>
                    <a:pt x="53" y="45"/>
                  </a:lnTo>
                  <a:lnTo>
                    <a:pt x="57" y="45"/>
                  </a:lnTo>
                  <a:lnTo>
                    <a:pt x="62" y="44"/>
                  </a:lnTo>
                  <a:lnTo>
                    <a:pt x="68" y="44"/>
                  </a:lnTo>
                  <a:lnTo>
                    <a:pt x="73" y="43"/>
                  </a:lnTo>
                  <a:lnTo>
                    <a:pt x="79" y="40"/>
                  </a:lnTo>
                  <a:lnTo>
                    <a:pt x="86" y="36"/>
                  </a:lnTo>
                  <a:lnTo>
                    <a:pt x="91" y="29"/>
                  </a:lnTo>
                  <a:lnTo>
                    <a:pt x="94" y="22"/>
                  </a:lnTo>
                  <a:lnTo>
                    <a:pt x="92" y="14"/>
                  </a:lnTo>
                  <a:lnTo>
                    <a:pt x="83" y="3"/>
                  </a:lnTo>
                  <a:lnTo>
                    <a:pt x="70" y="0"/>
                  </a:lnTo>
                  <a:lnTo>
                    <a:pt x="57" y="4"/>
                  </a:lnTo>
                  <a:lnTo>
                    <a:pt x="43" y="14"/>
                  </a:lnTo>
                  <a:lnTo>
                    <a:pt x="29" y="25"/>
                  </a:lnTo>
                  <a:lnTo>
                    <a:pt x="17" y="37"/>
                  </a:lnTo>
                  <a:lnTo>
                    <a:pt x="7" y="4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299" name="Freeform 307"/>
            <p:cNvSpPr>
              <a:spLocks/>
            </p:cNvSpPr>
            <p:nvPr/>
          </p:nvSpPr>
          <p:spPr bwMode="gray">
            <a:xfrm>
              <a:off x="4094" y="2762"/>
              <a:ext cx="39" cy="98"/>
            </a:xfrm>
            <a:custGeom>
              <a:avLst/>
              <a:gdLst/>
              <a:ahLst/>
              <a:cxnLst>
                <a:cxn ang="0">
                  <a:pos x="67" y="2"/>
                </a:cxn>
                <a:cxn ang="0">
                  <a:pos x="60" y="32"/>
                </a:cxn>
                <a:cxn ang="0">
                  <a:pos x="53" y="61"/>
                </a:cxn>
                <a:cxn ang="0">
                  <a:pos x="42" y="90"/>
                </a:cxn>
                <a:cxn ang="0">
                  <a:pos x="27" y="118"/>
                </a:cxn>
                <a:cxn ang="0">
                  <a:pos x="15" y="134"/>
                </a:cxn>
                <a:cxn ang="0">
                  <a:pos x="7" y="152"/>
                </a:cxn>
                <a:cxn ang="0">
                  <a:pos x="0" y="171"/>
                </a:cxn>
                <a:cxn ang="0">
                  <a:pos x="0" y="191"/>
                </a:cxn>
                <a:cxn ang="0">
                  <a:pos x="3" y="196"/>
                </a:cxn>
                <a:cxn ang="0">
                  <a:pos x="9" y="196"/>
                </a:cxn>
                <a:cxn ang="0">
                  <a:pos x="14" y="195"/>
                </a:cxn>
                <a:cxn ang="0">
                  <a:pos x="18" y="192"/>
                </a:cxn>
                <a:cxn ang="0">
                  <a:pos x="27" y="184"/>
                </a:cxn>
                <a:cxn ang="0">
                  <a:pos x="35" y="174"/>
                </a:cxn>
                <a:cxn ang="0">
                  <a:pos x="43" y="163"/>
                </a:cxn>
                <a:cxn ang="0">
                  <a:pos x="50" y="152"/>
                </a:cxn>
                <a:cxn ang="0">
                  <a:pos x="55" y="141"/>
                </a:cxn>
                <a:cxn ang="0">
                  <a:pos x="61" y="129"/>
                </a:cxn>
                <a:cxn ang="0">
                  <a:pos x="65" y="116"/>
                </a:cxn>
                <a:cxn ang="0">
                  <a:pos x="69" y="105"/>
                </a:cxn>
                <a:cxn ang="0">
                  <a:pos x="76" y="78"/>
                </a:cxn>
                <a:cxn ang="0">
                  <a:pos x="78" y="53"/>
                </a:cxn>
                <a:cxn ang="0">
                  <a:pos x="75" y="28"/>
                </a:cxn>
                <a:cxn ang="0">
                  <a:pos x="68" y="0"/>
                </a:cxn>
                <a:cxn ang="0">
                  <a:pos x="67" y="0"/>
                </a:cxn>
                <a:cxn ang="0">
                  <a:pos x="67" y="0"/>
                </a:cxn>
                <a:cxn ang="0">
                  <a:pos x="67" y="2"/>
                </a:cxn>
                <a:cxn ang="0">
                  <a:pos x="67" y="2"/>
                </a:cxn>
                <a:cxn ang="0">
                  <a:pos x="67" y="2"/>
                </a:cxn>
              </a:cxnLst>
              <a:rect l="0" t="0" r="r" b="b"/>
              <a:pathLst>
                <a:path w="78" h="196">
                  <a:moveTo>
                    <a:pt x="67" y="2"/>
                  </a:moveTo>
                  <a:lnTo>
                    <a:pt x="60" y="32"/>
                  </a:lnTo>
                  <a:lnTo>
                    <a:pt x="53" y="61"/>
                  </a:lnTo>
                  <a:lnTo>
                    <a:pt x="42" y="90"/>
                  </a:lnTo>
                  <a:lnTo>
                    <a:pt x="27" y="118"/>
                  </a:lnTo>
                  <a:lnTo>
                    <a:pt x="15" y="134"/>
                  </a:lnTo>
                  <a:lnTo>
                    <a:pt x="7" y="152"/>
                  </a:lnTo>
                  <a:lnTo>
                    <a:pt x="0" y="171"/>
                  </a:lnTo>
                  <a:lnTo>
                    <a:pt x="0" y="191"/>
                  </a:lnTo>
                  <a:lnTo>
                    <a:pt x="3" y="196"/>
                  </a:lnTo>
                  <a:lnTo>
                    <a:pt x="9" y="196"/>
                  </a:lnTo>
                  <a:lnTo>
                    <a:pt x="14" y="195"/>
                  </a:lnTo>
                  <a:lnTo>
                    <a:pt x="18" y="192"/>
                  </a:lnTo>
                  <a:lnTo>
                    <a:pt x="27" y="184"/>
                  </a:lnTo>
                  <a:lnTo>
                    <a:pt x="35" y="174"/>
                  </a:lnTo>
                  <a:lnTo>
                    <a:pt x="43" y="163"/>
                  </a:lnTo>
                  <a:lnTo>
                    <a:pt x="50" y="152"/>
                  </a:lnTo>
                  <a:lnTo>
                    <a:pt x="55" y="141"/>
                  </a:lnTo>
                  <a:lnTo>
                    <a:pt x="61" y="129"/>
                  </a:lnTo>
                  <a:lnTo>
                    <a:pt x="65" y="116"/>
                  </a:lnTo>
                  <a:lnTo>
                    <a:pt x="69" y="105"/>
                  </a:lnTo>
                  <a:lnTo>
                    <a:pt x="76" y="78"/>
                  </a:lnTo>
                  <a:lnTo>
                    <a:pt x="78" y="53"/>
                  </a:lnTo>
                  <a:lnTo>
                    <a:pt x="75" y="28"/>
                  </a:lnTo>
                  <a:lnTo>
                    <a:pt x="68" y="0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2"/>
                  </a:lnTo>
                  <a:lnTo>
                    <a:pt x="67" y="2"/>
                  </a:lnTo>
                  <a:lnTo>
                    <a:pt x="67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300" name="Freeform 308"/>
            <p:cNvSpPr>
              <a:spLocks/>
            </p:cNvSpPr>
            <p:nvPr/>
          </p:nvSpPr>
          <p:spPr bwMode="gray">
            <a:xfrm>
              <a:off x="4022" y="2753"/>
              <a:ext cx="78" cy="9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2"/>
                </a:cxn>
                <a:cxn ang="0">
                  <a:pos x="10" y="64"/>
                </a:cxn>
                <a:cxn ang="0">
                  <a:pos x="21" y="96"/>
                </a:cxn>
                <a:cxn ang="0">
                  <a:pos x="37" y="124"/>
                </a:cxn>
                <a:cxn ang="0">
                  <a:pos x="58" y="149"/>
                </a:cxn>
                <a:cxn ang="0">
                  <a:pos x="83" y="170"/>
                </a:cxn>
                <a:cxn ang="0">
                  <a:pos x="112" y="184"/>
                </a:cxn>
                <a:cxn ang="0">
                  <a:pos x="143" y="191"/>
                </a:cxn>
                <a:cxn ang="0">
                  <a:pos x="147" y="189"/>
                </a:cxn>
                <a:cxn ang="0">
                  <a:pos x="153" y="184"/>
                </a:cxn>
                <a:cxn ang="0">
                  <a:pos x="156" y="178"/>
                </a:cxn>
                <a:cxn ang="0">
                  <a:pos x="153" y="174"/>
                </a:cxn>
                <a:cxn ang="0">
                  <a:pos x="128" y="159"/>
                </a:cxn>
                <a:cxn ang="0">
                  <a:pos x="102" y="142"/>
                </a:cxn>
                <a:cxn ang="0">
                  <a:pos x="77" y="126"/>
                </a:cxn>
                <a:cxn ang="0">
                  <a:pos x="52" y="105"/>
                </a:cxn>
                <a:cxn ang="0">
                  <a:pos x="32" y="85"/>
                </a:cxn>
                <a:cxn ang="0">
                  <a:pos x="15" y="60"/>
                </a:cxn>
                <a:cxn ang="0">
                  <a:pos x="5" y="3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6" h="191">
                  <a:moveTo>
                    <a:pt x="0" y="0"/>
                  </a:moveTo>
                  <a:lnTo>
                    <a:pt x="3" y="32"/>
                  </a:lnTo>
                  <a:lnTo>
                    <a:pt x="10" y="64"/>
                  </a:lnTo>
                  <a:lnTo>
                    <a:pt x="21" y="96"/>
                  </a:lnTo>
                  <a:lnTo>
                    <a:pt x="37" y="124"/>
                  </a:lnTo>
                  <a:lnTo>
                    <a:pt x="58" y="149"/>
                  </a:lnTo>
                  <a:lnTo>
                    <a:pt x="83" y="170"/>
                  </a:lnTo>
                  <a:lnTo>
                    <a:pt x="112" y="184"/>
                  </a:lnTo>
                  <a:lnTo>
                    <a:pt x="143" y="191"/>
                  </a:lnTo>
                  <a:lnTo>
                    <a:pt x="147" y="189"/>
                  </a:lnTo>
                  <a:lnTo>
                    <a:pt x="153" y="184"/>
                  </a:lnTo>
                  <a:lnTo>
                    <a:pt x="156" y="178"/>
                  </a:lnTo>
                  <a:lnTo>
                    <a:pt x="153" y="174"/>
                  </a:lnTo>
                  <a:lnTo>
                    <a:pt x="128" y="159"/>
                  </a:lnTo>
                  <a:lnTo>
                    <a:pt x="102" y="142"/>
                  </a:lnTo>
                  <a:lnTo>
                    <a:pt x="77" y="126"/>
                  </a:lnTo>
                  <a:lnTo>
                    <a:pt x="52" y="105"/>
                  </a:lnTo>
                  <a:lnTo>
                    <a:pt x="32" y="85"/>
                  </a:lnTo>
                  <a:lnTo>
                    <a:pt x="15" y="60"/>
                  </a:lnTo>
                  <a:lnTo>
                    <a:pt x="5" y="32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301" name="Freeform 309"/>
            <p:cNvSpPr>
              <a:spLocks/>
            </p:cNvSpPr>
            <p:nvPr/>
          </p:nvSpPr>
          <p:spPr bwMode="gray">
            <a:xfrm>
              <a:off x="4111" y="2747"/>
              <a:ext cx="51" cy="12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13" y="16"/>
                </a:cxn>
                <a:cxn ang="0">
                  <a:pos x="25" y="18"/>
                </a:cxn>
                <a:cxn ang="0">
                  <a:pos x="39" y="21"/>
                </a:cxn>
                <a:cxn ang="0">
                  <a:pos x="51" y="24"/>
                </a:cxn>
                <a:cxn ang="0">
                  <a:pos x="65" y="24"/>
                </a:cxn>
                <a:cxn ang="0">
                  <a:pos x="78" y="23"/>
                </a:cxn>
                <a:cxn ang="0">
                  <a:pos x="90" y="18"/>
                </a:cxn>
                <a:cxn ang="0">
                  <a:pos x="101" y="11"/>
                </a:cxn>
                <a:cxn ang="0">
                  <a:pos x="102" y="9"/>
                </a:cxn>
                <a:cxn ang="0">
                  <a:pos x="104" y="5"/>
                </a:cxn>
                <a:cxn ang="0">
                  <a:pos x="104" y="2"/>
                </a:cxn>
                <a:cxn ang="0">
                  <a:pos x="101" y="0"/>
                </a:cxn>
                <a:cxn ang="0">
                  <a:pos x="89" y="6"/>
                </a:cxn>
                <a:cxn ang="0">
                  <a:pos x="78" y="10"/>
                </a:cxn>
                <a:cxn ang="0">
                  <a:pos x="64" y="13"/>
                </a:cxn>
                <a:cxn ang="0">
                  <a:pos x="51" y="16"/>
                </a:cxn>
                <a:cxn ang="0">
                  <a:pos x="38" y="17"/>
                </a:cxn>
                <a:cxn ang="0">
                  <a:pos x="25" y="17"/>
                </a:cxn>
                <a:cxn ang="0">
                  <a:pos x="13" y="14"/>
                </a:cxn>
                <a:cxn ang="0">
                  <a:pos x="0" y="10"/>
                </a:cxn>
                <a:cxn ang="0">
                  <a:pos x="0" y="10"/>
                </a:cxn>
                <a:cxn ang="0">
                  <a:pos x="0" y="11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104" h="24">
                  <a:moveTo>
                    <a:pt x="0" y="13"/>
                  </a:moveTo>
                  <a:lnTo>
                    <a:pt x="13" y="16"/>
                  </a:lnTo>
                  <a:lnTo>
                    <a:pt x="25" y="18"/>
                  </a:lnTo>
                  <a:lnTo>
                    <a:pt x="39" y="21"/>
                  </a:lnTo>
                  <a:lnTo>
                    <a:pt x="51" y="24"/>
                  </a:lnTo>
                  <a:lnTo>
                    <a:pt x="65" y="24"/>
                  </a:lnTo>
                  <a:lnTo>
                    <a:pt x="78" y="23"/>
                  </a:lnTo>
                  <a:lnTo>
                    <a:pt x="90" y="18"/>
                  </a:lnTo>
                  <a:lnTo>
                    <a:pt x="101" y="11"/>
                  </a:lnTo>
                  <a:lnTo>
                    <a:pt x="102" y="9"/>
                  </a:lnTo>
                  <a:lnTo>
                    <a:pt x="104" y="5"/>
                  </a:lnTo>
                  <a:lnTo>
                    <a:pt x="104" y="2"/>
                  </a:lnTo>
                  <a:lnTo>
                    <a:pt x="101" y="0"/>
                  </a:lnTo>
                  <a:lnTo>
                    <a:pt x="89" y="6"/>
                  </a:lnTo>
                  <a:lnTo>
                    <a:pt x="78" y="10"/>
                  </a:lnTo>
                  <a:lnTo>
                    <a:pt x="64" y="13"/>
                  </a:lnTo>
                  <a:lnTo>
                    <a:pt x="51" y="16"/>
                  </a:lnTo>
                  <a:lnTo>
                    <a:pt x="38" y="17"/>
                  </a:lnTo>
                  <a:lnTo>
                    <a:pt x="25" y="17"/>
                  </a:lnTo>
                  <a:lnTo>
                    <a:pt x="13" y="14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302" name="Freeform 310"/>
            <p:cNvSpPr>
              <a:spLocks/>
            </p:cNvSpPr>
            <p:nvPr/>
          </p:nvSpPr>
          <p:spPr bwMode="gray">
            <a:xfrm>
              <a:off x="4144" y="2643"/>
              <a:ext cx="16" cy="45"/>
            </a:xfrm>
            <a:custGeom>
              <a:avLst/>
              <a:gdLst/>
              <a:ahLst/>
              <a:cxnLst>
                <a:cxn ang="0">
                  <a:pos x="5" y="90"/>
                </a:cxn>
                <a:cxn ang="0">
                  <a:pos x="2" y="79"/>
                </a:cxn>
                <a:cxn ang="0">
                  <a:pos x="2" y="67"/>
                </a:cxn>
                <a:cxn ang="0">
                  <a:pos x="2" y="54"/>
                </a:cxn>
                <a:cxn ang="0">
                  <a:pos x="5" y="43"/>
                </a:cxn>
                <a:cxn ang="0">
                  <a:pos x="9" y="32"/>
                </a:cxn>
                <a:cxn ang="0">
                  <a:pos x="16" y="24"/>
                </a:cxn>
                <a:cxn ang="0">
                  <a:pos x="23" y="16"/>
                </a:cxn>
                <a:cxn ang="0">
                  <a:pos x="30" y="7"/>
                </a:cxn>
                <a:cxn ang="0">
                  <a:pos x="31" y="6"/>
                </a:cxn>
                <a:cxn ang="0">
                  <a:pos x="31" y="2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0" y="7"/>
                </a:cxn>
                <a:cxn ang="0">
                  <a:pos x="13" y="16"/>
                </a:cxn>
                <a:cxn ang="0">
                  <a:pos x="8" y="25"/>
                </a:cxn>
                <a:cxn ang="0">
                  <a:pos x="4" y="35"/>
                </a:cxn>
                <a:cxn ang="0">
                  <a:pos x="0" y="49"/>
                </a:cxn>
                <a:cxn ang="0">
                  <a:pos x="0" y="62"/>
                </a:cxn>
                <a:cxn ang="0">
                  <a:pos x="2" y="76"/>
                </a:cxn>
                <a:cxn ang="0">
                  <a:pos x="5" y="90"/>
                </a:cxn>
                <a:cxn ang="0">
                  <a:pos x="5" y="90"/>
                </a:cxn>
                <a:cxn ang="0">
                  <a:pos x="5" y="90"/>
                </a:cxn>
                <a:cxn ang="0">
                  <a:pos x="5" y="90"/>
                </a:cxn>
                <a:cxn ang="0">
                  <a:pos x="5" y="90"/>
                </a:cxn>
                <a:cxn ang="0">
                  <a:pos x="5" y="90"/>
                </a:cxn>
              </a:cxnLst>
              <a:rect l="0" t="0" r="r" b="b"/>
              <a:pathLst>
                <a:path w="31" h="90">
                  <a:moveTo>
                    <a:pt x="5" y="90"/>
                  </a:moveTo>
                  <a:lnTo>
                    <a:pt x="2" y="79"/>
                  </a:lnTo>
                  <a:lnTo>
                    <a:pt x="2" y="67"/>
                  </a:lnTo>
                  <a:lnTo>
                    <a:pt x="2" y="54"/>
                  </a:lnTo>
                  <a:lnTo>
                    <a:pt x="5" y="43"/>
                  </a:lnTo>
                  <a:lnTo>
                    <a:pt x="9" y="32"/>
                  </a:lnTo>
                  <a:lnTo>
                    <a:pt x="16" y="24"/>
                  </a:lnTo>
                  <a:lnTo>
                    <a:pt x="23" y="16"/>
                  </a:lnTo>
                  <a:lnTo>
                    <a:pt x="30" y="7"/>
                  </a:lnTo>
                  <a:lnTo>
                    <a:pt x="31" y="6"/>
                  </a:lnTo>
                  <a:lnTo>
                    <a:pt x="31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0" y="7"/>
                  </a:lnTo>
                  <a:lnTo>
                    <a:pt x="13" y="16"/>
                  </a:lnTo>
                  <a:lnTo>
                    <a:pt x="8" y="25"/>
                  </a:lnTo>
                  <a:lnTo>
                    <a:pt x="4" y="35"/>
                  </a:lnTo>
                  <a:lnTo>
                    <a:pt x="0" y="49"/>
                  </a:lnTo>
                  <a:lnTo>
                    <a:pt x="0" y="62"/>
                  </a:lnTo>
                  <a:lnTo>
                    <a:pt x="2" y="76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5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25303" name="Text Box 311"/>
          <p:cNvSpPr txBox="1">
            <a:spLocks noChangeArrowheads="1"/>
          </p:cNvSpPr>
          <p:nvPr/>
        </p:nvSpPr>
        <p:spPr bwMode="gray">
          <a:xfrm>
            <a:off x="5401663" y="5313363"/>
            <a:ext cx="2046542" cy="52322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dirty="0" smtClean="0"/>
              <a:t>Administrateur de bases de données</a:t>
            </a:r>
            <a:endParaRPr lang="fr-FR" dirty="0"/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Management Studio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1312863"/>
            <a:ext cx="8683531" cy="2893100"/>
          </a:xfrm>
        </p:spPr>
        <p:txBody>
          <a:bodyPr/>
          <a:lstStyle/>
          <a:p>
            <a:r>
              <a:rPr lang="fr-FR" noProof="0" dirty="0" smtClean="0"/>
              <a:t>Management Studio vous permet d’ouvrir plusieurs fenêtres simultanément</a:t>
            </a:r>
          </a:p>
          <a:p>
            <a:pPr lvl="1"/>
            <a:r>
              <a:rPr lang="fr-FR" noProof="0" dirty="0" smtClean="0"/>
              <a:t>La fenêtre peut devenir trop chargée</a:t>
            </a:r>
          </a:p>
          <a:p>
            <a:pPr lvl="1"/>
            <a:r>
              <a:rPr lang="fr-FR" noProof="0" dirty="0" smtClean="0"/>
              <a:t>Toutes les </a:t>
            </a:r>
            <a:r>
              <a:rPr lang="fr-FR" dirty="0" smtClean="0"/>
              <a:t>différentes fenêtres contiennent </a:t>
            </a:r>
            <a:r>
              <a:rPr lang="fr-FR" noProof="0" dirty="0" smtClean="0"/>
              <a:t>différentes tâches qui peuvent créer la confusion</a:t>
            </a:r>
          </a:p>
          <a:p>
            <a:r>
              <a:rPr lang="fr-FR" noProof="0" dirty="0" smtClean="0"/>
              <a:t>Organiser les éléments</a:t>
            </a:r>
          </a:p>
          <a:p>
            <a:pPr lvl="1"/>
            <a:r>
              <a:rPr lang="fr-FR" noProof="0" dirty="0" smtClean="0"/>
              <a:t>Agrandir la fenêtre</a:t>
            </a:r>
          </a:p>
          <a:p>
            <a:pPr lvl="1"/>
            <a:r>
              <a:rPr lang="fr-FR" noProof="0" dirty="0" smtClean="0"/>
              <a:t>Ouvrir uniquement les panneaux dont vous avez besoin</a:t>
            </a:r>
          </a:p>
          <a:p>
            <a:pPr lvl="1"/>
            <a:r>
              <a:rPr lang="fr-FR" noProof="0" dirty="0" smtClean="0"/>
              <a:t>Masquer les panneaux à l’aide de la punaise dans la barre de titre</a:t>
            </a:r>
            <a:endParaRPr lang="fr-FR" noProof="0" dirty="0"/>
          </a:p>
        </p:txBody>
      </p:sp>
      <p:pic>
        <p:nvPicPr>
          <p:cNvPr id="5" name="Picture 4" descr="thumbtack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 bwMode="gray">
          <a:xfrm rot="5400000">
            <a:off x="7020285" y="2815747"/>
            <a:ext cx="659804" cy="6961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cap1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8750" y="3038475"/>
            <a:ext cx="3962400" cy="2933700"/>
          </a:xfrm>
          <a:prstGeom prst="rect">
            <a:avLst/>
          </a:prstGeom>
        </p:spPr>
      </p:pic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60338"/>
            <a:ext cx="8548976" cy="725487"/>
          </a:xfrm>
        </p:spPr>
        <p:txBody>
          <a:bodyPr/>
          <a:lstStyle/>
          <a:p>
            <a:r>
              <a:rPr lang="fr-FR" noProof="0" dirty="0" smtClean="0"/>
              <a:t>SQL Server Management Studio : Explorateur d’objets</a:t>
            </a:r>
            <a:endParaRPr lang="fr-FR" noProof="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79400" y="1312864"/>
            <a:ext cx="8599488" cy="948978"/>
          </a:xfrm>
        </p:spPr>
        <p:txBody>
          <a:bodyPr/>
          <a:lstStyle/>
          <a:p>
            <a:r>
              <a:rPr lang="fr-FR" noProof="0" dirty="0" smtClean="0"/>
              <a:t>Au démarrage de Management Studio, l’Explorateur d’objets se lance par défaut</a:t>
            </a:r>
          </a:p>
          <a:p>
            <a:pPr lvl="1"/>
            <a:r>
              <a:rPr lang="fr-FR" noProof="0" dirty="0" smtClean="0"/>
              <a:t>La fenêtre de l’Explorateur d’objets nécessite une connexion</a:t>
            </a:r>
            <a:endParaRPr lang="fr-FR" noProof="0" dirty="0"/>
          </a:p>
        </p:txBody>
      </p:sp>
      <p:sp>
        <p:nvSpPr>
          <p:cNvPr id="9" name="Line Callout 2 8"/>
          <p:cNvSpPr/>
          <p:nvPr/>
        </p:nvSpPr>
        <p:spPr bwMode="gray">
          <a:xfrm>
            <a:off x="5681474" y="3876305"/>
            <a:ext cx="2298743" cy="523220"/>
          </a:xfrm>
          <a:prstGeom prst="borderCallout2">
            <a:avLst>
              <a:gd name="adj1" fmla="val 18750"/>
              <a:gd name="adj2" fmla="val -3781"/>
              <a:gd name="adj3" fmla="val 18750"/>
              <a:gd name="adj4" fmla="val -16667"/>
              <a:gd name="adj5" fmla="val 97283"/>
              <a:gd name="adj6" fmla="val -9207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Saisissez ou sélectionnez le nom de votre instance</a:t>
            </a:r>
          </a:p>
        </p:txBody>
      </p:sp>
      <p:sp>
        <p:nvSpPr>
          <p:cNvPr id="10" name="Line Callout 2 9"/>
          <p:cNvSpPr/>
          <p:nvPr/>
        </p:nvSpPr>
        <p:spPr bwMode="gray">
          <a:xfrm>
            <a:off x="5677552" y="3009613"/>
            <a:ext cx="2153037" cy="738664"/>
          </a:xfrm>
          <a:prstGeom prst="borderCallout2">
            <a:avLst>
              <a:gd name="adj1" fmla="val 39382"/>
              <a:gd name="adj2" fmla="val -3025"/>
              <a:gd name="adj3" fmla="val 50987"/>
              <a:gd name="adj4" fmla="val -17552"/>
              <a:gd name="adj5" fmla="val 148554"/>
              <a:gd name="adj6" fmla="val -85138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Management Studio peut travailler avec </a:t>
            </a:r>
            <a:r>
              <a:rPr kumimoji="0" lang="fr-FR" sz="14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SQL Server ou les services BI</a:t>
            </a: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Line Callout 2 10"/>
          <p:cNvSpPr/>
          <p:nvPr/>
        </p:nvSpPr>
        <p:spPr bwMode="gray">
          <a:xfrm>
            <a:off x="5685710" y="4591924"/>
            <a:ext cx="2226365" cy="738664"/>
          </a:xfrm>
          <a:prstGeom prst="borderCallout2">
            <a:avLst>
              <a:gd name="adj1" fmla="val 18750"/>
              <a:gd name="adj2" fmla="val -3199"/>
              <a:gd name="adj3" fmla="val 18750"/>
              <a:gd name="adj4" fmla="val -16667"/>
              <a:gd name="adj5" fmla="val 7642"/>
              <a:gd name="adj6" fmla="val -59881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Choisissez le mode d’authentification Windows ou SQL Server</a:t>
            </a: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Management Studio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pic>
        <p:nvPicPr>
          <p:cNvPr id="4" name="Image 3" descr="cap2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75491" y="1805157"/>
            <a:ext cx="6686550" cy="3857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smtClean="0"/>
              <a:t>Panneau Serveurs inscrits</a:t>
            </a:r>
            <a:endParaRPr lang="fr-FR" noProof="0" dirty="0"/>
          </a:p>
        </p:txBody>
      </p:sp>
      <p:sp>
        <p:nvSpPr>
          <p:cNvPr id="731139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864600" cy="196977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fr-FR" sz="1700" noProof="0" dirty="0" smtClean="0"/>
              <a:t>Management Studio vous permet de travailler avec plusieurs serveurs SQL</a:t>
            </a:r>
          </a:p>
          <a:p>
            <a:pPr>
              <a:spcBef>
                <a:spcPts val="1200"/>
              </a:spcBef>
            </a:pPr>
            <a:r>
              <a:rPr lang="fr-FR" sz="1700" noProof="0" dirty="0" smtClean="0"/>
              <a:t>Sous </a:t>
            </a:r>
            <a:r>
              <a:rPr lang="fr-FR" sz="1700" noProof="0" smtClean="0"/>
              <a:t>l’onglet Serveurs inscrits, </a:t>
            </a:r>
            <a:r>
              <a:rPr lang="fr-FR" sz="1700" noProof="0" dirty="0" smtClean="0"/>
              <a:t>les serveurs SQL sont classés par groupes</a:t>
            </a:r>
          </a:p>
          <a:p>
            <a:pPr lvl="1">
              <a:spcBef>
                <a:spcPts val="0"/>
              </a:spcBef>
            </a:pPr>
            <a:r>
              <a:rPr lang="fr-FR" sz="1700" noProof="0" dirty="0" smtClean="0"/>
              <a:t>Le répertoire Local Server Groups est créé et le serveur SQL local y est enregistré</a:t>
            </a:r>
          </a:p>
          <a:p>
            <a:pPr lvl="1">
              <a:spcBef>
                <a:spcPts val="0"/>
              </a:spcBef>
            </a:pPr>
            <a:r>
              <a:rPr lang="fr-FR" sz="1700" noProof="0" dirty="0" smtClean="0"/>
              <a:t>Des groupes peuvent être ajoutés pour faciliter la recherche et la connexion à plusieurs serveurs SQL (ou autres) à partir d’une seule station de travail</a:t>
            </a:r>
          </a:p>
          <a:p>
            <a:pPr>
              <a:spcBef>
                <a:spcPts val="1200"/>
              </a:spcBef>
            </a:pPr>
            <a:r>
              <a:rPr lang="fr-FR" sz="1700" noProof="0" dirty="0" smtClean="0"/>
              <a:t>Central Management Servers </a:t>
            </a:r>
            <a:r>
              <a:rPr lang="fr-FR" sz="1700" noProof="0" smtClean="0"/>
              <a:t>permet d’inscrire un serveur de gestion centralisé</a:t>
            </a:r>
            <a:endParaRPr lang="fr-FR" sz="1700" noProof="0" dirty="0"/>
          </a:p>
        </p:txBody>
      </p:sp>
      <p:pic>
        <p:nvPicPr>
          <p:cNvPr id="5" name="Image 4" descr="cap3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65426" y="3349779"/>
            <a:ext cx="5223892" cy="30531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smtClean="0"/>
              <a:t>L’explorateur d’objets</a:t>
            </a:r>
            <a:endParaRPr lang="fr-FR" noProof="0" dirty="0"/>
          </a:p>
        </p:txBody>
      </p:sp>
      <p:sp>
        <p:nvSpPr>
          <p:cNvPr id="735237" name="Rectangle 5"/>
          <p:cNvSpPr>
            <a:spLocks noGrp="1" noChangeArrowheads="1"/>
          </p:cNvSpPr>
          <p:nvPr>
            <p:ph idx="1"/>
          </p:nvPr>
        </p:nvSpPr>
        <p:spPr>
          <a:xfrm>
            <a:off x="282575" y="1300163"/>
            <a:ext cx="8294688" cy="1225977"/>
          </a:xfrm>
          <a:noFill/>
        </p:spPr>
        <p:txBody>
          <a:bodyPr/>
          <a:lstStyle/>
          <a:p>
            <a:r>
              <a:rPr lang="fr-FR" noProof="0" dirty="0" smtClean="0"/>
              <a:t>L’explorateur d’objets offre un accès aux bases de données, à la sécurité, à la réplication et à d’autres composants de SQL Server</a:t>
            </a:r>
          </a:p>
          <a:p>
            <a:pPr lvl="1"/>
            <a:r>
              <a:rPr lang="fr-FR" noProof="0" dirty="0" smtClean="0"/>
              <a:t>C’est le panneau principal qu’utilisent les administrateurs de données pour travailler avec SQL Server</a:t>
            </a:r>
            <a:endParaRPr lang="fr-F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257175" y="6229350"/>
            <a:ext cx="2609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DBA = </a:t>
            </a:r>
            <a:r>
              <a:rPr lang="en-US" dirty="0" err="1" smtClean="0"/>
              <a:t>DataBase</a:t>
            </a:r>
            <a:r>
              <a:rPr lang="en-US" dirty="0" smtClean="0"/>
              <a:t> Administrator</a:t>
            </a:r>
            <a:endParaRPr lang="en-US" dirty="0"/>
          </a:p>
        </p:txBody>
      </p:sp>
      <p:pic>
        <p:nvPicPr>
          <p:cNvPr id="6" name="Image 5" descr="cap4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59498" y="2574152"/>
            <a:ext cx="4552950" cy="3857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Bases de données système</a:t>
            </a:r>
            <a:endParaRPr lang="fr-FR" noProof="0" dirty="0"/>
          </a:p>
        </p:txBody>
      </p:sp>
      <p:sp>
        <p:nvSpPr>
          <p:cNvPr id="737283" name="Rectangle 3"/>
          <p:cNvSpPr>
            <a:spLocks noGrp="1" noChangeArrowheads="1"/>
          </p:cNvSpPr>
          <p:nvPr>
            <p:ph idx="1"/>
          </p:nvPr>
        </p:nvSpPr>
        <p:spPr>
          <a:xfrm>
            <a:off x="282575" y="1314450"/>
            <a:ext cx="8513763" cy="5151154"/>
          </a:xfrm>
          <a:noFill/>
        </p:spPr>
        <p:txBody>
          <a:bodyPr/>
          <a:lstStyle/>
          <a:p>
            <a:pPr>
              <a:lnSpc>
                <a:spcPct val="95000"/>
              </a:lnSpc>
              <a:spcBef>
                <a:spcPts val="1300"/>
              </a:spcBef>
            </a:pPr>
            <a:r>
              <a:rPr lang="fr-FR" noProof="0" dirty="0" smtClean="0">
                <a:solidFill>
                  <a:schemeClr val="tx1"/>
                </a:solidFill>
              </a:rPr>
              <a:t>SQL Server utilise ses propres bases de données (bases de données système) pour stocker ses informations</a:t>
            </a:r>
          </a:p>
          <a:p>
            <a:pPr>
              <a:lnSpc>
                <a:spcPct val="95000"/>
              </a:lnSpc>
              <a:spcBef>
                <a:spcPts val="1300"/>
              </a:spcBef>
            </a:pPr>
            <a:r>
              <a:rPr lang="fr-FR" noProof="0" dirty="0" smtClean="0">
                <a:solidFill>
                  <a:schemeClr val="tx1"/>
                </a:solidFill>
                <a:latin typeface="Courier New" pitchFamily="49" charset="0"/>
              </a:rPr>
              <a:t>master</a:t>
            </a:r>
          </a:p>
          <a:p>
            <a:pPr lvl="1">
              <a:spcBef>
                <a:spcPct val="0"/>
              </a:spcBef>
            </a:pPr>
            <a:r>
              <a:rPr lang="fr-FR" noProof="0" dirty="0" smtClean="0"/>
              <a:t>Configuration du serveur</a:t>
            </a:r>
          </a:p>
          <a:p>
            <a:pPr lvl="1">
              <a:lnSpc>
                <a:spcPct val="95000"/>
              </a:lnSpc>
            </a:pPr>
            <a:r>
              <a:rPr lang="fr-FR" noProof="0" dirty="0" smtClean="0"/>
              <a:t>Messages d’erreur système</a:t>
            </a:r>
          </a:p>
          <a:p>
            <a:pPr lvl="1">
              <a:lnSpc>
                <a:spcPct val="95000"/>
              </a:lnSpc>
            </a:pPr>
            <a:r>
              <a:rPr lang="fr-FR" noProof="0" dirty="0" smtClean="0"/>
              <a:t>Connexions pour les comptes SQL Server et Windows</a:t>
            </a:r>
          </a:p>
          <a:p>
            <a:pPr>
              <a:lnSpc>
                <a:spcPct val="95000"/>
              </a:lnSpc>
              <a:spcBef>
                <a:spcPts val="1300"/>
              </a:spcBef>
            </a:pPr>
            <a:r>
              <a:rPr lang="fr-FR" noProof="0" dirty="0" err="1" smtClean="0">
                <a:latin typeface="Courier New" pitchFamily="49" charset="0"/>
              </a:rPr>
              <a:t>msdb</a:t>
            </a:r>
            <a:endParaRPr lang="fr-FR" noProof="0" dirty="0" smtClean="0">
              <a:latin typeface="Courier New" pitchFamily="49" charset="0"/>
            </a:endParaRPr>
          </a:p>
          <a:p>
            <a:pPr lvl="1">
              <a:lnSpc>
                <a:spcPct val="95000"/>
              </a:lnSpc>
            </a:pPr>
            <a:r>
              <a:rPr lang="fr-FR" noProof="0" dirty="0" smtClean="0"/>
              <a:t>Informations de planification de SQL Server Agent</a:t>
            </a:r>
          </a:p>
          <a:p>
            <a:pPr lvl="1">
              <a:lnSpc>
                <a:spcPct val="95000"/>
              </a:lnSpc>
            </a:pPr>
            <a:r>
              <a:rPr lang="fr-FR" noProof="0" dirty="0" smtClean="0"/>
              <a:t>Informations de réplication</a:t>
            </a:r>
          </a:p>
          <a:p>
            <a:pPr>
              <a:lnSpc>
                <a:spcPct val="95000"/>
              </a:lnSpc>
              <a:spcBef>
                <a:spcPts val="1300"/>
              </a:spcBef>
            </a:pPr>
            <a:r>
              <a:rPr lang="fr-FR" noProof="0" dirty="0" smtClean="0">
                <a:latin typeface="Courier New" pitchFamily="49" charset="0"/>
              </a:rPr>
              <a:t>model</a:t>
            </a:r>
          </a:p>
          <a:p>
            <a:pPr lvl="1">
              <a:spcBef>
                <a:spcPct val="0"/>
              </a:spcBef>
            </a:pPr>
            <a:r>
              <a:rPr lang="fr-FR" noProof="0" dirty="0" smtClean="0"/>
              <a:t>Modèle utilisé pour créer toute nouvelle base de données</a:t>
            </a:r>
          </a:p>
          <a:p>
            <a:pPr lvl="1">
              <a:lnSpc>
                <a:spcPct val="95000"/>
              </a:lnSpc>
            </a:pPr>
            <a:r>
              <a:rPr lang="fr-FR" noProof="0" dirty="0" smtClean="0"/>
              <a:t>Contient les objets à insérer dans toute nouvelle base de données (procédures, tables…)</a:t>
            </a:r>
          </a:p>
          <a:p>
            <a:pPr>
              <a:lnSpc>
                <a:spcPct val="95000"/>
              </a:lnSpc>
              <a:spcBef>
                <a:spcPts val="1300"/>
              </a:spcBef>
            </a:pPr>
            <a:r>
              <a:rPr lang="fr-FR" noProof="0" dirty="0" err="1" smtClean="0">
                <a:solidFill>
                  <a:schemeClr val="tx1"/>
                </a:solidFill>
                <a:latin typeface="Courier New" pitchFamily="49" charset="0"/>
              </a:rPr>
              <a:t>Tempdb</a:t>
            </a:r>
            <a:endParaRPr lang="fr-FR" noProof="0" dirty="0" smtClean="0">
              <a:solidFill>
                <a:schemeClr val="tx1"/>
              </a:solidFill>
              <a:latin typeface="Courier New" pitchFamily="49" charset="0"/>
            </a:endParaRPr>
          </a:p>
          <a:p>
            <a:pPr lvl="1">
              <a:lnSpc>
                <a:spcPct val="95000"/>
              </a:lnSpc>
            </a:pPr>
            <a:r>
              <a:rPr lang="fr-FR" noProof="0" dirty="0" smtClean="0">
                <a:solidFill>
                  <a:schemeClr val="tx1"/>
                </a:solidFill>
              </a:rPr>
              <a:t>Base de travail temporaire utilisée par tous les utilisateurs et SQL Server</a:t>
            </a:r>
            <a:br>
              <a:rPr lang="fr-FR" noProof="0" dirty="0" smtClean="0">
                <a:solidFill>
                  <a:schemeClr val="tx1"/>
                </a:solidFill>
              </a:rPr>
            </a:br>
            <a:r>
              <a:rPr lang="fr-FR" noProof="0" dirty="0" smtClean="0">
                <a:solidFill>
                  <a:schemeClr val="tx1"/>
                </a:solidFill>
              </a:rPr>
              <a:t>lui-même</a:t>
            </a: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Bases de données utilisateur</a:t>
            </a:r>
            <a:endParaRPr lang="fr-FR" noProof="0" dirty="0"/>
          </a:p>
        </p:txBody>
      </p:sp>
      <p:sp>
        <p:nvSpPr>
          <p:cNvPr id="739331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864600" cy="4996240"/>
          </a:xfrm>
          <a:noFill/>
        </p:spPr>
        <p:txBody>
          <a:bodyPr/>
          <a:lstStyle/>
          <a:p>
            <a:r>
              <a:rPr lang="fr-FR" sz="1700" noProof="0" dirty="0" smtClean="0">
                <a:solidFill>
                  <a:schemeClr val="tx1"/>
                </a:solidFill>
              </a:rPr>
              <a:t>Les bases de données créées et utilisées sont des bases de données utilisateur</a:t>
            </a:r>
          </a:p>
          <a:p>
            <a:r>
              <a:rPr lang="fr-FR" sz="1700" noProof="0" dirty="0" smtClean="0">
                <a:solidFill>
                  <a:schemeClr val="tx1"/>
                </a:solidFill>
              </a:rPr>
              <a:t>Cette semaine, nous allons essentiellement travailler avec deux bases de données</a:t>
            </a:r>
          </a:p>
          <a:p>
            <a:pPr lvl="1"/>
            <a:r>
              <a:rPr lang="fr-FR" sz="1700" noProof="0" dirty="0" err="1" smtClean="0">
                <a:solidFill>
                  <a:schemeClr val="tx1"/>
                </a:solidFill>
              </a:rPr>
              <a:t>HelpDesk</a:t>
            </a:r>
            <a:r>
              <a:rPr lang="fr-FR" sz="1700" noProof="0" dirty="0" smtClean="0">
                <a:solidFill>
                  <a:schemeClr val="tx1"/>
                </a:solidFill>
              </a:rPr>
              <a:t> est une base de données du personnel informatique utilisée pour le</a:t>
            </a:r>
            <a:br>
              <a:rPr lang="fr-FR" sz="1700" noProof="0" dirty="0" smtClean="0">
                <a:solidFill>
                  <a:schemeClr val="tx1"/>
                </a:solidFill>
              </a:rPr>
            </a:br>
            <a:r>
              <a:rPr lang="fr-FR" sz="1700" noProof="0" dirty="0" smtClean="0">
                <a:solidFill>
                  <a:schemeClr val="tx1"/>
                </a:solidFill>
              </a:rPr>
              <a:t>suivi des anomalies et des appels du centre de support</a:t>
            </a:r>
          </a:p>
          <a:p>
            <a:pPr lvl="2"/>
            <a:r>
              <a:rPr lang="fr-FR" sz="1700" noProof="0" dirty="0" smtClean="0">
                <a:solidFill>
                  <a:schemeClr val="tx1"/>
                </a:solidFill>
              </a:rPr>
              <a:t>Nous allons créer cette base de données et toutes ses tables</a:t>
            </a:r>
          </a:p>
          <a:p>
            <a:pPr lvl="1"/>
            <a:r>
              <a:rPr lang="fr-FR" sz="1700" noProof="0" dirty="0" smtClean="0">
                <a:solidFill>
                  <a:schemeClr val="tx1"/>
                </a:solidFill>
              </a:rPr>
              <a:t>AdventureWorksLT2008  est une base de données contenant des informations</a:t>
            </a:r>
            <a:br>
              <a:rPr lang="fr-FR" sz="1700" noProof="0" dirty="0" smtClean="0">
                <a:solidFill>
                  <a:schemeClr val="tx1"/>
                </a:solidFill>
              </a:rPr>
            </a:br>
            <a:r>
              <a:rPr lang="fr-FR" sz="1700" noProof="0" dirty="0" smtClean="0">
                <a:solidFill>
                  <a:schemeClr val="tx1"/>
                </a:solidFill>
              </a:rPr>
              <a:t>sur les produits et les ventes</a:t>
            </a:r>
          </a:p>
          <a:p>
            <a:pPr lvl="2"/>
            <a:r>
              <a:rPr lang="fr-FR" sz="1700" noProof="0" dirty="0" smtClean="0">
                <a:solidFill>
                  <a:schemeClr val="tx1"/>
                </a:solidFill>
              </a:rPr>
              <a:t>Cette base de données exemple est extraite de CodePlex.com</a:t>
            </a:r>
          </a:p>
          <a:p>
            <a:r>
              <a:rPr lang="fr-FR" sz="1700" noProof="0" dirty="0" err="1" smtClean="0">
                <a:solidFill>
                  <a:schemeClr val="tx1"/>
                </a:solidFill>
              </a:rPr>
              <a:t>AdventureWorks</a:t>
            </a:r>
            <a:r>
              <a:rPr lang="fr-FR" sz="1700" noProof="0" dirty="0" smtClean="0">
                <a:solidFill>
                  <a:schemeClr val="tx1"/>
                </a:solidFill>
              </a:rPr>
              <a:t> est une société fictive inventée par Microsoft qui fabrique et vend des vélos et accessoires associés</a:t>
            </a:r>
          </a:p>
          <a:p>
            <a:pPr lvl="1"/>
            <a:r>
              <a:rPr lang="fr-FR" sz="1700" noProof="0" dirty="0" smtClean="0">
                <a:solidFill>
                  <a:schemeClr val="tx1"/>
                </a:solidFill>
              </a:rPr>
              <a:t>Microsoft fournit de nombreux exemples se rapportant à </a:t>
            </a:r>
            <a:r>
              <a:rPr lang="fr-FR" sz="1700" noProof="0" dirty="0" err="1" smtClean="0">
                <a:solidFill>
                  <a:schemeClr val="tx1"/>
                </a:solidFill>
              </a:rPr>
              <a:t>AdventureWorks</a:t>
            </a:r>
            <a:endParaRPr lang="fr-FR" sz="1700" noProof="0" dirty="0" smtClean="0">
              <a:solidFill>
                <a:schemeClr val="tx1"/>
              </a:solidFill>
            </a:endParaRPr>
          </a:p>
          <a:p>
            <a:pPr lvl="1"/>
            <a:r>
              <a:rPr lang="fr-FR" sz="1700" noProof="0" dirty="0" smtClean="0">
                <a:solidFill>
                  <a:schemeClr val="tx1"/>
                </a:solidFill>
              </a:rPr>
              <a:t>« LT » indique une version allégée – moins de tables</a:t>
            </a:r>
          </a:p>
          <a:p>
            <a:pPr lvl="1"/>
            <a:r>
              <a:rPr lang="fr-FR" sz="1700" noProof="0" dirty="0" smtClean="0">
                <a:solidFill>
                  <a:schemeClr val="tx1"/>
                </a:solidFill>
              </a:rPr>
              <a:t>« 2008 » comprend toutes les fonctionnalités les plus récentes de SQL</a:t>
            </a:r>
            <a:br>
              <a:rPr lang="fr-FR" sz="1700" noProof="0" dirty="0" smtClean="0">
                <a:solidFill>
                  <a:schemeClr val="tx1"/>
                </a:solidFill>
              </a:rPr>
            </a:br>
            <a:r>
              <a:rPr lang="fr-FR" sz="1700" noProof="0" dirty="0" smtClean="0">
                <a:solidFill>
                  <a:schemeClr val="tx1"/>
                </a:solidFill>
              </a:rPr>
              <a:t>Server 2008</a:t>
            </a:r>
          </a:p>
          <a:p>
            <a:r>
              <a:rPr lang="fr-FR" sz="1700" noProof="0" dirty="0" smtClean="0">
                <a:solidFill>
                  <a:schemeClr val="tx1"/>
                </a:solidFill>
              </a:rPr>
              <a:t>Nous utiliserons également AdventureWorksDW2008 pour </a:t>
            </a:r>
            <a:r>
              <a:rPr lang="fr-FR" sz="1700" noProof="0" dirty="0" err="1" smtClean="0">
                <a:solidFill>
                  <a:schemeClr val="tx1"/>
                </a:solidFill>
              </a:rPr>
              <a:t>Analysis</a:t>
            </a:r>
            <a:r>
              <a:rPr lang="fr-FR" sz="1700" noProof="0" dirty="0" smtClean="0">
                <a:solidFill>
                  <a:schemeClr val="tx1"/>
                </a:solidFill>
              </a:rPr>
              <a:t> Services</a:t>
            </a:r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smtClean="0"/>
              <a:t>Les objets d’une </a:t>
            </a:r>
            <a:r>
              <a:rPr lang="fr-FR" noProof="0" dirty="0" smtClean="0"/>
              <a:t>base de données</a:t>
            </a:r>
            <a:endParaRPr lang="fr-FR" noProof="0" dirty="0"/>
          </a:p>
        </p:txBody>
      </p:sp>
      <p:sp>
        <p:nvSpPr>
          <p:cNvPr id="741379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646331"/>
          </a:xfrm>
          <a:noFill/>
        </p:spPr>
        <p:txBody>
          <a:bodyPr/>
          <a:lstStyle/>
          <a:p>
            <a:r>
              <a:rPr lang="fr-FR" noProof="0" smtClean="0"/>
              <a:t>Les bases de données contiennent beaucoup d’autres objets que nous étudierons plus tard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gray">
          <a:xfrm>
            <a:off x="832107" y="3496874"/>
            <a:ext cx="252412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 b="2863"/>
          <a:stretch>
            <a:fillRect/>
          </a:stretch>
        </p:blipFill>
        <p:spPr bwMode="auto">
          <a:xfrm>
            <a:off x="4156332" y="2191949"/>
            <a:ext cx="2981325" cy="122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4432" y="3706424"/>
            <a:ext cx="2695575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13494" y="4782749"/>
            <a:ext cx="25908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Flèche droite 8"/>
          <p:cNvSpPr/>
          <p:nvPr/>
        </p:nvSpPr>
        <p:spPr bwMode="gray">
          <a:xfrm rot="20495265">
            <a:off x="2744428" y="2687604"/>
            <a:ext cx="1152371" cy="611386"/>
          </a:xfrm>
          <a:prstGeom prst="rightArrow">
            <a:avLst>
              <a:gd name="adj1" fmla="val 27869"/>
              <a:gd name="adj2" fmla="val 4377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Flèche droite 9"/>
          <p:cNvSpPr/>
          <p:nvPr/>
        </p:nvSpPr>
        <p:spPr bwMode="gray">
          <a:xfrm rot="690308">
            <a:off x="2963504" y="4697379"/>
            <a:ext cx="1152371" cy="611386"/>
          </a:xfrm>
          <a:prstGeom prst="rightArrow">
            <a:avLst>
              <a:gd name="adj1" fmla="val 27869"/>
              <a:gd name="adj2" fmla="val 4377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Flèche droite 10"/>
          <p:cNvSpPr/>
          <p:nvPr/>
        </p:nvSpPr>
        <p:spPr bwMode="gray">
          <a:xfrm rot="21405837">
            <a:off x="2896828" y="3735355"/>
            <a:ext cx="1152371" cy="611386"/>
          </a:xfrm>
          <a:prstGeom prst="rightArrow">
            <a:avLst>
              <a:gd name="adj1" fmla="val 27869"/>
              <a:gd name="adj2" fmla="val 43777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Rapports sous Management Studio</a:t>
            </a:r>
            <a:endParaRPr lang="fr-FR" noProof="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56374" y="1741357"/>
            <a:ext cx="724852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Rapports sous Management Studio</a:t>
            </a:r>
            <a:r>
              <a:rPr lang="fr-FR" noProof="0" dirty="0" smtClean="0"/>
              <a:t/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8663" y="1266868"/>
            <a:ext cx="78962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Management Studio utilise aussi les services BI</a:t>
            </a:r>
            <a:endParaRPr lang="fr-FR" noProof="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71725" y="2107099"/>
            <a:ext cx="382905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285" y="3477140"/>
            <a:ext cx="87439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Configuration Manager</a:t>
            </a:r>
            <a:endParaRPr lang="fr-FR" noProof="0" dirty="0"/>
          </a:p>
        </p:txBody>
      </p:sp>
      <p:sp>
        <p:nvSpPr>
          <p:cNvPr id="743427" name="Rectangle 3"/>
          <p:cNvSpPr>
            <a:spLocks noGrp="1" noChangeArrowheads="1"/>
          </p:cNvSpPr>
          <p:nvPr>
            <p:ph idx="1"/>
          </p:nvPr>
        </p:nvSpPr>
        <p:spPr>
          <a:xfrm>
            <a:off x="282575" y="1316038"/>
            <a:ext cx="8599488" cy="1554272"/>
          </a:xfrm>
          <a:noFill/>
        </p:spPr>
        <p:txBody>
          <a:bodyPr/>
          <a:lstStyle/>
          <a:p>
            <a:r>
              <a:rPr lang="fr-FR" noProof="0" smtClean="0"/>
              <a:t>Configuration Manager est un outil conçu pour démarrer et arrêter les services</a:t>
            </a:r>
          </a:p>
          <a:p>
            <a:pPr lvl="1"/>
            <a:r>
              <a:rPr lang="fr-FR" noProof="0" smtClean="0"/>
              <a:t>Il peut également modifier d’autres propriétés des services</a:t>
            </a:r>
          </a:p>
          <a:p>
            <a:pPr lvl="2"/>
            <a:r>
              <a:rPr lang="fr-FR" noProof="0" smtClean="0"/>
              <a:t>Modifier le compte de connexion Windows</a:t>
            </a:r>
          </a:p>
          <a:p>
            <a:pPr lvl="2"/>
            <a:r>
              <a:rPr lang="fr-FR" noProof="0" smtClean="0"/>
              <a:t>Passer le service en démarrage automatique</a:t>
            </a:r>
            <a:endParaRPr lang="fr-FR" noProof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29354" y="3037144"/>
            <a:ext cx="2823944" cy="310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SQL Server Configuration Manager</a:t>
            </a:r>
            <a:br>
              <a:rPr lang="fr-FR" noProof="0" dirty="0" smtClean="0"/>
            </a:br>
            <a:r>
              <a:rPr lang="fr-FR" noProof="0" dirty="0" smtClean="0"/>
              <a:t>(suite)</a:t>
            </a:r>
            <a:endParaRPr lang="fr-FR" noProof="0" dirty="0"/>
          </a:p>
        </p:txBody>
      </p:sp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smtClean="0"/>
              <a:t>Configuration Manager est également utilisé pour activer ou désactiver les protocoles réseau</a:t>
            </a:r>
          </a:p>
          <a:p>
            <a:r>
              <a:rPr lang="fr-FR" noProof="0" smtClean="0"/>
              <a:t>Après l’installation, seuls les protocoles Mémoire partagée et TCP/IP sont activés</a:t>
            </a:r>
          </a:p>
          <a:p>
            <a:pPr lvl="1"/>
            <a:r>
              <a:rPr lang="fr-FR" noProof="0" smtClean="0"/>
              <a:t>Pour les éditions Express, Developer ou Evaluation, TCP/IP est désactivé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6210300"/>
            <a:ext cx="4924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TCP/IP = Transmission Control Protocol/Internet Protocol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9999" y="3435406"/>
            <a:ext cx="7743825" cy="243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60338"/>
            <a:ext cx="8681979" cy="725487"/>
          </a:xfrm>
        </p:spPr>
        <p:txBody>
          <a:bodyPr/>
          <a:lstStyle/>
          <a:p>
            <a:r>
              <a:rPr lang="fr-FR" noProof="0" dirty="0" smtClean="0"/>
              <a:t>Où peut-on en savoir plus ? La documentation en ligne !</a:t>
            </a:r>
            <a:endParaRPr lang="fr-FR" noProof="0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413" y="1447800"/>
            <a:ext cx="852487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6713" y="1441765"/>
            <a:ext cx="852487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Documentation en ligne</a:t>
            </a:r>
            <a:endParaRPr lang="fr-FR" noProof="0" dirty="0"/>
          </a:p>
        </p:txBody>
      </p:sp>
      <p:sp>
        <p:nvSpPr>
          <p:cNvPr id="10" name="Bent-Up Arrow 9"/>
          <p:cNvSpPr/>
          <p:nvPr/>
        </p:nvSpPr>
        <p:spPr bwMode="blackWhite">
          <a:xfrm rot="16200000">
            <a:off x="7040880" y="1979874"/>
            <a:ext cx="290222" cy="1244380"/>
          </a:xfrm>
          <a:prstGeom prst="bentUp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9775" y="2757488"/>
            <a:ext cx="28765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Exercice 1.2 : Introduction aux outils de SQL Server</a:t>
            </a:r>
            <a:endParaRPr lang="fr-FR" noProof="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3387725"/>
            <a:ext cx="8599488" cy="2117725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fr-FR" sz="1800" i="1" noProof="0" smtClean="0">
                <a:latin typeface="Century Schoolbook" pitchFamily="18" charset="0"/>
              </a:rPr>
              <a:t>Veuillez vous reporter au manuel d'exercices</a:t>
            </a:r>
          </a:p>
          <a:p>
            <a:pPr algn="ctr">
              <a:lnSpc>
                <a:spcPts val="500"/>
              </a:lnSpc>
              <a:buFont typeface="Arial" charset="0"/>
              <a:buNone/>
            </a:pPr>
            <a:endParaRPr lang="fr-FR" sz="1800" i="1" noProof="0" smtClean="0">
              <a:latin typeface="Century Schoolbook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Résumé du chapitre</a:t>
            </a:r>
            <a:endParaRPr lang="fr-FR" noProof="0" dirty="0"/>
          </a:p>
        </p:txBody>
      </p:sp>
      <p:sp>
        <p:nvSpPr>
          <p:cNvPr id="751619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2628900"/>
          </a:xfrm>
        </p:spPr>
        <p:txBody>
          <a:bodyPr/>
          <a:lstStyle/>
          <a:p>
            <a:pPr>
              <a:buNone/>
            </a:pPr>
            <a:r>
              <a:rPr lang="fr-FR" noProof="0" dirty="0" smtClean="0"/>
              <a:t>Dans ce chapitre, vous avez</a:t>
            </a:r>
          </a:p>
          <a:p>
            <a:r>
              <a:rPr lang="fr-FR" noProof="0" dirty="0" smtClean="0"/>
              <a:t>Identifié les principaux composants de SQL Server</a:t>
            </a:r>
          </a:p>
          <a:p>
            <a:r>
              <a:rPr lang="fr-FR" noProof="0" dirty="0" smtClean="0"/>
              <a:t>Comparé les différentes éditions de SQL Server</a:t>
            </a:r>
          </a:p>
          <a:p>
            <a:r>
              <a:rPr lang="fr-FR" noProof="0" dirty="0" smtClean="0"/>
              <a:t>Défini une architecture client/serveur</a:t>
            </a:r>
          </a:p>
          <a:p>
            <a:r>
              <a:rPr lang="fr-FR" noProof="0" dirty="0" smtClean="0"/>
              <a:t>Installé SQL Server 2008</a:t>
            </a:r>
          </a:p>
          <a:p>
            <a:r>
              <a:rPr lang="fr-FR" noProof="0" dirty="0" smtClean="0"/>
              <a:t>Découvert SQL Server Management Studio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V" val="313337204132"/>
  <p:tag name="TL" val="34352C3534302C343530"/>
  <p:tag name="IPF" val="422C496E74726F647563696E672053514C2053657276657220323030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3686170746572204F626A65637469766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96E74726F647563696E672053514C2053657276657220323030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7687920446F205765204E6565642053514C205365727665723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76861742049732053514C205365727665723F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46865204461746162617365204D616E6167656D656E742053797374656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2757420576169742054686572652073204D6F72652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96E74726F647563696E672053514C2053657276657220323030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D6963726F736F66742053514C205365727665722045646974696F6E7320696E2061204E75747368656C6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456E74657270726973652045646974696F6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5374616E646172642045646974696F6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576F726B67726F75702045646974696F6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5765622045646974696F6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457870726573732045646974696F6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4D6F62696C6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576616C756174696F6E20616E6420446576656C6F7065722045646974696F6E7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3514C205365727665722045646974696F6E20436F6D70617269736F6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96E74726F647563696E672053514C20536572766572203230303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422C5468652053514C2053657276657220456E7669726F6E6D656E7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4686520436C69656E742F53657276657220456E7669726F6E6D656E742028636F6E74696E7565642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465736B746F70204461746162617365732076732E204461746162617365205365727665727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96E74726F647563696E672053514C20536572766572203230303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422C53514C205365727665722041726368697465637475726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436F6D706F6E656E747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4686520436C617373726F6F6D20456E7669726F6E6D656E7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422C496E74726F647563696E672053514C2053657276657220323030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265666F726520496E7374616C6C696E672053514C2053657276657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422C496E7374616C6C696E672053514C2053657276657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496E7374616C6C6174696F6E2043656E7465722028636F6E74696E7565642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3514C2053657276657220496E7374616C6C6174696F6E2043656E7465722028636F6E74696E7565642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496E7374616C6C6174696F6E2043656E7465722028636F6E74696E7565642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3514C2053657276657220496E7374616C6C6174696F6E2043656E7465722028636F6E74696E7565642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96E7374616C6C696E672053514C2053657276657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96E7374616C6C696E672053514C205365727665722028636F6E74696E7565642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96E7374616C6C696E672053514C205365727665722028636F6E74696E7565642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96E7374616C6C696E672053514C20536572766572202028636F6E74696E756564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96E7374616C6C696E672053514C205365727665722028636F6E74696E7565642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96E7374616E63696E67204F7074696F6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469736B20537061636520526571756972656D656E747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3514C2053657276657220732053657276696365204163636F756E7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36F6C6C6174696F6E2053657474696E677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1757468656E7469636174696F6E204D6F646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4617461204469726563746F7269657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6696C6573747265616D20436F6E66696775726174696F6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572726F7220616E64205573616765205265706F7274696E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6696E697368696E672074686520496E7374616C6C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C6567656E6420666F7220436F757273652049636F6E7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36F6D7075746572204E616D657320616E64204C6F67696E20496E666F726D6174696F6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L" val="31352C45786572636973653A20312E31"/>
  <p:tag name="IPF" val="522C48616E64732D4F6E20457865726369736520312E313A20496E7374616C6C696E672053514C2053657276657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96E74726F647563696E672053514C20536572766572203230303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D616E6167656D656E742053747564696F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D616E6167656D656E742053747564696F2028636F6E74696E7565642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4617461626173652041646D696E6973747261746F722056696577206F66204D616E6167656D656E742053747564696F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46576656C6F70657220732056696577206F66204D616E6167656D656E742053747564696F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7726F75707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F626A656374204578706C6F72657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797374656D2044617461626173657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57365722044617461626173657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C6F6F6B696E6720696E2074686520446174616261736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D616E6167656D656E742053747564696F205265706F72747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D616E6167656D656E742053747564696F205265706F7274732028636F6E74696E7565642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D616E6167656D656E742053747564696F20576F726B7320576974682042492053657276696365732C20546F6F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3514C2053657276657220436F6E66696775726174696F6E204D616E6167657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3514C2053657276657220436F6E66696775726174696F6E204D616E616765722028636F6E74696E7565642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76865726520446F205765204C6561726E204D6F72653F20426F6F6B73204F6E6C696E652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26F6F6B73204F6E6C696E6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L" val="32352C45786572636973653A20312E32"/>
  <p:tag name="IPF" val="522C48616E64732D4F6E20457865726369736520312E323A20496E74726F647563696E672053514C2053657276657220546F6F6C7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422C436861707465722053756D6D617279"/>
</p:tagLst>
</file>

<file path=ppt/theme/theme1.xml><?xml version="1.0" encoding="utf-8"?>
<a:theme xmlns:a="http://schemas.openxmlformats.org/drawingml/2006/main" name="EPIC">
  <a:themeElements>
    <a:clrScheme name="Modèle par défaut 3">
      <a:dk1>
        <a:srgbClr val="000080"/>
      </a:dk1>
      <a:lt1>
        <a:srgbClr val="BCD507"/>
      </a:lt1>
      <a:dk2>
        <a:srgbClr val="FFFFFF"/>
      </a:dk2>
      <a:lt2>
        <a:srgbClr val="000000"/>
      </a:lt2>
      <a:accent1>
        <a:srgbClr val="FFFFCC"/>
      </a:accent1>
      <a:accent2>
        <a:srgbClr val="B90117"/>
      </a:accent2>
      <a:accent3>
        <a:srgbClr val="DAE7AA"/>
      </a:accent3>
      <a:accent4>
        <a:srgbClr val="00006C"/>
      </a:accent4>
      <a:accent5>
        <a:srgbClr val="FFFFE2"/>
      </a:accent5>
      <a:accent6>
        <a:srgbClr val="A70114"/>
      </a:accent6>
      <a:hlink>
        <a:srgbClr val="FFCCCC"/>
      </a:hlink>
      <a:folHlink>
        <a:srgbClr val="99CCFF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80"/>
        </a:dk1>
        <a:lt1>
          <a:srgbClr val="BAB600"/>
        </a:lt1>
        <a:dk2>
          <a:srgbClr val="FFFFFF"/>
        </a:dk2>
        <a:lt2>
          <a:srgbClr val="000000"/>
        </a:lt2>
        <a:accent1>
          <a:srgbClr val="FFFF66"/>
        </a:accent1>
        <a:accent2>
          <a:srgbClr val="B90117"/>
        </a:accent2>
        <a:accent3>
          <a:srgbClr val="D9D7AA"/>
        </a:accent3>
        <a:accent4>
          <a:srgbClr val="00006C"/>
        </a:accent4>
        <a:accent5>
          <a:srgbClr val="FFFFB8"/>
        </a:accent5>
        <a:accent6>
          <a:srgbClr val="A70114"/>
        </a:accent6>
        <a:hlink>
          <a:srgbClr val="3333FF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80"/>
        </a:dk1>
        <a:lt1>
          <a:srgbClr val="BCD507"/>
        </a:lt1>
        <a:dk2>
          <a:srgbClr val="FFFFFF"/>
        </a:dk2>
        <a:lt2>
          <a:srgbClr val="000000"/>
        </a:lt2>
        <a:accent1>
          <a:srgbClr val="FFFF66"/>
        </a:accent1>
        <a:accent2>
          <a:srgbClr val="B90117"/>
        </a:accent2>
        <a:accent3>
          <a:srgbClr val="DAE7AA"/>
        </a:accent3>
        <a:accent4>
          <a:srgbClr val="00006C"/>
        </a:accent4>
        <a:accent5>
          <a:srgbClr val="FFFFB8"/>
        </a:accent5>
        <a:accent6>
          <a:srgbClr val="A70114"/>
        </a:accent6>
        <a:hlink>
          <a:srgbClr val="FFCCCC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80"/>
        </a:dk1>
        <a:lt1>
          <a:srgbClr val="BCD507"/>
        </a:lt1>
        <a:dk2>
          <a:srgbClr val="FFFFFF"/>
        </a:dk2>
        <a:lt2>
          <a:srgbClr val="000000"/>
        </a:lt2>
        <a:accent1>
          <a:srgbClr val="FFFFCC"/>
        </a:accent1>
        <a:accent2>
          <a:srgbClr val="B90117"/>
        </a:accent2>
        <a:accent3>
          <a:srgbClr val="DAE7AA"/>
        </a:accent3>
        <a:accent4>
          <a:srgbClr val="00006C"/>
        </a:accent4>
        <a:accent5>
          <a:srgbClr val="FFFFE2"/>
        </a:accent5>
        <a:accent6>
          <a:srgbClr val="A70114"/>
        </a:accent6>
        <a:hlink>
          <a:srgbClr val="FFCCCC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EPIC</Template>
  <TotalTime>6828</TotalTime>
  <Words>4409</Words>
  <Application>Microsoft Office PowerPoint</Application>
  <PresentationFormat>Affichage à l'écran (4:3)</PresentationFormat>
  <Paragraphs>759</Paragraphs>
  <Slides>68</Slides>
  <Notes>68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0" baseType="lpstr">
      <vt:lpstr>EPIC</vt:lpstr>
      <vt:lpstr>Bitmap Image</vt:lpstr>
      <vt:lpstr>Introduction à SQL Server 2008</vt:lpstr>
      <vt:lpstr>Objectifs du chapitre</vt:lpstr>
      <vt:lpstr>Introduction à SQL Server 2008</vt:lpstr>
      <vt:lpstr>Pourquoi avons-nous besoin de SQL Server ?</vt:lpstr>
      <vt:lpstr>Qu’est-ce que SQL Server ?</vt:lpstr>
      <vt:lpstr>Le Système de Gestion de Base de Données</vt:lpstr>
      <vt:lpstr>Attendez, ce n’est pas tout !</vt:lpstr>
      <vt:lpstr>Introduction à SQL Server 2008</vt:lpstr>
      <vt:lpstr>Les éditions Microsoft SQL Server en bref</vt:lpstr>
      <vt:lpstr>SQL Server Enterprise Edition</vt:lpstr>
      <vt:lpstr>SQL Server Standard Edition</vt:lpstr>
      <vt:lpstr>SQL Server Workgroup Edition</vt:lpstr>
      <vt:lpstr>SQL Server Web Edition</vt:lpstr>
      <vt:lpstr>SQL Server Express Edition</vt:lpstr>
      <vt:lpstr>SQL Server Compact Edition</vt:lpstr>
      <vt:lpstr>SQL Server Evaluation Edition et Developer Edition</vt:lpstr>
      <vt:lpstr>Comparaison des éditions SQL Server</vt:lpstr>
      <vt:lpstr>Introduction à SQL Server 2008</vt:lpstr>
      <vt:lpstr>L’environnement SQL Server</vt:lpstr>
      <vt:lpstr>L’environnement SQL Server (suite)</vt:lpstr>
      <vt:lpstr>Bases de données de bureau ou serveurs base de données</vt:lpstr>
      <vt:lpstr>Introduction à SQL Server 2008</vt:lpstr>
      <vt:lpstr>Architecture de SQL Server</vt:lpstr>
      <vt:lpstr>Les composants de SQL Server</vt:lpstr>
      <vt:lpstr>L’environnement de la salle</vt:lpstr>
      <vt:lpstr>Introduction à SQL Server 2008</vt:lpstr>
      <vt:lpstr>Avant d’installer SQL Server</vt:lpstr>
      <vt:lpstr>Centre d’installation de SQL Server </vt:lpstr>
      <vt:lpstr>Centre d’installation de SQL Server (suite)</vt:lpstr>
      <vt:lpstr>Centre d’installation de SQL Server (suite)</vt:lpstr>
      <vt:lpstr>Centre d’installation de SQL Server (suite)</vt:lpstr>
      <vt:lpstr>Centre d’installation de SQL Server (suite)</vt:lpstr>
      <vt:lpstr>Installer SQL Server</vt:lpstr>
      <vt:lpstr>Installer SQL Server (suite)</vt:lpstr>
      <vt:lpstr>Installer SQL Server (suite)</vt:lpstr>
      <vt:lpstr>Installer SQL Server (suite)</vt:lpstr>
      <vt:lpstr>Installer SQL Server (suite)</vt:lpstr>
      <vt:lpstr>Choisir une instance</vt:lpstr>
      <vt:lpstr>Besoins en espace disque</vt:lpstr>
      <vt:lpstr>Compte de service de SQL Server</vt:lpstr>
      <vt:lpstr>Paramètres de classement (collation)</vt:lpstr>
      <vt:lpstr>Mode d’authentification</vt:lpstr>
      <vt:lpstr>Répertoires de données</vt:lpstr>
      <vt:lpstr>Configuration des flux de fichiers</vt:lpstr>
      <vt:lpstr>Notification des erreurs d’installation</vt:lpstr>
      <vt:lpstr>Terminer l’installation</vt:lpstr>
      <vt:lpstr>Légendes des icônes du cours</vt:lpstr>
      <vt:lpstr>Noms des machines et informations de connexion</vt:lpstr>
      <vt:lpstr>Exercice 1.1 : Installer SQL Server</vt:lpstr>
      <vt:lpstr>Introduction à SQL Server 2008</vt:lpstr>
      <vt:lpstr>Management Studio</vt:lpstr>
      <vt:lpstr>Management Studio (suite)</vt:lpstr>
      <vt:lpstr>SQL Server Management Studio : Explorateur d’objets</vt:lpstr>
      <vt:lpstr>Management Studio (suite)</vt:lpstr>
      <vt:lpstr>Panneau Serveurs inscrits</vt:lpstr>
      <vt:lpstr>L’explorateur d’objets</vt:lpstr>
      <vt:lpstr>Bases de données système</vt:lpstr>
      <vt:lpstr>Bases de données utilisateur</vt:lpstr>
      <vt:lpstr>Les objets d’une base de données</vt:lpstr>
      <vt:lpstr>Rapports sous Management Studio</vt:lpstr>
      <vt:lpstr>Rapports sous Management Studio (suite)</vt:lpstr>
      <vt:lpstr>Management Studio utilise aussi les services BI</vt:lpstr>
      <vt:lpstr>SQL Server Configuration Manager</vt:lpstr>
      <vt:lpstr>SQL Server Configuration Manager (suite)</vt:lpstr>
      <vt:lpstr>Où peut-on en savoir plus ? La documentation en ligne !</vt:lpstr>
      <vt:lpstr>Documentation en ligne</vt:lpstr>
      <vt:lpstr>Exercice 1.2 : Introduction aux outils de SQL Server</vt:lpstr>
      <vt:lpstr>Résumé du chapitre</vt:lpstr>
    </vt:vector>
  </TitlesOfParts>
  <Company>Learning Tree International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SQL Server 2005</dc:title>
  <dc:creator>Rachelg</dc:creator>
  <cp:keywords>Presentation Styles, Instructional Design</cp:keywords>
  <dc:description>Tagged 1/8/2009 3:56:58 PM</dc:description>
  <cp:lastModifiedBy>RLOCICER</cp:lastModifiedBy>
  <cp:revision>534</cp:revision>
  <cp:lastPrinted>2009-03-23T07:14:37Z</cp:lastPrinted>
  <dcterms:created xsi:type="dcterms:W3CDTF">2007-06-11T18:06:13Z</dcterms:created>
  <dcterms:modified xsi:type="dcterms:W3CDTF">2010-09-27T07:40:48Z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 completed">
    <vt:lpwstr>August 2006</vt:lpwstr>
  </property>
  <property fmtid="{D5CDD505-2E9C-101B-9397-08002B2CF9AE}" pid="3" name="Owner">
    <vt:lpwstr>Kendall Laine</vt:lpwstr>
  </property>
</Properties>
</file>