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53" r:id="rId1"/>
  </p:sldMasterIdLst>
  <p:notesMasterIdLst>
    <p:notesMasterId r:id="rId6"/>
  </p:notesMasterIdLst>
  <p:handoutMasterIdLst>
    <p:handoutMasterId r:id="rId7"/>
  </p:handoutMasterIdLst>
  <p:sldIdLst>
    <p:sldId id="264" r:id="rId2"/>
    <p:sldId id="265" r:id="rId3"/>
    <p:sldId id="266" r:id="rId4"/>
    <p:sldId id="267" r:id="rId5"/>
  </p:sldIdLst>
  <p:sldSz cx="9144000" cy="6858000" type="screen4x3"/>
  <p:notesSz cx="6648450" cy="9782175"/>
  <p:defaultTextStyle>
    <a:defPPr>
      <a:defRPr lang="fr-FR"/>
    </a:defPPr>
    <a:lvl1pPr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Arial" charset="0"/>
        <a:ea typeface="+mn-ea"/>
        <a:cs typeface="+mn-cs"/>
      </a:defRPr>
    </a:lvl1pPr>
    <a:lvl2pPr marL="4572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Arial" charset="0"/>
        <a:ea typeface="+mn-ea"/>
        <a:cs typeface="+mn-cs"/>
      </a:defRPr>
    </a:lvl2pPr>
    <a:lvl3pPr marL="9144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Arial" charset="0"/>
        <a:ea typeface="+mn-ea"/>
        <a:cs typeface="+mn-cs"/>
      </a:defRPr>
    </a:lvl3pPr>
    <a:lvl4pPr marL="13716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Arial" charset="0"/>
        <a:ea typeface="+mn-ea"/>
        <a:cs typeface="+mn-cs"/>
      </a:defRPr>
    </a:lvl4pPr>
    <a:lvl5pPr marL="18288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Arial" charset="0"/>
        <a:ea typeface="+mn-ea"/>
        <a:cs typeface="+mn-cs"/>
      </a:defRPr>
    </a:lvl5pPr>
    <a:lvl6pPr marL="2286000" algn="l" defTabSz="914400" rtl="0" eaLnBrk="1" latinLnBrk="0" hangingPunct="1">
      <a:defRPr sz="2400" kern="1200">
        <a:solidFill>
          <a:schemeClr val="tx1"/>
        </a:solidFill>
        <a:latin typeface="Arial" charset="0"/>
        <a:ea typeface="+mn-ea"/>
        <a:cs typeface="+mn-cs"/>
      </a:defRPr>
    </a:lvl6pPr>
    <a:lvl7pPr marL="2743200" algn="l" defTabSz="914400" rtl="0" eaLnBrk="1" latinLnBrk="0" hangingPunct="1">
      <a:defRPr sz="2400" kern="1200">
        <a:solidFill>
          <a:schemeClr val="tx1"/>
        </a:solidFill>
        <a:latin typeface="Arial" charset="0"/>
        <a:ea typeface="+mn-ea"/>
        <a:cs typeface="+mn-cs"/>
      </a:defRPr>
    </a:lvl7pPr>
    <a:lvl8pPr marL="3200400" algn="l" defTabSz="914400" rtl="0" eaLnBrk="1" latinLnBrk="0" hangingPunct="1">
      <a:defRPr sz="2400" kern="1200">
        <a:solidFill>
          <a:schemeClr val="tx1"/>
        </a:solidFill>
        <a:latin typeface="Arial" charset="0"/>
        <a:ea typeface="+mn-ea"/>
        <a:cs typeface="+mn-cs"/>
      </a:defRPr>
    </a:lvl8pPr>
    <a:lvl9pPr marL="3657600" algn="l" defTabSz="914400" rtl="0" eaLnBrk="1" latinLnBrk="0" hangingPunct="1">
      <a:defRPr sz="2400" kern="1200">
        <a:solidFill>
          <a:schemeClr val="tx1"/>
        </a:solidFill>
        <a:latin typeface="Arial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3081">
          <p15:clr>
            <a:srgbClr val="A4A3A4"/>
          </p15:clr>
        </p15:guide>
        <p15:guide id="2" pos="2094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2957" autoAdjust="0"/>
    <p:restoredTop sz="94590" autoAdjust="0"/>
  </p:normalViewPr>
  <p:slideViewPr>
    <p:cSldViewPr>
      <p:cViewPr varScale="1">
        <p:scale>
          <a:sx n="70" d="100"/>
          <a:sy n="70" d="100"/>
        </p:scale>
        <p:origin x="672" y="307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6918"/>
    </p:cViewPr>
  </p:sorterViewPr>
  <p:notesViewPr>
    <p:cSldViewPr>
      <p:cViewPr>
        <p:scale>
          <a:sx n="100" d="100"/>
          <a:sy n="100" d="100"/>
        </p:scale>
        <p:origin x="1956" y="-1386"/>
      </p:cViewPr>
      <p:guideLst>
        <p:guide orient="horz" pos="3081"/>
        <p:guide pos="2094"/>
      </p:guideLst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handoutMaster" Target="handoutMasters/handoutMaster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274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881313" cy="4889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221" tIns="45610" rIns="91221" bIns="45610" numCol="1" anchor="t" anchorCtr="0" compatLnSpc="1">
            <a:prstTxWarp prst="textNoShape">
              <a:avLst/>
            </a:prstTxWarp>
          </a:bodyPr>
          <a:lstStyle>
            <a:lvl1pPr defTabSz="912813">
              <a:defRPr sz="1200">
                <a:latin typeface="Arial" charset="0"/>
              </a:defRPr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54275" name="Rectangle 3"/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3767138" y="0"/>
            <a:ext cx="2881312" cy="4889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221" tIns="45610" rIns="91221" bIns="45610" numCol="1" anchor="t" anchorCtr="0" compatLnSpc="1">
            <a:prstTxWarp prst="textNoShape">
              <a:avLst/>
            </a:prstTxWarp>
          </a:bodyPr>
          <a:lstStyle>
            <a:lvl1pPr algn="r" defTabSz="912813">
              <a:defRPr sz="1200">
                <a:latin typeface="Arial" charset="0"/>
              </a:defRPr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54276" name="Rectangle 4"/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0" y="9293225"/>
            <a:ext cx="2881313" cy="4889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221" tIns="45610" rIns="91221" bIns="45610" numCol="1" anchor="b" anchorCtr="0" compatLnSpc="1">
            <a:prstTxWarp prst="textNoShape">
              <a:avLst/>
            </a:prstTxWarp>
          </a:bodyPr>
          <a:lstStyle>
            <a:lvl1pPr defTabSz="912813">
              <a:defRPr sz="1200">
                <a:latin typeface="Arial" charset="0"/>
              </a:defRPr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54277" name="Rectangle 5"/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3767138" y="9293225"/>
            <a:ext cx="2881312" cy="4889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221" tIns="45610" rIns="91221" bIns="45610" numCol="1" anchor="b" anchorCtr="0" compatLnSpc="1">
            <a:prstTxWarp prst="textNoShape">
              <a:avLst/>
            </a:prstTxWarp>
          </a:bodyPr>
          <a:lstStyle>
            <a:lvl1pPr algn="r" defTabSz="912813">
              <a:defRPr sz="1000">
                <a:latin typeface="Arial" charset="0"/>
              </a:defRPr>
            </a:lvl1pPr>
          </a:lstStyle>
          <a:p>
            <a:pPr>
              <a:defRPr/>
            </a:pPr>
            <a:fld id="{05A6847E-ECD8-4888-9A6C-CBE85B378C12}" type="slidenum">
              <a:rPr lang="fr-FR"/>
              <a:pPr>
                <a:defRPr/>
              </a:pPr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4194399502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881313" cy="4889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221" tIns="45610" rIns="91221" bIns="45610" numCol="1" anchor="t" anchorCtr="0" compatLnSpc="1">
            <a:prstTxWarp prst="textNoShape">
              <a:avLst/>
            </a:prstTxWarp>
          </a:bodyPr>
          <a:lstStyle>
            <a:lvl1pPr defTabSz="912813">
              <a:defRPr sz="1200">
                <a:latin typeface="Arial" charset="0"/>
              </a:defRPr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25603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3767138" y="0"/>
            <a:ext cx="2881312" cy="4889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221" tIns="45610" rIns="91221" bIns="45610" numCol="1" anchor="t" anchorCtr="0" compatLnSpc="1">
            <a:prstTxWarp prst="textNoShape">
              <a:avLst/>
            </a:prstTxWarp>
          </a:bodyPr>
          <a:lstStyle>
            <a:lvl1pPr algn="r" defTabSz="912813">
              <a:defRPr sz="1200">
                <a:latin typeface="Arial" charset="0"/>
              </a:defRPr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21508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876300" y="733425"/>
            <a:ext cx="4895850" cy="367030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25605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379413" y="4646613"/>
            <a:ext cx="5851525" cy="44021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221" tIns="45610" rIns="91221" bIns="4561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fr-FR" noProof="0"/>
              <a:t>Cliquez pour modifier les styles du texte du masque</a:t>
            </a:r>
          </a:p>
          <a:p>
            <a:pPr lvl="1"/>
            <a:r>
              <a:rPr lang="fr-FR" noProof="0"/>
              <a:t>Deuxième niveau</a:t>
            </a:r>
          </a:p>
          <a:p>
            <a:pPr lvl="2"/>
            <a:r>
              <a:rPr lang="fr-FR" noProof="0"/>
              <a:t>Troisième niveau</a:t>
            </a:r>
          </a:p>
          <a:p>
            <a:pPr lvl="3"/>
            <a:r>
              <a:rPr lang="fr-FR" noProof="0"/>
              <a:t>Quatrième niveau</a:t>
            </a:r>
          </a:p>
          <a:p>
            <a:pPr lvl="4"/>
            <a:r>
              <a:rPr lang="fr-FR" noProof="0"/>
              <a:t>Cinquième niveau</a:t>
            </a:r>
          </a:p>
        </p:txBody>
      </p:sp>
      <p:sp>
        <p:nvSpPr>
          <p:cNvPr id="25606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9293225"/>
            <a:ext cx="2881313" cy="4889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221" tIns="45610" rIns="91221" bIns="45610" numCol="1" anchor="b" anchorCtr="0" compatLnSpc="1">
            <a:prstTxWarp prst="textNoShape">
              <a:avLst/>
            </a:prstTxWarp>
          </a:bodyPr>
          <a:lstStyle>
            <a:lvl1pPr defTabSz="912813">
              <a:defRPr sz="800">
                <a:latin typeface="Arial" charset="0"/>
              </a:defRPr>
            </a:lvl1pPr>
          </a:lstStyle>
          <a:p>
            <a:pPr>
              <a:defRPr/>
            </a:pPr>
            <a:r>
              <a:rPr lang="fr-FR"/>
              <a:t>© HANDSHAKE - Philippe MASINA</a:t>
            </a:r>
          </a:p>
        </p:txBody>
      </p:sp>
      <p:sp>
        <p:nvSpPr>
          <p:cNvPr id="25607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767138" y="9293225"/>
            <a:ext cx="2881312" cy="4889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221" tIns="45610" rIns="91221" bIns="45610" numCol="1" anchor="b" anchorCtr="0" compatLnSpc="1">
            <a:prstTxWarp prst="textNoShape">
              <a:avLst/>
            </a:prstTxWarp>
          </a:bodyPr>
          <a:lstStyle>
            <a:lvl1pPr algn="r" defTabSz="912813">
              <a:defRPr sz="800">
                <a:latin typeface="Arial" charset="0"/>
              </a:defRPr>
            </a:lvl1pPr>
          </a:lstStyle>
          <a:p>
            <a:pPr>
              <a:defRPr/>
            </a:pPr>
            <a:r>
              <a:rPr lang="fr-FR"/>
              <a:t>I-</a:t>
            </a:r>
            <a:fld id="{88B410AF-14E7-4D87-8C8E-6E377E0C2388}" type="slidenum">
              <a:rPr lang="fr-FR"/>
              <a:pPr>
                <a:defRPr/>
              </a:pPr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300224585"/>
      </p:ext>
    </p:extLst>
  </p:cSld>
  <p:clrMap bg1="lt1" tx1="dk1" bg2="lt2" tx2="dk2" accent1="accent1" accent2="accent2" accent3="accent3" accent4="accent4" accent5="accent5" accent6="accent6" hlink="hlink" folHlink="folHlink"/>
  <p:hf hdr="0" dt="0"/>
  <p:notesStyle>
    <a:lvl1pPr algn="l" rtl="0" eaLnBrk="0" fontAlgn="base" hangingPunct="0">
      <a:spcBef>
        <a:spcPct val="30000"/>
      </a:spcBef>
      <a:spcAft>
        <a:spcPct val="0"/>
      </a:spcAft>
      <a:defRPr sz="1000" kern="1200">
        <a:solidFill>
          <a:schemeClr val="tx1"/>
        </a:solidFill>
        <a:latin typeface="Arial" charset="0"/>
        <a:ea typeface="+mn-ea"/>
        <a:cs typeface="Arial" charset="0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000" kern="1200">
        <a:solidFill>
          <a:schemeClr val="tx1"/>
        </a:solidFill>
        <a:latin typeface="Arial" charset="0"/>
        <a:ea typeface="+mn-ea"/>
        <a:cs typeface="Arial" charset="0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000" kern="1200">
        <a:solidFill>
          <a:schemeClr val="tx1"/>
        </a:solidFill>
        <a:latin typeface="Arial" charset="0"/>
        <a:ea typeface="+mn-ea"/>
        <a:cs typeface="Arial" charset="0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000" kern="1200">
        <a:solidFill>
          <a:schemeClr val="tx1"/>
        </a:solidFill>
        <a:latin typeface="Arial" charset="0"/>
        <a:ea typeface="+mn-ea"/>
        <a:cs typeface="Arial" charset="0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000" kern="1200">
        <a:solidFill>
          <a:schemeClr val="tx1"/>
        </a:solidFill>
        <a:latin typeface="Arial" charset="0"/>
        <a:ea typeface="+mn-ea"/>
        <a:cs typeface="Arial" charset="0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fr-FR"/>
              <a:t>Cliquez pour modifier le style du titre</a:t>
            </a:r>
          </a:p>
        </p:txBody>
      </p:sp>
      <p:sp>
        <p:nvSpPr>
          <p:cNvPr id="3" name="Sous-titr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fr-FR"/>
              <a:t>Cliquez pour modifier le style des sous-titres du masque</a:t>
            </a:r>
          </a:p>
        </p:txBody>
      </p:sp>
    </p:spTree>
    <p:extLst>
      <p:ext uri="{BB962C8B-B14F-4D97-AF65-F5344CB8AC3E}">
        <p14:creationId xmlns:p14="http://schemas.microsoft.com/office/powerpoint/2010/main" val="211891354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1187624" y="13209"/>
            <a:ext cx="7829947" cy="1143000"/>
          </a:xfrm>
        </p:spPr>
        <p:txBody>
          <a:bodyPr/>
          <a:lstStyle>
            <a:lvl1pPr>
              <a:defRPr sz="3200"/>
            </a:lvl1pPr>
          </a:lstStyle>
          <a:p>
            <a:r>
              <a:rPr lang="fr-FR" dirty="0"/>
              <a:t>Cliquez pour modifier le style du titre</a:t>
            </a: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179512" y="1412776"/>
            <a:ext cx="8766051" cy="5040560"/>
          </a:xfrm>
        </p:spPr>
        <p:txBody>
          <a:bodyPr/>
          <a:lstStyle/>
          <a:p>
            <a:pPr lvl="0"/>
            <a:r>
              <a:rPr lang="fr-FR" dirty="0"/>
              <a:t>Cliquez pour modifier les styles du texte du masque</a:t>
            </a:r>
          </a:p>
          <a:p>
            <a:pPr lvl="1"/>
            <a:r>
              <a:rPr lang="fr-FR" dirty="0"/>
              <a:t>Deuxième niveau</a:t>
            </a:r>
          </a:p>
          <a:p>
            <a:pPr lvl="2"/>
            <a:r>
              <a:rPr lang="fr-FR" dirty="0"/>
              <a:t>Troisième niveau</a:t>
            </a:r>
          </a:p>
          <a:p>
            <a:pPr lvl="3"/>
            <a:r>
              <a:rPr lang="fr-FR" dirty="0"/>
              <a:t>Quatrième niveau</a:t>
            </a:r>
          </a:p>
          <a:p>
            <a:pPr lvl="4"/>
            <a:r>
              <a:rPr lang="fr-FR" dirty="0"/>
              <a:t>Cinquième niveau</a:t>
            </a:r>
          </a:p>
        </p:txBody>
      </p:sp>
    </p:spTree>
    <p:extLst>
      <p:ext uri="{BB962C8B-B14F-4D97-AF65-F5344CB8AC3E}">
        <p14:creationId xmlns:p14="http://schemas.microsoft.com/office/powerpoint/2010/main" val="101034240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Cliquez pour modifier le style du titre</a:t>
            </a:r>
          </a:p>
        </p:txBody>
      </p:sp>
      <p:sp>
        <p:nvSpPr>
          <p:cNvPr id="3" name="Espace réservé du contenu 2"/>
          <p:cNvSpPr>
            <a:spLocks noGrp="1"/>
          </p:cNvSpPr>
          <p:nvPr>
            <p:ph sz="half" idx="1"/>
          </p:nvPr>
        </p:nvSpPr>
        <p:spPr>
          <a:xfrm>
            <a:off x="1173163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5135563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</p:spTree>
    <p:extLst>
      <p:ext uri="{BB962C8B-B14F-4D97-AF65-F5344CB8AC3E}">
        <p14:creationId xmlns:p14="http://schemas.microsoft.com/office/powerpoint/2010/main" val="389275675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fr-FR"/>
              <a:t>Cliquez pour modifier le style du titre</a:t>
            </a:r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5" name="Espace réservé du texte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6" name="Espace réservé du contenu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</p:spTree>
    <p:extLst>
      <p:ext uri="{BB962C8B-B14F-4D97-AF65-F5344CB8AC3E}">
        <p14:creationId xmlns:p14="http://schemas.microsoft.com/office/powerpoint/2010/main" val="156881897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Cliquez pour modifier le style du titre</a:t>
            </a:r>
          </a:p>
        </p:txBody>
      </p:sp>
    </p:spTree>
    <p:extLst>
      <p:ext uri="{BB962C8B-B14F-4D97-AF65-F5344CB8AC3E}">
        <p14:creationId xmlns:p14="http://schemas.microsoft.com/office/powerpoint/2010/main" val="366428650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78062004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fr-FR"/>
              <a:t>Cliquez pour modifier le style du titre</a:t>
            </a: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</p:spTree>
    <p:extLst>
      <p:ext uri="{BB962C8B-B14F-4D97-AF65-F5344CB8AC3E}">
        <p14:creationId xmlns:p14="http://schemas.microsoft.com/office/powerpoint/2010/main" val="285589986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fr-FR"/>
              <a:t>Cliquez pour modifier le style du titre</a:t>
            </a:r>
          </a:p>
        </p:txBody>
      </p:sp>
      <p:sp>
        <p:nvSpPr>
          <p:cNvPr id="3" name="Espace réservé pour une image 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fr-FR" noProof="0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</p:spTree>
    <p:extLst>
      <p:ext uri="{BB962C8B-B14F-4D97-AF65-F5344CB8AC3E}">
        <p14:creationId xmlns:p14="http://schemas.microsoft.com/office/powerpoint/2010/main" val="237193463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Cliquez pour modifier le style du titre</a:t>
            </a:r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</p:spTree>
    <p:extLst>
      <p:ext uri="{BB962C8B-B14F-4D97-AF65-F5344CB8AC3E}">
        <p14:creationId xmlns:p14="http://schemas.microsoft.com/office/powerpoint/2010/main" val="425494686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vertical 1"/>
          <p:cNvSpPr>
            <a:spLocks noGrp="1"/>
          </p:cNvSpPr>
          <p:nvPr>
            <p:ph type="title" orient="vert"/>
          </p:nvPr>
        </p:nvSpPr>
        <p:spPr>
          <a:xfrm>
            <a:off x="7002463" y="457200"/>
            <a:ext cx="1943100" cy="5638800"/>
          </a:xfrm>
        </p:spPr>
        <p:txBody>
          <a:bodyPr vert="eaVert"/>
          <a:lstStyle/>
          <a:p>
            <a:r>
              <a:rPr lang="fr-FR"/>
              <a:t>Cliquez pour modifier le style du titre</a:t>
            </a:r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>
          <a:xfrm>
            <a:off x="1173163" y="457200"/>
            <a:ext cx="5676900" cy="5638800"/>
          </a:xfrm>
        </p:spPr>
        <p:txBody>
          <a:bodyPr vert="eaVer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</p:spTree>
    <p:extLst>
      <p:ext uri="{BB962C8B-B14F-4D97-AF65-F5344CB8AC3E}">
        <p14:creationId xmlns:p14="http://schemas.microsoft.com/office/powerpoint/2010/main" val="271671717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image" Target="../media/image1.png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ChangeArrowheads="1"/>
          </p:cNvSpPr>
          <p:nvPr/>
        </p:nvSpPr>
        <p:spPr bwMode="auto">
          <a:xfrm>
            <a:off x="0" y="6477000"/>
            <a:ext cx="9144000" cy="76200"/>
          </a:xfrm>
          <a:prstGeom prst="rect">
            <a:avLst/>
          </a:prstGeom>
          <a:solidFill>
            <a:srgbClr val="FF66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>
              <a:defRPr/>
            </a:pPr>
            <a:endParaRPr lang="fr-FR" altLang="fr-FR"/>
          </a:p>
        </p:txBody>
      </p:sp>
      <p:sp>
        <p:nvSpPr>
          <p:cNvPr id="1027" name="Text Box 3"/>
          <p:cNvSpPr txBox="1">
            <a:spLocks noChangeArrowheads="1"/>
          </p:cNvSpPr>
          <p:nvPr/>
        </p:nvSpPr>
        <p:spPr bwMode="auto">
          <a:xfrm>
            <a:off x="6934200" y="6553200"/>
            <a:ext cx="1219200" cy="2746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9pPr>
          </a:lstStyle>
          <a:p>
            <a:pPr>
              <a:spcBef>
                <a:spcPct val="50000"/>
              </a:spcBef>
              <a:defRPr/>
            </a:pPr>
            <a:r>
              <a:rPr lang="fr-FR" sz="1200" dirty="0"/>
              <a:t>Page </a:t>
            </a:r>
            <a:fld id="{E218E9B1-FD08-4C80-902E-210BA2967D0D}" type="slidenum">
              <a:rPr lang="fr-FR" sz="1200" smtClean="0"/>
              <a:pPr>
                <a:spcBef>
                  <a:spcPct val="50000"/>
                </a:spcBef>
                <a:defRPr/>
              </a:pPr>
              <a:t>‹N°›</a:t>
            </a:fld>
            <a:endParaRPr lang="fr-FR" dirty="0">
              <a:latin typeface="Times New Roman" pitchFamily="18" charset="0"/>
            </a:endParaRPr>
          </a:p>
        </p:txBody>
      </p:sp>
      <p:sp>
        <p:nvSpPr>
          <p:cNvPr id="1028" name="Text Box 4"/>
          <p:cNvSpPr txBox="1">
            <a:spLocks noChangeArrowheads="1"/>
          </p:cNvSpPr>
          <p:nvPr/>
        </p:nvSpPr>
        <p:spPr bwMode="auto">
          <a:xfrm>
            <a:off x="2209800" y="6553200"/>
            <a:ext cx="4724400" cy="33855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9pPr>
          </a:lstStyle>
          <a:p>
            <a:pPr algn="ctr">
              <a:spcBef>
                <a:spcPct val="50000"/>
              </a:spcBef>
              <a:defRPr/>
            </a:pPr>
            <a:r>
              <a:rPr lang="fr-FR" sz="1600" dirty="0">
                <a:latin typeface="+mj-lt"/>
              </a:rPr>
              <a:t>MDM</a:t>
            </a:r>
            <a:endParaRPr lang="fr-FR" dirty="0">
              <a:latin typeface="+mj-lt"/>
            </a:endParaRPr>
          </a:p>
        </p:txBody>
      </p:sp>
      <p:sp>
        <p:nvSpPr>
          <p:cNvPr id="1029" name="Rectangle 5"/>
          <p:cNvSpPr>
            <a:spLocks noGrp="1" noChangeArrowheads="1"/>
          </p:cNvSpPr>
          <p:nvPr>
            <p:ph type="title"/>
          </p:nvPr>
        </p:nvSpPr>
        <p:spPr bwMode="auto">
          <a:xfrm>
            <a:off x="1177925" y="0"/>
            <a:ext cx="7772400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fr-FR" altLang="fr-FR"/>
              <a:t>Cliquez pour modifier le style du titre du masque</a:t>
            </a:r>
          </a:p>
        </p:txBody>
      </p:sp>
      <p:sp>
        <p:nvSpPr>
          <p:cNvPr id="1030" name="Rectangle 6"/>
          <p:cNvSpPr>
            <a:spLocks noGrp="1" noChangeArrowheads="1"/>
          </p:cNvSpPr>
          <p:nvPr>
            <p:ph type="body" idx="1"/>
          </p:nvPr>
        </p:nvSpPr>
        <p:spPr bwMode="auto">
          <a:xfrm>
            <a:off x="179388" y="1196975"/>
            <a:ext cx="8766175" cy="52800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fr-FR" altLang="fr-FR"/>
              <a:t>Cliquez pour modifier les styles du texte du masque</a:t>
            </a:r>
          </a:p>
          <a:p>
            <a:pPr lvl="1"/>
            <a:r>
              <a:rPr lang="fr-FR" altLang="fr-FR"/>
              <a:t>Deuxième niveau</a:t>
            </a:r>
          </a:p>
          <a:p>
            <a:pPr lvl="2"/>
            <a:r>
              <a:rPr lang="fr-FR" altLang="fr-FR"/>
              <a:t>Troisième niveau</a:t>
            </a:r>
          </a:p>
          <a:p>
            <a:pPr lvl="3"/>
            <a:r>
              <a:rPr lang="fr-FR" altLang="fr-FR"/>
              <a:t>Quatrième niveau</a:t>
            </a:r>
          </a:p>
          <a:p>
            <a:pPr lvl="4"/>
            <a:r>
              <a:rPr lang="fr-FR" altLang="fr-FR"/>
              <a:t>Cinquième niveau</a:t>
            </a:r>
          </a:p>
        </p:txBody>
      </p:sp>
      <p:sp>
        <p:nvSpPr>
          <p:cNvPr id="1031" name="Text Box 7"/>
          <p:cNvSpPr txBox="1">
            <a:spLocks noChangeArrowheads="1"/>
          </p:cNvSpPr>
          <p:nvPr/>
        </p:nvSpPr>
        <p:spPr bwMode="auto">
          <a:xfrm>
            <a:off x="0" y="6521450"/>
            <a:ext cx="3429000" cy="2746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9pPr>
          </a:lstStyle>
          <a:p>
            <a:pPr>
              <a:spcBef>
                <a:spcPct val="50000"/>
              </a:spcBef>
              <a:defRPr/>
            </a:pPr>
            <a:r>
              <a:rPr lang="fr-FR" sz="1200"/>
              <a:t>© Cyril Vincent Conseil</a:t>
            </a:r>
            <a:endParaRPr lang="fr-FR">
              <a:latin typeface="Times New Roman" pitchFamily="18" charset="0"/>
            </a:endParaRPr>
          </a:p>
        </p:txBody>
      </p:sp>
      <p:pic>
        <p:nvPicPr>
          <p:cNvPr id="1032" name="Picture 8" descr="cartevisite"/>
          <p:cNvPicPr>
            <a:picLocks noChangeAspect="1" noChangeArrowheads="1"/>
          </p:cNvPicPr>
          <p:nvPr/>
        </p:nvPicPr>
        <p:blipFill>
          <a:blip r:embed="rId1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1187450" cy="7683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54" r:id="rId1"/>
    <p:sldLayoutId id="2147483655" r:id="rId2"/>
    <p:sldLayoutId id="2147483656" r:id="rId3"/>
    <p:sldLayoutId id="2147483657" r:id="rId4"/>
    <p:sldLayoutId id="2147483658" r:id="rId5"/>
    <p:sldLayoutId id="2147483659" r:id="rId6"/>
    <p:sldLayoutId id="2147483660" r:id="rId7"/>
    <p:sldLayoutId id="2147483661" r:id="rId8"/>
    <p:sldLayoutId id="2147483662" r:id="rId9"/>
    <p:sldLayoutId id="2147483663" r:id="rId10"/>
  </p:sldLayoutIdLst>
  <p:txStyles>
    <p:titleStyle>
      <a:lvl1pPr algn="ctr" rtl="0" eaLnBrk="0" fontAlgn="base" hangingPunct="0">
        <a:spcBef>
          <a:spcPct val="0"/>
        </a:spcBef>
        <a:spcAft>
          <a:spcPct val="0"/>
        </a:spcAft>
        <a:defRPr sz="32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3200">
          <a:solidFill>
            <a:schemeClr val="tx2"/>
          </a:solidFill>
          <a:latin typeface="Arial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3200">
          <a:solidFill>
            <a:schemeClr val="tx2"/>
          </a:solidFill>
          <a:latin typeface="Arial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3200">
          <a:solidFill>
            <a:schemeClr val="tx2"/>
          </a:solidFill>
          <a:latin typeface="Arial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3200">
          <a:solidFill>
            <a:schemeClr val="tx2"/>
          </a:solidFill>
          <a:latin typeface="Arial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Arial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Arial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Arial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Arial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lr>
          <a:schemeClr val="tx1"/>
        </a:buClr>
        <a:buFont typeface="Monotype Sorts" pitchFamily="2" charset="2"/>
        <a:buChar char="o"/>
        <a:defRPr sz="28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har char="–"/>
        <a:defRPr sz="2400">
          <a:solidFill>
            <a:schemeClr val="tx1"/>
          </a:solidFill>
          <a:latin typeface="+mn-lt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har char="•"/>
        <a:defRPr sz="2000">
          <a:solidFill>
            <a:schemeClr val="tx1"/>
          </a:solidFill>
          <a:latin typeface="+mn-lt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>
          <a:solidFill>
            <a:schemeClr val="tx1"/>
          </a:solidFill>
          <a:latin typeface="+mn-lt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 sz="1600">
          <a:solidFill>
            <a:schemeClr val="tx1"/>
          </a:solidFill>
          <a:latin typeface="+mn-lt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har char="»"/>
        <a:defRPr sz="1600">
          <a:solidFill>
            <a:schemeClr val="tx1"/>
          </a:solidFill>
          <a:latin typeface="+mn-lt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har char="»"/>
        <a:defRPr sz="1600">
          <a:solidFill>
            <a:schemeClr val="tx1"/>
          </a:solidFill>
          <a:latin typeface="+mn-lt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har char="»"/>
        <a:defRPr sz="1600">
          <a:solidFill>
            <a:schemeClr val="tx1"/>
          </a:solidFill>
          <a:latin typeface="+mn-lt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har char="»"/>
        <a:defRPr sz="1600">
          <a:solidFill>
            <a:schemeClr val="tx1"/>
          </a:solidFill>
          <a:latin typeface="+mn-lt"/>
        </a:defRPr>
      </a:lvl9pPr>
    </p:bodyStyle>
    <p:otherStyle>
      <a:defPPr>
        <a:defRPr lang="fr-F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Rectangle 5"/>
          <p:cNvSpPr>
            <a:spLocks noGrp="1" noChangeArrowheads="1"/>
          </p:cNvSpPr>
          <p:nvPr>
            <p:ph type="subTitle" idx="1"/>
          </p:nvPr>
        </p:nvSpPr>
        <p:spPr/>
        <p:txBody>
          <a:bodyPr/>
          <a:lstStyle/>
          <a:p>
            <a:pPr eaLnBrk="1" hangingPunct="1"/>
            <a:r>
              <a:rPr lang="fr-FR" altLang="fr-FR" dirty="0"/>
              <a:t>Encore +</a:t>
            </a:r>
          </a:p>
        </p:txBody>
      </p:sp>
      <p:sp>
        <p:nvSpPr>
          <p:cNvPr id="3" name="ZoneTexte 2"/>
          <p:cNvSpPr txBox="1"/>
          <p:nvPr/>
        </p:nvSpPr>
        <p:spPr>
          <a:xfrm>
            <a:off x="2581711" y="1988840"/>
            <a:ext cx="3980577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3600" dirty="0"/>
              <a:t>Data Management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EB30E4C5-F6FA-2C4B-6CB0-DCE459D86DE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Programmation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3BD6CB6D-27A7-72E5-6CCD-EE249F1CAE2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fr-FR" dirty="0"/>
              <a:t>Python</a:t>
            </a:r>
          </a:p>
        </p:txBody>
      </p:sp>
    </p:spTree>
    <p:extLst>
      <p:ext uri="{BB962C8B-B14F-4D97-AF65-F5344CB8AC3E}">
        <p14:creationId xmlns:p14="http://schemas.microsoft.com/office/powerpoint/2010/main" val="66446253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5979311E-B905-E727-6AF0-D6F3D5D9DE5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 err="1"/>
              <a:t>Maturity</a:t>
            </a:r>
            <a:r>
              <a:rPr lang="fr-FR" dirty="0"/>
              <a:t> </a:t>
            </a:r>
            <a:r>
              <a:rPr lang="fr-FR" dirty="0" err="1"/>
              <a:t>Assesment</a:t>
            </a:r>
            <a:endParaRPr lang="fr-FR" dirty="0"/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2BDC8373-6265-6E9C-1D0C-050018D5B85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95812865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7A3705BA-FDE4-9EFD-B367-5274B425BF7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Management : Conduite </a:t>
            </a:r>
            <a:r>
              <a:rPr lang="fr-FR" dirty="0"/>
              <a:t>du changement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FCAD57C7-E3AB-DE43-E3C5-D8C02F211DD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430678615"/>
      </p:ext>
    </p:extLst>
  </p:cSld>
  <p:clrMapOvr>
    <a:masterClrMapping/>
  </p:clrMapOvr>
</p:sld>
</file>

<file path=ppt/theme/theme1.xml><?xml version="1.0" encoding="utf-8"?>
<a:theme xmlns:a="http://schemas.openxmlformats.org/drawingml/2006/main" name="cvc">
  <a:themeElements>
    <a:clrScheme name="cvc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cvc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gradFill rotWithShape="0">
          <a:gsLst>
            <a:gs pos="0">
              <a:schemeClr val="accent1"/>
            </a:gs>
            <a:gs pos="100000">
              <a:schemeClr val="bg1"/>
            </a:gs>
          </a:gsLst>
          <a:lin ang="5400000" scaled="1"/>
        </a:gra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fr-FR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gradFill rotWithShape="0">
          <a:gsLst>
            <a:gs pos="0">
              <a:schemeClr val="accent1"/>
            </a:gs>
            <a:gs pos="100000">
              <a:schemeClr val="bg1"/>
            </a:gs>
          </a:gsLst>
          <a:lin ang="5400000" scaled="1"/>
        </a:gra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fr-FR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charset="0"/>
          </a:defRPr>
        </a:defPPr>
      </a:lstStyle>
    </a:lnDef>
  </a:objectDefaults>
  <a:extraClrSchemeLst>
    <a:extraClrScheme>
      <a:clrScheme name="cvc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cvc 2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cvc 3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cvc 4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cvc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cvc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cvc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Thème Offic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Thème Offic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4896</TotalTime>
  <Words>13</Words>
  <Application>Microsoft Office PowerPoint</Application>
  <PresentationFormat>Affichage à l'écran (4:3)</PresentationFormat>
  <Paragraphs>6</Paragraphs>
  <Slides>4</Slides>
  <Notes>0</Notes>
  <HiddenSlides>0</HiddenSlides>
  <MMClips>0</MMClips>
  <ScaleCrop>false</ScaleCrop>
  <HeadingPairs>
    <vt:vector size="6" baseType="variant">
      <vt:variant>
        <vt:lpstr>Polices utilisées</vt:lpstr>
      </vt:variant>
      <vt:variant>
        <vt:i4>3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4</vt:i4>
      </vt:variant>
    </vt:vector>
  </HeadingPairs>
  <TitlesOfParts>
    <vt:vector size="8" baseType="lpstr">
      <vt:lpstr>Arial</vt:lpstr>
      <vt:lpstr>Monotype Sorts</vt:lpstr>
      <vt:lpstr>Times New Roman</vt:lpstr>
      <vt:lpstr>cvc</vt:lpstr>
      <vt:lpstr>Présentation PowerPoint</vt:lpstr>
      <vt:lpstr>Programmation</vt:lpstr>
      <vt:lpstr>Maturity Assesment</vt:lpstr>
      <vt:lpstr>Management : Conduite du changement</vt:lpstr>
    </vt:vector>
  </TitlesOfParts>
  <Company>jkhjkjkh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Internet</dc:title>
  <dc:creator>jhkhkhkj</dc:creator>
  <cp:lastModifiedBy>Cyril Vincent</cp:lastModifiedBy>
  <cp:revision>258</cp:revision>
  <dcterms:created xsi:type="dcterms:W3CDTF">2000-04-10T19:33:12Z</dcterms:created>
  <dcterms:modified xsi:type="dcterms:W3CDTF">2025-12-30T20:11:59Z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Version">
    <vt:lpwstr>0.1</vt:lpwstr>
  </property>
</Properties>
</file>