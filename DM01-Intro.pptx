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53" r:id="rId1"/>
  </p:sldMasterIdLst>
  <p:notesMasterIdLst>
    <p:notesMasterId r:id="rId25"/>
  </p:notesMasterIdLst>
  <p:handoutMasterIdLst>
    <p:handoutMasterId r:id="rId26"/>
  </p:handoutMasterIdLst>
  <p:sldIdLst>
    <p:sldId id="264" r:id="rId2"/>
    <p:sldId id="339" r:id="rId3"/>
    <p:sldId id="340" r:id="rId4"/>
    <p:sldId id="341" r:id="rId5"/>
    <p:sldId id="286" r:id="rId6"/>
    <p:sldId id="285" r:id="rId7"/>
    <p:sldId id="280" r:id="rId8"/>
    <p:sldId id="281" r:id="rId9"/>
    <p:sldId id="282" r:id="rId10"/>
    <p:sldId id="283" r:id="rId11"/>
    <p:sldId id="342" r:id="rId12"/>
    <p:sldId id="347" r:id="rId13"/>
    <p:sldId id="348" r:id="rId14"/>
    <p:sldId id="349" r:id="rId15"/>
    <p:sldId id="350" r:id="rId16"/>
    <p:sldId id="322" r:id="rId17"/>
    <p:sldId id="327" r:id="rId18"/>
    <p:sldId id="328" r:id="rId19"/>
    <p:sldId id="351" r:id="rId20"/>
    <p:sldId id="275" r:id="rId21"/>
    <p:sldId id="284" r:id="rId22"/>
    <p:sldId id="338" r:id="rId23"/>
    <p:sldId id="343" r:id="rId24"/>
  </p:sldIdLst>
  <p:sldSz cx="9144000" cy="6858000" type="screen4x3"/>
  <p:notesSz cx="6648450" cy="9782175"/>
  <p:defaultTextStyle>
    <a:defPPr>
      <a:defRPr lang="fr-FR"/>
    </a:defPPr>
    <a:lvl1pPr algn="l" rtl="0" fontAlgn="base">
      <a:spcBef>
        <a:spcPct val="0"/>
      </a:spcBef>
      <a:spcAft>
        <a:spcPct val="0"/>
      </a:spcAft>
      <a:defRPr sz="2400" kern="1200">
        <a:solidFill>
          <a:schemeClr val="tx1"/>
        </a:solidFill>
        <a:latin typeface="Arial" charset="0"/>
        <a:ea typeface="+mn-ea"/>
        <a:cs typeface="+mn-cs"/>
      </a:defRPr>
    </a:lvl1pPr>
    <a:lvl2pPr marL="457200" algn="l" rtl="0" fontAlgn="base">
      <a:spcBef>
        <a:spcPct val="0"/>
      </a:spcBef>
      <a:spcAft>
        <a:spcPct val="0"/>
      </a:spcAft>
      <a:defRPr sz="2400" kern="1200">
        <a:solidFill>
          <a:schemeClr val="tx1"/>
        </a:solidFill>
        <a:latin typeface="Arial" charset="0"/>
        <a:ea typeface="+mn-ea"/>
        <a:cs typeface="+mn-cs"/>
      </a:defRPr>
    </a:lvl2pPr>
    <a:lvl3pPr marL="914400" algn="l" rtl="0" fontAlgn="base">
      <a:spcBef>
        <a:spcPct val="0"/>
      </a:spcBef>
      <a:spcAft>
        <a:spcPct val="0"/>
      </a:spcAft>
      <a:defRPr sz="2400" kern="1200">
        <a:solidFill>
          <a:schemeClr val="tx1"/>
        </a:solidFill>
        <a:latin typeface="Arial" charset="0"/>
        <a:ea typeface="+mn-ea"/>
        <a:cs typeface="+mn-cs"/>
      </a:defRPr>
    </a:lvl3pPr>
    <a:lvl4pPr marL="1371600" algn="l" rtl="0" fontAlgn="base">
      <a:spcBef>
        <a:spcPct val="0"/>
      </a:spcBef>
      <a:spcAft>
        <a:spcPct val="0"/>
      </a:spcAft>
      <a:defRPr sz="2400" kern="1200">
        <a:solidFill>
          <a:schemeClr val="tx1"/>
        </a:solidFill>
        <a:latin typeface="Arial" charset="0"/>
        <a:ea typeface="+mn-ea"/>
        <a:cs typeface="+mn-cs"/>
      </a:defRPr>
    </a:lvl4pPr>
    <a:lvl5pPr marL="1828800" algn="l" rtl="0" fontAlgn="base">
      <a:spcBef>
        <a:spcPct val="0"/>
      </a:spcBef>
      <a:spcAft>
        <a:spcPct val="0"/>
      </a:spcAft>
      <a:defRPr sz="2400" kern="1200">
        <a:solidFill>
          <a:schemeClr val="tx1"/>
        </a:solidFill>
        <a:latin typeface="Arial" charset="0"/>
        <a:ea typeface="+mn-ea"/>
        <a:cs typeface="+mn-cs"/>
      </a:defRPr>
    </a:lvl5pPr>
    <a:lvl6pPr marL="2286000" algn="l" defTabSz="914400" rtl="0" eaLnBrk="1" latinLnBrk="0" hangingPunct="1">
      <a:defRPr sz="2400" kern="1200">
        <a:solidFill>
          <a:schemeClr val="tx1"/>
        </a:solidFill>
        <a:latin typeface="Arial" charset="0"/>
        <a:ea typeface="+mn-ea"/>
        <a:cs typeface="+mn-cs"/>
      </a:defRPr>
    </a:lvl6pPr>
    <a:lvl7pPr marL="2743200" algn="l" defTabSz="914400" rtl="0" eaLnBrk="1" latinLnBrk="0" hangingPunct="1">
      <a:defRPr sz="2400" kern="1200">
        <a:solidFill>
          <a:schemeClr val="tx1"/>
        </a:solidFill>
        <a:latin typeface="Arial" charset="0"/>
        <a:ea typeface="+mn-ea"/>
        <a:cs typeface="+mn-cs"/>
      </a:defRPr>
    </a:lvl7pPr>
    <a:lvl8pPr marL="3200400" algn="l" defTabSz="914400" rtl="0" eaLnBrk="1" latinLnBrk="0" hangingPunct="1">
      <a:defRPr sz="2400" kern="1200">
        <a:solidFill>
          <a:schemeClr val="tx1"/>
        </a:solidFill>
        <a:latin typeface="Arial" charset="0"/>
        <a:ea typeface="+mn-ea"/>
        <a:cs typeface="+mn-cs"/>
      </a:defRPr>
    </a:lvl8pPr>
    <a:lvl9pPr marL="3657600" algn="l" defTabSz="914400" rtl="0" eaLnBrk="1" latinLnBrk="0" hangingPunct="1">
      <a:defRPr sz="2400"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081">
          <p15:clr>
            <a:srgbClr val="A4A3A4"/>
          </p15:clr>
        </p15:guide>
        <p15:guide id="2" pos="2094">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34" autoAdjust="0"/>
    <p:restoredTop sz="94590" autoAdjust="0"/>
  </p:normalViewPr>
  <p:slideViewPr>
    <p:cSldViewPr>
      <p:cViewPr varScale="1">
        <p:scale>
          <a:sx n="70" d="100"/>
          <a:sy n="70" d="100"/>
        </p:scale>
        <p:origin x="1810" y="278"/>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sorterViewPr>
    <p:cViewPr>
      <p:scale>
        <a:sx n="66" d="100"/>
        <a:sy n="66" d="100"/>
      </p:scale>
      <p:origin x="0" y="6918"/>
    </p:cViewPr>
  </p:sorterViewPr>
  <p:notesViewPr>
    <p:cSldViewPr>
      <p:cViewPr>
        <p:scale>
          <a:sx n="100" d="100"/>
          <a:sy n="100" d="100"/>
        </p:scale>
        <p:origin x="1956" y="-1386"/>
      </p:cViewPr>
      <p:guideLst>
        <p:guide orient="horz" pos="3081"/>
        <p:guide pos="2094"/>
      </p:guideLst>
    </p:cSldViewPr>
  </p:notes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handoutMaster" Target="handoutMasters/handoutMaster1.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notesMaster" Target="notesMasters/notesMaster1.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presProps" Target="presProps.xml"/><Relationship Id="rId30" Type="http://schemas.openxmlformats.org/officeDocument/2006/relationships/tableStyles" Target="tableStyles.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4274"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54275" name="Rectangle 3"/>
          <p:cNvSpPr>
            <a:spLocks noGrp="1" noChangeArrowheads="1"/>
          </p:cNvSpPr>
          <p:nvPr>
            <p:ph type="dt" sz="quarter"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54276" name="Rectangle 4"/>
          <p:cNvSpPr>
            <a:spLocks noGrp="1" noChangeArrowheads="1"/>
          </p:cNvSpPr>
          <p:nvPr>
            <p:ph type="ftr" sz="quarter" idx="2"/>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1200">
                <a:latin typeface="Arial" charset="0"/>
              </a:defRPr>
            </a:lvl1pPr>
          </a:lstStyle>
          <a:p>
            <a:pPr>
              <a:defRPr/>
            </a:pPr>
            <a:endParaRPr lang="fr-FR"/>
          </a:p>
        </p:txBody>
      </p:sp>
      <p:sp>
        <p:nvSpPr>
          <p:cNvPr id="54277" name="Rectangle 5"/>
          <p:cNvSpPr>
            <a:spLocks noGrp="1" noChangeArrowheads="1"/>
          </p:cNvSpPr>
          <p:nvPr>
            <p:ph type="sldNum" sz="quarter" idx="3"/>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1000">
                <a:latin typeface="Arial" charset="0"/>
              </a:defRPr>
            </a:lvl1pPr>
          </a:lstStyle>
          <a:p>
            <a:pPr>
              <a:defRPr/>
            </a:pPr>
            <a:fld id="{05A6847E-ECD8-4888-9A6C-CBE85B378C12}" type="slidenum">
              <a:rPr lang="fr-FR"/>
              <a:pPr>
                <a:defRPr/>
              </a:pPr>
              <a:t>‹N°›</a:t>
            </a:fld>
            <a:endParaRPr lang="fr-FR"/>
          </a:p>
        </p:txBody>
      </p:sp>
    </p:spTree>
    <p:extLst>
      <p:ext uri="{BB962C8B-B14F-4D97-AF65-F5344CB8AC3E}">
        <p14:creationId xmlns:p14="http://schemas.microsoft.com/office/powerpoint/2010/main" val="4194399502"/>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0"/>
            <a:ext cx="2881313"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defTabSz="912813">
              <a:defRPr sz="1200">
                <a:latin typeface="Arial" charset="0"/>
              </a:defRPr>
            </a:lvl1pPr>
          </a:lstStyle>
          <a:p>
            <a:pPr>
              <a:defRPr/>
            </a:pPr>
            <a:endParaRPr lang="fr-FR"/>
          </a:p>
        </p:txBody>
      </p:sp>
      <p:sp>
        <p:nvSpPr>
          <p:cNvPr id="25603" name="Rectangle 3"/>
          <p:cNvSpPr>
            <a:spLocks noGrp="1" noChangeArrowheads="1"/>
          </p:cNvSpPr>
          <p:nvPr>
            <p:ph type="dt" idx="1"/>
          </p:nvPr>
        </p:nvSpPr>
        <p:spPr bwMode="auto">
          <a:xfrm>
            <a:off x="3767138" y="0"/>
            <a:ext cx="2881312" cy="488950"/>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lvl1pPr algn="r" defTabSz="912813">
              <a:defRPr sz="1200">
                <a:latin typeface="Arial" charset="0"/>
              </a:defRPr>
            </a:lvl1pPr>
          </a:lstStyle>
          <a:p>
            <a:pPr>
              <a:defRPr/>
            </a:pPr>
            <a:endParaRPr lang="fr-FR"/>
          </a:p>
        </p:txBody>
      </p:sp>
      <p:sp>
        <p:nvSpPr>
          <p:cNvPr id="21508" name="Rectangle 4"/>
          <p:cNvSpPr>
            <a:spLocks noGrp="1" noRot="1" noChangeAspect="1" noChangeArrowheads="1" noTextEdit="1"/>
          </p:cNvSpPr>
          <p:nvPr>
            <p:ph type="sldImg" idx="2"/>
          </p:nvPr>
        </p:nvSpPr>
        <p:spPr bwMode="auto">
          <a:xfrm>
            <a:off x="876300" y="733425"/>
            <a:ext cx="4895850" cy="36703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25605" name="Rectangle 5"/>
          <p:cNvSpPr>
            <a:spLocks noGrp="1" noChangeArrowheads="1"/>
          </p:cNvSpPr>
          <p:nvPr>
            <p:ph type="body" sz="quarter" idx="3"/>
          </p:nvPr>
        </p:nvSpPr>
        <p:spPr bwMode="auto">
          <a:xfrm>
            <a:off x="379413" y="4646613"/>
            <a:ext cx="5851525" cy="4402137"/>
          </a:xfrm>
          <a:prstGeom prst="rect">
            <a:avLst/>
          </a:prstGeom>
          <a:noFill/>
          <a:ln w="9525">
            <a:noFill/>
            <a:miter lim="800000"/>
            <a:headEnd/>
            <a:tailEnd/>
          </a:ln>
          <a:effectLst/>
        </p:spPr>
        <p:txBody>
          <a:bodyPr vert="horz" wrap="square" lIns="91221" tIns="45610" rIns="91221" bIns="45610" numCol="1" anchor="t" anchorCtr="0" compatLnSpc="1">
            <a:prstTxWarp prst="textNoShape">
              <a:avLst/>
            </a:prstTxWarp>
          </a:bodyPr>
          <a:lstStyle/>
          <a:p>
            <a:pPr lvl="0"/>
            <a:r>
              <a:rPr lang="fr-FR" noProof="0"/>
              <a:t>Cliquez pour modifier les styles du texte du masque</a:t>
            </a:r>
          </a:p>
          <a:p>
            <a:pPr lvl="1"/>
            <a:r>
              <a:rPr lang="fr-FR" noProof="0"/>
              <a:t>Deuxième niveau</a:t>
            </a:r>
          </a:p>
          <a:p>
            <a:pPr lvl="2"/>
            <a:r>
              <a:rPr lang="fr-FR" noProof="0"/>
              <a:t>Troisième niveau</a:t>
            </a:r>
          </a:p>
          <a:p>
            <a:pPr lvl="3"/>
            <a:r>
              <a:rPr lang="fr-FR" noProof="0"/>
              <a:t>Quatrième niveau</a:t>
            </a:r>
          </a:p>
          <a:p>
            <a:pPr lvl="4"/>
            <a:r>
              <a:rPr lang="fr-FR" noProof="0"/>
              <a:t>Cinquième niveau</a:t>
            </a:r>
          </a:p>
        </p:txBody>
      </p:sp>
      <p:sp>
        <p:nvSpPr>
          <p:cNvPr id="25606" name="Rectangle 6"/>
          <p:cNvSpPr>
            <a:spLocks noGrp="1" noChangeArrowheads="1"/>
          </p:cNvSpPr>
          <p:nvPr>
            <p:ph type="ftr" sz="quarter" idx="4"/>
          </p:nvPr>
        </p:nvSpPr>
        <p:spPr bwMode="auto">
          <a:xfrm>
            <a:off x="0" y="9293225"/>
            <a:ext cx="2881313"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defTabSz="912813">
              <a:defRPr sz="800">
                <a:latin typeface="Arial" charset="0"/>
              </a:defRPr>
            </a:lvl1pPr>
          </a:lstStyle>
          <a:p>
            <a:pPr>
              <a:defRPr/>
            </a:pPr>
            <a:r>
              <a:rPr lang="fr-FR"/>
              <a:t>© HANDSHAKE - Philippe MASINA</a:t>
            </a:r>
          </a:p>
        </p:txBody>
      </p:sp>
      <p:sp>
        <p:nvSpPr>
          <p:cNvPr id="25607" name="Rectangle 7"/>
          <p:cNvSpPr>
            <a:spLocks noGrp="1" noChangeArrowheads="1"/>
          </p:cNvSpPr>
          <p:nvPr>
            <p:ph type="sldNum" sz="quarter" idx="5"/>
          </p:nvPr>
        </p:nvSpPr>
        <p:spPr bwMode="auto">
          <a:xfrm>
            <a:off x="3767138" y="9293225"/>
            <a:ext cx="2881312" cy="488950"/>
          </a:xfrm>
          <a:prstGeom prst="rect">
            <a:avLst/>
          </a:prstGeom>
          <a:noFill/>
          <a:ln w="9525">
            <a:noFill/>
            <a:miter lim="800000"/>
            <a:headEnd/>
            <a:tailEnd/>
          </a:ln>
          <a:effectLst/>
        </p:spPr>
        <p:txBody>
          <a:bodyPr vert="horz" wrap="square" lIns="91221" tIns="45610" rIns="91221" bIns="45610" numCol="1" anchor="b" anchorCtr="0" compatLnSpc="1">
            <a:prstTxWarp prst="textNoShape">
              <a:avLst/>
            </a:prstTxWarp>
          </a:bodyPr>
          <a:lstStyle>
            <a:lvl1pPr algn="r" defTabSz="912813">
              <a:defRPr sz="800">
                <a:latin typeface="Arial" charset="0"/>
              </a:defRPr>
            </a:lvl1pPr>
          </a:lstStyle>
          <a:p>
            <a:pPr>
              <a:defRPr/>
            </a:pPr>
            <a:r>
              <a:rPr lang="fr-FR"/>
              <a:t>I-</a:t>
            </a:r>
            <a:fld id="{88B410AF-14E7-4D87-8C8E-6E377E0C2388}" type="slidenum">
              <a:rPr lang="fr-FR"/>
              <a:pPr>
                <a:defRPr/>
              </a:pPr>
              <a:t>‹N°›</a:t>
            </a:fld>
            <a:endParaRPr lang="fr-FR"/>
          </a:p>
        </p:txBody>
      </p:sp>
    </p:spTree>
    <p:extLst>
      <p:ext uri="{BB962C8B-B14F-4D97-AF65-F5344CB8AC3E}">
        <p14:creationId xmlns:p14="http://schemas.microsoft.com/office/powerpoint/2010/main" val="3300224585"/>
      </p:ext>
    </p:extLst>
  </p:cSld>
  <p:clrMap bg1="lt1" tx1="dk1" bg2="lt2" tx2="dk2" accent1="accent1" accent2="accent2" accent3="accent3" accent4="accent4" accent5="accent5" accent6="accent6" hlink="hlink" folHlink="folHlink"/>
  <p:hf hdr="0" dt="0"/>
  <p:notesStyle>
    <a:lvl1pPr algn="l" rtl="0" eaLnBrk="0" fontAlgn="base" hangingPunct="0">
      <a:spcBef>
        <a:spcPct val="30000"/>
      </a:spcBef>
      <a:spcAft>
        <a:spcPct val="0"/>
      </a:spcAft>
      <a:defRPr sz="1000" kern="1200">
        <a:solidFill>
          <a:schemeClr val="tx1"/>
        </a:solidFill>
        <a:latin typeface="Arial" charset="0"/>
        <a:ea typeface="+mn-ea"/>
        <a:cs typeface="Arial" charset="0"/>
      </a:defRPr>
    </a:lvl1pPr>
    <a:lvl2pPr marL="457200" algn="l" rtl="0" eaLnBrk="0" fontAlgn="base" hangingPunct="0">
      <a:spcBef>
        <a:spcPct val="30000"/>
      </a:spcBef>
      <a:spcAft>
        <a:spcPct val="0"/>
      </a:spcAft>
      <a:defRPr sz="1000" kern="1200">
        <a:solidFill>
          <a:schemeClr val="tx1"/>
        </a:solidFill>
        <a:latin typeface="Arial" charset="0"/>
        <a:ea typeface="+mn-ea"/>
        <a:cs typeface="Arial" charset="0"/>
      </a:defRPr>
    </a:lvl2pPr>
    <a:lvl3pPr marL="914400" algn="l" rtl="0" eaLnBrk="0" fontAlgn="base" hangingPunct="0">
      <a:spcBef>
        <a:spcPct val="30000"/>
      </a:spcBef>
      <a:spcAft>
        <a:spcPct val="0"/>
      </a:spcAft>
      <a:defRPr sz="1000" kern="1200">
        <a:solidFill>
          <a:schemeClr val="tx1"/>
        </a:solidFill>
        <a:latin typeface="Arial" charset="0"/>
        <a:ea typeface="+mn-ea"/>
        <a:cs typeface="Arial" charset="0"/>
      </a:defRPr>
    </a:lvl3pPr>
    <a:lvl4pPr marL="1371600" algn="l" rtl="0" eaLnBrk="0" fontAlgn="base" hangingPunct="0">
      <a:spcBef>
        <a:spcPct val="30000"/>
      </a:spcBef>
      <a:spcAft>
        <a:spcPct val="0"/>
      </a:spcAft>
      <a:defRPr sz="1000" kern="1200">
        <a:solidFill>
          <a:schemeClr val="tx1"/>
        </a:solidFill>
        <a:latin typeface="Arial" charset="0"/>
        <a:ea typeface="+mn-ea"/>
        <a:cs typeface="Arial" charset="0"/>
      </a:defRPr>
    </a:lvl4pPr>
    <a:lvl5pPr marL="1828800" algn="l" rtl="0" eaLnBrk="0" fontAlgn="base" hangingPunct="0">
      <a:spcBef>
        <a:spcPct val="30000"/>
      </a:spcBef>
      <a:spcAft>
        <a:spcPct val="0"/>
      </a:spcAft>
      <a:defRPr sz="1000" kern="1200">
        <a:solidFill>
          <a:schemeClr val="tx1"/>
        </a:solidFill>
        <a:latin typeface="Arial" charset="0"/>
        <a:ea typeface="+mn-ea"/>
        <a:cs typeface="Arial" charset="0"/>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Diapositive de titre">
    <p:spTree>
      <p:nvGrpSpPr>
        <p:cNvPr id="1" name=""/>
        <p:cNvGrpSpPr/>
        <p:nvPr/>
      </p:nvGrpSpPr>
      <p:grpSpPr>
        <a:xfrm>
          <a:off x="0" y="0"/>
          <a:ext cx="0" cy="0"/>
          <a:chOff x="0" y="0"/>
          <a:chExt cx="0" cy="0"/>
        </a:xfrm>
      </p:grpSpPr>
      <p:sp>
        <p:nvSpPr>
          <p:cNvPr id="3" name="Sous-titre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fr-FR"/>
              <a:t>Cliquez pour modifier le style des sous-titres du masque</a:t>
            </a:r>
          </a:p>
        </p:txBody>
      </p:sp>
      <p:sp>
        <p:nvSpPr>
          <p:cNvPr id="4" name="Titre 3">
            <a:extLst>
              <a:ext uri="{FF2B5EF4-FFF2-40B4-BE49-F238E27FC236}">
                <a16:creationId xmlns:a16="http://schemas.microsoft.com/office/drawing/2014/main" id="{3A247214-8E32-7B08-69F0-65328C7A8B65}"/>
              </a:ext>
            </a:extLst>
          </p:cNvPr>
          <p:cNvSpPr>
            <a:spLocks noGrp="1"/>
          </p:cNvSpPr>
          <p:nvPr>
            <p:ph type="title"/>
          </p:nvPr>
        </p:nvSpPr>
        <p:spPr/>
        <p:txBody>
          <a:bodyPr/>
          <a:lstStyle/>
          <a:p>
            <a:r>
              <a:rPr lang="fr-FR"/>
              <a:t>Modifiez le style du titre</a:t>
            </a:r>
          </a:p>
        </p:txBody>
      </p:sp>
    </p:spTree>
    <p:extLst>
      <p:ext uri="{BB962C8B-B14F-4D97-AF65-F5344CB8AC3E}">
        <p14:creationId xmlns:p14="http://schemas.microsoft.com/office/powerpoint/2010/main" val="211891354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re et contenu">
    <p:spTree>
      <p:nvGrpSpPr>
        <p:cNvPr id="1" name=""/>
        <p:cNvGrpSpPr/>
        <p:nvPr/>
      </p:nvGrpSpPr>
      <p:grpSpPr>
        <a:xfrm>
          <a:off x="0" y="0"/>
          <a:ext cx="0" cy="0"/>
          <a:chOff x="0" y="0"/>
          <a:chExt cx="0" cy="0"/>
        </a:xfrm>
      </p:grpSpPr>
      <p:sp>
        <p:nvSpPr>
          <p:cNvPr id="2" name="Titre 1"/>
          <p:cNvSpPr>
            <a:spLocks noGrp="1"/>
          </p:cNvSpPr>
          <p:nvPr>
            <p:ph type="title"/>
          </p:nvPr>
        </p:nvSpPr>
        <p:spPr>
          <a:xfrm>
            <a:off x="1187624" y="13209"/>
            <a:ext cx="7829947" cy="1143000"/>
          </a:xfrm>
        </p:spPr>
        <p:txBody>
          <a:bodyPr/>
          <a:lstStyle>
            <a:lvl1pPr>
              <a:defRPr sz="3200"/>
            </a:lvl1pPr>
          </a:lstStyle>
          <a:p>
            <a:r>
              <a:rPr lang="fr-FR" dirty="0"/>
              <a:t>Cliquez pour modifier le style du titre</a:t>
            </a:r>
          </a:p>
        </p:txBody>
      </p:sp>
      <p:sp>
        <p:nvSpPr>
          <p:cNvPr id="3" name="Espace réservé du contenu 2"/>
          <p:cNvSpPr>
            <a:spLocks noGrp="1"/>
          </p:cNvSpPr>
          <p:nvPr>
            <p:ph idx="1"/>
          </p:nvPr>
        </p:nvSpPr>
        <p:spPr>
          <a:xfrm>
            <a:off x="179512" y="1412776"/>
            <a:ext cx="8766051" cy="5040560"/>
          </a:xfrm>
        </p:spPr>
        <p:txBody>
          <a:bodyPr/>
          <a:lstStyle/>
          <a:p>
            <a:pPr lvl="0"/>
            <a:r>
              <a:rPr lang="fr-FR" dirty="0"/>
              <a:t>Cliquez pour modifier les styles du texte du masque</a:t>
            </a:r>
          </a:p>
          <a:p>
            <a:pPr lvl="1"/>
            <a:r>
              <a:rPr lang="fr-FR" dirty="0"/>
              <a:t>Deuxième niveau</a:t>
            </a:r>
          </a:p>
          <a:p>
            <a:pPr lvl="2"/>
            <a:r>
              <a:rPr lang="fr-FR" dirty="0"/>
              <a:t>Troisième niveau</a:t>
            </a:r>
          </a:p>
          <a:p>
            <a:pPr lvl="3"/>
            <a:r>
              <a:rPr lang="fr-FR" dirty="0"/>
              <a:t>Quatrième niveau</a:t>
            </a:r>
          </a:p>
          <a:p>
            <a:pPr lvl="4"/>
            <a:r>
              <a:rPr lang="fr-FR" dirty="0"/>
              <a:t>Cinquième niveau</a:t>
            </a:r>
          </a:p>
        </p:txBody>
      </p:sp>
    </p:spTree>
    <p:extLst>
      <p:ext uri="{BB962C8B-B14F-4D97-AF65-F5344CB8AC3E}">
        <p14:creationId xmlns:p14="http://schemas.microsoft.com/office/powerpoint/2010/main" val="10103424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woObj" preserve="1">
  <p:cSld name="Deux contenus">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contenu 2"/>
          <p:cNvSpPr>
            <a:spLocks noGrp="1"/>
          </p:cNvSpPr>
          <p:nvPr>
            <p:ph sz="half" idx="1"/>
          </p:nvPr>
        </p:nvSpPr>
        <p:spPr>
          <a:xfrm>
            <a:off x="11731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contenu 3"/>
          <p:cNvSpPr>
            <a:spLocks noGrp="1"/>
          </p:cNvSpPr>
          <p:nvPr>
            <p:ph sz="half" idx="2"/>
          </p:nvPr>
        </p:nvSpPr>
        <p:spPr>
          <a:xfrm>
            <a:off x="5135563" y="1981200"/>
            <a:ext cx="3810000" cy="4114800"/>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38927567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TxTwoObj" preserve="1">
  <p:cSld name="Comparaison">
    <p:spTree>
      <p:nvGrpSpPr>
        <p:cNvPr id="1" name=""/>
        <p:cNvGrpSpPr/>
        <p:nvPr/>
      </p:nvGrpSpPr>
      <p:grpSpPr>
        <a:xfrm>
          <a:off x="0" y="0"/>
          <a:ext cx="0" cy="0"/>
          <a:chOff x="0" y="0"/>
          <a:chExt cx="0" cy="0"/>
        </a:xfrm>
      </p:grpSpPr>
      <p:sp>
        <p:nvSpPr>
          <p:cNvPr id="2" name="Titre 1"/>
          <p:cNvSpPr>
            <a:spLocks noGrp="1"/>
          </p:cNvSpPr>
          <p:nvPr>
            <p:ph type="title"/>
          </p:nvPr>
        </p:nvSpPr>
        <p:spPr>
          <a:xfrm>
            <a:off x="457200" y="274638"/>
            <a:ext cx="8229600" cy="1143000"/>
          </a:xfrm>
        </p:spPr>
        <p:txBody>
          <a:bodyPr/>
          <a:lstStyle>
            <a:lvl1pPr>
              <a:defRPr/>
            </a:lvl1pPr>
          </a:lstStyle>
          <a:p>
            <a:r>
              <a:rPr lang="fr-FR"/>
              <a:t>Cliquez pour modifier le style du titre</a:t>
            </a:r>
          </a:p>
        </p:txBody>
      </p:sp>
      <p:sp>
        <p:nvSpPr>
          <p:cNvPr id="3" name="Espace réservé du texte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4" name="Espace réservé du contenu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5" name="Espace réservé du texte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fr-FR"/>
              <a:t>Cliquez pour modifier les styles du texte du masque</a:t>
            </a:r>
          </a:p>
        </p:txBody>
      </p:sp>
      <p:sp>
        <p:nvSpPr>
          <p:cNvPr id="6" name="Espace réservé du contenu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156881897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Only" preserve="1">
  <p:cSld name="Titre seu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Tree>
    <p:extLst>
      <p:ext uri="{BB962C8B-B14F-4D97-AF65-F5344CB8AC3E}">
        <p14:creationId xmlns:p14="http://schemas.microsoft.com/office/powerpoint/2010/main" val="366428650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blank" preserve="1">
  <p:cSld name="Vide">
    <p:spTree>
      <p:nvGrpSpPr>
        <p:cNvPr id="1" name=""/>
        <p:cNvGrpSpPr/>
        <p:nvPr/>
      </p:nvGrpSpPr>
      <p:grpSpPr>
        <a:xfrm>
          <a:off x="0" y="0"/>
          <a:ext cx="0" cy="0"/>
          <a:chOff x="0" y="0"/>
          <a:chExt cx="0" cy="0"/>
        </a:xfrm>
      </p:grpSpPr>
    </p:spTree>
    <p:extLst>
      <p:ext uri="{BB962C8B-B14F-4D97-AF65-F5344CB8AC3E}">
        <p14:creationId xmlns:p14="http://schemas.microsoft.com/office/powerpoint/2010/main" val="278062004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objTx" preserve="1">
  <p:cSld name="Contenu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457200" y="273050"/>
            <a:ext cx="3008313" cy="1162050"/>
          </a:xfrm>
        </p:spPr>
        <p:txBody>
          <a:bodyPr anchor="b"/>
          <a:lstStyle>
            <a:lvl1pPr algn="l">
              <a:defRPr sz="2000" b="1"/>
            </a:lvl1pPr>
          </a:lstStyle>
          <a:p>
            <a:r>
              <a:rPr lang="fr-FR"/>
              <a:t>Cliquez pour modifier le style du titre</a:t>
            </a:r>
          </a:p>
        </p:txBody>
      </p:sp>
      <p:sp>
        <p:nvSpPr>
          <p:cNvPr id="3" name="Espace réservé du contenu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
        <p:nvSpPr>
          <p:cNvPr id="4" name="Espace réservé du texte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85589986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Image avec légende">
    <p:spTree>
      <p:nvGrpSpPr>
        <p:cNvPr id="1" name=""/>
        <p:cNvGrpSpPr/>
        <p:nvPr/>
      </p:nvGrpSpPr>
      <p:grpSpPr>
        <a:xfrm>
          <a:off x="0" y="0"/>
          <a:ext cx="0" cy="0"/>
          <a:chOff x="0" y="0"/>
          <a:chExt cx="0" cy="0"/>
        </a:xfrm>
      </p:grpSpPr>
      <p:sp>
        <p:nvSpPr>
          <p:cNvPr id="2" name="Titre 1"/>
          <p:cNvSpPr>
            <a:spLocks noGrp="1"/>
          </p:cNvSpPr>
          <p:nvPr>
            <p:ph type="title"/>
          </p:nvPr>
        </p:nvSpPr>
        <p:spPr>
          <a:xfrm>
            <a:off x="1792288" y="4800600"/>
            <a:ext cx="5486400" cy="566738"/>
          </a:xfrm>
        </p:spPr>
        <p:txBody>
          <a:bodyPr anchor="b"/>
          <a:lstStyle>
            <a:lvl1pPr algn="l">
              <a:defRPr sz="2000" b="1"/>
            </a:lvl1pPr>
          </a:lstStyle>
          <a:p>
            <a:r>
              <a:rPr lang="fr-FR"/>
              <a:t>Cliquez pour modifier le style du titre</a:t>
            </a:r>
          </a:p>
        </p:txBody>
      </p:sp>
      <p:sp>
        <p:nvSpPr>
          <p:cNvPr id="3" name="Espace réservé pour une image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fr-FR" noProof="0"/>
          </a:p>
        </p:txBody>
      </p:sp>
      <p:sp>
        <p:nvSpPr>
          <p:cNvPr id="4" name="Espace réservé du texte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fr-FR"/>
              <a:t>Cliquez pour modifier les styles du texte du masque</a:t>
            </a:r>
          </a:p>
        </p:txBody>
      </p:sp>
    </p:spTree>
    <p:extLst>
      <p:ext uri="{BB962C8B-B14F-4D97-AF65-F5344CB8AC3E}">
        <p14:creationId xmlns:p14="http://schemas.microsoft.com/office/powerpoint/2010/main" val="2371934638"/>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vertTx" preserve="1">
  <p:cSld name="Titre et texte vertical">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a:t>Cliquez pour modifier le style du titre</a:t>
            </a:r>
          </a:p>
        </p:txBody>
      </p:sp>
      <p:sp>
        <p:nvSpPr>
          <p:cNvPr id="3" name="Espace réservé du texte vertical 2"/>
          <p:cNvSpPr>
            <a:spLocks noGrp="1"/>
          </p:cNvSpPr>
          <p:nvPr>
            <p:ph type="body" orient="vert" idx="1"/>
          </p:nvPr>
        </p:nvSpPr>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425494686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itleAndTx" preserve="1">
  <p:cSld name="Titre vertical et texte">
    <p:spTree>
      <p:nvGrpSpPr>
        <p:cNvPr id="1" name=""/>
        <p:cNvGrpSpPr/>
        <p:nvPr/>
      </p:nvGrpSpPr>
      <p:grpSpPr>
        <a:xfrm>
          <a:off x="0" y="0"/>
          <a:ext cx="0" cy="0"/>
          <a:chOff x="0" y="0"/>
          <a:chExt cx="0" cy="0"/>
        </a:xfrm>
      </p:grpSpPr>
      <p:sp>
        <p:nvSpPr>
          <p:cNvPr id="2" name="Titre vertical 1"/>
          <p:cNvSpPr>
            <a:spLocks noGrp="1"/>
          </p:cNvSpPr>
          <p:nvPr>
            <p:ph type="title" orient="vert"/>
          </p:nvPr>
        </p:nvSpPr>
        <p:spPr>
          <a:xfrm>
            <a:off x="7002463" y="457200"/>
            <a:ext cx="1943100" cy="5638800"/>
          </a:xfrm>
        </p:spPr>
        <p:txBody>
          <a:bodyPr vert="eaVert"/>
          <a:lstStyle/>
          <a:p>
            <a:r>
              <a:rPr lang="fr-FR"/>
              <a:t>Cliquez pour modifier le style du titre</a:t>
            </a:r>
          </a:p>
        </p:txBody>
      </p:sp>
      <p:sp>
        <p:nvSpPr>
          <p:cNvPr id="3" name="Espace réservé du texte vertical 2"/>
          <p:cNvSpPr>
            <a:spLocks noGrp="1"/>
          </p:cNvSpPr>
          <p:nvPr>
            <p:ph type="body" orient="vert" idx="1"/>
          </p:nvPr>
        </p:nvSpPr>
        <p:spPr>
          <a:xfrm>
            <a:off x="1173163" y="457200"/>
            <a:ext cx="5676900" cy="5638800"/>
          </a:xfrm>
        </p:spPr>
        <p:txBody>
          <a:bodyPr vert="eaVert"/>
          <a:lstStyle/>
          <a:p>
            <a:pPr lvl="0"/>
            <a:r>
              <a:rPr lang="fr-FR"/>
              <a:t>Cliquez pour modifier les styles du texte du masque</a:t>
            </a:r>
          </a:p>
          <a:p>
            <a:pPr lvl="1"/>
            <a:r>
              <a:rPr lang="fr-FR"/>
              <a:t>Deuxième niveau</a:t>
            </a:r>
          </a:p>
          <a:p>
            <a:pPr lvl="2"/>
            <a:r>
              <a:rPr lang="fr-FR"/>
              <a:t>Troisième niveau</a:t>
            </a:r>
          </a:p>
          <a:p>
            <a:pPr lvl="3"/>
            <a:r>
              <a:rPr lang="fr-FR"/>
              <a:t>Quatrième niveau</a:t>
            </a:r>
          </a:p>
          <a:p>
            <a:pPr lvl="4"/>
            <a:r>
              <a:rPr lang="fr-FR"/>
              <a:t>Cinquième niveau</a:t>
            </a:r>
          </a:p>
        </p:txBody>
      </p:sp>
    </p:spTree>
    <p:extLst>
      <p:ext uri="{BB962C8B-B14F-4D97-AF65-F5344CB8AC3E}">
        <p14:creationId xmlns:p14="http://schemas.microsoft.com/office/powerpoint/2010/main" val="271671717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image" Target="../media/image1.png"/><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1026" name="Rectangle 2"/>
          <p:cNvSpPr>
            <a:spLocks noChangeArrowheads="1"/>
          </p:cNvSpPr>
          <p:nvPr/>
        </p:nvSpPr>
        <p:spPr bwMode="auto">
          <a:xfrm>
            <a:off x="0" y="6477000"/>
            <a:ext cx="9144000" cy="76200"/>
          </a:xfrm>
          <a:prstGeom prst="rect">
            <a:avLst/>
          </a:prstGeom>
          <a:solidFill>
            <a:srgbClr val="FF6600"/>
          </a:solidFill>
          <a:ln>
            <a:noFill/>
          </a:ln>
          <a:extLst>
            <a:ext uri="{91240B29-F687-4F45-9708-019B960494DF}">
              <a14:hiddenLine xmlns:a14="http://schemas.microsoft.com/office/drawing/2010/main" w="9525">
                <a:solidFill>
                  <a:srgbClr val="000000"/>
                </a:solidFill>
                <a:miter lim="800000"/>
                <a:headEnd/>
                <a:tailEnd/>
              </a14:hiddenLine>
            </a:ext>
          </a:extLst>
        </p:spPr>
        <p:txBody>
          <a:bodyPr wrap="none" anchor="ct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eaLnBrk="1" hangingPunct="1">
              <a:defRPr/>
            </a:pPr>
            <a:endParaRPr lang="fr-FR" altLang="fr-FR"/>
          </a:p>
        </p:txBody>
      </p:sp>
      <p:sp>
        <p:nvSpPr>
          <p:cNvPr id="1027" name="Text Box 3"/>
          <p:cNvSpPr txBox="1">
            <a:spLocks noChangeArrowheads="1"/>
          </p:cNvSpPr>
          <p:nvPr/>
        </p:nvSpPr>
        <p:spPr bwMode="auto">
          <a:xfrm>
            <a:off x="6934200" y="6553200"/>
            <a:ext cx="12192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dirty="0"/>
              <a:t>Page </a:t>
            </a:r>
            <a:fld id="{E218E9B1-FD08-4C80-902E-210BA2967D0D}" type="slidenum">
              <a:rPr lang="fr-FR" sz="1200" smtClean="0"/>
              <a:pPr>
                <a:spcBef>
                  <a:spcPct val="50000"/>
                </a:spcBef>
                <a:defRPr/>
              </a:pPr>
              <a:t>‹N°›</a:t>
            </a:fld>
            <a:endParaRPr lang="fr-FR" dirty="0">
              <a:latin typeface="Times New Roman" pitchFamily="18" charset="0"/>
            </a:endParaRPr>
          </a:p>
        </p:txBody>
      </p:sp>
      <p:sp>
        <p:nvSpPr>
          <p:cNvPr id="1028" name="Text Box 4"/>
          <p:cNvSpPr txBox="1">
            <a:spLocks noChangeArrowheads="1"/>
          </p:cNvSpPr>
          <p:nvPr/>
        </p:nvSpPr>
        <p:spPr bwMode="auto">
          <a:xfrm>
            <a:off x="2209800" y="6553200"/>
            <a:ext cx="4724400" cy="3365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lgn="ctr">
              <a:spcBef>
                <a:spcPct val="50000"/>
              </a:spcBef>
              <a:defRPr/>
            </a:pPr>
            <a:r>
              <a:rPr lang="fr-FR" sz="1600" dirty="0"/>
              <a:t>MDM</a:t>
            </a:r>
            <a:endParaRPr lang="fr-FR" dirty="0">
              <a:latin typeface="Times New Roman" pitchFamily="18" charset="0"/>
            </a:endParaRPr>
          </a:p>
        </p:txBody>
      </p:sp>
      <p:sp>
        <p:nvSpPr>
          <p:cNvPr id="1029" name="Rectangle 5"/>
          <p:cNvSpPr>
            <a:spLocks noGrp="1" noChangeArrowheads="1"/>
          </p:cNvSpPr>
          <p:nvPr>
            <p:ph type="title"/>
          </p:nvPr>
        </p:nvSpPr>
        <p:spPr bwMode="auto">
          <a:xfrm>
            <a:off x="1177925" y="0"/>
            <a:ext cx="7772400" cy="1143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fr-FR" altLang="fr-FR"/>
              <a:t>Cliquez pour modifier le style du titre du masque</a:t>
            </a:r>
          </a:p>
        </p:txBody>
      </p:sp>
      <p:sp>
        <p:nvSpPr>
          <p:cNvPr id="1030" name="Rectangle 6"/>
          <p:cNvSpPr>
            <a:spLocks noGrp="1" noChangeArrowheads="1"/>
          </p:cNvSpPr>
          <p:nvPr>
            <p:ph type="body" idx="1"/>
          </p:nvPr>
        </p:nvSpPr>
        <p:spPr bwMode="auto">
          <a:xfrm>
            <a:off x="179388" y="1196975"/>
            <a:ext cx="8766175" cy="528002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fr-FR" altLang="fr-FR"/>
              <a:t>Cliquez pour modifier les styles du texte du masque</a:t>
            </a:r>
          </a:p>
          <a:p>
            <a:pPr lvl="1"/>
            <a:r>
              <a:rPr lang="fr-FR" altLang="fr-FR"/>
              <a:t>Deuxième niveau</a:t>
            </a:r>
          </a:p>
          <a:p>
            <a:pPr lvl="2"/>
            <a:r>
              <a:rPr lang="fr-FR" altLang="fr-FR"/>
              <a:t>Troisième niveau</a:t>
            </a:r>
          </a:p>
          <a:p>
            <a:pPr lvl="3"/>
            <a:r>
              <a:rPr lang="fr-FR" altLang="fr-FR"/>
              <a:t>Quatrième niveau</a:t>
            </a:r>
          </a:p>
          <a:p>
            <a:pPr lvl="4"/>
            <a:r>
              <a:rPr lang="fr-FR" altLang="fr-FR"/>
              <a:t>Cinquième niveau</a:t>
            </a:r>
          </a:p>
        </p:txBody>
      </p:sp>
      <p:sp>
        <p:nvSpPr>
          <p:cNvPr id="1031" name="Text Box 7"/>
          <p:cNvSpPr txBox="1">
            <a:spLocks noChangeArrowheads="1"/>
          </p:cNvSpPr>
          <p:nvPr/>
        </p:nvSpPr>
        <p:spPr bwMode="auto">
          <a:xfrm>
            <a:off x="0" y="6521450"/>
            <a:ext cx="3429000" cy="2746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eaLnBrk="0" hangingPunct="0">
              <a:defRPr sz="2400">
                <a:solidFill>
                  <a:schemeClr val="tx1"/>
                </a:solidFill>
                <a:latin typeface="Arial" charset="0"/>
              </a:defRPr>
            </a:lvl1pPr>
            <a:lvl2pPr marL="742950" indent="-285750" eaLnBrk="0" hangingPunct="0">
              <a:defRPr sz="2400">
                <a:solidFill>
                  <a:schemeClr val="tx1"/>
                </a:solidFill>
                <a:latin typeface="Arial" charset="0"/>
              </a:defRPr>
            </a:lvl2pPr>
            <a:lvl3pPr marL="1143000" indent="-228600" eaLnBrk="0" hangingPunct="0">
              <a:defRPr sz="2400">
                <a:solidFill>
                  <a:schemeClr val="tx1"/>
                </a:solidFill>
                <a:latin typeface="Arial" charset="0"/>
              </a:defRPr>
            </a:lvl3pPr>
            <a:lvl4pPr marL="1600200" indent="-228600" eaLnBrk="0" hangingPunct="0">
              <a:defRPr sz="2400">
                <a:solidFill>
                  <a:schemeClr val="tx1"/>
                </a:solidFill>
                <a:latin typeface="Arial" charset="0"/>
              </a:defRPr>
            </a:lvl4pPr>
            <a:lvl5pPr marL="2057400" indent="-228600" eaLnBrk="0" hangingPunct="0">
              <a:defRPr sz="2400">
                <a:solidFill>
                  <a:schemeClr val="tx1"/>
                </a:solidFill>
                <a:latin typeface="Arial" charset="0"/>
              </a:defRPr>
            </a:lvl5pPr>
            <a:lvl6pPr marL="2514600" indent="-228600" eaLnBrk="0" fontAlgn="base" hangingPunct="0">
              <a:spcBef>
                <a:spcPct val="0"/>
              </a:spcBef>
              <a:spcAft>
                <a:spcPct val="0"/>
              </a:spcAft>
              <a:defRPr sz="2400">
                <a:solidFill>
                  <a:schemeClr val="tx1"/>
                </a:solidFill>
                <a:latin typeface="Arial" charset="0"/>
              </a:defRPr>
            </a:lvl6pPr>
            <a:lvl7pPr marL="2971800" indent="-228600" eaLnBrk="0" fontAlgn="base" hangingPunct="0">
              <a:spcBef>
                <a:spcPct val="0"/>
              </a:spcBef>
              <a:spcAft>
                <a:spcPct val="0"/>
              </a:spcAft>
              <a:defRPr sz="2400">
                <a:solidFill>
                  <a:schemeClr val="tx1"/>
                </a:solidFill>
                <a:latin typeface="Arial" charset="0"/>
              </a:defRPr>
            </a:lvl7pPr>
            <a:lvl8pPr marL="3429000" indent="-228600" eaLnBrk="0" fontAlgn="base" hangingPunct="0">
              <a:spcBef>
                <a:spcPct val="0"/>
              </a:spcBef>
              <a:spcAft>
                <a:spcPct val="0"/>
              </a:spcAft>
              <a:defRPr sz="2400">
                <a:solidFill>
                  <a:schemeClr val="tx1"/>
                </a:solidFill>
                <a:latin typeface="Arial" charset="0"/>
              </a:defRPr>
            </a:lvl8pPr>
            <a:lvl9pPr marL="3886200" indent="-228600" eaLnBrk="0" fontAlgn="base" hangingPunct="0">
              <a:spcBef>
                <a:spcPct val="0"/>
              </a:spcBef>
              <a:spcAft>
                <a:spcPct val="0"/>
              </a:spcAft>
              <a:defRPr sz="2400">
                <a:solidFill>
                  <a:schemeClr val="tx1"/>
                </a:solidFill>
                <a:latin typeface="Arial" charset="0"/>
              </a:defRPr>
            </a:lvl9pPr>
          </a:lstStyle>
          <a:p>
            <a:pPr>
              <a:spcBef>
                <a:spcPct val="50000"/>
              </a:spcBef>
              <a:defRPr/>
            </a:pPr>
            <a:r>
              <a:rPr lang="fr-FR" sz="1200"/>
              <a:t>© Cyril Vincent Conseil</a:t>
            </a:r>
            <a:endParaRPr lang="fr-FR">
              <a:latin typeface="Times New Roman" pitchFamily="18" charset="0"/>
            </a:endParaRPr>
          </a:p>
        </p:txBody>
      </p:sp>
      <p:pic>
        <p:nvPicPr>
          <p:cNvPr id="1032" name="Picture 8" descr="cartevisite"/>
          <p:cNvPicPr>
            <a:picLocks noChangeAspect="1" noChangeArrowheads="1"/>
          </p:cNvPicPr>
          <p:nvPr/>
        </p:nvPicPr>
        <p:blipFill>
          <a:blip r:embed="rId12" cstate="print">
            <a:extLst>
              <a:ext uri="{28A0092B-C50C-407E-A947-70E740481C1C}">
                <a14:useLocalDpi xmlns:a14="http://schemas.microsoft.com/office/drawing/2010/main" val="0"/>
              </a:ext>
            </a:extLst>
          </a:blip>
          <a:srcRect/>
          <a:stretch>
            <a:fillRect/>
          </a:stretch>
        </p:blipFill>
        <p:spPr bwMode="auto">
          <a:xfrm>
            <a:off x="0" y="0"/>
            <a:ext cx="1187450" cy="76835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cSld>
  <p:clrMap bg1="lt1" tx1="dk1" bg2="lt2" tx2="dk2" accent1="accent1" accent2="accent2" accent3="accent3" accent4="accent4" accent5="accent5" accent6="accent6" hlink="hlink" folHlink="folHlink"/>
  <p:sldLayoutIdLst>
    <p:sldLayoutId id="2147483654" r:id="rId1"/>
    <p:sldLayoutId id="2147483655" r:id="rId2"/>
    <p:sldLayoutId id="2147483656" r:id="rId3"/>
    <p:sldLayoutId id="2147483657" r:id="rId4"/>
    <p:sldLayoutId id="2147483658" r:id="rId5"/>
    <p:sldLayoutId id="2147483659" r:id="rId6"/>
    <p:sldLayoutId id="2147483660" r:id="rId7"/>
    <p:sldLayoutId id="2147483661" r:id="rId8"/>
    <p:sldLayoutId id="2147483662" r:id="rId9"/>
    <p:sldLayoutId id="2147483663" r:id="rId10"/>
  </p:sldLayoutIdLst>
  <p:txStyles>
    <p:titleStyle>
      <a:lvl1pPr algn="ctr" rtl="0" eaLnBrk="0" fontAlgn="base" hangingPunct="0">
        <a:spcBef>
          <a:spcPct val="0"/>
        </a:spcBef>
        <a:spcAft>
          <a:spcPct val="0"/>
        </a:spcAft>
        <a:defRPr sz="3200">
          <a:solidFill>
            <a:schemeClr val="tx2"/>
          </a:solidFill>
          <a:latin typeface="+mj-lt"/>
          <a:ea typeface="+mj-ea"/>
          <a:cs typeface="+mj-cs"/>
        </a:defRPr>
      </a:lvl1pPr>
      <a:lvl2pPr algn="ctr" rtl="0" eaLnBrk="0" fontAlgn="base" hangingPunct="0">
        <a:spcBef>
          <a:spcPct val="0"/>
        </a:spcBef>
        <a:spcAft>
          <a:spcPct val="0"/>
        </a:spcAft>
        <a:defRPr sz="3200">
          <a:solidFill>
            <a:schemeClr val="tx2"/>
          </a:solidFill>
          <a:latin typeface="Arial" charset="0"/>
        </a:defRPr>
      </a:lvl2pPr>
      <a:lvl3pPr algn="ctr" rtl="0" eaLnBrk="0" fontAlgn="base" hangingPunct="0">
        <a:spcBef>
          <a:spcPct val="0"/>
        </a:spcBef>
        <a:spcAft>
          <a:spcPct val="0"/>
        </a:spcAft>
        <a:defRPr sz="3200">
          <a:solidFill>
            <a:schemeClr val="tx2"/>
          </a:solidFill>
          <a:latin typeface="Arial" charset="0"/>
        </a:defRPr>
      </a:lvl3pPr>
      <a:lvl4pPr algn="ctr" rtl="0" eaLnBrk="0" fontAlgn="base" hangingPunct="0">
        <a:spcBef>
          <a:spcPct val="0"/>
        </a:spcBef>
        <a:spcAft>
          <a:spcPct val="0"/>
        </a:spcAft>
        <a:defRPr sz="3200">
          <a:solidFill>
            <a:schemeClr val="tx2"/>
          </a:solidFill>
          <a:latin typeface="Arial" charset="0"/>
        </a:defRPr>
      </a:lvl4pPr>
      <a:lvl5pPr algn="ctr" rtl="0" eaLnBrk="0" fontAlgn="base" hangingPunct="0">
        <a:spcBef>
          <a:spcPct val="0"/>
        </a:spcBef>
        <a:spcAft>
          <a:spcPct val="0"/>
        </a:spcAft>
        <a:defRPr sz="3200">
          <a:solidFill>
            <a:schemeClr val="tx2"/>
          </a:solidFill>
          <a:latin typeface="Arial" charset="0"/>
        </a:defRPr>
      </a:lvl5pPr>
      <a:lvl6pPr marL="457200" algn="ctr" rtl="0" fontAlgn="base">
        <a:spcBef>
          <a:spcPct val="0"/>
        </a:spcBef>
        <a:spcAft>
          <a:spcPct val="0"/>
        </a:spcAft>
        <a:defRPr sz="4000">
          <a:solidFill>
            <a:schemeClr val="tx2"/>
          </a:solidFill>
          <a:latin typeface="Arial" charset="0"/>
        </a:defRPr>
      </a:lvl6pPr>
      <a:lvl7pPr marL="914400" algn="ctr" rtl="0" fontAlgn="base">
        <a:spcBef>
          <a:spcPct val="0"/>
        </a:spcBef>
        <a:spcAft>
          <a:spcPct val="0"/>
        </a:spcAft>
        <a:defRPr sz="4000">
          <a:solidFill>
            <a:schemeClr val="tx2"/>
          </a:solidFill>
          <a:latin typeface="Arial" charset="0"/>
        </a:defRPr>
      </a:lvl7pPr>
      <a:lvl8pPr marL="1371600" algn="ctr" rtl="0" fontAlgn="base">
        <a:spcBef>
          <a:spcPct val="0"/>
        </a:spcBef>
        <a:spcAft>
          <a:spcPct val="0"/>
        </a:spcAft>
        <a:defRPr sz="4000">
          <a:solidFill>
            <a:schemeClr val="tx2"/>
          </a:solidFill>
          <a:latin typeface="Arial" charset="0"/>
        </a:defRPr>
      </a:lvl8pPr>
      <a:lvl9pPr marL="1828800" algn="ctr" rtl="0" fontAlgn="base">
        <a:spcBef>
          <a:spcPct val="0"/>
        </a:spcBef>
        <a:spcAft>
          <a:spcPct val="0"/>
        </a:spcAft>
        <a:defRPr sz="4000">
          <a:solidFill>
            <a:schemeClr val="tx2"/>
          </a:solidFill>
          <a:latin typeface="Arial" charset="0"/>
        </a:defRPr>
      </a:lvl9pPr>
    </p:titleStyle>
    <p:bodyStyle>
      <a:lvl1pPr marL="342900" indent="-342900" algn="l" rtl="0" eaLnBrk="0" fontAlgn="base" hangingPunct="0">
        <a:spcBef>
          <a:spcPct val="20000"/>
        </a:spcBef>
        <a:spcAft>
          <a:spcPct val="0"/>
        </a:spcAft>
        <a:buClr>
          <a:schemeClr val="tx1"/>
        </a:buClr>
        <a:buFont typeface="Monotype Sorts" pitchFamily="2" charset="2"/>
        <a:buChar char="o"/>
        <a:defRPr sz="2800">
          <a:solidFill>
            <a:schemeClr val="tx1"/>
          </a:solidFill>
          <a:latin typeface="+mn-lt"/>
          <a:ea typeface="+mn-ea"/>
          <a:cs typeface="+mn-cs"/>
        </a:defRPr>
      </a:lvl1pPr>
      <a:lvl2pPr marL="742950" indent="-285750" algn="l" rtl="0" eaLnBrk="0" fontAlgn="base" hangingPunct="0">
        <a:spcBef>
          <a:spcPct val="20000"/>
        </a:spcBef>
        <a:spcAft>
          <a:spcPct val="0"/>
        </a:spcAft>
        <a:buChar char="–"/>
        <a:defRPr sz="2400">
          <a:solidFill>
            <a:schemeClr val="tx1"/>
          </a:solidFill>
          <a:latin typeface="+mn-lt"/>
        </a:defRPr>
      </a:lvl2pPr>
      <a:lvl3pPr marL="1143000" indent="-228600" algn="l" rtl="0" eaLnBrk="0" fontAlgn="base" hangingPunct="0">
        <a:spcBef>
          <a:spcPct val="20000"/>
        </a:spcBef>
        <a:spcAft>
          <a:spcPct val="0"/>
        </a:spcAft>
        <a:buChar char="•"/>
        <a:defRPr sz="2000">
          <a:solidFill>
            <a:schemeClr val="tx1"/>
          </a:solidFill>
          <a:latin typeface="+mn-lt"/>
        </a:defRPr>
      </a:lvl3pPr>
      <a:lvl4pPr marL="1600200" indent="-228600" algn="l" rtl="0" eaLnBrk="0" fontAlgn="base" hangingPunct="0">
        <a:spcBef>
          <a:spcPct val="20000"/>
        </a:spcBef>
        <a:spcAft>
          <a:spcPct val="0"/>
        </a:spcAft>
        <a:buChar char="–"/>
        <a:defRPr>
          <a:solidFill>
            <a:schemeClr val="tx1"/>
          </a:solidFill>
          <a:latin typeface="+mn-lt"/>
        </a:defRPr>
      </a:lvl4pPr>
      <a:lvl5pPr marL="2057400" indent="-228600" algn="l" rtl="0" eaLnBrk="0" fontAlgn="base" hangingPunct="0">
        <a:spcBef>
          <a:spcPct val="20000"/>
        </a:spcBef>
        <a:spcAft>
          <a:spcPct val="0"/>
        </a:spcAft>
        <a:buChar char="»"/>
        <a:defRPr sz="1600">
          <a:solidFill>
            <a:schemeClr val="tx1"/>
          </a:solidFill>
          <a:latin typeface="+mn-lt"/>
        </a:defRPr>
      </a:lvl5pPr>
      <a:lvl6pPr marL="2514600" indent="-228600" algn="l" rtl="0" fontAlgn="base">
        <a:spcBef>
          <a:spcPct val="20000"/>
        </a:spcBef>
        <a:spcAft>
          <a:spcPct val="0"/>
        </a:spcAft>
        <a:buChar char="»"/>
        <a:defRPr sz="1600">
          <a:solidFill>
            <a:schemeClr val="tx1"/>
          </a:solidFill>
          <a:latin typeface="+mn-lt"/>
        </a:defRPr>
      </a:lvl6pPr>
      <a:lvl7pPr marL="2971800" indent="-228600" algn="l" rtl="0" fontAlgn="base">
        <a:spcBef>
          <a:spcPct val="20000"/>
        </a:spcBef>
        <a:spcAft>
          <a:spcPct val="0"/>
        </a:spcAft>
        <a:buChar char="»"/>
        <a:defRPr sz="1600">
          <a:solidFill>
            <a:schemeClr val="tx1"/>
          </a:solidFill>
          <a:latin typeface="+mn-lt"/>
        </a:defRPr>
      </a:lvl7pPr>
      <a:lvl8pPr marL="3429000" indent="-228600" algn="l" rtl="0" fontAlgn="base">
        <a:spcBef>
          <a:spcPct val="20000"/>
        </a:spcBef>
        <a:spcAft>
          <a:spcPct val="0"/>
        </a:spcAft>
        <a:buChar char="»"/>
        <a:defRPr sz="1600">
          <a:solidFill>
            <a:schemeClr val="tx1"/>
          </a:solidFill>
          <a:latin typeface="+mn-lt"/>
        </a:defRPr>
      </a:lvl8pPr>
      <a:lvl9pPr marL="3886200" indent="-228600" algn="l" rtl="0" fontAlgn="base">
        <a:spcBef>
          <a:spcPct val="20000"/>
        </a:spcBef>
        <a:spcAft>
          <a:spcPct val="0"/>
        </a:spcAft>
        <a:buChar char="»"/>
        <a:defRPr sz="1600">
          <a:solidFill>
            <a:schemeClr val="tx1"/>
          </a:solidFill>
          <a:latin typeface="+mn-lt"/>
        </a:defRPr>
      </a:lvl9pPr>
    </p:bodyStyle>
    <p:otherStyle>
      <a:defPPr>
        <a:defRPr lang="fr-F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2" Type="http://schemas.openxmlformats.org/officeDocument/2006/relationships/image" Target="../media/image4.jpeg"/><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7.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Rectangle 5"/>
          <p:cNvSpPr>
            <a:spLocks noGrp="1" noChangeArrowheads="1"/>
          </p:cNvSpPr>
          <p:nvPr>
            <p:ph type="subTitle" idx="1"/>
          </p:nvPr>
        </p:nvSpPr>
        <p:spPr/>
        <p:txBody>
          <a:bodyPr/>
          <a:lstStyle/>
          <a:p>
            <a:pPr eaLnBrk="1" hangingPunct="1"/>
            <a:r>
              <a:rPr lang="fr-FR" altLang="fr-FR" dirty="0"/>
              <a:t>Chapitre 1</a:t>
            </a:r>
          </a:p>
          <a:p>
            <a:pPr eaLnBrk="1" hangingPunct="1"/>
            <a:r>
              <a:rPr lang="fr-FR" altLang="fr-FR" dirty="0"/>
              <a:t>Introduction</a:t>
            </a:r>
          </a:p>
        </p:txBody>
      </p:sp>
      <p:sp>
        <p:nvSpPr>
          <p:cNvPr id="3" name="ZoneTexte 2"/>
          <p:cNvSpPr txBox="1"/>
          <p:nvPr/>
        </p:nvSpPr>
        <p:spPr>
          <a:xfrm>
            <a:off x="2581711" y="2132856"/>
            <a:ext cx="3980577" cy="646331"/>
          </a:xfrm>
          <a:prstGeom prst="rect">
            <a:avLst/>
          </a:prstGeom>
          <a:noFill/>
        </p:spPr>
        <p:txBody>
          <a:bodyPr wrap="none" rtlCol="0">
            <a:spAutoFit/>
          </a:bodyPr>
          <a:lstStyle/>
          <a:p>
            <a:r>
              <a:rPr lang="fr-FR" sz="3600" dirty="0"/>
              <a:t>Data Management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668EED99-74B7-D3B7-3FD4-BDD0B23D4F07}"/>
              </a:ext>
            </a:extLst>
          </p:cNvPr>
          <p:cNvSpPr>
            <a:spLocks noGrp="1"/>
          </p:cNvSpPr>
          <p:nvPr>
            <p:ph type="title"/>
          </p:nvPr>
        </p:nvSpPr>
        <p:spPr/>
        <p:txBody>
          <a:bodyPr/>
          <a:lstStyle/>
          <a:p>
            <a:r>
              <a:rPr lang="fr-FR" dirty="0"/>
              <a:t>Intro</a:t>
            </a:r>
          </a:p>
        </p:txBody>
      </p:sp>
      <p:sp>
        <p:nvSpPr>
          <p:cNvPr id="3" name="Espace réservé du contenu 2">
            <a:extLst>
              <a:ext uri="{FF2B5EF4-FFF2-40B4-BE49-F238E27FC236}">
                <a16:creationId xmlns:a16="http://schemas.microsoft.com/office/drawing/2014/main" id="{07994B50-A0B0-A1D6-4B28-D17FCAF8603C}"/>
              </a:ext>
            </a:extLst>
          </p:cNvPr>
          <p:cNvSpPr>
            <a:spLocks noGrp="1"/>
          </p:cNvSpPr>
          <p:nvPr>
            <p:ph idx="1"/>
          </p:nvPr>
        </p:nvSpPr>
        <p:spPr/>
        <p:txBody>
          <a:bodyPr/>
          <a:lstStyle/>
          <a:p>
            <a:r>
              <a:rPr lang="fr-FR" sz="2400" dirty="0"/>
              <a:t>Toute organisation reconnaît que ses données constituent un atout essentiel.</a:t>
            </a:r>
          </a:p>
          <a:p>
            <a:r>
              <a:rPr lang="fr-FR" sz="2400" dirty="0"/>
              <a:t>Les données et les informations lui permettent de mieux comprendre ses clients, ses produits et ses services</a:t>
            </a:r>
          </a:p>
          <a:p>
            <a:r>
              <a:rPr lang="fr-FR" sz="2400" dirty="0"/>
              <a:t>Elles peuvent l'aider à innover et à atteindre ses objectifs stratégiques</a:t>
            </a:r>
          </a:p>
          <a:p>
            <a:r>
              <a:rPr lang="fr-FR" sz="2400" dirty="0"/>
              <a:t>Malgré cette reconnaissance, rares sont les organisations qui gèrent activement leurs données comme un actif dont elles peuvent tirer une valeur continue.</a:t>
            </a:r>
          </a:p>
          <a:p>
            <a:r>
              <a:rPr lang="fr-FR" sz="2400" dirty="0"/>
              <a:t>Tirer profit des données ne se fait ni par hasard ni de manière isolée. Cela exige une intention, une planification, une coordination et un engagement. Cela requiert une gestion et un leadership efficaces.</a:t>
            </a:r>
          </a:p>
        </p:txBody>
      </p:sp>
    </p:spTree>
    <p:extLst>
      <p:ext uri="{BB962C8B-B14F-4D97-AF65-F5344CB8AC3E}">
        <p14:creationId xmlns:p14="http://schemas.microsoft.com/office/powerpoint/2010/main" val="36694830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F5ACFA17-6F51-2959-69D4-E7C5CF756C6B}"/>
              </a:ext>
            </a:extLst>
          </p:cNvPr>
          <p:cNvSpPr>
            <a:spLocks noGrp="1"/>
          </p:cNvSpPr>
          <p:nvPr>
            <p:ph type="title"/>
          </p:nvPr>
        </p:nvSpPr>
        <p:spPr/>
        <p:txBody>
          <a:bodyPr/>
          <a:lstStyle/>
          <a:p>
            <a:r>
              <a:rPr lang="fr-FR" dirty="0"/>
              <a:t>Data Management</a:t>
            </a:r>
          </a:p>
        </p:txBody>
      </p:sp>
      <p:sp>
        <p:nvSpPr>
          <p:cNvPr id="3" name="Espace réservé du contenu 2">
            <a:extLst>
              <a:ext uri="{FF2B5EF4-FFF2-40B4-BE49-F238E27FC236}">
                <a16:creationId xmlns:a16="http://schemas.microsoft.com/office/drawing/2014/main" id="{B2BD4BAB-B70D-4659-696F-B87C2332E092}"/>
              </a:ext>
            </a:extLst>
          </p:cNvPr>
          <p:cNvSpPr>
            <a:spLocks noGrp="1"/>
          </p:cNvSpPr>
          <p:nvPr>
            <p:ph idx="1"/>
          </p:nvPr>
        </p:nvSpPr>
        <p:spPr/>
        <p:txBody>
          <a:bodyPr/>
          <a:lstStyle/>
          <a:p>
            <a:r>
              <a:rPr lang="fr-FR" dirty="0"/>
              <a:t>La gestion des données consiste à élaborer, mettre en œuvre et superviser des plans, des politiques, des programmes et des pratiques visant à fournir, contrôler, protéger et valoriser les données et les actifs informationnels tout au long de leur cycle de vie.</a:t>
            </a:r>
          </a:p>
        </p:txBody>
      </p:sp>
    </p:spTree>
    <p:extLst>
      <p:ext uri="{BB962C8B-B14F-4D97-AF65-F5344CB8AC3E}">
        <p14:creationId xmlns:p14="http://schemas.microsoft.com/office/powerpoint/2010/main" val="188259221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5604291-1CFA-7892-9627-E6F0F9AB3F02}"/>
              </a:ext>
            </a:extLst>
          </p:cNvPr>
          <p:cNvSpPr>
            <a:spLocks noGrp="1"/>
          </p:cNvSpPr>
          <p:nvPr>
            <p:ph type="title"/>
          </p:nvPr>
        </p:nvSpPr>
        <p:spPr/>
        <p:txBody>
          <a:bodyPr/>
          <a:lstStyle/>
          <a:p>
            <a:r>
              <a:rPr lang="fr-FR" dirty="0"/>
              <a:t>Le professionnel</a:t>
            </a:r>
          </a:p>
        </p:txBody>
      </p:sp>
      <p:sp>
        <p:nvSpPr>
          <p:cNvPr id="3" name="Espace réservé du contenu 2">
            <a:extLst>
              <a:ext uri="{FF2B5EF4-FFF2-40B4-BE49-F238E27FC236}">
                <a16:creationId xmlns:a16="http://schemas.microsoft.com/office/drawing/2014/main" id="{37620E4B-6EF4-0544-865F-6BA8C4804161}"/>
              </a:ext>
            </a:extLst>
          </p:cNvPr>
          <p:cNvSpPr>
            <a:spLocks noGrp="1"/>
          </p:cNvSpPr>
          <p:nvPr>
            <p:ph idx="1"/>
          </p:nvPr>
        </p:nvSpPr>
        <p:spPr/>
        <p:txBody>
          <a:bodyPr/>
          <a:lstStyle/>
          <a:p>
            <a:r>
              <a:rPr lang="fr-FR" dirty="0"/>
              <a:t>Un professionnel de la gestion des données est toute personne œuvrant dans n'importe quel aspect de la gestion des données afin d'atteindre les objectifs stratégiques de l'organisation</a:t>
            </a:r>
          </a:p>
          <a:p>
            <a:r>
              <a:rPr lang="fr-FR" dirty="0"/>
              <a:t>Ils occupent de nombreux rôles, allant des fonctions hautement techniques (administrateurs de bases de données, administrateurs réseau, programmeurs, etc.) aux fonctions stratégiques (responsables de la gestion des données, stratèges des données, directeurs des données, etc.).</a:t>
            </a:r>
          </a:p>
        </p:txBody>
      </p:sp>
    </p:spTree>
    <p:extLst>
      <p:ext uri="{BB962C8B-B14F-4D97-AF65-F5344CB8AC3E}">
        <p14:creationId xmlns:p14="http://schemas.microsoft.com/office/powerpoint/2010/main" val="162270864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1E208367-5988-5C6F-9090-7146BFE61E47}"/>
              </a:ext>
            </a:extLst>
          </p:cNvPr>
          <p:cNvSpPr>
            <a:spLocks noGrp="1"/>
          </p:cNvSpPr>
          <p:nvPr>
            <p:ph type="title"/>
          </p:nvPr>
        </p:nvSpPr>
        <p:spPr/>
        <p:txBody>
          <a:bodyPr/>
          <a:lstStyle/>
          <a:p>
            <a:r>
              <a:rPr lang="fr-FR" dirty="0"/>
              <a:t>Vous avez dit data ?</a:t>
            </a:r>
          </a:p>
        </p:txBody>
      </p:sp>
      <p:sp>
        <p:nvSpPr>
          <p:cNvPr id="3" name="Espace réservé du contenu 2">
            <a:extLst>
              <a:ext uri="{FF2B5EF4-FFF2-40B4-BE49-F238E27FC236}">
                <a16:creationId xmlns:a16="http://schemas.microsoft.com/office/drawing/2014/main" id="{AA310301-AB1F-6B99-0255-90BDD5FAC7C2}"/>
              </a:ext>
            </a:extLst>
          </p:cNvPr>
          <p:cNvSpPr>
            <a:spLocks noGrp="1"/>
          </p:cNvSpPr>
          <p:nvPr>
            <p:ph idx="1"/>
          </p:nvPr>
        </p:nvSpPr>
        <p:spPr/>
        <p:txBody>
          <a:bodyPr/>
          <a:lstStyle/>
          <a:p>
            <a:r>
              <a:rPr lang="fr-FR" dirty="0"/>
              <a:t>Les chiffres donnent le vertige : chaque minute, environ 350 000 tweets, 15 millions de SMS et 200 millions de mails sont envoyés au niveau mondial</a:t>
            </a:r>
          </a:p>
          <a:p>
            <a:r>
              <a:rPr lang="fr-FR" dirty="0"/>
              <a:t>Pendant le même laps de temps, des dizaines d’heures de vidéos sont mises en ligne sur YouTube, des centaines de milliers de nouveaux fichiers sont archivés sur les serveurs de Facebook.</a:t>
            </a:r>
          </a:p>
        </p:txBody>
      </p:sp>
    </p:spTree>
    <p:extLst>
      <p:ext uri="{BB962C8B-B14F-4D97-AF65-F5344CB8AC3E}">
        <p14:creationId xmlns:p14="http://schemas.microsoft.com/office/powerpoint/2010/main" val="3751223393"/>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BA34A68-6E93-AFEF-0D3F-FC4E3FD7EDC7}"/>
              </a:ext>
            </a:extLst>
          </p:cNvPr>
          <p:cNvSpPr>
            <a:spLocks noGrp="1"/>
          </p:cNvSpPr>
          <p:nvPr>
            <p:ph type="title"/>
          </p:nvPr>
        </p:nvSpPr>
        <p:spPr/>
        <p:txBody>
          <a:bodyPr/>
          <a:lstStyle/>
          <a:p>
            <a:r>
              <a:rPr lang="fr-FR" dirty="0"/>
              <a:t>Transformation digitale</a:t>
            </a:r>
          </a:p>
        </p:txBody>
      </p:sp>
      <p:sp>
        <p:nvSpPr>
          <p:cNvPr id="3" name="Espace réservé du contenu 2">
            <a:extLst>
              <a:ext uri="{FF2B5EF4-FFF2-40B4-BE49-F238E27FC236}">
                <a16:creationId xmlns:a16="http://schemas.microsoft.com/office/drawing/2014/main" id="{D0FDBEC0-A00D-BDB3-0D96-064DB45FEAFB}"/>
              </a:ext>
            </a:extLst>
          </p:cNvPr>
          <p:cNvSpPr>
            <a:spLocks noGrp="1"/>
          </p:cNvSpPr>
          <p:nvPr>
            <p:ph idx="1"/>
          </p:nvPr>
        </p:nvSpPr>
        <p:spPr/>
        <p:txBody>
          <a:bodyPr/>
          <a:lstStyle/>
          <a:p>
            <a:r>
              <a:rPr lang="fr-FR" dirty="0"/>
              <a:t>La transformation digitale est le phénomène de mutation lié à l'essor du numérique et d'Internet.</a:t>
            </a:r>
          </a:p>
          <a:p>
            <a:pPr lvl="1"/>
            <a:r>
              <a:rPr lang="fr-FR" dirty="0"/>
              <a:t>Cette notion vise à conceptualiser l'influence de ceux-ci sur les organisations</a:t>
            </a:r>
          </a:p>
          <a:p>
            <a:r>
              <a:rPr lang="fr-FR" dirty="0"/>
              <a:t>La transformation digitale s’inscrit donc dans le contexte actuel comme un phénomène de grande ampleur lié pour une part à la dématérialisation de certaines activités et à l’évolution concomitante de la réalité économique, technologique et sociale du travail</a:t>
            </a:r>
          </a:p>
        </p:txBody>
      </p:sp>
    </p:spTree>
    <p:extLst>
      <p:ext uri="{BB962C8B-B14F-4D97-AF65-F5344CB8AC3E}">
        <p14:creationId xmlns:p14="http://schemas.microsoft.com/office/powerpoint/2010/main" val="492626730"/>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err="1"/>
              <a:t>Wikipedia</a:t>
            </a:r>
            <a:endParaRPr lang="fr-FR" dirty="0"/>
          </a:p>
        </p:txBody>
      </p:sp>
      <p:sp>
        <p:nvSpPr>
          <p:cNvPr id="3" name="Espace réservé du contenu 2"/>
          <p:cNvSpPr>
            <a:spLocks noGrp="1"/>
          </p:cNvSpPr>
          <p:nvPr>
            <p:ph idx="1"/>
          </p:nvPr>
        </p:nvSpPr>
        <p:spPr/>
        <p:txBody>
          <a:bodyPr/>
          <a:lstStyle/>
          <a:p>
            <a:r>
              <a:rPr lang="fr-FR" dirty="0"/>
              <a:t>Gouvernance des données est une stratégie d'entreprise pour gérer les données, leur flux, leurs accès, leur stockage, leur mise à jour, et leur consommation en son sein, afin d'en optimiser la valeur et l'efficience de traitement</a:t>
            </a:r>
          </a:p>
        </p:txBody>
      </p:sp>
    </p:spTree>
    <p:extLst>
      <p:ext uri="{BB962C8B-B14F-4D97-AF65-F5344CB8AC3E}">
        <p14:creationId xmlns:p14="http://schemas.microsoft.com/office/powerpoint/2010/main" val="177393685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BA83D643-DC94-2A0E-4CE3-D7C13FC53AA6}"/>
              </a:ext>
            </a:extLst>
          </p:cNvPr>
          <p:cNvSpPr>
            <a:spLocks noGrp="1"/>
          </p:cNvSpPr>
          <p:nvPr>
            <p:ph type="title"/>
          </p:nvPr>
        </p:nvSpPr>
        <p:spPr/>
        <p:txBody>
          <a:bodyPr/>
          <a:lstStyle/>
          <a:p>
            <a:r>
              <a:rPr lang="fr-FR" dirty="0"/>
              <a:t>Data</a:t>
            </a:r>
          </a:p>
        </p:txBody>
      </p:sp>
      <p:sp>
        <p:nvSpPr>
          <p:cNvPr id="3" name="Espace réservé du contenu 2">
            <a:extLst>
              <a:ext uri="{FF2B5EF4-FFF2-40B4-BE49-F238E27FC236}">
                <a16:creationId xmlns:a16="http://schemas.microsoft.com/office/drawing/2014/main" id="{37A47AA0-B4F0-085B-410F-AF1FD69E703F}"/>
              </a:ext>
            </a:extLst>
          </p:cNvPr>
          <p:cNvSpPr>
            <a:spLocks noGrp="1"/>
          </p:cNvSpPr>
          <p:nvPr>
            <p:ph idx="1"/>
          </p:nvPr>
        </p:nvSpPr>
        <p:spPr/>
        <p:txBody>
          <a:bodyPr/>
          <a:lstStyle/>
          <a:p>
            <a:r>
              <a:rPr lang="fr-FR" dirty="0"/>
              <a:t>Une donnée est ce qui est connu et qui sert de point de départ à un raisonnement ayant pour objet la détermination d'une solution à un problème en relation avec cette donnée</a:t>
            </a:r>
          </a:p>
          <a:p>
            <a:r>
              <a:rPr lang="fr-FR" dirty="0"/>
              <a:t>Cela peut être une description élémentaire d’une réalité, le résultat d'une comparaison entre deux événements du même ordre (mesure) soit en d'autres termes une observation ou une mesure</a:t>
            </a:r>
          </a:p>
        </p:txBody>
      </p:sp>
    </p:spTree>
    <p:extLst>
      <p:ext uri="{BB962C8B-B14F-4D97-AF65-F5344CB8AC3E}">
        <p14:creationId xmlns:p14="http://schemas.microsoft.com/office/powerpoint/2010/main" val="1505776518"/>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37495775-A3A4-1428-2595-66257C6746DA}"/>
              </a:ext>
            </a:extLst>
          </p:cNvPr>
          <p:cNvSpPr>
            <a:spLocks noGrp="1"/>
          </p:cNvSpPr>
          <p:nvPr>
            <p:ph type="title"/>
          </p:nvPr>
        </p:nvSpPr>
        <p:spPr/>
        <p:txBody>
          <a:bodyPr/>
          <a:lstStyle/>
          <a:p>
            <a:r>
              <a:rPr lang="fr-FR" dirty="0"/>
              <a:t>Données brutes</a:t>
            </a:r>
          </a:p>
        </p:txBody>
      </p:sp>
      <p:sp>
        <p:nvSpPr>
          <p:cNvPr id="3" name="Espace réservé du contenu 2">
            <a:extLst>
              <a:ext uri="{FF2B5EF4-FFF2-40B4-BE49-F238E27FC236}">
                <a16:creationId xmlns:a16="http://schemas.microsoft.com/office/drawing/2014/main" id="{97866D39-2CC3-EE1D-6116-BAF5460E7576}"/>
              </a:ext>
            </a:extLst>
          </p:cNvPr>
          <p:cNvSpPr>
            <a:spLocks noGrp="1"/>
          </p:cNvSpPr>
          <p:nvPr>
            <p:ph idx="1"/>
          </p:nvPr>
        </p:nvSpPr>
        <p:spPr/>
        <p:txBody>
          <a:bodyPr/>
          <a:lstStyle/>
          <a:p>
            <a:r>
              <a:rPr lang="fr-FR" dirty="0"/>
              <a:t>La donnée brute est dépourvue de tout raisonnement, supposition, constatation, probabilité. Si elle est considérée comme indiscutable ou même si elle est indiscutée par méconnaissance, elle peut servir de base à une recherche, à un examen quelconque</a:t>
            </a:r>
          </a:p>
        </p:txBody>
      </p:sp>
    </p:spTree>
    <p:extLst>
      <p:ext uri="{BB962C8B-B14F-4D97-AF65-F5344CB8AC3E}">
        <p14:creationId xmlns:p14="http://schemas.microsoft.com/office/powerpoint/2010/main" val="23476505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A7FD9C23-1DD7-E824-2508-BE775F664793}"/>
              </a:ext>
            </a:extLst>
          </p:cNvPr>
          <p:cNvSpPr>
            <a:spLocks noGrp="1"/>
          </p:cNvSpPr>
          <p:nvPr>
            <p:ph type="title"/>
          </p:nvPr>
        </p:nvSpPr>
        <p:spPr/>
        <p:txBody>
          <a:bodyPr/>
          <a:lstStyle/>
          <a:p>
            <a:r>
              <a:rPr lang="fr-FR" dirty="0"/>
              <a:t>La nature de la data</a:t>
            </a:r>
          </a:p>
        </p:txBody>
      </p:sp>
      <p:sp>
        <p:nvSpPr>
          <p:cNvPr id="3" name="Espace réservé du contenu 2">
            <a:extLst>
              <a:ext uri="{FF2B5EF4-FFF2-40B4-BE49-F238E27FC236}">
                <a16:creationId xmlns:a16="http://schemas.microsoft.com/office/drawing/2014/main" id="{CBCE3F68-057E-6502-99C0-2BE809D72637}"/>
              </a:ext>
            </a:extLst>
          </p:cNvPr>
          <p:cNvSpPr>
            <a:spLocks noGrp="1"/>
          </p:cNvSpPr>
          <p:nvPr>
            <p:ph idx="1"/>
          </p:nvPr>
        </p:nvSpPr>
        <p:spPr/>
        <p:txBody>
          <a:bodyPr/>
          <a:lstStyle/>
          <a:p>
            <a:r>
              <a:rPr lang="fr-FR" dirty="0"/>
              <a:t>Les données pouvant être de nature très différentes suivant leur source</a:t>
            </a:r>
          </a:p>
          <a:p>
            <a:pPr lvl="1"/>
            <a:r>
              <a:rPr lang="fr-FR" dirty="0"/>
              <a:t>Numérique, Image, Vidéo, Son, …</a:t>
            </a:r>
          </a:p>
          <a:p>
            <a:r>
              <a:rPr lang="fr-FR" dirty="0"/>
              <a:t>Elles doivent souvent faire l'objet d'une transformation préalable avant traitement</a:t>
            </a:r>
          </a:p>
          <a:p>
            <a:pPr lvl="1"/>
            <a:r>
              <a:rPr lang="fr-FR" dirty="0"/>
              <a:t>Image vers mesure</a:t>
            </a:r>
          </a:p>
          <a:p>
            <a:pPr lvl="1"/>
            <a:r>
              <a:rPr lang="fr-FR" dirty="0"/>
              <a:t>Capteur numérique vers CSV</a:t>
            </a:r>
          </a:p>
          <a:p>
            <a:pPr lvl="1"/>
            <a:r>
              <a:rPr lang="fr-FR"/>
              <a:t>…</a:t>
            </a:r>
            <a:endParaRPr lang="fr-FR" dirty="0"/>
          </a:p>
        </p:txBody>
      </p:sp>
    </p:spTree>
    <p:extLst>
      <p:ext uri="{BB962C8B-B14F-4D97-AF65-F5344CB8AC3E}">
        <p14:creationId xmlns:p14="http://schemas.microsoft.com/office/powerpoint/2010/main" val="218480438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D533FEF-A039-1AAB-130A-327470C63E3A}"/>
              </a:ext>
            </a:extLst>
          </p:cNvPr>
          <p:cNvSpPr>
            <a:spLocks noGrp="1"/>
          </p:cNvSpPr>
          <p:nvPr>
            <p:ph type="title"/>
          </p:nvPr>
        </p:nvSpPr>
        <p:spPr/>
        <p:txBody>
          <a:bodyPr/>
          <a:lstStyle/>
          <a:p>
            <a:r>
              <a:rPr lang="fr-FR" dirty="0"/>
              <a:t>Buts</a:t>
            </a:r>
          </a:p>
        </p:txBody>
      </p:sp>
      <p:sp>
        <p:nvSpPr>
          <p:cNvPr id="3" name="Espace réservé du contenu 2">
            <a:extLst>
              <a:ext uri="{FF2B5EF4-FFF2-40B4-BE49-F238E27FC236}">
                <a16:creationId xmlns:a16="http://schemas.microsoft.com/office/drawing/2014/main" id="{2A8C3A89-4D16-7A1A-D1D8-535E675AD2BA}"/>
              </a:ext>
            </a:extLst>
          </p:cNvPr>
          <p:cNvSpPr>
            <a:spLocks noGrp="1"/>
          </p:cNvSpPr>
          <p:nvPr>
            <p:ph idx="1"/>
          </p:nvPr>
        </p:nvSpPr>
        <p:spPr/>
        <p:txBody>
          <a:bodyPr/>
          <a:lstStyle/>
          <a:p>
            <a:r>
              <a:rPr lang="fr-FR" sz="2400" dirty="0"/>
              <a:t>Comprendre et répondre aux besoins d'information de l'entreprise et de ses parties prenantes, notamment les clients, les employés et les partenaires commerciaux.</a:t>
            </a:r>
          </a:p>
          <a:p>
            <a:r>
              <a:rPr lang="fr-FR" sz="2400" dirty="0"/>
              <a:t>Collecter, stocker, protéger et garantir l'intégrité des données.</a:t>
            </a:r>
          </a:p>
          <a:p>
            <a:r>
              <a:rPr lang="fr-FR" sz="2400" dirty="0"/>
              <a:t>Assurer la qualité des données et des informations.</a:t>
            </a:r>
          </a:p>
          <a:p>
            <a:r>
              <a:rPr lang="fr-FR" sz="2400" dirty="0"/>
              <a:t>Garantir la confidentialité des données des parties prenantes.</a:t>
            </a:r>
          </a:p>
          <a:p>
            <a:r>
              <a:rPr lang="fr-FR" sz="2400" dirty="0"/>
              <a:t>Prévenir tout accès, manipulation ou utilisation non autorisés ou inappropriés des données et des informations.</a:t>
            </a:r>
          </a:p>
          <a:p>
            <a:r>
              <a:rPr lang="fr-FR" sz="2400" dirty="0"/>
              <a:t>Garantir une utilisation efficace des données pour créer de la valeur ajoutée pour l'entreprise.</a:t>
            </a:r>
          </a:p>
        </p:txBody>
      </p:sp>
    </p:spTree>
    <p:extLst>
      <p:ext uri="{BB962C8B-B14F-4D97-AF65-F5344CB8AC3E}">
        <p14:creationId xmlns:p14="http://schemas.microsoft.com/office/powerpoint/2010/main" val="3142482692"/>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EC4D32EF-BCBA-914C-51F3-677D31CFC591}"/>
              </a:ext>
            </a:extLst>
          </p:cNvPr>
          <p:cNvSpPr>
            <a:spLocks noGrp="1"/>
          </p:cNvSpPr>
          <p:nvPr>
            <p:ph type="title"/>
          </p:nvPr>
        </p:nvSpPr>
        <p:spPr/>
        <p:txBody>
          <a:bodyPr/>
          <a:lstStyle/>
          <a:p>
            <a:r>
              <a:rPr lang="fr-FR" dirty="0"/>
              <a:t>Les différents types</a:t>
            </a:r>
          </a:p>
        </p:txBody>
      </p:sp>
      <p:sp>
        <p:nvSpPr>
          <p:cNvPr id="3" name="Espace réservé du contenu 2">
            <a:extLst>
              <a:ext uri="{FF2B5EF4-FFF2-40B4-BE49-F238E27FC236}">
                <a16:creationId xmlns:a16="http://schemas.microsoft.com/office/drawing/2014/main" id="{3B0C60EE-2D37-FE69-B0B3-73B141AE7AB7}"/>
              </a:ext>
            </a:extLst>
          </p:cNvPr>
          <p:cNvSpPr>
            <a:spLocks noGrp="1"/>
          </p:cNvSpPr>
          <p:nvPr>
            <p:ph idx="1"/>
          </p:nvPr>
        </p:nvSpPr>
        <p:spPr/>
        <p:txBody>
          <a:bodyPr/>
          <a:lstStyle/>
          <a:p>
            <a:r>
              <a:rPr lang="fr-FR" dirty="0"/>
              <a:t>Données brutes</a:t>
            </a:r>
          </a:p>
          <a:p>
            <a:pPr lvl="1"/>
            <a:r>
              <a:rPr lang="fr-FR" dirty="0" err="1"/>
              <a:t>Datalake</a:t>
            </a:r>
            <a:endParaRPr lang="fr-FR" dirty="0"/>
          </a:p>
          <a:p>
            <a:r>
              <a:rPr lang="fr-FR"/>
              <a:t>Données traitées</a:t>
            </a:r>
            <a:endParaRPr lang="fr-FR" dirty="0"/>
          </a:p>
          <a:p>
            <a:pPr lvl="1"/>
            <a:r>
              <a:rPr lang="fr-FR" dirty="0"/>
              <a:t>Purge, filtre, légale</a:t>
            </a:r>
          </a:p>
          <a:p>
            <a:pPr lvl="1"/>
            <a:r>
              <a:rPr lang="fr-FR" dirty="0"/>
              <a:t>Datawarehouse</a:t>
            </a:r>
          </a:p>
        </p:txBody>
      </p:sp>
    </p:spTree>
    <p:extLst>
      <p:ext uri="{BB962C8B-B14F-4D97-AF65-F5344CB8AC3E}">
        <p14:creationId xmlns:p14="http://schemas.microsoft.com/office/powerpoint/2010/main" val="471313988"/>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Cela peut être des images</a:t>
            </a:r>
          </a:p>
        </p:txBody>
      </p:sp>
      <p:pic>
        <p:nvPicPr>
          <p:cNvPr id="2050" name="Picture 2" descr="/// Petite explication de ce qu'on voit sur l'image ? /// (crédits : )"/>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979712" y="1052736"/>
            <a:ext cx="5904656" cy="471060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4793364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Peut être du texte brut</a:t>
            </a:r>
          </a:p>
        </p:txBody>
      </p:sp>
      <p:sp>
        <p:nvSpPr>
          <p:cNvPr id="3" name="Espace réservé du contenu 2"/>
          <p:cNvSpPr>
            <a:spLocks noGrp="1"/>
          </p:cNvSpPr>
          <p:nvPr>
            <p:ph idx="1"/>
          </p:nvPr>
        </p:nvSpPr>
        <p:spPr/>
        <p:txBody>
          <a:bodyPr/>
          <a:lstStyle/>
          <a:p>
            <a:r>
              <a:rPr lang="fr-FR" dirty="0"/>
              <a:t>Le contenu de </a:t>
            </a:r>
            <a:r>
              <a:rPr lang="fr-FR" dirty="0" err="1"/>
              <a:t>wikipedia</a:t>
            </a:r>
            <a:endParaRPr lang="fr-FR" dirty="0"/>
          </a:p>
          <a:p>
            <a:r>
              <a:rPr lang="fr-FR" dirty="0"/>
              <a:t>Les </a:t>
            </a:r>
            <a:r>
              <a:rPr lang="fr-FR" dirty="0" err="1"/>
              <a:t>oeuvres</a:t>
            </a:r>
            <a:r>
              <a:rPr lang="fr-FR" dirty="0"/>
              <a:t> complètes de Victor Hugo</a:t>
            </a:r>
          </a:p>
        </p:txBody>
      </p:sp>
    </p:spTree>
    <p:extLst>
      <p:ext uri="{BB962C8B-B14F-4D97-AF65-F5344CB8AC3E}">
        <p14:creationId xmlns:p14="http://schemas.microsoft.com/office/powerpoint/2010/main" val="1348094947"/>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Peut être du texte écrit ou scanné</a:t>
            </a:r>
          </a:p>
        </p:txBody>
      </p:sp>
      <p:pic>
        <p:nvPicPr>
          <p:cNvPr id="4" name="Espace réservé du contenu 3"/>
          <p:cNvPicPr>
            <a:picLocks noGrp="1" noChangeAspect="1"/>
          </p:cNvPicPr>
          <p:nvPr>
            <p:ph idx="1"/>
          </p:nvPr>
        </p:nvPicPr>
        <p:blipFill>
          <a:blip r:embed="rId2"/>
          <a:stretch>
            <a:fillRect/>
          </a:stretch>
        </p:blipFill>
        <p:spPr>
          <a:xfrm>
            <a:off x="611560" y="2132856"/>
            <a:ext cx="7973427" cy="1224136"/>
          </a:xfrm>
          <a:prstGeom prst="rect">
            <a:avLst/>
          </a:prstGeom>
        </p:spPr>
      </p:pic>
    </p:spTree>
    <p:extLst>
      <p:ext uri="{BB962C8B-B14F-4D97-AF65-F5344CB8AC3E}">
        <p14:creationId xmlns:p14="http://schemas.microsoft.com/office/powerpoint/2010/main" val="20422551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Les nouvelles sources de données</a:t>
            </a:r>
          </a:p>
        </p:txBody>
      </p:sp>
      <p:sp>
        <p:nvSpPr>
          <p:cNvPr id="3" name="Espace réservé du contenu 2"/>
          <p:cNvSpPr>
            <a:spLocks noGrp="1"/>
          </p:cNvSpPr>
          <p:nvPr>
            <p:ph idx="1"/>
          </p:nvPr>
        </p:nvSpPr>
        <p:spPr/>
        <p:txBody>
          <a:bodyPr/>
          <a:lstStyle/>
          <a:p>
            <a:endParaRPr lang="fr-FR" dirty="0"/>
          </a:p>
        </p:txBody>
      </p:sp>
      <p:pic>
        <p:nvPicPr>
          <p:cNvPr id="1026" name="Picture 2" descr="Nouvelles sources de données Big Data"/>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55576" y="1772816"/>
            <a:ext cx="7783550" cy="4358788"/>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41096005"/>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err="1"/>
              <a:t>IoT</a:t>
            </a:r>
            <a:endParaRPr lang="fr-FR" dirty="0"/>
          </a:p>
        </p:txBody>
      </p:sp>
      <p:sp>
        <p:nvSpPr>
          <p:cNvPr id="3" name="Espace réservé du contenu 2"/>
          <p:cNvSpPr>
            <a:spLocks noGrp="1"/>
          </p:cNvSpPr>
          <p:nvPr>
            <p:ph idx="1"/>
          </p:nvPr>
        </p:nvSpPr>
        <p:spPr/>
        <p:txBody>
          <a:bodyPr/>
          <a:lstStyle/>
          <a:p>
            <a:r>
              <a:rPr lang="fr-FR" dirty="0"/>
              <a:t>Les objets connectés sont une autre source de données brutes, qui récupèrent un grand nombre de données grâce à leurs capteurs</a:t>
            </a:r>
          </a:p>
        </p:txBody>
      </p:sp>
      <p:pic>
        <p:nvPicPr>
          <p:cNvPr id="2050" name="Picture 2" descr="Un exemple d'objet connecté : le thermostat intelligent de l'entreprise Nest. Source: http://nest.com"/>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11760" y="2924944"/>
            <a:ext cx="4762500" cy="333375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4568204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Exemple des loyers</a:t>
            </a:r>
          </a:p>
        </p:txBody>
      </p:sp>
      <p:sp>
        <p:nvSpPr>
          <p:cNvPr id="3" name="Espace réservé du contenu 2"/>
          <p:cNvSpPr>
            <a:spLocks noGrp="1"/>
          </p:cNvSpPr>
          <p:nvPr>
            <p:ph idx="1"/>
          </p:nvPr>
        </p:nvSpPr>
        <p:spPr/>
        <p:txBody>
          <a:bodyPr/>
          <a:lstStyle/>
          <a:p>
            <a:endParaRPr lang="fr-FR" dirty="0"/>
          </a:p>
        </p:txBody>
      </p:sp>
      <p:pic>
        <p:nvPicPr>
          <p:cNvPr id="4" name="Image 3"/>
          <p:cNvPicPr>
            <a:picLocks noChangeAspect="1"/>
          </p:cNvPicPr>
          <p:nvPr/>
        </p:nvPicPr>
        <p:blipFill>
          <a:blip r:embed="rId2"/>
          <a:stretch>
            <a:fillRect/>
          </a:stretch>
        </p:blipFill>
        <p:spPr>
          <a:xfrm>
            <a:off x="1157988" y="1412776"/>
            <a:ext cx="7385981" cy="4944553"/>
          </a:xfrm>
          <a:prstGeom prst="rect">
            <a:avLst/>
          </a:prstGeom>
        </p:spPr>
      </p:pic>
    </p:spTree>
    <p:extLst>
      <p:ext uri="{BB962C8B-B14F-4D97-AF65-F5344CB8AC3E}">
        <p14:creationId xmlns:p14="http://schemas.microsoft.com/office/powerpoint/2010/main" val="114200084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Workflow</a:t>
            </a:r>
          </a:p>
        </p:txBody>
      </p:sp>
      <p:pic>
        <p:nvPicPr>
          <p:cNvPr id="1026" name="Picture 2" descr="Cycle de travail du data scientist - en.wikipedia.org/wiki/Data_science pouet"/>
          <p:cNvPicPr>
            <a:picLocks noGrp="1" noChangeAspect="1" noChangeArrowheads="1"/>
          </p:cNvPicPr>
          <p:nvPr>
            <p:ph idx="1"/>
          </p:nvPr>
        </p:nvPicPr>
        <p:blipFill>
          <a:blip r:embed="rId2">
            <a:extLst>
              <a:ext uri="{28A0092B-C50C-407E-A947-70E740481C1C}">
                <a14:useLocalDpi xmlns:a14="http://schemas.microsoft.com/office/drawing/2010/main" val="0"/>
              </a:ext>
            </a:extLst>
          </a:blip>
          <a:srcRect/>
          <a:stretch>
            <a:fillRect/>
          </a:stretch>
        </p:blipFill>
        <p:spPr bwMode="auto">
          <a:xfrm>
            <a:off x="1547664" y="1484784"/>
            <a:ext cx="5415111" cy="406133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1491898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p:cNvSpPr>
            <a:spLocks noGrp="1"/>
          </p:cNvSpPr>
          <p:nvPr>
            <p:ph type="title"/>
          </p:nvPr>
        </p:nvSpPr>
        <p:spPr/>
        <p:txBody>
          <a:bodyPr/>
          <a:lstStyle/>
          <a:p>
            <a:r>
              <a:rPr lang="fr-FR" dirty="0"/>
              <a:t>Collecter les données</a:t>
            </a:r>
          </a:p>
        </p:txBody>
      </p:sp>
      <p:sp>
        <p:nvSpPr>
          <p:cNvPr id="3" name="Espace réservé du contenu 2"/>
          <p:cNvSpPr>
            <a:spLocks noGrp="1"/>
          </p:cNvSpPr>
          <p:nvPr>
            <p:ph idx="1"/>
          </p:nvPr>
        </p:nvSpPr>
        <p:spPr/>
        <p:txBody>
          <a:bodyPr/>
          <a:lstStyle/>
          <a:p>
            <a:r>
              <a:rPr lang="fr-FR" dirty="0"/>
              <a:t>Collecte des données</a:t>
            </a:r>
          </a:p>
          <a:p>
            <a:pPr lvl="1"/>
            <a:r>
              <a:rPr lang="fr-FR" dirty="0"/>
              <a:t>Fichiers</a:t>
            </a:r>
          </a:p>
          <a:p>
            <a:pPr lvl="1"/>
            <a:r>
              <a:rPr lang="fr-FR" dirty="0"/>
              <a:t>Scan</a:t>
            </a:r>
          </a:p>
          <a:p>
            <a:pPr lvl="1"/>
            <a:r>
              <a:rPr lang="fr-FR" dirty="0"/>
              <a:t>Web</a:t>
            </a:r>
          </a:p>
          <a:p>
            <a:pPr lvl="1"/>
            <a:r>
              <a:rPr lang="fr-FR" dirty="0"/>
              <a:t>Base de données</a:t>
            </a:r>
          </a:p>
          <a:p>
            <a:pPr lvl="1"/>
            <a:r>
              <a:rPr lang="fr-FR" dirty="0"/>
              <a:t>Office</a:t>
            </a:r>
          </a:p>
          <a:p>
            <a:pPr lvl="1"/>
            <a:r>
              <a:rPr lang="fr-FR" dirty="0"/>
              <a:t>Les images</a:t>
            </a:r>
          </a:p>
          <a:p>
            <a:pPr lvl="1"/>
            <a:r>
              <a:rPr lang="fr-FR" dirty="0" err="1"/>
              <a:t>IoT</a:t>
            </a:r>
            <a:endParaRPr lang="fr-FR" dirty="0"/>
          </a:p>
          <a:p>
            <a:endParaRPr lang="fr-FR" dirty="0"/>
          </a:p>
        </p:txBody>
      </p:sp>
    </p:spTree>
    <p:extLst>
      <p:ext uri="{BB962C8B-B14F-4D97-AF65-F5344CB8AC3E}">
        <p14:creationId xmlns:p14="http://schemas.microsoft.com/office/powerpoint/2010/main" val="2853311886"/>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40EF4CAF-379D-926D-73CA-333077542363}"/>
              </a:ext>
            </a:extLst>
          </p:cNvPr>
          <p:cNvSpPr>
            <a:spLocks noGrp="1"/>
          </p:cNvSpPr>
          <p:nvPr>
            <p:ph type="title"/>
          </p:nvPr>
        </p:nvSpPr>
        <p:spPr/>
        <p:txBody>
          <a:bodyPr/>
          <a:lstStyle/>
          <a:p>
            <a:r>
              <a:rPr lang="fr-FR" dirty="0"/>
              <a:t>Exemples d’exploitation</a:t>
            </a:r>
          </a:p>
        </p:txBody>
      </p:sp>
      <p:sp>
        <p:nvSpPr>
          <p:cNvPr id="3" name="Espace réservé du contenu 2">
            <a:extLst>
              <a:ext uri="{FF2B5EF4-FFF2-40B4-BE49-F238E27FC236}">
                <a16:creationId xmlns:a16="http://schemas.microsoft.com/office/drawing/2014/main" id="{25D5A50A-B9F0-842D-52C1-33DBC4B5D60E}"/>
              </a:ext>
            </a:extLst>
          </p:cNvPr>
          <p:cNvSpPr>
            <a:spLocks noGrp="1"/>
          </p:cNvSpPr>
          <p:nvPr>
            <p:ph idx="1"/>
          </p:nvPr>
        </p:nvSpPr>
        <p:spPr/>
        <p:txBody>
          <a:bodyPr/>
          <a:lstStyle/>
          <a:p>
            <a:r>
              <a:rPr lang="fr-FR" dirty="0"/>
              <a:t>A vous</a:t>
            </a:r>
          </a:p>
        </p:txBody>
      </p:sp>
    </p:spTree>
    <p:extLst>
      <p:ext uri="{BB962C8B-B14F-4D97-AF65-F5344CB8AC3E}">
        <p14:creationId xmlns:p14="http://schemas.microsoft.com/office/powerpoint/2010/main" val="139252343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500C81AD-6FA8-CF68-56BE-9CE0E08C96F3}"/>
              </a:ext>
            </a:extLst>
          </p:cNvPr>
          <p:cNvSpPr>
            <a:spLocks noGrp="1"/>
          </p:cNvSpPr>
          <p:nvPr>
            <p:ph type="title"/>
          </p:nvPr>
        </p:nvSpPr>
        <p:spPr/>
        <p:txBody>
          <a:bodyPr/>
          <a:lstStyle/>
          <a:p>
            <a:r>
              <a:rPr lang="fr-FR" dirty="0"/>
              <a:t>Vue historique</a:t>
            </a:r>
          </a:p>
        </p:txBody>
      </p:sp>
      <p:sp>
        <p:nvSpPr>
          <p:cNvPr id="3" name="Espace réservé du contenu 2">
            <a:extLst>
              <a:ext uri="{FF2B5EF4-FFF2-40B4-BE49-F238E27FC236}">
                <a16:creationId xmlns:a16="http://schemas.microsoft.com/office/drawing/2014/main" id="{5A6632A6-9481-A19A-030C-D3B0EE122499}"/>
              </a:ext>
            </a:extLst>
          </p:cNvPr>
          <p:cNvSpPr>
            <a:spLocks noGrp="1"/>
          </p:cNvSpPr>
          <p:nvPr>
            <p:ph idx="1"/>
          </p:nvPr>
        </p:nvSpPr>
        <p:spPr/>
        <p:txBody>
          <a:bodyPr/>
          <a:lstStyle/>
          <a:p>
            <a:endParaRPr lang="fr-FR" dirty="0"/>
          </a:p>
        </p:txBody>
      </p:sp>
      <p:pic>
        <p:nvPicPr>
          <p:cNvPr id="5" name="Image 4">
            <a:extLst>
              <a:ext uri="{FF2B5EF4-FFF2-40B4-BE49-F238E27FC236}">
                <a16:creationId xmlns:a16="http://schemas.microsoft.com/office/drawing/2014/main" id="{3CAFA0FD-19FD-B029-9A2B-9FFD2D17BFFA}"/>
              </a:ext>
            </a:extLst>
          </p:cNvPr>
          <p:cNvPicPr>
            <a:picLocks noChangeAspect="1"/>
          </p:cNvPicPr>
          <p:nvPr/>
        </p:nvPicPr>
        <p:blipFill>
          <a:blip r:embed="rId2"/>
          <a:stretch>
            <a:fillRect/>
          </a:stretch>
        </p:blipFill>
        <p:spPr>
          <a:xfrm>
            <a:off x="430171" y="2640261"/>
            <a:ext cx="8283658" cy="1577477"/>
          </a:xfrm>
          <a:prstGeom prst="rect">
            <a:avLst/>
          </a:prstGeom>
        </p:spPr>
      </p:pic>
    </p:spTree>
    <p:extLst>
      <p:ext uri="{BB962C8B-B14F-4D97-AF65-F5344CB8AC3E}">
        <p14:creationId xmlns:p14="http://schemas.microsoft.com/office/powerpoint/2010/main" val="235620232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re 1">
            <a:extLst>
              <a:ext uri="{FF2B5EF4-FFF2-40B4-BE49-F238E27FC236}">
                <a16:creationId xmlns:a16="http://schemas.microsoft.com/office/drawing/2014/main" id="{2A02CD63-4670-FCCA-5181-6B9448837695}"/>
              </a:ext>
            </a:extLst>
          </p:cNvPr>
          <p:cNvSpPr>
            <a:spLocks noGrp="1"/>
          </p:cNvSpPr>
          <p:nvPr>
            <p:ph type="title"/>
          </p:nvPr>
        </p:nvSpPr>
        <p:spPr/>
        <p:txBody>
          <a:bodyPr/>
          <a:lstStyle/>
          <a:p>
            <a:r>
              <a:rPr lang="fr-FR" dirty="0"/>
              <a:t>Plan du cours</a:t>
            </a:r>
          </a:p>
        </p:txBody>
      </p:sp>
      <p:sp>
        <p:nvSpPr>
          <p:cNvPr id="3" name="Espace réservé du contenu 2">
            <a:extLst>
              <a:ext uri="{FF2B5EF4-FFF2-40B4-BE49-F238E27FC236}">
                <a16:creationId xmlns:a16="http://schemas.microsoft.com/office/drawing/2014/main" id="{1473E258-2099-EBCC-18C9-771A4990BCDC}"/>
              </a:ext>
            </a:extLst>
          </p:cNvPr>
          <p:cNvSpPr>
            <a:spLocks noGrp="1"/>
          </p:cNvSpPr>
          <p:nvPr>
            <p:ph idx="1"/>
          </p:nvPr>
        </p:nvSpPr>
        <p:spPr/>
        <p:txBody>
          <a:bodyPr/>
          <a:lstStyle/>
          <a:p>
            <a:endParaRPr lang="fr-FR" dirty="0"/>
          </a:p>
        </p:txBody>
      </p:sp>
      <p:pic>
        <p:nvPicPr>
          <p:cNvPr id="5" name="Image 4" descr="Une image contenant texte, capture d’écran, Police, conception&#10;&#10;Le contenu généré par l’IA peut être incorrect.">
            <a:extLst>
              <a:ext uri="{FF2B5EF4-FFF2-40B4-BE49-F238E27FC236}">
                <a16:creationId xmlns:a16="http://schemas.microsoft.com/office/drawing/2014/main" id="{9C2E243A-7311-CED0-91EF-5BB5FF95EC61}"/>
              </a:ext>
            </a:extLst>
          </p:cNvPr>
          <p:cNvPicPr>
            <a:picLocks noChangeAspect="1"/>
          </p:cNvPicPr>
          <p:nvPr/>
        </p:nvPicPr>
        <p:blipFill>
          <a:blip r:embed="rId2"/>
          <a:stretch>
            <a:fillRect/>
          </a:stretch>
        </p:blipFill>
        <p:spPr>
          <a:xfrm>
            <a:off x="1835696" y="955597"/>
            <a:ext cx="6033028" cy="5889194"/>
          </a:xfrm>
          <a:prstGeom prst="rect">
            <a:avLst/>
          </a:prstGeom>
        </p:spPr>
      </p:pic>
    </p:spTree>
    <p:extLst>
      <p:ext uri="{BB962C8B-B14F-4D97-AF65-F5344CB8AC3E}">
        <p14:creationId xmlns:p14="http://schemas.microsoft.com/office/powerpoint/2010/main" val="245226791"/>
      </p:ext>
    </p:extLst>
  </p:cSld>
  <p:clrMapOvr>
    <a:masterClrMapping/>
  </p:clrMapOvr>
</p:sld>
</file>

<file path=ppt/theme/theme1.xml><?xml version="1.0" encoding="utf-8"?>
<a:theme xmlns:a="http://schemas.openxmlformats.org/drawingml/2006/main" name="cvc">
  <a:themeElements>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cvc">
      <a:majorFont>
        <a:latin typeface="Arial"/>
        <a:ea typeface=""/>
        <a:cs typeface=""/>
      </a:majorFont>
      <a:minorFont>
        <a:latin typeface="Arial"/>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spDef>
    <a:lnDef>
      <a:spPr bwMode="auto">
        <a:xfrm>
          <a:off x="0" y="0"/>
          <a:ext cx="1" cy="1"/>
        </a:xfrm>
        <a:custGeom>
          <a:avLst/>
          <a:gdLst/>
          <a:ahLst/>
          <a:cxnLst/>
          <a:rect l="0" t="0" r="0" b="0"/>
          <a:pathLst/>
        </a:custGeom>
        <a:gradFill rotWithShape="0">
          <a:gsLst>
            <a:gs pos="0">
              <a:schemeClr val="accent1"/>
            </a:gs>
            <a:gs pos="100000">
              <a:schemeClr val="bg1"/>
            </a:gs>
          </a:gsLst>
          <a:lin ang="5400000" scaled="1"/>
        </a:gra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1" fontAlgn="base" latinLnBrk="0" hangingPunct="1">
          <a:lnSpc>
            <a:spcPct val="100000"/>
          </a:lnSpc>
          <a:spcBef>
            <a:spcPct val="0"/>
          </a:spcBef>
          <a:spcAft>
            <a:spcPct val="0"/>
          </a:spcAft>
          <a:buClrTx/>
          <a:buSzTx/>
          <a:buFontTx/>
          <a:buNone/>
          <a:tabLst/>
          <a:defRPr kumimoji="0" lang="fr-FR" sz="2400" b="0" i="0" u="none" strike="noStrike" cap="none" normalizeH="0" baseline="0" smtClean="0">
            <a:ln>
              <a:noFill/>
            </a:ln>
            <a:solidFill>
              <a:schemeClr val="tx1"/>
            </a:solidFill>
            <a:effectLst/>
            <a:latin typeface="Arial" charset="0"/>
          </a:defRPr>
        </a:defPPr>
      </a:lstStyle>
    </a:lnDef>
  </a:objectDefaults>
  <a:extraClrSchemeLst>
    <a:extraClrScheme>
      <a:clrScheme name="cvc 1">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clrMap bg1="lt1" tx1="dk1" bg2="lt2" tx2="dk2" accent1="accent1" accent2="accent2" accent3="accent3" accent4="accent4" accent5="accent5" accent6="accent6" hlink="hlink" folHlink="folHlink"/>
    </a:extraClrScheme>
    <a:extraClrScheme>
      <a:clrScheme name="cvc 2">
        <a:dk1>
          <a:srgbClr val="000000"/>
        </a:dk1>
        <a:lt1>
          <a:srgbClr val="FFFFFF"/>
        </a:lt1>
        <a:dk2>
          <a:srgbClr val="0000FF"/>
        </a:dk2>
        <a:lt2>
          <a:srgbClr val="FFFF00"/>
        </a:lt2>
        <a:accent1>
          <a:srgbClr val="FF9900"/>
        </a:accent1>
        <a:accent2>
          <a:srgbClr val="00FFFF"/>
        </a:accent2>
        <a:accent3>
          <a:srgbClr val="AAAAFF"/>
        </a:accent3>
        <a:accent4>
          <a:srgbClr val="DADADA"/>
        </a:accent4>
        <a:accent5>
          <a:srgbClr val="FFCAAA"/>
        </a:accent5>
        <a:accent6>
          <a:srgbClr val="00E7E7"/>
        </a:accent6>
        <a:hlink>
          <a:srgbClr val="FF0000"/>
        </a:hlink>
        <a:folHlink>
          <a:srgbClr val="969696"/>
        </a:folHlink>
      </a:clrScheme>
      <a:clrMap bg1="dk2" tx1="lt1" bg2="dk1" tx2="lt2" accent1="accent1" accent2="accent2" accent3="accent3" accent4="accent4" accent5="accent5" accent6="accent6" hlink="hlink" folHlink="folHlink"/>
    </a:extraClrScheme>
    <a:extraClrScheme>
      <a:clrScheme name="cvc 3">
        <a:dk1>
          <a:srgbClr val="000000"/>
        </a:dk1>
        <a:lt1>
          <a:srgbClr val="FFFFCC"/>
        </a:lt1>
        <a:dk2>
          <a:srgbClr val="808000"/>
        </a:dk2>
        <a:lt2>
          <a:srgbClr val="666633"/>
        </a:lt2>
        <a:accent1>
          <a:srgbClr val="339933"/>
        </a:accent1>
        <a:accent2>
          <a:srgbClr val="800000"/>
        </a:accent2>
        <a:accent3>
          <a:srgbClr val="FFFFE2"/>
        </a:accent3>
        <a:accent4>
          <a:srgbClr val="000000"/>
        </a:accent4>
        <a:accent5>
          <a:srgbClr val="ADCAAD"/>
        </a:accent5>
        <a:accent6>
          <a:srgbClr val="730000"/>
        </a:accent6>
        <a:hlink>
          <a:srgbClr val="0033CC"/>
        </a:hlink>
        <a:folHlink>
          <a:srgbClr val="FFCC66"/>
        </a:folHlink>
      </a:clrScheme>
      <a:clrMap bg1="lt1" tx1="dk1" bg2="lt2" tx2="dk2" accent1="accent1" accent2="accent2" accent3="accent3" accent4="accent4" accent5="accent5" accent6="accent6" hlink="hlink" folHlink="folHlink"/>
    </a:extraClrScheme>
    <a:extraClrScheme>
      <a:clrScheme name="cvc 4">
        <a:dk1>
          <a:srgbClr val="000000"/>
        </a:dk1>
        <a:lt1>
          <a:srgbClr val="FFFFFF"/>
        </a:lt1>
        <a:dk2>
          <a:srgbClr val="000000"/>
        </a:dk2>
        <a:lt2>
          <a:srgbClr val="333333"/>
        </a:lt2>
        <a:accent1>
          <a:srgbClr val="DDDDDD"/>
        </a:accent1>
        <a:accent2>
          <a:srgbClr val="808080"/>
        </a:accent2>
        <a:accent3>
          <a:srgbClr val="FFFFFF"/>
        </a:accent3>
        <a:accent4>
          <a:srgbClr val="000000"/>
        </a:accent4>
        <a:accent5>
          <a:srgbClr val="EBEBEB"/>
        </a:accent5>
        <a:accent6>
          <a:srgbClr val="737373"/>
        </a:accent6>
        <a:hlink>
          <a:srgbClr val="4D4D4D"/>
        </a:hlink>
        <a:folHlink>
          <a:srgbClr val="EAEAEA"/>
        </a:folHlink>
      </a:clrScheme>
      <a:clrMap bg1="lt1" tx1="dk1" bg2="lt2" tx2="dk2" accent1="accent1" accent2="accent2" accent3="accent3" accent4="accent4" accent5="accent5" accent6="accent6" hlink="hlink" folHlink="folHlink"/>
    </a:extraClrScheme>
    <a:extraClrScheme>
      <a:clrScheme name="cvc 5">
        <a:dk1>
          <a:srgbClr val="000000"/>
        </a:dk1>
        <a:lt1>
          <a:srgbClr val="FFFFFF"/>
        </a:lt1>
        <a:dk2>
          <a:srgbClr val="000000"/>
        </a:dk2>
        <a:lt2>
          <a:srgbClr val="808080"/>
        </a:lt2>
        <a:accent1>
          <a:srgbClr val="FFCC66"/>
        </a:accent1>
        <a:accent2>
          <a:srgbClr val="0000FF"/>
        </a:accent2>
        <a:accent3>
          <a:srgbClr val="FFFFFF"/>
        </a:accent3>
        <a:accent4>
          <a:srgbClr val="000000"/>
        </a:accent4>
        <a:accent5>
          <a:srgbClr val="FFE2B8"/>
        </a:accent5>
        <a:accent6>
          <a:srgbClr val="0000E7"/>
        </a:accent6>
        <a:hlink>
          <a:srgbClr val="CC00CC"/>
        </a:hlink>
        <a:folHlink>
          <a:srgbClr val="C0C0C0"/>
        </a:folHlink>
      </a:clrScheme>
      <a:clrMap bg1="lt1" tx1="dk1" bg2="lt2" tx2="dk2" accent1="accent1" accent2="accent2" accent3="accent3" accent4="accent4" accent5="accent5" accent6="accent6" hlink="hlink" folHlink="folHlink"/>
    </a:extraClrScheme>
    <a:extraClrScheme>
      <a:clrScheme name="cvc 6">
        <a:dk1>
          <a:srgbClr val="000000"/>
        </a:dk1>
        <a:lt1>
          <a:srgbClr val="FFFFFF"/>
        </a:lt1>
        <a:dk2>
          <a:srgbClr val="000000"/>
        </a:dk2>
        <a:lt2>
          <a:srgbClr val="808080"/>
        </a:lt2>
        <a:accent1>
          <a:srgbClr val="C0C0C0"/>
        </a:accent1>
        <a:accent2>
          <a:srgbClr val="0066FF"/>
        </a:accent2>
        <a:accent3>
          <a:srgbClr val="FFFFFF"/>
        </a:accent3>
        <a:accent4>
          <a:srgbClr val="000000"/>
        </a:accent4>
        <a:accent5>
          <a:srgbClr val="DCDCDC"/>
        </a:accent5>
        <a:accent6>
          <a:srgbClr val="005CE7"/>
        </a:accent6>
        <a:hlink>
          <a:srgbClr val="FF0000"/>
        </a:hlink>
        <a:folHlink>
          <a:srgbClr val="009900"/>
        </a:folHlink>
      </a:clrScheme>
      <a:clrMap bg1="lt1" tx1="dk1" bg2="lt2" tx2="dk2" accent1="accent1" accent2="accent2" accent3="accent3" accent4="accent4" accent5="accent5" accent6="accent6" hlink="hlink" folHlink="folHlink"/>
    </a:extraClrScheme>
    <a:extraClrScheme>
      <a:clrScheme name="cvc 7">
        <a:dk1>
          <a:srgbClr val="000000"/>
        </a:dk1>
        <a:lt1>
          <a:srgbClr val="FFFFFF"/>
        </a:lt1>
        <a:dk2>
          <a:srgbClr val="000000"/>
        </a:dk2>
        <a:lt2>
          <a:srgbClr val="808080"/>
        </a:lt2>
        <a:accent1>
          <a:srgbClr val="3399FF"/>
        </a:accent1>
        <a:accent2>
          <a:srgbClr val="99FFCC"/>
        </a:accent2>
        <a:accent3>
          <a:srgbClr val="FFFFFF"/>
        </a:accent3>
        <a:accent4>
          <a:srgbClr val="000000"/>
        </a:accent4>
        <a:accent5>
          <a:srgbClr val="ADCAFF"/>
        </a:accent5>
        <a:accent6>
          <a:srgbClr val="8AE7B9"/>
        </a:accent6>
        <a:hlink>
          <a:srgbClr val="CC00CC"/>
        </a:hlink>
        <a:folHlink>
          <a:srgbClr val="B2B2B2"/>
        </a:folHlink>
      </a:clrScheme>
      <a:clrMap bg1="lt1" tx1="dk1" bg2="lt2" tx2="dk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Thème Office">
  <a:themeElements>
    <a:clrScheme name="">
      <a:dk1>
        <a:srgbClr val="000000"/>
      </a:dk1>
      <a:lt1>
        <a:srgbClr val="FFFFFF"/>
      </a:lt1>
      <a:dk2>
        <a:srgbClr val="000000"/>
      </a:dk2>
      <a:lt2>
        <a:srgbClr val="808080"/>
      </a:lt2>
      <a:accent1>
        <a:srgbClr val="00CC99"/>
      </a:accent1>
      <a:accent2>
        <a:srgbClr val="3333CC"/>
      </a:accent2>
      <a:accent3>
        <a:srgbClr val="FFFFFF"/>
      </a:accent3>
      <a:accent4>
        <a:srgbClr val="000000"/>
      </a:accent4>
      <a:accent5>
        <a:srgbClr val="AAE2CA"/>
      </a:accent5>
      <a:accent6>
        <a:srgbClr val="2D2DB9"/>
      </a:accent6>
      <a:hlink>
        <a:srgbClr val="CCCCFF"/>
      </a:hlink>
      <a:folHlink>
        <a:srgbClr val="B2B2B2"/>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3643</TotalTime>
  <Words>748</Words>
  <Application>Microsoft Office PowerPoint</Application>
  <PresentationFormat>Affichage à l'écran (4:3)</PresentationFormat>
  <Paragraphs>71</Paragraphs>
  <Slides>23</Slides>
  <Notes>0</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23</vt:i4>
      </vt:variant>
    </vt:vector>
  </HeadingPairs>
  <TitlesOfParts>
    <vt:vector size="27" baseType="lpstr">
      <vt:lpstr>Arial</vt:lpstr>
      <vt:lpstr>Monotype Sorts</vt:lpstr>
      <vt:lpstr>Times New Roman</vt:lpstr>
      <vt:lpstr>cvc</vt:lpstr>
      <vt:lpstr>Présentation PowerPoint</vt:lpstr>
      <vt:lpstr>Intro</vt:lpstr>
      <vt:lpstr>Data Management</vt:lpstr>
      <vt:lpstr>Le professionnel</vt:lpstr>
      <vt:lpstr>Vous avez dit data ?</vt:lpstr>
      <vt:lpstr>Transformation digitale</vt:lpstr>
      <vt:lpstr>Wikipedia</vt:lpstr>
      <vt:lpstr>Data</vt:lpstr>
      <vt:lpstr>Données brutes</vt:lpstr>
      <vt:lpstr>La nature de la data</vt:lpstr>
      <vt:lpstr>Buts</vt:lpstr>
      <vt:lpstr>Les différents types</vt:lpstr>
      <vt:lpstr>Cela peut être des images</vt:lpstr>
      <vt:lpstr>Peut être du texte brut</vt:lpstr>
      <vt:lpstr>Peut être du texte écrit ou scanné</vt:lpstr>
      <vt:lpstr>Les nouvelles sources de données</vt:lpstr>
      <vt:lpstr>IoT</vt:lpstr>
      <vt:lpstr>Exemple des loyers</vt:lpstr>
      <vt:lpstr>Workflow</vt:lpstr>
      <vt:lpstr>Collecter les données</vt:lpstr>
      <vt:lpstr>Exemples d’exploitation</vt:lpstr>
      <vt:lpstr>Vue historique</vt:lpstr>
      <vt:lpstr>Plan du cours</vt:lpstr>
    </vt:vector>
  </TitlesOfParts>
  <Company>jkhjkjkh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Internet</dc:title>
  <dc:creator>jhkhkhkj</dc:creator>
  <cp:lastModifiedBy>Cyril Vincent</cp:lastModifiedBy>
  <cp:revision>246</cp:revision>
  <dcterms:created xsi:type="dcterms:W3CDTF">2000-04-10T19:33:12Z</dcterms:created>
  <dcterms:modified xsi:type="dcterms:W3CDTF">2025-12-29T18:17:51Z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Version">
    <vt:lpwstr>0.1</vt:lpwstr>
  </property>
</Properties>
</file>