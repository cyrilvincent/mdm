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313" r:id="rId3"/>
    <p:sldId id="314" r:id="rId4"/>
    <p:sldId id="315" r:id="rId5"/>
    <p:sldId id="316" r:id="rId6"/>
    <p:sldId id="317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>
                <a:latin typeface="+mj-lt"/>
              </a:rPr>
              <a:t>MDM</a:t>
            </a:r>
            <a:endParaRPr lang="fr-FR" dirty="0">
              <a:latin typeface="+mj-lt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3</a:t>
            </a:r>
          </a:p>
          <a:p>
            <a:pPr eaLnBrk="1" hangingPunct="1"/>
            <a:r>
              <a:rPr lang="fr-FR" altLang="fr-FR" dirty="0"/>
              <a:t>Gouvernance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581711" y="198884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09963-907A-104D-2A5A-CE4E33B2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4 dimensions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DF6A77-BA5C-E50F-DCBA-E12E834ED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gestion des données possède quatre dimensions principales :</a:t>
            </a:r>
          </a:p>
          <a:p>
            <a:pPr lvl="1"/>
            <a:r>
              <a:rPr lang="fr-FR" dirty="0"/>
              <a:t>La disponibilité des données</a:t>
            </a:r>
          </a:p>
          <a:p>
            <a:pPr lvl="1"/>
            <a:r>
              <a:rPr lang="fr-FR" dirty="0"/>
              <a:t>L’utilisabilité des données</a:t>
            </a:r>
          </a:p>
          <a:p>
            <a:pPr lvl="1"/>
            <a:r>
              <a:rPr lang="fr-FR" dirty="0"/>
              <a:t>L’intégrité des données</a:t>
            </a:r>
          </a:p>
          <a:p>
            <a:pPr lvl="1"/>
            <a:r>
              <a:rPr lang="fr-FR" dirty="0"/>
              <a:t>La sécurité des données</a:t>
            </a:r>
          </a:p>
        </p:txBody>
      </p:sp>
    </p:spTree>
    <p:extLst>
      <p:ext uri="{BB962C8B-B14F-4D97-AF65-F5344CB8AC3E}">
        <p14:creationId xmlns:p14="http://schemas.microsoft.com/office/powerpoint/2010/main" val="393250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BAB247-AE91-30CE-0D5F-E344C8C7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disponibilité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C8E5FD-D66E-6EC0-2244-CC9E81EC7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Cela concerne leur sauvegarde, leur stockage, leur mise à jour, leur diffusion et de leur partage au sein de l'entreprise, tout en gérant et sécurisant les accès des différents utilisateurs et profils</a:t>
            </a:r>
          </a:p>
        </p:txBody>
      </p:sp>
    </p:spTree>
    <p:extLst>
      <p:ext uri="{BB962C8B-B14F-4D97-AF65-F5344CB8AC3E}">
        <p14:creationId xmlns:p14="http://schemas.microsoft.com/office/powerpoint/2010/main" val="172383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CF93A-0BB1-7997-0F7A-94338E06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L’utilisabilité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A75CBA-EE58-75E8-BDAB-9C26086F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</a:t>
            </a:r>
            <a:r>
              <a:rPr lang="fr-FR"/>
              <a:t>lle </a:t>
            </a:r>
            <a:r>
              <a:rPr lang="fr-FR" dirty="0"/>
              <a:t>doit veiller à ce que les données soient à jour, cohérentes, et facile d'accès pour les utilisateurs et usages définis dans l'entreprise</a:t>
            </a:r>
          </a:p>
        </p:txBody>
      </p:sp>
    </p:spTree>
    <p:extLst>
      <p:ext uri="{BB962C8B-B14F-4D97-AF65-F5344CB8AC3E}">
        <p14:creationId xmlns:p14="http://schemas.microsoft.com/office/powerpoint/2010/main" val="408528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6D1291-C697-482B-3AB8-A224AB25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L’intégrité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CDB93B-A198-4DDA-D7F2-66F444960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données doivent être sécurisées de telle sorte à ce qu'elles soient cohérentes, fiables, pertinentes et valides</a:t>
            </a:r>
          </a:p>
        </p:txBody>
      </p:sp>
    </p:spTree>
    <p:extLst>
      <p:ext uri="{BB962C8B-B14F-4D97-AF65-F5344CB8AC3E}">
        <p14:creationId xmlns:p14="http://schemas.microsoft.com/office/powerpoint/2010/main" val="36355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613D4-C94B-25FC-210E-36036379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sécurité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372042-04DD-DCCA-53AE-73016AE5B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Cela </a:t>
            </a:r>
            <a:r>
              <a:rPr lang="fr-FR" dirty="0"/>
              <a:t>implique de mettre en place une politique de sécurisation des informations de l’entreprise et de ses clients, et doit permettre d’assurer la continuité des trois notions précédentes.</a:t>
            </a:r>
          </a:p>
        </p:txBody>
      </p:sp>
    </p:spTree>
    <p:extLst>
      <p:ext uri="{BB962C8B-B14F-4D97-AF65-F5344CB8AC3E}">
        <p14:creationId xmlns:p14="http://schemas.microsoft.com/office/powerpoint/2010/main" val="33824042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3656</TotalTime>
  <Words>147</Words>
  <Application>Microsoft Office PowerPoint</Application>
  <PresentationFormat>Affichage à l'écran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Les 4 dimensions</vt:lpstr>
      <vt:lpstr>La disponibilité</vt:lpstr>
      <vt:lpstr>L’utilisabilité</vt:lpstr>
      <vt:lpstr>L’intégrité</vt:lpstr>
      <vt:lpstr>La sécurité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244</cp:revision>
  <dcterms:created xsi:type="dcterms:W3CDTF">2000-04-10T19:33:12Z</dcterms:created>
  <dcterms:modified xsi:type="dcterms:W3CDTF">2025-12-28T21:53:59Z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